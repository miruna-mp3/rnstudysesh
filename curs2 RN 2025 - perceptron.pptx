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84" r:id="rId2"/>
  </p:sldMasterIdLst>
  <p:notesMasterIdLst>
    <p:notesMasterId r:id="rId95"/>
  </p:notesMasterIdLst>
  <p:handoutMasterIdLst>
    <p:handoutMasterId r:id="rId96"/>
  </p:handoutMasterIdLst>
  <p:sldIdLst>
    <p:sldId id="256" r:id="rId3"/>
    <p:sldId id="257" r:id="rId4"/>
    <p:sldId id="276" r:id="rId5"/>
    <p:sldId id="472" r:id="rId6"/>
    <p:sldId id="266" r:id="rId7"/>
    <p:sldId id="301" r:id="rId8"/>
    <p:sldId id="535" r:id="rId9"/>
    <p:sldId id="537" r:id="rId10"/>
    <p:sldId id="538" r:id="rId11"/>
    <p:sldId id="540" r:id="rId12"/>
    <p:sldId id="541" r:id="rId13"/>
    <p:sldId id="542" r:id="rId14"/>
    <p:sldId id="543" r:id="rId15"/>
    <p:sldId id="544" r:id="rId16"/>
    <p:sldId id="545" r:id="rId17"/>
    <p:sldId id="546" r:id="rId18"/>
    <p:sldId id="547" r:id="rId19"/>
    <p:sldId id="548" r:id="rId20"/>
    <p:sldId id="549" r:id="rId21"/>
    <p:sldId id="550" r:id="rId22"/>
    <p:sldId id="551" r:id="rId23"/>
    <p:sldId id="552" r:id="rId24"/>
    <p:sldId id="553" r:id="rId25"/>
    <p:sldId id="623" r:id="rId26"/>
    <p:sldId id="624" r:id="rId27"/>
    <p:sldId id="554" r:id="rId28"/>
    <p:sldId id="267" r:id="rId29"/>
    <p:sldId id="323" r:id="rId30"/>
    <p:sldId id="555" r:id="rId31"/>
    <p:sldId id="556" r:id="rId32"/>
    <p:sldId id="557" r:id="rId33"/>
    <p:sldId id="558" r:id="rId34"/>
    <p:sldId id="559" r:id="rId35"/>
    <p:sldId id="560" r:id="rId36"/>
    <p:sldId id="561" r:id="rId37"/>
    <p:sldId id="562" r:id="rId38"/>
    <p:sldId id="563" r:id="rId39"/>
    <p:sldId id="564" r:id="rId40"/>
    <p:sldId id="565" r:id="rId41"/>
    <p:sldId id="566" r:id="rId42"/>
    <p:sldId id="567" r:id="rId43"/>
    <p:sldId id="581" r:id="rId44"/>
    <p:sldId id="582" r:id="rId45"/>
    <p:sldId id="584" r:id="rId46"/>
    <p:sldId id="580" r:id="rId47"/>
    <p:sldId id="574" r:id="rId48"/>
    <p:sldId id="575" r:id="rId49"/>
    <p:sldId id="578" r:id="rId50"/>
    <p:sldId id="576" r:id="rId51"/>
    <p:sldId id="577" r:id="rId52"/>
    <p:sldId id="579" r:id="rId53"/>
    <p:sldId id="585" r:id="rId54"/>
    <p:sldId id="586" r:id="rId55"/>
    <p:sldId id="587" r:id="rId56"/>
    <p:sldId id="588" r:id="rId57"/>
    <p:sldId id="589" r:id="rId58"/>
    <p:sldId id="590" r:id="rId59"/>
    <p:sldId id="591" r:id="rId60"/>
    <p:sldId id="592" r:id="rId61"/>
    <p:sldId id="593" r:id="rId62"/>
    <p:sldId id="594" r:id="rId63"/>
    <p:sldId id="595" r:id="rId64"/>
    <p:sldId id="596" r:id="rId65"/>
    <p:sldId id="597" r:id="rId66"/>
    <p:sldId id="598" r:id="rId67"/>
    <p:sldId id="599" r:id="rId68"/>
    <p:sldId id="600" r:id="rId69"/>
    <p:sldId id="601" r:id="rId70"/>
    <p:sldId id="602" r:id="rId71"/>
    <p:sldId id="603" r:id="rId72"/>
    <p:sldId id="604" r:id="rId73"/>
    <p:sldId id="605" r:id="rId74"/>
    <p:sldId id="606" r:id="rId75"/>
    <p:sldId id="607" r:id="rId76"/>
    <p:sldId id="609" r:id="rId77"/>
    <p:sldId id="610" r:id="rId78"/>
    <p:sldId id="611" r:id="rId79"/>
    <p:sldId id="613" r:id="rId80"/>
    <p:sldId id="612" r:id="rId81"/>
    <p:sldId id="614" r:id="rId82"/>
    <p:sldId id="626" r:id="rId83"/>
    <p:sldId id="615" r:id="rId84"/>
    <p:sldId id="616" r:id="rId85"/>
    <p:sldId id="617" r:id="rId86"/>
    <p:sldId id="618" r:id="rId87"/>
    <p:sldId id="619" r:id="rId88"/>
    <p:sldId id="620" r:id="rId89"/>
    <p:sldId id="621" r:id="rId90"/>
    <p:sldId id="622" r:id="rId91"/>
    <p:sldId id="627" r:id="rId92"/>
    <p:sldId id="264" r:id="rId93"/>
    <p:sldId id="325" r:id="rId94"/>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1200">
          <p15:clr>
            <a:srgbClr val="A4A3A4"/>
          </p15:clr>
        </p15:guide>
        <p15:guide id="3" orient="horz" pos="3888">
          <p15:clr>
            <a:srgbClr val="A4A3A4"/>
          </p15:clr>
        </p15:guide>
        <p15:guide id="4" orient="horz" pos="2880">
          <p15:clr>
            <a:srgbClr val="A4A3A4"/>
          </p15:clr>
        </p15:guide>
        <p15:guide id="5" orient="horz" pos="3216">
          <p15:clr>
            <a:srgbClr val="A4A3A4"/>
          </p15:clr>
        </p15:guide>
        <p15:guide id="6" orient="horz" pos="816">
          <p15:clr>
            <a:srgbClr val="A4A3A4"/>
          </p15:clr>
        </p15:guide>
        <p15:guide id="7" orient="horz" pos="175">
          <p15:clr>
            <a:srgbClr val="A4A3A4"/>
          </p15:clr>
        </p15:guide>
        <p15:guide id="8" pos="3839">
          <p15:clr>
            <a:srgbClr val="A4A3A4"/>
          </p15:clr>
        </p15:guide>
        <p15:guide id="9" pos="959">
          <p15:clr>
            <a:srgbClr val="A4A3A4"/>
          </p15:clr>
        </p15:guide>
        <p15:guide id="10" pos="6719">
          <p15:clr>
            <a:srgbClr val="A4A3A4"/>
          </p15:clr>
        </p15:guide>
        <p15:guide id="11" pos="6143">
          <p15:clr>
            <a:srgbClr val="A4A3A4"/>
          </p15:clr>
        </p15:guide>
        <p15:guide id="12" pos="283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E25E649-3F16-4E02-A733-19D2CDBF48F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69" autoAdjust="0"/>
    <p:restoredTop sz="85753" autoAdjust="0"/>
  </p:normalViewPr>
  <p:slideViewPr>
    <p:cSldViewPr>
      <p:cViewPr varScale="1">
        <p:scale>
          <a:sx n="108" d="100"/>
          <a:sy n="108" d="100"/>
        </p:scale>
        <p:origin x="648" y="192"/>
      </p:cViewPr>
      <p:guideLst>
        <p:guide orient="horz" pos="2160"/>
        <p:guide orient="horz" pos="1200"/>
        <p:guide orient="horz" pos="3888"/>
        <p:guide orient="horz" pos="2880"/>
        <p:guide orient="horz" pos="3216"/>
        <p:guide orient="horz" pos="816"/>
        <p:guide orient="horz" pos="175"/>
        <p:guide pos="3839"/>
        <p:guide pos="959"/>
        <p:guide pos="6719"/>
        <p:guide pos="6143"/>
        <p:guide pos="2831"/>
      </p:guideLst>
    </p:cSldViewPr>
  </p:slideViewPr>
  <p:outlineViewPr>
    <p:cViewPr>
      <p:scale>
        <a:sx n="33" d="100"/>
        <a:sy n="33" d="100"/>
      </p:scale>
      <p:origin x="0" y="0"/>
    </p:cViewPr>
  </p:outlineViewPr>
  <p:notesTextViewPr>
    <p:cViewPr>
      <p:scale>
        <a:sx n="1" d="1"/>
        <a:sy n="1" d="1"/>
      </p:scale>
      <p:origin x="0" y="0"/>
    </p:cViewPr>
  </p:notesTextViewPr>
  <p:notesViewPr>
    <p:cSldViewPr showGuides="1">
      <p:cViewPr varScale="1">
        <p:scale>
          <a:sx n="76" d="100"/>
          <a:sy n="76" d="100"/>
        </p:scale>
        <p:origin x="2538"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notesMaster" Target="notesMasters/notesMaster1.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1.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84AA43A-3F76-4A13-9CD6-36134EB429E3}" type="datetimeFigureOut">
              <a:rPr lang="en-US"/>
              <a:t>10/10/25</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850423A-8BCE-448E-A97B-03A88B2B12C1}" type="slidenum">
              <a:rPr/>
              <a:t>‹#›</a:t>
            </a:fld>
            <a:endParaRPr/>
          </a:p>
        </p:txBody>
      </p:sp>
    </p:spTree>
    <p:extLst>
      <p:ext uri="{BB962C8B-B14F-4D97-AF65-F5344CB8AC3E}">
        <p14:creationId xmlns:p14="http://schemas.microsoft.com/office/powerpoint/2010/main" val="4051395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674A4F-2B7A-4ECB-A400-260B2FFC03C1}" type="datetimeFigureOut">
              <a:rPr lang="en-US"/>
              <a:t>10/10/25</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1F2A70B-78F2-4DCF-B53B-C990D2FAFB8A}" type="slidenum">
              <a:rPr/>
              <a:t>‹#›</a:t>
            </a:fld>
            <a:endParaRPr/>
          </a:p>
        </p:txBody>
      </p:sp>
    </p:spTree>
    <p:extLst>
      <p:ext uri="{BB962C8B-B14F-4D97-AF65-F5344CB8AC3E}">
        <p14:creationId xmlns:p14="http://schemas.microsoft.com/office/powerpoint/2010/main" val="2411570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o-RO" dirty="0"/>
          </a:p>
        </p:txBody>
      </p:sp>
      <p:sp>
        <p:nvSpPr>
          <p:cNvPr id="4" name="Slide Number Placeholder 3"/>
          <p:cNvSpPr>
            <a:spLocks noGrp="1"/>
          </p:cNvSpPr>
          <p:nvPr>
            <p:ph type="sldNum" sz="quarter" idx="10"/>
          </p:nvPr>
        </p:nvSpPr>
        <p:spPr/>
        <p:txBody>
          <a:bodyPr/>
          <a:lstStyle/>
          <a:p>
            <a:fld id="{01F2A70B-78F2-4DCF-B53B-C990D2FAFB8A}" type="slidenum">
              <a:rPr lang="en-US" smtClean="0"/>
              <a:t>28</a:t>
            </a:fld>
            <a:endParaRPr lang="en-US"/>
          </a:p>
        </p:txBody>
      </p:sp>
    </p:spTree>
    <p:extLst>
      <p:ext uri="{BB962C8B-B14F-4D97-AF65-F5344CB8AC3E}">
        <p14:creationId xmlns:p14="http://schemas.microsoft.com/office/powerpoint/2010/main" val="2967087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256" name="line"/>
          <p:cNvGrpSpPr/>
          <p:nvPr/>
        </p:nvGrpSpPr>
        <p:grpSpPr bwMode="invGray">
          <a:xfrm>
            <a:off x="1584896" y="4724400"/>
            <a:ext cx="8631936" cy="64008"/>
            <a:chOff x="-4110038" y="2703513"/>
            <a:chExt cx="17394239" cy="160336"/>
          </a:xfrm>
          <a:solidFill>
            <a:schemeClr val="tx2"/>
          </a:solidFill>
        </p:grpSpPr>
        <p:sp>
          <p:nvSpPr>
            <p:cNvPr id="257"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9"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3" name="Subtitle 2"/>
          <p:cNvSpPr>
            <a:spLocks noGrp="1"/>
          </p:cNvSpPr>
          <p:nvPr>
            <p:ph type="subTitle" idx="1"/>
          </p:nvPr>
        </p:nvSpPr>
        <p:spPr>
          <a:xfrm>
            <a:off x="1522413" y="5105400"/>
            <a:ext cx="9143999" cy="1066800"/>
          </a:xfrm>
        </p:spPr>
        <p:txBody>
          <a:bodyPr/>
          <a:lstStyle>
            <a:lvl1pPr marL="0" indent="0" algn="l">
              <a:spcBef>
                <a:spcPts val="0"/>
              </a:spcBef>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2" name="Title 1"/>
          <p:cNvSpPr>
            <a:spLocks noGrp="1"/>
          </p:cNvSpPr>
          <p:nvPr>
            <p:ph type="ctrTitle"/>
          </p:nvPr>
        </p:nvSpPr>
        <p:spPr>
          <a:xfrm>
            <a:off x="1522413" y="1905000"/>
            <a:ext cx="9144000" cy="2667000"/>
          </a:xfrm>
        </p:spPr>
        <p:txBody>
          <a:bodyPr>
            <a:noAutofit/>
          </a:bodyPr>
          <a:lstStyle>
            <a:lvl1pPr>
              <a:defRPr sz="5400"/>
            </a:lvl1pPr>
          </a:lstStyle>
          <a:p>
            <a:r>
              <a:rPr lang="en-US"/>
              <a:t>Click to edit Master title style</a:t>
            </a:r>
            <a:endParaRPr/>
          </a:p>
        </p:txBody>
      </p:sp>
    </p:spTree>
    <p:extLst>
      <p:ext uri="{BB962C8B-B14F-4D97-AF65-F5344CB8AC3E}">
        <p14:creationId xmlns:p14="http://schemas.microsoft.com/office/powerpoint/2010/main" val="2785518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67" name="line"/>
          <p:cNvGrpSpPr/>
          <p:nvPr/>
        </p:nvGrpSpPr>
        <p:grpSpPr bwMode="invGray">
          <a:xfrm>
            <a:off x="1522413" y="1514475"/>
            <a:ext cx="10569575" cy="64008"/>
            <a:chOff x="1522413" y="1514475"/>
            <a:chExt cx="10569575" cy="64008"/>
          </a:xfrm>
          <a:solidFill>
            <a:schemeClr val="tx2"/>
          </a:solidFill>
        </p:grpSpPr>
        <p:sp>
          <p:nvSpPr>
            <p:cNvPr id="16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4" name="Date Placeholder 3"/>
          <p:cNvSpPr>
            <a:spLocks noGrp="1"/>
          </p:cNvSpPr>
          <p:nvPr>
            <p:ph type="dt" sz="half" idx="10"/>
          </p:nvPr>
        </p:nvSpPr>
        <p:spPr/>
        <p:txBody>
          <a:bodyPr/>
          <a:lstStyle/>
          <a:p>
            <a:fld id="{9AFE8FB1-0A7A-443E-AAF7-31D4FA1AA312}" type="datetimeFigureOut">
              <a:rPr lang="en-US" smtClean="0"/>
              <a:t>10/10/25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BA54BD-C84D-46CE-8B72-31BFB26ABA43}" type="slidenum">
              <a:rPr lang="en-US" smtClean="0"/>
              <a:t>‹#›</a:t>
            </a:fld>
            <a:endParaRPr lang="en-US"/>
          </a:p>
        </p:txBody>
      </p:sp>
      <p:sp>
        <p:nvSpPr>
          <p:cNvPr id="3" name="Content Placeholder 2"/>
          <p:cNvSpPr>
            <a:spLocks noGrp="1"/>
          </p:cNvSpPr>
          <p:nvPr>
            <p:ph idx="1"/>
          </p:nvPr>
        </p:nvSpPr>
        <p:spPr/>
        <p:txBody>
          <a:bodyPr/>
          <a:lstStyle>
            <a:lvl2pPr marL="548640">
              <a:defRPr/>
            </a:lvl2pPr>
            <a:lvl3pPr marL="777240">
              <a:defRPr/>
            </a:lvl3pPr>
            <a:lvl4pPr marL="1005840">
              <a:defRPr/>
            </a:lvl4pPr>
            <a:lvl5pPr marL="1234440">
              <a:defRPr/>
            </a:lvl5pPr>
            <a:lvl6pPr marL="1463040">
              <a:defRPr baseline="0"/>
            </a:lvl6pPr>
            <a:lvl7pPr marL="1691640">
              <a:defRPr baseline="0"/>
            </a:lvl7pPr>
            <a:lvl8pPr marL="1920240">
              <a:defRPr baseline="0"/>
            </a:lvl8pPr>
            <a:lvl9pPr marL="2148840">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2" name="Title 1"/>
          <p:cNvSpPr>
            <a:spLocks noGrp="1"/>
          </p:cNvSpPr>
          <p:nvPr>
            <p:ph type="title"/>
          </p:nvPr>
        </p:nvSpPr>
        <p:spPr>
          <a:xfrm>
            <a:off x="1522414" y="274638"/>
            <a:ext cx="9143998" cy="1020762"/>
          </a:xfrm>
        </p:spPr>
        <p:txBody>
          <a:bodyPr/>
          <a:lstStyle/>
          <a:p>
            <a:r>
              <a:rPr lang="en-US"/>
              <a:t>Click to edit Master title style</a:t>
            </a:r>
            <a:endParaRPr/>
          </a:p>
        </p:txBody>
      </p:sp>
    </p:spTree>
    <p:extLst>
      <p:ext uri="{BB962C8B-B14F-4D97-AF65-F5344CB8AC3E}">
        <p14:creationId xmlns:p14="http://schemas.microsoft.com/office/powerpoint/2010/main" val="3085765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255" name="line"/>
          <p:cNvGrpSpPr/>
          <p:nvPr/>
        </p:nvGrpSpPr>
        <p:grpSpPr bwMode="invGray">
          <a:xfrm>
            <a:off x="1584896" y="4724400"/>
            <a:ext cx="8631936" cy="64008"/>
            <a:chOff x="-4110038" y="2703513"/>
            <a:chExt cx="17394239" cy="160336"/>
          </a:xfrm>
          <a:solidFill>
            <a:schemeClr val="tx2"/>
          </a:solidFill>
        </p:grpSpPr>
        <p:sp>
          <p:nvSpPr>
            <p:cNvPr id="256"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7"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4" name="Date Placeholder 3"/>
          <p:cNvSpPr>
            <a:spLocks noGrp="1"/>
          </p:cNvSpPr>
          <p:nvPr>
            <p:ph type="dt" sz="half" idx="10"/>
          </p:nvPr>
        </p:nvSpPr>
        <p:spPr/>
        <p:txBody>
          <a:bodyPr/>
          <a:lstStyle/>
          <a:p>
            <a:fld id="{9AFE8FB1-0A7A-443E-AAF7-31D4FA1AA312}" type="datetimeFigureOut">
              <a:rPr lang="en-US" smtClean="0"/>
              <a:t>10/10/25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BA54BD-C84D-46CE-8B72-31BFB26ABA43}" type="slidenum">
              <a:rPr lang="en-US" smtClean="0"/>
              <a:t>‹#›</a:t>
            </a:fld>
            <a:endParaRPr lang="en-US"/>
          </a:p>
        </p:txBody>
      </p:sp>
      <p:sp>
        <p:nvSpPr>
          <p:cNvPr id="3" name="Text Placeholder 2"/>
          <p:cNvSpPr>
            <a:spLocks noGrp="1"/>
          </p:cNvSpPr>
          <p:nvPr>
            <p:ph type="body" idx="1"/>
          </p:nvPr>
        </p:nvSpPr>
        <p:spPr>
          <a:xfrm>
            <a:off x="1522413" y="5102525"/>
            <a:ext cx="9143999" cy="1069675"/>
          </a:xfrm>
        </p:spPr>
        <p:txBody>
          <a:bodyPr anchor="t">
            <a:normAutofit/>
          </a:bodyPr>
          <a:lstStyle>
            <a:lvl1pPr marL="0" indent="0">
              <a:spcBef>
                <a:spcPts val="0"/>
              </a:spcBef>
              <a:buNone/>
              <a:defRPr sz="24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2" name="Title 1"/>
          <p:cNvSpPr>
            <a:spLocks noGrp="1"/>
          </p:cNvSpPr>
          <p:nvPr>
            <p:ph type="title"/>
          </p:nvPr>
        </p:nvSpPr>
        <p:spPr>
          <a:xfrm>
            <a:off x="1522413" y="1905000"/>
            <a:ext cx="9144000" cy="2667000"/>
          </a:xfrm>
        </p:spPr>
        <p:txBody>
          <a:bodyPr anchor="b">
            <a:noAutofit/>
          </a:bodyPr>
          <a:lstStyle>
            <a:lvl1pPr algn="l">
              <a:defRPr sz="4400" b="0" cap="none" baseline="0"/>
            </a:lvl1pPr>
          </a:lstStyle>
          <a:p>
            <a:r>
              <a:rPr lang="en-US"/>
              <a:t>Click to edit Master title style</a:t>
            </a:r>
            <a:endParaRPr/>
          </a:p>
        </p:txBody>
      </p:sp>
    </p:spTree>
    <p:extLst>
      <p:ext uri="{BB962C8B-B14F-4D97-AF65-F5344CB8AC3E}">
        <p14:creationId xmlns:p14="http://schemas.microsoft.com/office/powerpoint/2010/main" val="1245632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58" name="line"/>
          <p:cNvGrpSpPr/>
          <p:nvPr/>
        </p:nvGrpSpPr>
        <p:grpSpPr bwMode="invGray">
          <a:xfrm>
            <a:off x="1522413" y="1514475"/>
            <a:ext cx="10569575" cy="64008"/>
            <a:chOff x="1522413" y="1514475"/>
            <a:chExt cx="10569575" cy="64008"/>
          </a:xfrm>
          <a:solidFill>
            <a:schemeClr val="tx2"/>
          </a:solidFill>
        </p:grpSpPr>
        <p:sp>
          <p:nvSpPr>
            <p:cNvPr id="159"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5" name="Date Placeholder 4"/>
          <p:cNvSpPr>
            <a:spLocks noGrp="1"/>
          </p:cNvSpPr>
          <p:nvPr>
            <p:ph type="dt" sz="half" idx="10"/>
          </p:nvPr>
        </p:nvSpPr>
        <p:spPr/>
        <p:txBody>
          <a:bodyPr/>
          <a:lstStyle/>
          <a:p>
            <a:fld id="{9AFE8FB1-0A7A-443E-AAF7-31D4FA1AA312}" type="datetimeFigureOut">
              <a:rPr lang="en-US" smtClean="0"/>
              <a:t>10/10/25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BA54BD-C84D-46CE-8B72-31BFB26ABA43}" type="slidenum">
              <a:rPr lang="en-US" smtClean="0"/>
              <a:t>‹#›</a:t>
            </a:fld>
            <a:endParaRPr lang="en-US"/>
          </a:p>
        </p:txBody>
      </p:sp>
      <p:sp>
        <p:nvSpPr>
          <p:cNvPr id="4" name="Content Placeholder 3"/>
          <p:cNvSpPr>
            <a:spLocks noGrp="1"/>
          </p:cNvSpPr>
          <p:nvPr>
            <p:ph sz="half" idx="2"/>
          </p:nvPr>
        </p:nvSpPr>
        <p:spPr>
          <a:xfrm>
            <a:off x="6246815" y="1905000"/>
            <a:ext cx="4419598"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3" name="Content Placeholder 2"/>
          <p:cNvSpPr>
            <a:spLocks noGrp="1"/>
          </p:cNvSpPr>
          <p:nvPr>
            <p:ph sz="half" idx="1"/>
          </p:nvPr>
        </p:nvSpPr>
        <p:spPr>
          <a:xfrm>
            <a:off x="1522413" y="1905000"/>
            <a:ext cx="4419599"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2" name="Title 1"/>
          <p:cNvSpPr>
            <a:spLocks noGrp="1"/>
          </p:cNvSpPr>
          <p:nvPr>
            <p:ph type="title"/>
          </p:nvPr>
        </p:nvSpPr>
        <p:spPr>
          <a:xfrm>
            <a:off x="1522414" y="274638"/>
            <a:ext cx="9143998" cy="1020762"/>
          </a:xfrm>
        </p:spPr>
        <p:txBody>
          <a:bodyPr/>
          <a:lstStyle/>
          <a:p>
            <a:r>
              <a:rPr lang="en-US"/>
              <a:t>Click to edit Master title style</a:t>
            </a:r>
            <a:endParaRPr/>
          </a:p>
        </p:txBody>
      </p:sp>
    </p:spTree>
    <p:extLst>
      <p:ext uri="{BB962C8B-B14F-4D97-AF65-F5344CB8AC3E}">
        <p14:creationId xmlns:p14="http://schemas.microsoft.com/office/powerpoint/2010/main" val="2965968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60" name="line"/>
          <p:cNvGrpSpPr/>
          <p:nvPr/>
        </p:nvGrpSpPr>
        <p:grpSpPr bwMode="invGray">
          <a:xfrm>
            <a:off x="1522413" y="1514475"/>
            <a:ext cx="10569575" cy="64008"/>
            <a:chOff x="1522413" y="1514475"/>
            <a:chExt cx="10569575" cy="64008"/>
          </a:xfrm>
          <a:solidFill>
            <a:schemeClr val="tx2"/>
          </a:solidFill>
        </p:grpSpPr>
        <p:sp>
          <p:nvSpPr>
            <p:cNvPr id="161" name="Freeform 16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6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7" name="Date Placeholder 6"/>
          <p:cNvSpPr>
            <a:spLocks noGrp="1"/>
          </p:cNvSpPr>
          <p:nvPr>
            <p:ph type="dt" sz="half" idx="10"/>
          </p:nvPr>
        </p:nvSpPr>
        <p:spPr/>
        <p:txBody>
          <a:bodyPr/>
          <a:lstStyle/>
          <a:p>
            <a:fld id="{9AFE8FB1-0A7A-443E-AAF7-31D4FA1AA312}" type="datetimeFigureOut">
              <a:rPr lang="en-US" smtClean="0"/>
              <a:t>10/10/25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5BA54BD-C84D-46CE-8B72-31BFB26ABA43}" type="slidenum">
              <a:rPr lang="en-US" smtClean="0"/>
              <a:t>‹#›</a:t>
            </a:fld>
            <a:endParaRPr lang="en-US"/>
          </a:p>
        </p:txBody>
      </p:sp>
      <p:sp>
        <p:nvSpPr>
          <p:cNvPr id="6" name="Content Placeholder 5"/>
          <p:cNvSpPr>
            <a:spLocks noGrp="1"/>
          </p:cNvSpPr>
          <p:nvPr>
            <p:ph sz="quarter" idx="4"/>
          </p:nvPr>
        </p:nvSpPr>
        <p:spPr>
          <a:xfrm>
            <a:off x="6249860" y="2819399"/>
            <a:ext cx="4416552" cy="3352801"/>
          </a:xfrm>
        </p:spPr>
        <p:txBody>
          <a:bodyPr/>
          <a:lstStyle>
            <a:lvl1pPr>
              <a:defRPr sz="2400"/>
            </a:lvl1pPr>
            <a:lvl2pPr>
              <a:defRPr sz="2000"/>
            </a:lvl2pPr>
            <a:lvl3pPr>
              <a:defRPr sz="1800"/>
            </a:lvl3pPr>
            <a:lvl4pPr>
              <a:defRPr sz="1600"/>
            </a:lvl4pPr>
            <a:lvl5pPr marL="1956816">
              <a:defRPr sz="1600"/>
            </a:lvl5pPr>
            <a:lvl6pPr marL="1956816">
              <a:defRPr sz="1600"/>
            </a:lvl6pPr>
            <a:lvl7pPr marL="1956816">
              <a:defRPr sz="1600"/>
            </a:lvl7pPr>
            <a:lvl8pPr marL="1956816">
              <a:defRPr sz="1600"/>
            </a:lvl8pPr>
            <a:lvl9pPr marL="1956816">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49860"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3" y="2819399"/>
            <a:ext cx="4416552" cy="3352801"/>
          </a:xfrm>
        </p:spPr>
        <p:txBody>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3" name="Text Placeholder 2"/>
          <p:cNvSpPr>
            <a:spLocks noGrp="1"/>
          </p:cNvSpPr>
          <p:nvPr>
            <p:ph type="body" idx="1"/>
          </p:nvPr>
        </p:nvSpPr>
        <p:spPr>
          <a:xfrm>
            <a:off x="1522413"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1"/>
          <p:cNvSpPr>
            <a:spLocks noGrp="1"/>
          </p:cNvSpPr>
          <p:nvPr>
            <p:ph type="title"/>
          </p:nvPr>
        </p:nvSpPr>
        <p:spPr>
          <a:xfrm>
            <a:off x="1522414" y="274638"/>
            <a:ext cx="9143998" cy="1020762"/>
          </a:xfrm>
        </p:spPr>
        <p:txBody>
          <a:bodyPr/>
          <a:lstStyle>
            <a:lvl1pPr>
              <a:defRPr/>
            </a:lvl1pPr>
          </a:lstStyle>
          <a:p>
            <a:r>
              <a:rPr lang="en-US"/>
              <a:t>Click to edit Master title style</a:t>
            </a:r>
            <a:endParaRPr/>
          </a:p>
        </p:txBody>
      </p:sp>
    </p:spTree>
    <p:extLst>
      <p:ext uri="{BB962C8B-B14F-4D97-AF65-F5344CB8AC3E}">
        <p14:creationId xmlns:p14="http://schemas.microsoft.com/office/powerpoint/2010/main" val="2307442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56" name="line"/>
          <p:cNvGrpSpPr/>
          <p:nvPr/>
        </p:nvGrpSpPr>
        <p:grpSpPr bwMode="invGray">
          <a:xfrm>
            <a:off x="1522413" y="1514475"/>
            <a:ext cx="10569575" cy="64008"/>
            <a:chOff x="1522413" y="1514475"/>
            <a:chExt cx="10569575" cy="64008"/>
          </a:xfrm>
          <a:solidFill>
            <a:schemeClr val="tx2"/>
          </a:solidFill>
        </p:grpSpPr>
        <p:sp>
          <p:nvSpPr>
            <p:cNvPr id="157"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8"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9"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Date Placeholder 2"/>
          <p:cNvSpPr>
            <a:spLocks noGrp="1"/>
          </p:cNvSpPr>
          <p:nvPr>
            <p:ph type="dt" sz="half" idx="10"/>
          </p:nvPr>
        </p:nvSpPr>
        <p:spPr/>
        <p:txBody>
          <a:bodyPr/>
          <a:lstStyle/>
          <a:p>
            <a:fld id="{9AFE8FB1-0A7A-443E-AAF7-31D4FA1AA312}" type="datetimeFigureOut">
              <a:rPr lang="en-US" smtClean="0"/>
              <a:t>10/10/25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5BA54BD-C84D-46CE-8B72-31BFB26ABA43}" type="slidenum">
              <a:rPr lang="en-US" smtClean="0"/>
              <a:t>‹#›</a:t>
            </a:fld>
            <a:endParaRPr lang="en-US"/>
          </a:p>
        </p:txBody>
      </p:sp>
      <p:sp>
        <p:nvSpPr>
          <p:cNvPr id="2" name="Title 1"/>
          <p:cNvSpPr>
            <a:spLocks noGrp="1"/>
          </p:cNvSpPr>
          <p:nvPr>
            <p:ph type="title"/>
          </p:nvPr>
        </p:nvSpPr>
        <p:spPr/>
        <p:txBody>
          <a:bodyPr/>
          <a:lstStyle/>
          <a:p>
            <a:r>
              <a:rPr lang="en-US"/>
              <a:t>Click to edit Master title style</a:t>
            </a:r>
            <a:endParaRPr/>
          </a:p>
        </p:txBody>
      </p:sp>
    </p:spTree>
    <p:extLst>
      <p:ext uri="{BB962C8B-B14F-4D97-AF65-F5344CB8AC3E}">
        <p14:creationId xmlns:p14="http://schemas.microsoft.com/office/powerpoint/2010/main" val="1295795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FE8FB1-0A7A-443E-AAF7-31D4FA1AA312}" type="datetimeFigureOut">
              <a:rPr lang="en-US" smtClean="0"/>
              <a:t>10/10/25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5BA54BD-C84D-46CE-8B72-31BFB26ABA43}" type="slidenum">
              <a:rPr lang="en-US" smtClean="0"/>
              <a:t>‹#›</a:t>
            </a:fld>
            <a:endParaRPr lang="en-US"/>
          </a:p>
        </p:txBody>
      </p:sp>
    </p:spTree>
    <p:extLst>
      <p:ext uri="{BB962C8B-B14F-4D97-AF65-F5344CB8AC3E}">
        <p14:creationId xmlns:p14="http://schemas.microsoft.com/office/powerpoint/2010/main" val="153498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615" name="frame"/>
          <p:cNvGrpSpPr/>
          <p:nvPr/>
        </p:nvGrpSpPr>
        <p:grpSpPr bwMode="invGray">
          <a:xfrm>
            <a:off x="4417839" y="1630821"/>
            <a:ext cx="6291028" cy="4575885"/>
            <a:chOff x="4417839" y="1630821"/>
            <a:chExt cx="6291028" cy="4575885"/>
          </a:xfrm>
          <a:solidFill>
            <a:schemeClr val="tx2"/>
          </a:solidFill>
        </p:grpSpPr>
        <p:grpSp>
          <p:nvGrpSpPr>
            <p:cNvPr id="616" name="Group 615"/>
            <p:cNvGrpSpPr/>
            <p:nvPr/>
          </p:nvGrpSpPr>
          <p:grpSpPr bwMode="invGray">
            <a:xfrm>
              <a:off x="5414491" y="1630821"/>
              <a:ext cx="5294376" cy="4114800"/>
              <a:chOff x="3310555" y="716546"/>
              <a:chExt cx="5294376" cy="4114800"/>
            </a:xfrm>
            <a:grpFill/>
          </p:grpSpPr>
          <p:grpSp>
            <p:nvGrpSpPr>
              <p:cNvPr id="768" name="Group 767"/>
              <p:cNvGrpSpPr/>
              <p:nvPr/>
            </p:nvGrpSpPr>
            <p:grpSpPr bwMode="invGray">
              <a:xfrm flipH="1">
                <a:off x="3310555" y="737968"/>
                <a:ext cx="5294376" cy="54864"/>
                <a:chOff x="1522413" y="1514475"/>
                <a:chExt cx="10569575" cy="64008"/>
              </a:xfrm>
              <a:grpFill/>
            </p:grpSpPr>
            <p:sp>
              <p:nvSpPr>
                <p:cNvPr id="844" name="Freeform 84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84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9" name="Group 768"/>
              <p:cNvGrpSpPr/>
              <p:nvPr/>
            </p:nvGrpSpPr>
            <p:grpSpPr bwMode="invGray">
              <a:xfrm rot="16200000" flipH="1">
                <a:off x="6492229" y="2755658"/>
                <a:ext cx="4114800" cy="36576"/>
                <a:chOff x="1522413" y="1514475"/>
                <a:chExt cx="10569575" cy="64008"/>
              </a:xfrm>
              <a:grpFill/>
            </p:grpSpPr>
            <p:sp>
              <p:nvSpPr>
                <p:cNvPr id="770" name="Freeform 76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77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7" name="Group 616"/>
            <p:cNvGrpSpPr/>
            <p:nvPr/>
          </p:nvGrpSpPr>
          <p:grpSpPr bwMode="invGray">
            <a:xfrm rot="10800000">
              <a:off x="4417839" y="2091906"/>
              <a:ext cx="5294376" cy="4114800"/>
              <a:chOff x="3310555" y="716546"/>
              <a:chExt cx="5294376" cy="4114800"/>
            </a:xfrm>
            <a:grpFill/>
          </p:grpSpPr>
          <p:grpSp>
            <p:nvGrpSpPr>
              <p:cNvPr id="618" name="Group 617"/>
              <p:cNvGrpSpPr/>
              <p:nvPr/>
            </p:nvGrpSpPr>
            <p:grpSpPr bwMode="invGray">
              <a:xfrm flipH="1">
                <a:off x="3310555" y="737968"/>
                <a:ext cx="5294376" cy="54864"/>
                <a:chOff x="1522413" y="1514475"/>
                <a:chExt cx="10569575" cy="64008"/>
              </a:xfrm>
              <a:grpFill/>
            </p:grpSpPr>
            <p:sp>
              <p:nvSpPr>
                <p:cNvPr id="694" name="Freeform 69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69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9" name="Group 618"/>
              <p:cNvGrpSpPr/>
              <p:nvPr/>
            </p:nvGrpSpPr>
            <p:grpSpPr bwMode="invGray">
              <a:xfrm rot="16200000" flipH="1">
                <a:off x="6492229" y="2755658"/>
                <a:ext cx="4114800" cy="36576"/>
                <a:chOff x="1522413" y="1514475"/>
                <a:chExt cx="10569575" cy="64008"/>
              </a:xfrm>
              <a:grpFill/>
            </p:grpSpPr>
            <p:sp>
              <p:nvSpPr>
                <p:cNvPr id="620" name="Freeform 61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5" name="Date Placeholder 4"/>
          <p:cNvSpPr>
            <a:spLocks noGrp="1"/>
          </p:cNvSpPr>
          <p:nvPr>
            <p:ph type="dt" sz="half" idx="10"/>
          </p:nvPr>
        </p:nvSpPr>
        <p:spPr/>
        <p:txBody>
          <a:bodyPr/>
          <a:lstStyle/>
          <a:p>
            <a:fld id="{9AFE8FB1-0A7A-443E-AAF7-31D4FA1AA312}" type="datetimeFigureOut">
              <a:rPr lang="en-US" smtClean="0"/>
              <a:t>10/10/25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BA54BD-C84D-46CE-8B72-31BFB26ABA43}" type="slidenum">
              <a:rPr lang="en-US" smtClean="0"/>
              <a:t>‹#›</a:t>
            </a:fld>
            <a:endParaRPr lang="en-US"/>
          </a:p>
        </p:txBody>
      </p:sp>
      <p:sp>
        <p:nvSpPr>
          <p:cNvPr id="3" name="Content Placeholder 2"/>
          <p:cNvSpPr>
            <a:spLocks noGrp="1"/>
          </p:cNvSpPr>
          <p:nvPr>
            <p:ph idx="1"/>
          </p:nvPr>
        </p:nvSpPr>
        <p:spPr>
          <a:xfrm>
            <a:off x="4710022" y="1905000"/>
            <a:ext cx="5669280" cy="4038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baseline="0"/>
            </a:lvl7pPr>
            <a:lvl8pPr>
              <a:defRPr sz="1600" baseline="0"/>
            </a:lvl8pPr>
            <a:lvl9pPr>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1522413" y="3429000"/>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 name="Title 1"/>
          <p:cNvSpPr>
            <a:spLocks noGrp="1"/>
          </p:cNvSpPr>
          <p:nvPr>
            <p:ph type="title"/>
          </p:nvPr>
        </p:nvSpPr>
        <p:spPr>
          <a:xfrm>
            <a:off x="1522414" y="274638"/>
            <a:ext cx="9143998" cy="1020762"/>
          </a:xfrm>
        </p:spPr>
        <p:txBody>
          <a:bodyPr anchor="b">
            <a:noAutofit/>
          </a:bodyPr>
          <a:lstStyle>
            <a:lvl1pPr algn="l">
              <a:defRPr sz="3200" b="0"/>
            </a:lvl1pPr>
          </a:lstStyle>
          <a:p>
            <a:r>
              <a:rPr lang="en-US"/>
              <a:t>Click to edit Master title style</a:t>
            </a:r>
            <a:endParaRPr/>
          </a:p>
        </p:txBody>
      </p:sp>
    </p:spTree>
    <p:extLst>
      <p:ext uri="{BB962C8B-B14F-4D97-AF65-F5344CB8AC3E}">
        <p14:creationId xmlns:p14="http://schemas.microsoft.com/office/powerpoint/2010/main" val="1257661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614" name="frame"/>
          <p:cNvGrpSpPr/>
          <p:nvPr/>
        </p:nvGrpSpPr>
        <p:grpSpPr bwMode="invGray">
          <a:xfrm flipH="1">
            <a:off x="1447500" y="1630821"/>
            <a:ext cx="6291028" cy="4575885"/>
            <a:chOff x="4417839" y="1630821"/>
            <a:chExt cx="6291028" cy="4575885"/>
          </a:xfrm>
          <a:solidFill>
            <a:schemeClr val="tx2"/>
          </a:solidFill>
        </p:grpSpPr>
        <p:grpSp>
          <p:nvGrpSpPr>
            <p:cNvPr id="615" name="Group 614"/>
            <p:cNvGrpSpPr/>
            <p:nvPr/>
          </p:nvGrpSpPr>
          <p:grpSpPr bwMode="invGray">
            <a:xfrm>
              <a:off x="5414491" y="1630821"/>
              <a:ext cx="5294376" cy="4114800"/>
              <a:chOff x="3310555" y="716546"/>
              <a:chExt cx="5294376" cy="4114800"/>
            </a:xfrm>
            <a:grpFill/>
          </p:grpSpPr>
          <p:grpSp>
            <p:nvGrpSpPr>
              <p:cNvPr id="767" name="Group 766"/>
              <p:cNvGrpSpPr/>
              <p:nvPr/>
            </p:nvGrpSpPr>
            <p:grpSpPr bwMode="invGray">
              <a:xfrm flipH="1">
                <a:off x="3310555" y="737968"/>
                <a:ext cx="5294376" cy="54864"/>
                <a:chOff x="1522413" y="1514475"/>
                <a:chExt cx="10569575" cy="64008"/>
              </a:xfrm>
              <a:grpFill/>
            </p:grpSpPr>
            <p:sp>
              <p:nvSpPr>
                <p:cNvPr id="843" name="Freeform 84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4" name="Freeform 84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8" name="Group 767"/>
              <p:cNvGrpSpPr/>
              <p:nvPr/>
            </p:nvGrpSpPr>
            <p:grpSpPr bwMode="invGray">
              <a:xfrm rot="16200000" flipH="1">
                <a:off x="6492229" y="2755658"/>
                <a:ext cx="4114800" cy="36576"/>
                <a:chOff x="1522413" y="1514475"/>
                <a:chExt cx="10569575" cy="64008"/>
              </a:xfrm>
              <a:grpFill/>
            </p:grpSpPr>
            <p:sp>
              <p:nvSpPr>
                <p:cNvPr id="769" name="Freeform 76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0" name="Freeform 76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6" name="Group 615"/>
            <p:cNvGrpSpPr/>
            <p:nvPr/>
          </p:nvGrpSpPr>
          <p:grpSpPr bwMode="invGray">
            <a:xfrm rot="10800000">
              <a:off x="4417839" y="2091906"/>
              <a:ext cx="5294376" cy="4114800"/>
              <a:chOff x="3310555" y="716546"/>
              <a:chExt cx="5294376" cy="4114800"/>
            </a:xfrm>
            <a:grpFill/>
          </p:grpSpPr>
          <p:grpSp>
            <p:nvGrpSpPr>
              <p:cNvPr id="617" name="Group 616"/>
              <p:cNvGrpSpPr/>
              <p:nvPr/>
            </p:nvGrpSpPr>
            <p:grpSpPr bwMode="invGray">
              <a:xfrm flipH="1">
                <a:off x="3310555" y="737968"/>
                <a:ext cx="5294376" cy="54864"/>
                <a:chOff x="1522413" y="1514475"/>
                <a:chExt cx="10569575" cy="64008"/>
              </a:xfrm>
              <a:grpFill/>
            </p:grpSpPr>
            <p:sp>
              <p:nvSpPr>
                <p:cNvPr id="693" name="Freeform 69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4" name="Freeform 69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8" name="Group 617"/>
              <p:cNvGrpSpPr/>
              <p:nvPr/>
            </p:nvGrpSpPr>
            <p:grpSpPr bwMode="invGray">
              <a:xfrm rot="16200000" flipH="1">
                <a:off x="6492229" y="2755658"/>
                <a:ext cx="4114800" cy="36576"/>
                <a:chOff x="1522413" y="1514475"/>
                <a:chExt cx="10569575" cy="64008"/>
              </a:xfrm>
              <a:grpFill/>
            </p:grpSpPr>
            <p:sp>
              <p:nvSpPr>
                <p:cNvPr id="619" name="Freeform 61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0" name="Freeform 61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622"/>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623"/>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624"/>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625"/>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626"/>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627"/>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628"/>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629"/>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630"/>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631"/>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632"/>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633"/>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634"/>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635"/>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636"/>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637"/>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638"/>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639"/>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640"/>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641"/>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642"/>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643"/>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644"/>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645"/>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646"/>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647"/>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648"/>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649"/>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650"/>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651"/>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652"/>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653"/>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654"/>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655"/>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656"/>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657"/>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658"/>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659"/>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660"/>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661"/>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662"/>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663"/>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664"/>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665"/>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666"/>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67"/>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68"/>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69"/>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70"/>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71"/>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72"/>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73"/>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4"/>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75"/>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76"/>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677"/>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678"/>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679"/>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680"/>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681"/>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682"/>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683"/>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684"/>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685"/>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686"/>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687"/>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688"/>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689"/>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690"/>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691"/>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5" name="Date Placeholder 4"/>
          <p:cNvSpPr>
            <a:spLocks noGrp="1"/>
          </p:cNvSpPr>
          <p:nvPr>
            <p:ph type="dt" sz="half" idx="10"/>
          </p:nvPr>
        </p:nvSpPr>
        <p:spPr/>
        <p:txBody>
          <a:bodyPr/>
          <a:lstStyle/>
          <a:p>
            <a:fld id="{9AFE8FB1-0A7A-443E-AAF7-31D4FA1AA312}" type="datetimeFigureOut">
              <a:rPr lang="en-US" smtClean="0"/>
              <a:t>10/10/25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BA54BD-C84D-46CE-8B72-31BFB26ABA43}" type="slidenum">
              <a:rPr lang="en-US" smtClean="0"/>
              <a:t>‹#›</a:t>
            </a:fld>
            <a:endParaRPr lang="en-US"/>
          </a:p>
        </p:txBody>
      </p:sp>
      <p:sp>
        <p:nvSpPr>
          <p:cNvPr id="3" name="Picture Placeholder 2"/>
          <p:cNvSpPr>
            <a:spLocks noGrp="1"/>
          </p:cNvSpPr>
          <p:nvPr>
            <p:ph type="pic" idx="1"/>
          </p:nvPr>
        </p:nvSpPr>
        <p:spPr>
          <a:xfrm>
            <a:off x="1745838" y="1884311"/>
            <a:ext cx="5669280" cy="4041648"/>
          </a:xfrm>
          <a:solidFill>
            <a:schemeClr val="bg1"/>
          </a:solidFill>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7905959" y="3411748"/>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 name="Title 1"/>
          <p:cNvSpPr>
            <a:spLocks noGrp="1"/>
          </p:cNvSpPr>
          <p:nvPr>
            <p:ph type="title"/>
          </p:nvPr>
        </p:nvSpPr>
        <p:spPr>
          <a:xfrm>
            <a:off x="1522414" y="274638"/>
            <a:ext cx="9143998" cy="1020762"/>
          </a:xfrm>
        </p:spPr>
        <p:txBody>
          <a:bodyPr anchor="b">
            <a:noAutofit/>
          </a:bodyPr>
          <a:lstStyle>
            <a:lvl1pPr algn="l">
              <a:defRPr sz="3200" b="0"/>
            </a:lvl1pPr>
          </a:lstStyle>
          <a:p>
            <a:r>
              <a:rPr lang="en-US"/>
              <a:t>Click to edit Master title style</a:t>
            </a:r>
            <a:endParaRPr/>
          </a:p>
        </p:txBody>
      </p:sp>
    </p:spTree>
    <p:extLst>
      <p:ext uri="{BB962C8B-B14F-4D97-AF65-F5344CB8AC3E}">
        <p14:creationId xmlns:p14="http://schemas.microsoft.com/office/powerpoint/2010/main" val="2205495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 name="line"/>
          <p:cNvGrpSpPr/>
          <p:nvPr/>
        </p:nvGrpSpPr>
        <p:grpSpPr bwMode="invGray">
          <a:xfrm>
            <a:off x="1522413" y="1514475"/>
            <a:ext cx="10569575" cy="64008"/>
            <a:chOff x="1522413" y="1514475"/>
            <a:chExt cx="10569575" cy="64008"/>
          </a:xfrm>
          <a:solidFill>
            <a:schemeClr val="tx2"/>
          </a:solidFill>
        </p:grpSpPr>
        <p:sp>
          <p:nvSpPr>
            <p:cNvPr id="8" name="Freeform 7"/>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8"/>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9"/>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4" name="Date Placeholder 3"/>
          <p:cNvSpPr>
            <a:spLocks noGrp="1"/>
          </p:cNvSpPr>
          <p:nvPr>
            <p:ph type="dt" sz="half" idx="10"/>
          </p:nvPr>
        </p:nvSpPr>
        <p:spPr/>
        <p:txBody>
          <a:bodyPr/>
          <a:lstStyle/>
          <a:p>
            <a:fld id="{9AFE8FB1-0A7A-443E-AAF7-31D4FA1AA312}" type="datetimeFigureOut">
              <a:rPr lang="en-US" smtClean="0"/>
              <a:t>10/10/25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BA54BD-C84D-46CE-8B72-31BFB26ABA43}" type="slidenum">
              <a:rPr lang="en-US" smtClean="0"/>
              <a:t>‹#›</a:t>
            </a:fld>
            <a:endParaRPr lang="en-US"/>
          </a:p>
        </p:txBody>
      </p:sp>
      <p:sp>
        <p:nvSpPr>
          <p:cNvPr id="3" name="Vertical Text Placeholder 2"/>
          <p:cNvSpPr>
            <a:spLocks noGrp="1"/>
          </p:cNvSpPr>
          <p:nvPr>
            <p:ph type="body" orient="vert" idx="1"/>
          </p:nvPr>
        </p:nvSpPr>
        <p:spPr/>
        <p:txBody>
          <a:bodyPr vert="eaVert"/>
          <a:lstStyle>
            <a:lvl5pPr>
              <a:defRPr/>
            </a:lvl5pPr>
            <a:lvl6pPr marL="1956816">
              <a:defRPr/>
            </a:lvl6pPr>
            <a:lvl7pPr marL="1956816">
              <a:defRPr/>
            </a:lvl7pPr>
            <a:lvl8pPr marL="1956816">
              <a:defRPr/>
            </a:lvl8pPr>
            <a:lvl9pPr marL="1956816">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2" name="Title 1"/>
          <p:cNvSpPr>
            <a:spLocks noGrp="1"/>
          </p:cNvSpPr>
          <p:nvPr>
            <p:ph type="title"/>
          </p:nvPr>
        </p:nvSpPr>
        <p:spPr/>
        <p:txBody>
          <a:bodyPr/>
          <a:lstStyle/>
          <a:p>
            <a:r>
              <a:rPr lang="en-US"/>
              <a:t>Click to edit Master title style</a:t>
            </a:r>
            <a:endParaRPr/>
          </a:p>
        </p:txBody>
      </p:sp>
    </p:spTree>
    <p:extLst>
      <p:ext uri="{BB962C8B-B14F-4D97-AF65-F5344CB8AC3E}">
        <p14:creationId xmlns:p14="http://schemas.microsoft.com/office/powerpoint/2010/main" val="1234169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 name="line"/>
          <p:cNvGrpSpPr/>
          <p:nvPr/>
        </p:nvGrpSpPr>
        <p:grpSpPr bwMode="invGray">
          <a:xfrm rot="5400000">
            <a:off x="6864412" y="3472598"/>
            <a:ext cx="6492240" cy="64008"/>
            <a:chOff x="1522413" y="1514475"/>
            <a:chExt cx="10569575" cy="64008"/>
          </a:xfrm>
          <a:solidFill>
            <a:schemeClr val="tx2"/>
          </a:solidFill>
        </p:grpSpPr>
        <p:sp>
          <p:nvSpPr>
            <p:cNvPr id="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4" name="Date Placeholder 3"/>
          <p:cNvSpPr>
            <a:spLocks noGrp="1"/>
          </p:cNvSpPr>
          <p:nvPr>
            <p:ph type="dt" sz="half" idx="10"/>
          </p:nvPr>
        </p:nvSpPr>
        <p:spPr/>
        <p:txBody>
          <a:bodyPr/>
          <a:lstStyle/>
          <a:p>
            <a:fld id="{9AFE8FB1-0A7A-443E-AAF7-31D4FA1AA312}" type="datetimeFigureOut">
              <a:rPr lang="en-US" smtClean="0"/>
              <a:t>10/10/25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BA54BD-C84D-46CE-8B72-31BFB26ABA43}" type="slidenum">
              <a:rPr lang="en-US" smtClean="0"/>
              <a:t>‹#›</a:t>
            </a:fld>
            <a:endParaRPr lang="en-US"/>
          </a:p>
        </p:txBody>
      </p:sp>
      <p:sp>
        <p:nvSpPr>
          <p:cNvPr id="3" name="Vertical Text Placeholder 2"/>
          <p:cNvSpPr>
            <a:spLocks noGrp="1"/>
          </p:cNvSpPr>
          <p:nvPr>
            <p:ph type="body" orient="vert" idx="1"/>
          </p:nvPr>
        </p:nvSpPr>
        <p:spPr>
          <a:xfrm>
            <a:off x="608012" y="277813"/>
            <a:ext cx="9144001" cy="5898573"/>
          </a:xfrm>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2" name="Vertical Title 1"/>
          <p:cNvSpPr>
            <a:spLocks noGrp="1"/>
          </p:cNvSpPr>
          <p:nvPr>
            <p:ph type="title" orient="vert"/>
          </p:nvPr>
        </p:nvSpPr>
        <p:spPr>
          <a:xfrm>
            <a:off x="10361612" y="274639"/>
            <a:ext cx="1371600" cy="5901747"/>
          </a:xfrm>
        </p:spPr>
        <p:txBody>
          <a:bodyPr vert="eaVert"/>
          <a:lstStyle/>
          <a:p>
            <a:r>
              <a:rPr lang="en-US"/>
              <a:t>Click to edit Master title style</a:t>
            </a:r>
            <a:endParaRPr/>
          </a:p>
        </p:txBody>
      </p:sp>
    </p:spTree>
    <p:extLst>
      <p:ext uri="{BB962C8B-B14F-4D97-AF65-F5344CB8AC3E}">
        <p14:creationId xmlns:p14="http://schemas.microsoft.com/office/powerpoint/2010/main" val="1358553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Ref idx="1003">
        <a:schemeClr val="bg2"/>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8075612" y="6400801"/>
            <a:ext cx="1243859" cy="276226"/>
          </a:xfrm>
          <a:prstGeom prst="rect">
            <a:avLst/>
          </a:prstGeom>
        </p:spPr>
        <p:txBody>
          <a:bodyPr vert="horz" lIns="91440" tIns="45720" rIns="91440" bIns="45720" rtlCol="0" anchor="ctr"/>
          <a:lstStyle>
            <a:lvl1pPr algn="r">
              <a:defRPr sz="1000">
                <a:solidFill>
                  <a:schemeClr val="bg1"/>
                </a:solidFill>
              </a:defRPr>
            </a:lvl1pPr>
          </a:lstStyle>
          <a:p>
            <a:fld id="{9AFE8FB1-0A7A-443E-AAF7-31D4FA1AA312}" type="datetimeFigureOut">
              <a:rPr lang="en-US" smtClean="0"/>
              <a:pPr/>
              <a:t>10/10/25</a:t>
            </a:fld>
            <a:endParaRPr lang="en-US"/>
          </a:p>
        </p:txBody>
      </p:sp>
      <p:sp>
        <p:nvSpPr>
          <p:cNvPr id="5" name="Footer Placeholder 4"/>
          <p:cNvSpPr>
            <a:spLocks noGrp="1"/>
          </p:cNvSpPr>
          <p:nvPr>
            <p:ph type="ftr" sz="quarter" idx="3"/>
          </p:nvPr>
        </p:nvSpPr>
        <p:spPr>
          <a:xfrm>
            <a:off x="1522413" y="6400801"/>
            <a:ext cx="6324599" cy="276226"/>
          </a:xfrm>
          <a:prstGeom prst="rect">
            <a:avLst/>
          </a:prstGeom>
        </p:spPr>
        <p:txBody>
          <a:bodyPr vert="horz" lIns="91440" tIns="45720" rIns="91440" bIns="45720" rtlCol="0" anchor="ctr"/>
          <a:lstStyle>
            <a:lvl1pPr algn="l">
              <a:defRPr sz="1000">
                <a:solidFill>
                  <a:schemeClr val="bg1"/>
                </a:solidFill>
              </a:defRPr>
            </a:lvl1pPr>
          </a:lstStyle>
          <a:p>
            <a:endParaRPr lang="en-US"/>
          </a:p>
        </p:txBody>
      </p:sp>
      <p:sp>
        <p:nvSpPr>
          <p:cNvPr id="6" name="Slide Number Placeholder 5"/>
          <p:cNvSpPr>
            <a:spLocks noGrp="1"/>
          </p:cNvSpPr>
          <p:nvPr>
            <p:ph type="sldNum" sz="quarter" idx="4"/>
          </p:nvPr>
        </p:nvSpPr>
        <p:spPr>
          <a:xfrm>
            <a:off x="9523412" y="6400801"/>
            <a:ext cx="1143002" cy="276226"/>
          </a:xfrm>
          <a:prstGeom prst="rect">
            <a:avLst/>
          </a:prstGeom>
        </p:spPr>
        <p:txBody>
          <a:bodyPr vert="horz" lIns="91440" tIns="45720" rIns="91440" bIns="45720" rtlCol="0" anchor="ctr"/>
          <a:lstStyle>
            <a:lvl1pPr algn="r">
              <a:defRPr sz="1000">
                <a:solidFill>
                  <a:schemeClr val="bg1"/>
                </a:solidFill>
              </a:defRPr>
            </a:lvl1pPr>
          </a:lstStyle>
          <a:p>
            <a:fld id="{25BA54BD-C84D-46CE-8B72-31BFB26ABA43}" type="slidenum">
              <a:rPr lang="en-US" smtClean="0"/>
              <a:pPr/>
              <a:t>‹#›</a:t>
            </a:fld>
            <a:endParaRPr lang="en-US"/>
          </a:p>
        </p:txBody>
      </p:sp>
      <p:sp>
        <p:nvSpPr>
          <p:cNvPr id="3" name="Text Placeholder 2"/>
          <p:cNvSpPr>
            <a:spLocks noGrp="1"/>
          </p:cNvSpPr>
          <p:nvPr>
            <p:ph type="body" idx="1"/>
          </p:nvPr>
        </p:nvSpPr>
        <p:spPr>
          <a:xfrm>
            <a:off x="1522414" y="1905000"/>
            <a:ext cx="9144000" cy="4267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Placeholder 1"/>
          <p:cNvSpPr>
            <a:spLocks noGrp="1"/>
          </p:cNvSpPr>
          <p:nvPr>
            <p:ph type="title"/>
          </p:nvPr>
        </p:nvSpPr>
        <p:spPr>
          <a:xfrm>
            <a:off x="1522414" y="274638"/>
            <a:ext cx="9143998" cy="1020762"/>
          </a:xfrm>
          <a:prstGeom prst="rect">
            <a:avLst/>
          </a:prstGeom>
        </p:spPr>
        <p:txBody>
          <a:bodyPr vert="horz" lIns="91440" tIns="45720" rIns="91440" bIns="45720" rtlCol="0" anchor="b">
            <a:normAutofit/>
          </a:bodyPr>
          <a:lstStyle/>
          <a:p>
            <a:r>
              <a:rPr lang="en-US"/>
              <a:t>Click to edit Master title style</a:t>
            </a:r>
            <a:endParaRPr/>
          </a:p>
        </p:txBody>
      </p:sp>
      <p:sp>
        <p:nvSpPr>
          <p:cNvPr id="8" name="TextBox 7">
            <a:extLst>
              <a:ext uri="{FF2B5EF4-FFF2-40B4-BE49-F238E27FC236}">
                <a16:creationId xmlns:a16="http://schemas.microsoft.com/office/drawing/2014/main" id="{4C038F7A-30A9-71BC-7D8F-C4419B0D45F7}"/>
              </a:ext>
            </a:extLst>
          </p:cNvPr>
          <p:cNvSpPr txBox="1"/>
          <p:nvPr userDrawn="1">
            <p:extLst>
              <p:ext uri="{1162E1C5-73C7-4A58-AE30-91384D911F3F}">
                <p184:classification xmlns:p184="http://schemas.microsoft.com/office/powerpoint/2018/4/main" val="hdr"/>
              </p:ext>
            </p:extLst>
          </p:nvPr>
        </p:nvSpPr>
        <p:spPr>
          <a:xfrm>
            <a:off x="11233150" y="63500"/>
            <a:ext cx="920750"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cs typeface="Calibri" panose="020F0502020204030204" pitchFamily="34" charset="0"/>
              </a:rPr>
              <a:t>Internal Use Only</a:t>
            </a:r>
          </a:p>
        </p:txBody>
      </p:sp>
    </p:spTree>
    <p:extLst>
      <p:ext uri="{BB962C8B-B14F-4D97-AF65-F5344CB8AC3E}">
        <p14:creationId xmlns:p14="http://schemas.microsoft.com/office/powerpoint/2010/main" val="296471447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200" kern="1200">
          <a:solidFill>
            <a:schemeClr val="bg1"/>
          </a:solidFill>
          <a:latin typeface="+mj-lt"/>
          <a:ea typeface="+mj-ea"/>
          <a:cs typeface="+mj-cs"/>
        </a:defRPr>
      </a:lvl1pPr>
    </p:titleStyle>
    <p:bodyStyle>
      <a:lvl1pPr marL="274320" indent="-274320" algn="l" defTabSz="914400" rtl="0" eaLnBrk="1" latinLnBrk="0" hangingPunct="1">
        <a:lnSpc>
          <a:spcPct val="90000"/>
        </a:lnSpc>
        <a:spcBef>
          <a:spcPts val="1800"/>
        </a:spcBef>
        <a:buClr>
          <a:schemeClr val="tx2"/>
        </a:buClr>
        <a:buSzPct val="80000"/>
        <a:buFont typeface="Wingdings 3" panose="05040102010807070707" pitchFamily="18" charset="2"/>
        <a:buChar char="u"/>
        <a:defRPr sz="2400" kern="1200">
          <a:solidFill>
            <a:schemeClr val="bg1"/>
          </a:solidFill>
          <a:latin typeface="+mn-lt"/>
          <a:ea typeface="+mn-ea"/>
          <a:cs typeface="+mn-cs"/>
        </a:defRPr>
      </a:lvl1pPr>
      <a:lvl2pPr marL="576072" indent="-274320" algn="l" defTabSz="914400" rtl="0" eaLnBrk="1" latinLnBrk="0" hangingPunct="1">
        <a:lnSpc>
          <a:spcPct val="90000"/>
        </a:lnSpc>
        <a:spcBef>
          <a:spcPts val="600"/>
        </a:spcBef>
        <a:buClr>
          <a:schemeClr val="tx2"/>
        </a:buClr>
        <a:buSzPct val="100000"/>
        <a:buFont typeface="Wingdings 3" panose="05040102010807070707" pitchFamily="18" charset="2"/>
        <a:buChar char="u"/>
        <a:defRPr sz="2000" kern="1200">
          <a:solidFill>
            <a:schemeClr val="bg1"/>
          </a:solidFill>
          <a:latin typeface="+mn-lt"/>
          <a:ea typeface="+mn-ea"/>
          <a:cs typeface="+mn-cs"/>
        </a:defRPr>
      </a:lvl2pPr>
      <a:lvl3pPr marL="804672" indent="-228600" algn="l" defTabSz="914400" rtl="0" eaLnBrk="1" latinLnBrk="0" hangingPunct="1">
        <a:lnSpc>
          <a:spcPct val="90000"/>
        </a:lnSpc>
        <a:spcBef>
          <a:spcPts val="600"/>
        </a:spcBef>
        <a:buClr>
          <a:schemeClr val="tx2"/>
        </a:buClr>
        <a:buSzPct val="80000"/>
        <a:buFont typeface="Wingdings 3" panose="05040102010807070707" pitchFamily="18" charset="2"/>
        <a:buChar char="u"/>
        <a:defRPr sz="1800" kern="1200">
          <a:solidFill>
            <a:schemeClr val="bg1"/>
          </a:solidFill>
          <a:latin typeface="+mn-lt"/>
          <a:ea typeface="+mn-ea"/>
          <a:cs typeface="+mn-cs"/>
        </a:defRPr>
      </a:lvl3pPr>
      <a:lvl4pPr marL="1033272" indent="-228600" algn="l" defTabSz="914400" rtl="0" eaLnBrk="1" latinLnBrk="0" hangingPunct="1">
        <a:lnSpc>
          <a:spcPct val="90000"/>
        </a:lnSpc>
        <a:spcBef>
          <a:spcPts val="600"/>
        </a:spcBef>
        <a:buClr>
          <a:schemeClr val="tx2"/>
        </a:buClr>
        <a:buSzPct val="100000"/>
        <a:buFont typeface="Wingdings 3" panose="05040102010807070707" pitchFamily="18" charset="2"/>
        <a:buChar char="u"/>
        <a:defRPr sz="1600" kern="1200">
          <a:solidFill>
            <a:schemeClr val="bg1"/>
          </a:solidFill>
          <a:latin typeface="+mn-lt"/>
          <a:ea typeface="+mn-ea"/>
          <a:cs typeface="+mn-cs"/>
        </a:defRPr>
      </a:lvl4pPr>
      <a:lvl5pPr marL="1261872" indent="-228600" algn="l" defTabSz="914400" rtl="0" eaLnBrk="1" latinLnBrk="0" hangingPunct="1">
        <a:lnSpc>
          <a:spcPct val="90000"/>
        </a:lnSpc>
        <a:spcBef>
          <a:spcPts val="600"/>
        </a:spcBef>
        <a:buClr>
          <a:schemeClr val="tx2"/>
        </a:buClr>
        <a:buSzPct val="100000"/>
        <a:buFont typeface="Wingdings 3" panose="05040102010807070707" pitchFamily="18" charset="2"/>
        <a:buChar char="u"/>
        <a:defRPr sz="1600" kern="1200">
          <a:solidFill>
            <a:schemeClr val="bg1"/>
          </a:solidFill>
          <a:latin typeface="+mn-lt"/>
          <a:ea typeface="+mn-ea"/>
          <a:cs typeface="+mn-cs"/>
        </a:defRPr>
      </a:lvl5pPr>
      <a:lvl6pPr marL="1490472" indent="-228600" algn="l" defTabSz="914400" rtl="0" eaLnBrk="1" latinLnBrk="0" hangingPunct="1">
        <a:lnSpc>
          <a:spcPct val="90000"/>
        </a:lnSpc>
        <a:spcBef>
          <a:spcPts val="600"/>
        </a:spcBef>
        <a:buClr>
          <a:schemeClr val="tx2"/>
        </a:buClr>
        <a:buSzPct val="100000"/>
        <a:buFont typeface="Wingdings 3" panose="05040102010807070707" pitchFamily="18" charset="2"/>
        <a:buChar char="u"/>
        <a:defRPr sz="1600" kern="1200">
          <a:solidFill>
            <a:schemeClr val="bg1"/>
          </a:solidFill>
          <a:latin typeface="+mn-lt"/>
          <a:ea typeface="+mn-ea"/>
          <a:cs typeface="+mn-cs"/>
        </a:defRPr>
      </a:lvl6pPr>
      <a:lvl7pPr marL="1719072" indent="-228600" algn="l" defTabSz="914400" rtl="0" eaLnBrk="1" latinLnBrk="0" hangingPunct="1">
        <a:lnSpc>
          <a:spcPct val="90000"/>
        </a:lnSpc>
        <a:spcBef>
          <a:spcPts val="600"/>
        </a:spcBef>
        <a:buClr>
          <a:schemeClr val="tx2"/>
        </a:buClr>
        <a:buSzPct val="80000"/>
        <a:buFont typeface="Wingdings 3" panose="05040102010807070707" pitchFamily="18" charset="2"/>
        <a:buChar char="u"/>
        <a:defRPr sz="1600" kern="1200">
          <a:solidFill>
            <a:schemeClr val="bg1"/>
          </a:solidFill>
          <a:latin typeface="+mn-lt"/>
          <a:ea typeface="+mn-ea"/>
          <a:cs typeface="+mn-cs"/>
        </a:defRPr>
      </a:lvl7pPr>
      <a:lvl8pPr marL="1947672" indent="-228600" algn="l" defTabSz="914400" rtl="0" eaLnBrk="1" latinLnBrk="0" hangingPunct="1">
        <a:lnSpc>
          <a:spcPct val="90000"/>
        </a:lnSpc>
        <a:spcBef>
          <a:spcPts val="600"/>
        </a:spcBef>
        <a:buClr>
          <a:schemeClr val="tx2"/>
        </a:buClr>
        <a:buSzPct val="100000"/>
        <a:buFont typeface="Wingdings 3" panose="05040102010807070707" pitchFamily="18" charset="2"/>
        <a:buChar char="u"/>
        <a:defRPr sz="1600" kern="1200">
          <a:solidFill>
            <a:schemeClr val="bg1"/>
          </a:solidFill>
          <a:latin typeface="+mn-lt"/>
          <a:ea typeface="+mn-ea"/>
          <a:cs typeface="+mn-cs"/>
        </a:defRPr>
      </a:lvl8pPr>
      <a:lvl9pPr marL="2176272" indent="-228600" algn="l" defTabSz="914400" rtl="0" eaLnBrk="1" latinLnBrk="0" hangingPunct="1">
        <a:lnSpc>
          <a:spcPct val="90000"/>
        </a:lnSpc>
        <a:spcBef>
          <a:spcPts val="600"/>
        </a:spcBef>
        <a:buClr>
          <a:schemeClr val="tx2"/>
        </a:buClr>
        <a:buSzPct val="80000"/>
        <a:buFont typeface="Wingdings 3" panose="05040102010807070707" pitchFamily="18" charset="2"/>
        <a:buChar char="u"/>
        <a:defRPr sz="1600" kern="1200">
          <a:solidFill>
            <a:schemeClr val="bg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hyperlink" Target="https://cdn1.byjus.com/wp-content/uploads/2020/02/STRUCTURE-OF-NEURON.png"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51.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36.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51.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9.png"/></Relationships>
</file>

<file path=ppt/slides/_rels/slide37.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0.png"/><Relationship Id="rId1" Type="http://schemas.openxmlformats.org/officeDocument/2006/relationships/slideLayout" Target="../slideLayouts/slideLayout2.xml"/><Relationship Id="rId6" Type="http://schemas.openxmlformats.org/officeDocument/2006/relationships/image" Target="../media/image150.png"/><Relationship Id="rId5" Type="http://schemas.openxmlformats.org/officeDocument/2006/relationships/image" Target="../media/image140.png"/><Relationship Id="rId4" Type="http://schemas.openxmlformats.org/officeDocument/2006/relationships/image" Target="../media/image160.png"/></Relationships>
</file>

<file path=ppt/slides/_rels/slide38.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51.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40.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51.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1.png"/><Relationship Id="rId4" Type="http://schemas.openxmlformats.org/officeDocument/2006/relationships/image" Target="../media/image20.png"/></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20.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4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10.png"/><Relationship Id="rId1" Type="http://schemas.openxmlformats.org/officeDocument/2006/relationships/slideLayout" Target="../slideLayouts/slideLayout2.xml"/><Relationship Id="rId4" Type="http://schemas.openxmlformats.org/officeDocument/2006/relationships/image" Target="../media/image33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3" Type="http://schemas.openxmlformats.org/officeDocument/2006/relationships/hyperlink" Target="http://blog.sairahul.com/2014/01/linear-separability.html" TargetMode="External"/><Relationship Id="rId2" Type="http://schemas.openxmlformats.org/officeDocument/2006/relationships/hyperlink" Target="http://neuralnetworksanddeeplearning.com/" TargetMode="External"/><Relationship Id="rId1" Type="http://schemas.openxmlformats.org/officeDocument/2006/relationships/slideLayout" Target="../slideLayouts/slideLayout2.xml"/><Relationship Id="rId5" Type="http://schemas.openxmlformats.org/officeDocument/2006/relationships/hyperlink" Target="https://sebastianraschka.com/faq/docs/diff-perceptron-adaline-neuralnet.html" TargetMode="External"/><Relationship Id="rId4" Type="http://schemas.openxmlformats.org/officeDocument/2006/relationships/hyperlink" Target="http://sebastianraschka.com/Articles/2015_singlelayer_neurons.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a:t>Course 3: </a:t>
            </a:r>
            <a:r>
              <a:rPr lang="en-US" dirty="0"/>
              <a:t>The Perceptron Algorithm</a:t>
            </a:r>
          </a:p>
        </p:txBody>
      </p:sp>
      <p:sp>
        <p:nvSpPr>
          <p:cNvPr id="4" name="Title 3"/>
          <p:cNvSpPr>
            <a:spLocks noGrp="1"/>
          </p:cNvSpPr>
          <p:nvPr>
            <p:ph type="ctrTitle"/>
          </p:nvPr>
        </p:nvSpPr>
        <p:spPr/>
        <p:txBody>
          <a:bodyPr/>
          <a:lstStyle/>
          <a:p>
            <a:r>
              <a:rPr lang="en-US" dirty="0"/>
              <a:t>Neural Networks</a:t>
            </a:r>
          </a:p>
        </p:txBody>
      </p:sp>
    </p:spTree>
    <p:extLst>
      <p:ext uri="{BB962C8B-B14F-4D97-AF65-F5344CB8AC3E}">
        <p14:creationId xmlns:p14="http://schemas.microsoft.com/office/powerpoint/2010/main" val="575311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522413" y="1905000"/>
            <a:ext cx="9905999" cy="4038600"/>
          </a:xfrm>
        </p:spPr>
        <p:txBody>
          <a:bodyPr/>
          <a:lstStyle/>
          <a:p>
            <a:r>
              <a:rPr lang="en-US" dirty="0"/>
              <a:t>Properties</a:t>
            </a:r>
          </a:p>
          <a:p>
            <a:r>
              <a:rPr lang="en-US" dirty="0"/>
              <a:t>Online Training</a:t>
            </a:r>
          </a:p>
          <a:p>
            <a:r>
              <a:rPr lang="en-US" dirty="0"/>
              <a:t>Batch Training</a:t>
            </a:r>
          </a:p>
          <a:p>
            <a:r>
              <a:rPr lang="en-US" dirty="0"/>
              <a:t>Adaline Perceptron</a:t>
            </a:r>
          </a:p>
          <a:p>
            <a:r>
              <a:rPr lang="en-US" dirty="0"/>
              <a:t>Conclusions</a:t>
            </a:r>
          </a:p>
          <a:p>
            <a:endParaRPr lang="en-US" dirty="0"/>
          </a:p>
        </p:txBody>
      </p:sp>
      <p:sp>
        <p:nvSpPr>
          <p:cNvPr id="2" name="Title 1"/>
          <p:cNvSpPr>
            <a:spLocks noGrp="1"/>
          </p:cNvSpPr>
          <p:nvPr>
            <p:ph type="title"/>
          </p:nvPr>
        </p:nvSpPr>
        <p:spPr/>
        <p:txBody>
          <a:bodyPr/>
          <a:lstStyle/>
          <a:p>
            <a:r>
              <a:rPr lang="en-US"/>
              <a:t>Overview</a:t>
            </a:r>
            <a:endParaRPr lang="en-US" dirty="0"/>
          </a:p>
        </p:txBody>
      </p:sp>
    </p:spTree>
    <p:extLst>
      <p:ext uri="{BB962C8B-B14F-4D97-AF65-F5344CB8AC3E}">
        <p14:creationId xmlns:p14="http://schemas.microsoft.com/office/powerpoint/2010/main" val="1105290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pPr algn="ctr"/>
            <a:r>
              <a:rPr lang="en-US" dirty="0"/>
              <a:t>Perceptron Properties</a:t>
            </a:r>
          </a:p>
        </p:txBody>
      </p:sp>
      <p:sp>
        <p:nvSpPr>
          <p:cNvPr id="2" name="Text Placeholder 1"/>
          <p:cNvSpPr>
            <a:spLocks noGrp="1"/>
          </p:cNvSpPr>
          <p:nvPr>
            <p:ph type="body" idx="1"/>
          </p:nvPr>
        </p:nvSpPr>
        <p:spPr/>
        <p:txBody>
          <a:bodyPr/>
          <a:lstStyle/>
          <a:p>
            <a:endParaRPr lang="en-US"/>
          </a:p>
        </p:txBody>
      </p:sp>
    </p:spTree>
    <p:extLst>
      <p:ext uri="{BB962C8B-B14F-4D97-AF65-F5344CB8AC3E}">
        <p14:creationId xmlns:p14="http://schemas.microsoft.com/office/powerpoint/2010/main" val="3262529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Perceptron history</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r>
              <a:rPr lang="en-US" dirty="0">
                <a:latin typeface="Arial" panose="020B0604020202020204" pitchFamily="34" charset="0"/>
                <a:cs typeface="Arial" panose="020B0604020202020204" pitchFamily="34" charset="0"/>
              </a:rPr>
              <a:t>Proposed by Frank Rosenblatt in 1957</a:t>
            </a:r>
          </a:p>
          <a:p>
            <a:r>
              <a:rPr lang="en-US" dirty="0">
                <a:latin typeface="Arial" panose="020B0604020202020204" pitchFamily="34" charset="0"/>
                <a:cs typeface="Arial" panose="020B0604020202020204" pitchFamily="34" charset="0"/>
              </a:rPr>
              <a:t>Based on a model proposed by Warren McCulloch and Walter Pits in 1943</a:t>
            </a:r>
          </a:p>
          <a:p>
            <a:r>
              <a:rPr lang="en-US" dirty="0">
                <a:latin typeface="Arial" panose="020B0604020202020204" pitchFamily="34" charset="0"/>
                <a:cs typeface="Arial" panose="020B0604020202020204" pitchFamily="34" charset="0"/>
              </a:rPr>
              <a:t>It follows the way </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a simple neuron </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works</a:t>
            </a:r>
          </a:p>
          <a:p>
            <a:endParaRPr lang="en-US" dirty="0">
              <a:latin typeface="Arial" panose="020B0604020202020204" pitchFamily="34" charset="0"/>
              <a:cs typeface="Arial" panose="020B0604020202020204" pitchFamily="34" charset="0"/>
            </a:endParaRPr>
          </a:p>
        </p:txBody>
      </p:sp>
      <p:pic>
        <p:nvPicPr>
          <p:cNvPr id="3074" name="Picture 2" descr="What Is a Neuron? - Definition, Structure, Parts and Function">
            <a:extLst>
              <a:ext uri="{FF2B5EF4-FFF2-40B4-BE49-F238E27FC236}">
                <a16:creationId xmlns:a16="http://schemas.microsoft.com/office/drawing/2014/main" id="{A4AC1876-866B-4692-4A7D-4155E8DD38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4812" y="2971800"/>
            <a:ext cx="6024280" cy="3413758"/>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4" name="TextBox 3">
            <a:extLst>
              <a:ext uri="{FF2B5EF4-FFF2-40B4-BE49-F238E27FC236}">
                <a16:creationId xmlns:a16="http://schemas.microsoft.com/office/drawing/2014/main" id="{6DCA554C-A3B6-7286-3858-374D46A1B476}"/>
              </a:ext>
            </a:extLst>
          </p:cNvPr>
          <p:cNvSpPr txBox="1"/>
          <p:nvPr/>
        </p:nvSpPr>
        <p:spPr>
          <a:xfrm>
            <a:off x="5332412" y="6557089"/>
            <a:ext cx="8229600" cy="246221"/>
          </a:xfrm>
          <a:prstGeom prst="rect">
            <a:avLst/>
          </a:prstGeom>
          <a:noFill/>
        </p:spPr>
        <p:txBody>
          <a:bodyPr wrap="square" rtlCol="0">
            <a:spAutoFit/>
          </a:bodyPr>
          <a:lstStyle/>
          <a:p>
            <a:r>
              <a:rPr lang="en-US" sz="1000" dirty="0"/>
              <a:t>Picture from: </a:t>
            </a:r>
            <a:r>
              <a:rPr lang="en-US" sz="1000" dirty="0">
                <a:hlinkClick r:id="rId3"/>
              </a:rPr>
              <a:t>https://cdn1.byjus.com/wp-content/uploads/2020/02/STRUCTURE-OF-NEURON.png</a:t>
            </a:r>
            <a:r>
              <a:rPr lang="en-US" sz="1000" dirty="0"/>
              <a:t> </a:t>
            </a:r>
          </a:p>
        </p:txBody>
      </p:sp>
    </p:spTree>
    <p:extLst>
      <p:ext uri="{BB962C8B-B14F-4D97-AF65-F5344CB8AC3E}">
        <p14:creationId xmlns:p14="http://schemas.microsoft.com/office/powerpoint/2010/main" val="775679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Perceptron Properties</a:t>
            </a:r>
          </a:p>
        </p:txBody>
      </p:sp>
      <p:sp>
        <p:nvSpPr>
          <p:cNvPr id="9" name="Content Placeholder 8"/>
          <p:cNvSpPr>
            <a:spLocks noGrp="1"/>
          </p:cNvSpPr>
          <p:nvPr>
            <p:ph sz="half" idx="2"/>
          </p:nvPr>
        </p:nvSpPr>
        <p:spPr>
          <a:xfrm>
            <a:off x="1473298" y="1762863"/>
            <a:ext cx="10107514" cy="4485537"/>
          </a:xfrm>
        </p:spPr>
        <p:txBody>
          <a:bodyPr>
            <a:normAutofit/>
          </a:bodyPr>
          <a:lstStyle/>
          <a:p>
            <a:pPr lvl="1"/>
            <a:r>
              <a:rPr lang="en-US" dirty="0"/>
              <a:t>The idea is simple: a weighted sum over the inputs is compared to a threshold. If it greater than the threshold, than the neuron fires.</a:t>
            </a:r>
            <a:endParaRPr lang="ro-RO" dirty="0"/>
          </a:p>
          <a:p>
            <a:pPr lvl="1"/>
            <a:endParaRPr lang="ro-RO" dirty="0"/>
          </a:p>
          <a:p>
            <a:pPr lvl="1"/>
            <a:endParaRPr lang="ro-RO" dirty="0"/>
          </a:p>
          <a:p>
            <a:pPr lvl="1"/>
            <a:endParaRPr lang="ro-RO" dirty="0"/>
          </a:p>
          <a:p>
            <a:pPr lvl="1"/>
            <a:endParaRPr lang="en-US" dirty="0"/>
          </a:p>
          <a:p>
            <a:pPr lvl="1"/>
            <a:endParaRPr lang="en-US" dirty="0"/>
          </a:p>
          <a:p>
            <a:pPr lvl="1"/>
            <a:endParaRPr lang="en-US" dirty="0"/>
          </a:p>
        </p:txBody>
      </p:sp>
      <p:sp>
        <p:nvSpPr>
          <p:cNvPr id="3" name="Oval 2">
            <a:extLst>
              <a:ext uri="{FF2B5EF4-FFF2-40B4-BE49-F238E27FC236}">
                <a16:creationId xmlns:a16="http://schemas.microsoft.com/office/drawing/2014/main" id="{9BE97C1C-9E4B-FE40-81FA-FC407998725A}"/>
              </a:ext>
            </a:extLst>
          </p:cNvPr>
          <p:cNvSpPr/>
          <p:nvPr/>
        </p:nvSpPr>
        <p:spPr>
          <a:xfrm>
            <a:off x="4875212" y="3581400"/>
            <a:ext cx="1066800" cy="1066800"/>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DE8B34D-98FC-3DAD-4748-2C3A77301E7A}"/>
              </a:ext>
            </a:extLst>
          </p:cNvPr>
          <p:cNvSpPr/>
          <p:nvPr/>
        </p:nvSpPr>
        <p:spPr>
          <a:xfrm>
            <a:off x="2284412" y="2899410"/>
            <a:ext cx="914400" cy="381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Input</a:t>
            </a:r>
            <a:r>
              <a:rPr lang="en-US" baseline="-25000" dirty="0"/>
              <a:t>1</a:t>
            </a:r>
            <a:endParaRPr lang="en-US" dirty="0"/>
          </a:p>
        </p:txBody>
      </p:sp>
      <p:sp>
        <p:nvSpPr>
          <p:cNvPr id="5" name="Rectangle 4">
            <a:extLst>
              <a:ext uri="{FF2B5EF4-FFF2-40B4-BE49-F238E27FC236}">
                <a16:creationId xmlns:a16="http://schemas.microsoft.com/office/drawing/2014/main" id="{B1D720A7-6719-8581-D85E-AD6A1863F51F}"/>
              </a:ext>
            </a:extLst>
          </p:cNvPr>
          <p:cNvSpPr/>
          <p:nvPr/>
        </p:nvSpPr>
        <p:spPr>
          <a:xfrm>
            <a:off x="2301244" y="3585210"/>
            <a:ext cx="914400" cy="381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Input</a:t>
            </a:r>
            <a:r>
              <a:rPr lang="en-US" baseline="-25000" dirty="0"/>
              <a:t>2</a:t>
            </a:r>
            <a:endParaRPr lang="en-US" dirty="0"/>
          </a:p>
        </p:txBody>
      </p:sp>
      <p:sp>
        <p:nvSpPr>
          <p:cNvPr id="6" name="Rectangle 5">
            <a:extLst>
              <a:ext uri="{FF2B5EF4-FFF2-40B4-BE49-F238E27FC236}">
                <a16:creationId xmlns:a16="http://schemas.microsoft.com/office/drawing/2014/main" id="{357B780A-E010-45D1-1371-B40B5F276652}"/>
              </a:ext>
            </a:extLst>
          </p:cNvPr>
          <p:cNvSpPr/>
          <p:nvPr/>
        </p:nvSpPr>
        <p:spPr>
          <a:xfrm>
            <a:off x="2284412" y="4194810"/>
            <a:ext cx="914400" cy="381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Input</a:t>
            </a:r>
            <a:r>
              <a:rPr lang="en-US" baseline="-25000" dirty="0"/>
              <a:t>3</a:t>
            </a:r>
            <a:endParaRPr lang="en-US" dirty="0"/>
          </a:p>
        </p:txBody>
      </p:sp>
      <p:sp>
        <p:nvSpPr>
          <p:cNvPr id="7" name="Rectangle 6">
            <a:extLst>
              <a:ext uri="{FF2B5EF4-FFF2-40B4-BE49-F238E27FC236}">
                <a16:creationId xmlns:a16="http://schemas.microsoft.com/office/drawing/2014/main" id="{1FF9BDAB-FE2B-06DB-B71B-4DB9ED8BB622}"/>
              </a:ext>
            </a:extLst>
          </p:cNvPr>
          <p:cNvSpPr/>
          <p:nvPr/>
        </p:nvSpPr>
        <p:spPr>
          <a:xfrm>
            <a:off x="2301244" y="5033010"/>
            <a:ext cx="914400" cy="381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err="1"/>
              <a:t>Input</a:t>
            </a:r>
            <a:r>
              <a:rPr lang="en-US" baseline="-25000" dirty="0" err="1"/>
              <a:t>n</a:t>
            </a:r>
            <a:endParaRPr lang="en-US" dirty="0"/>
          </a:p>
        </p:txBody>
      </p:sp>
      <p:cxnSp>
        <p:nvCxnSpPr>
          <p:cNvPr id="8" name="Straight Connector 7">
            <a:extLst>
              <a:ext uri="{FF2B5EF4-FFF2-40B4-BE49-F238E27FC236}">
                <a16:creationId xmlns:a16="http://schemas.microsoft.com/office/drawing/2014/main" id="{ADEB085C-5736-BA51-7B3D-DA45259758F2}"/>
              </a:ext>
            </a:extLst>
          </p:cNvPr>
          <p:cNvCxnSpPr>
            <a:stCxn id="6" idx="2"/>
            <a:endCxn id="7" idx="0"/>
          </p:cNvCxnSpPr>
          <p:nvPr/>
        </p:nvCxnSpPr>
        <p:spPr>
          <a:xfrm>
            <a:off x="2741612" y="4575810"/>
            <a:ext cx="16832" cy="457200"/>
          </a:xfrm>
          <a:prstGeom prst="line">
            <a:avLst/>
          </a:prstGeom>
          <a:ln w="38100">
            <a:prstDash val="sysDot"/>
          </a:ln>
        </p:spPr>
        <p:style>
          <a:lnRef idx="3">
            <a:schemeClr val="dk1"/>
          </a:lnRef>
          <a:fillRef idx="0">
            <a:schemeClr val="dk1"/>
          </a:fillRef>
          <a:effectRef idx="2">
            <a:schemeClr val="dk1"/>
          </a:effectRef>
          <a:fontRef idx="minor">
            <a:schemeClr val="tx1"/>
          </a:fontRef>
        </p:style>
      </p:cxnSp>
      <p:cxnSp>
        <p:nvCxnSpPr>
          <p:cNvPr id="10" name="Straight Arrow Connector 9">
            <a:extLst>
              <a:ext uri="{FF2B5EF4-FFF2-40B4-BE49-F238E27FC236}">
                <a16:creationId xmlns:a16="http://schemas.microsoft.com/office/drawing/2014/main" id="{8F966FDC-2832-DA1B-5A56-DBF3C8D98EE4}"/>
              </a:ext>
            </a:extLst>
          </p:cNvPr>
          <p:cNvCxnSpPr>
            <a:stCxn id="4" idx="3"/>
            <a:endCxn id="3" idx="2"/>
          </p:cNvCxnSpPr>
          <p:nvPr/>
        </p:nvCxnSpPr>
        <p:spPr>
          <a:xfrm>
            <a:off x="3198812" y="3089910"/>
            <a:ext cx="1676400" cy="1024890"/>
          </a:xfrm>
          <a:prstGeom prst="straightConnector1">
            <a:avLst/>
          </a:prstGeom>
          <a:ln w="38100">
            <a:solidFill>
              <a:schemeClr val="bg1"/>
            </a:solidFill>
            <a:tailEnd type="triangle"/>
          </a:ln>
        </p:spPr>
        <p:style>
          <a:lnRef idx="3">
            <a:schemeClr val="dk1"/>
          </a:lnRef>
          <a:fillRef idx="0">
            <a:schemeClr val="dk1"/>
          </a:fillRef>
          <a:effectRef idx="2">
            <a:schemeClr val="dk1"/>
          </a:effectRef>
          <a:fontRef idx="minor">
            <a:schemeClr val="tx1"/>
          </a:fontRef>
        </p:style>
      </p:cxnSp>
      <p:cxnSp>
        <p:nvCxnSpPr>
          <p:cNvPr id="11" name="Straight Arrow Connector 10">
            <a:extLst>
              <a:ext uri="{FF2B5EF4-FFF2-40B4-BE49-F238E27FC236}">
                <a16:creationId xmlns:a16="http://schemas.microsoft.com/office/drawing/2014/main" id="{49438158-A845-F053-E7E2-500CB5AD8EDF}"/>
              </a:ext>
            </a:extLst>
          </p:cNvPr>
          <p:cNvCxnSpPr>
            <a:stCxn id="5" idx="3"/>
            <a:endCxn id="3" idx="2"/>
          </p:cNvCxnSpPr>
          <p:nvPr/>
        </p:nvCxnSpPr>
        <p:spPr>
          <a:xfrm>
            <a:off x="3215644" y="3775710"/>
            <a:ext cx="1659568" cy="339090"/>
          </a:xfrm>
          <a:prstGeom prst="straightConnector1">
            <a:avLst/>
          </a:prstGeom>
          <a:ln w="38100">
            <a:solidFill>
              <a:schemeClr val="bg1"/>
            </a:solidFill>
            <a:tailEnd type="triangle"/>
          </a:ln>
        </p:spPr>
        <p:style>
          <a:lnRef idx="3">
            <a:schemeClr val="dk1"/>
          </a:lnRef>
          <a:fillRef idx="0">
            <a:schemeClr val="dk1"/>
          </a:fillRef>
          <a:effectRef idx="2">
            <a:schemeClr val="dk1"/>
          </a:effectRef>
          <a:fontRef idx="minor">
            <a:schemeClr val="tx1"/>
          </a:fontRef>
        </p:style>
      </p:cxnSp>
      <p:cxnSp>
        <p:nvCxnSpPr>
          <p:cNvPr id="12" name="Straight Arrow Connector 11">
            <a:extLst>
              <a:ext uri="{FF2B5EF4-FFF2-40B4-BE49-F238E27FC236}">
                <a16:creationId xmlns:a16="http://schemas.microsoft.com/office/drawing/2014/main" id="{CD91020A-7993-0215-C8B3-95F9B37F3BFE}"/>
              </a:ext>
            </a:extLst>
          </p:cNvPr>
          <p:cNvCxnSpPr>
            <a:stCxn id="6" idx="3"/>
            <a:endCxn id="3" idx="2"/>
          </p:cNvCxnSpPr>
          <p:nvPr/>
        </p:nvCxnSpPr>
        <p:spPr>
          <a:xfrm flipV="1">
            <a:off x="3198812" y="4114800"/>
            <a:ext cx="1676400" cy="270510"/>
          </a:xfrm>
          <a:prstGeom prst="straightConnector1">
            <a:avLst/>
          </a:prstGeom>
          <a:ln w="50800">
            <a:solidFill>
              <a:schemeClr val="bg1"/>
            </a:solidFill>
            <a:tailEnd type="triangle"/>
          </a:ln>
        </p:spPr>
        <p:style>
          <a:lnRef idx="3">
            <a:schemeClr val="dk1"/>
          </a:lnRef>
          <a:fillRef idx="0">
            <a:schemeClr val="dk1"/>
          </a:fillRef>
          <a:effectRef idx="2">
            <a:schemeClr val="dk1"/>
          </a:effectRef>
          <a:fontRef idx="minor">
            <a:schemeClr val="tx1"/>
          </a:fontRef>
        </p:style>
      </p:cxnSp>
      <p:cxnSp>
        <p:nvCxnSpPr>
          <p:cNvPr id="13" name="Straight Arrow Connector 12">
            <a:extLst>
              <a:ext uri="{FF2B5EF4-FFF2-40B4-BE49-F238E27FC236}">
                <a16:creationId xmlns:a16="http://schemas.microsoft.com/office/drawing/2014/main" id="{0E92440D-6D9D-FDC8-9A31-71DEED4A0788}"/>
              </a:ext>
            </a:extLst>
          </p:cNvPr>
          <p:cNvCxnSpPr>
            <a:stCxn id="7" idx="3"/>
            <a:endCxn id="3" idx="2"/>
          </p:cNvCxnSpPr>
          <p:nvPr/>
        </p:nvCxnSpPr>
        <p:spPr>
          <a:xfrm flipV="1">
            <a:off x="3215644" y="4114800"/>
            <a:ext cx="1659568" cy="1108710"/>
          </a:xfrm>
          <a:prstGeom prst="straightConnector1">
            <a:avLst/>
          </a:prstGeom>
          <a:ln w="38100">
            <a:solidFill>
              <a:schemeClr val="bg1"/>
            </a:solidFill>
            <a:tailEnd type="triangle"/>
          </a:ln>
        </p:spPr>
        <p:style>
          <a:lnRef idx="3">
            <a:schemeClr val="dk1"/>
          </a:lnRef>
          <a:fillRef idx="0">
            <a:schemeClr val="dk1"/>
          </a:fillRef>
          <a:effectRef idx="2">
            <a:schemeClr val="dk1"/>
          </a:effectRef>
          <a:fontRef idx="minor">
            <a:schemeClr val="tx1"/>
          </a:fontRef>
        </p:style>
      </p:cxnSp>
      <p:sp>
        <p:nvSpPr>
          <p:cNvPr id="14" name="TextBox 13">
            <a:extLst>
              <a:ext uri="{FF2B5EF4-FFF2-40B4-BE49-F238E27FC236}">
                <a16:creationId xmlns:a16="http://schemas.microsoft.com/office/drawing/2014/main" id="{4A9775C3-504D-B982-91C0-1BF6849486D7}"/>
              </a:ext>
            </a:extLst>
          </p:cNvPr>
          <p:cNvSpPr txBox="1"/>
          <p:nvPr/>
        </p:nvSpPr>
        <p:spPr>
          <a:xfrm rot="2010965">
            <a:off x="3460071" y="3219831"/>
            <a:ext cx="1143000" cy="369332"/>
          </a:xfrm>
          <a:prstGeom prst="rect">
            <a:avLst/>
          </a:prstGeom>
          <a:noFill/>
        </p:spPr>
        <p:txBody>
          <a:bodyPr wrap="square" rtlCol="0">
            <a:spAutoFit/>
          </a:bodyPr>
          <a:lstStyle/>
          <a:p>
            <a:pPr algn="ctr"/>
            <a:r>
              <a:rPr lang="en-US" dirty="0"/>
              <a:t>weight</a:t>
            </a:r>
            <a:r>
              <a:rPr lang="en-US" baseline="-25000" dirty="0"/>
              <a:t>1</a:t>
            </a:r>
            <a:endParaRPr lang="en-US" dirty="0"/>
          </a:p>
        </p:txBody>
      </p:sp>
      <p:sp>
        <p:nvSpPr>
          <p:cNvPr id="15" name="TextBox 14">
            <a:extLst>
              <a:ext uri="{FF2B5EF4-FFF2-40B4-BE49-F238E27FC236}">
                <a16:creationId xmlns:a16="http://schemas.microsoft.com/office/drawing/2014/main" id="{EB78E9BF-BE29-26A6-379D-C9BE97554848}"/>
              </a:ext>
            </a:extLst>
          </p:cNvPr>
          <p:cNvSpPr txBox="1"/>
          <p:nvPr/>
        </p:nvSpPr>
        <p:spPr>
          <a:xfrm rot="739247">
            <a:off x="3258718" y="3550506"/>
            <a:ext cx="1143000" cy="369332"/>
          </a:xfrm>
          <a:prstGeom prst="rect">
            <a:avLst/>
          </a:prstGeom>
          <a:noFill/>
        </p:spPr>
        <p:txBody>
          <a:bodyPr wrap="square" rtlCol="0">
            <a:spAutoFit/>
          </a:bodyPr>
          <a:lstStyle/>
          <a:p>
            <a:pPr algn="ctr"/>
            <a:r>
              <a:rPr lang="en-US" dirty="0"/>
              <a:t>weight</a:t>
            </a:r>
            <a:r>
              <a:rPr lang="en-US" baseline="-25000" dirty="0"/>
              <a:t>2</a:t>
            </a:r>
            <a:endParaRPr lang="en-US" dirty="0"/>
          </a:p>
        </p:txBody>
      </p:sp>
      <p:sp>
        <p:nvSpPr>
          <p:cNvPr id="16" name="TextBox 15">
            <a:extLst>
              <a:ext uri="{FF2B5EF4-FFF2-40B4-BE49-F238E27FC236}">
                <a16:creationId xmlns:a16="http://schemas.microsoft.com/office/drawing/2014/main" id="{80B5C845-1A9D-2F3A-50BA-892D2CAB2FEF}"/>
              </a:ext>
            </a:extLst>
          </p:cNvPr>
          <p:cNvSpPr txBox="1"/>
          <p:nvPr/>
        </p:nvSpPr>
        <p:spPr>
          <a:xfrm rot="21003068">
            <a:off x="3105675" y="3951450"/>
            <a:ext cx="1143000" cy="369332"/>
          </a:xfrm>
          <a:prstGeom prst="rect">
            <a:avLst/>
          </a:prstGeom>
          <a:noFill/>
        </p:spPr>
        <p:txBody>
          <a:bodyPr wrap="square" rtlCol="0">
            <a:spAutoFit/>
          </a:bodyPr>
          <a:lstStyle/>
          <a:p>
            <a:pPr algn="ctr"/>
            <a:r>
              <a:rPr lang="en-US" dirty="0"/>
              <a:t>weight</a:t>
            </a:r>
            <a:r>
              <a:rPr lang="en-US" baseline="-25000" dirty="0"/>
              <a:t>3</a:t>
            </a:r>
            <a:endParaRPr lang="en-US" dirty="0"/>
          </a:p>
        </p:txBody>
      </p:sp>
      <p:sp>
        <p:nvSpPr>
          <p:cNvPr id="17" name="TextBox 16">
            <a:extLst>
              <a:ext uri="{FF2B5EF4-FFF2-40B4-BE49-F238E27FC236}">
                <a16:creationId xmlns:a16="http://schemas.microsoft.com/office/drawing/2014/main" id="{47A954DD-BE65-A3DB-62AA-82CD333D9950}"/>
              </a:ext>
            </a:extLst>
          </p:cNvPr>
          <p:cNvSpPr txBox="1"/>
          <p:nvPr/>
        </p:nvSpPr>
        <p:spPr>
          <a:xfrm rot="19561792">
            <a:off x="3184373" y="4444524"/>
            <a:ext cx="1143000" cy="369332"/>
          </a:xfrm>
          <a:prstGeom prst="rect">
            <a:avLst/>
          </a:prstGeom>
          <a:noFill/>
        </p:spPr>
        <p:txBody>
          <a:bodyPr wrap="square" rtlCol="0">
            <a:spAutoFit/>
          </a:bodyPr>
          <a:lstStyle/>
          <a:p>
            <a:pPr algn="ctr"/>
            <a:r>
              <a:rPr lang="en-US" dirty="0" err="1"/>
              <a:t>weight</a:t>
            </a:r>
            <a:r>
              <a:rPr lang="en-US" baseline="-25000" dirty="0" err="1"/>
              <a:t>n</a:t>
            </a:r>
            <a:endParaRPr lang="en-US" dirty="0"/>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DF1ABDB-76F8-16CF-97C1-D5DA641E943E}"/>
                  </a:ext>
                </a:extLst>
              </p:cNvPr>
              <p:cNvSpPr txBox="1"/>
              <p:nvPr/>
            </p:nvSpPr>
            <p:spPr>
              <a:xfrm>
                <a:off x="4958074" y="3775710"/>
                <a:ext cx="1106650" cy="6707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nary>
                        <m:naryPr>
                          <m:chr m:val="∑"/>
                          <m:subHide m:val="on"/>
                          <m:supHide m:val="on"/>
                          <m:ctrlPr>
                            <a:rPr lang="en-US" b="0" i="1" smtClean="0">
                              <a:latin typeface="Cambria Math" panose="02040503050406030204" pitchFamily="18" charset="0"/>
                            </a:rPr>
                          </m:ctrlPr>
                        </m:naryPr>
                        <m:sub/>
                        <m:sup/>
                        <m:e/>
                      </m:nary>
                    </m:oMath>
                  </m:oMathPara>
                </a14:m>
                <a:endParaRPr lang="en-US" dirty="0"/>
              </a:p>
            </p:txBody>
          </p:sp>
        </mc:Choice>
        <mc:Fallback xmlns="">
          <p:sp>
            <p:nvSpPr>
              <p:cNvPr id="18" name="TextBox 17">
                <a:extLst>
                  <a:ext uri="{FF2B5EF4-FFF2-40B4-BE49-F238E27FC236}">
                    <a16:creationId xmlns:a16="http://schemas.microsoft.com/office/drawing/2014/main" id="{3DF1ABDB-76F8-16CF-97C1-D5DA641E943E}"/>
                  </a:ext>
                </a:extLst>
              </p:cNvPr>
              <p:cNvSpPr txBox="1">
                <a:spLocks noRot="1" noChangeAspect="1" noMove="1" noResize="1" noEditPoints="1" noAdjustHandles="1" noChangeArrowheads="1" noChangeShapeType="1" noTextEdit="1"/>
              </p:cNvSpPr>
              <p:nvPr/>
            </p:nvSpPr>
            <p:spPr>
              <a:xfrm>
                <a:off x="4958074" y="3775710"/>
                <a:ext cx="1106650" cy="670761"/>
              </a:xfrm>
              <a:prstGeom prst="rect">
                <a:avLst/>
              </a:prstGeom>
              <a:blipFill>
                <a:blip r:embed="rId2"/>
                <a:stretch>
                  <a:fillRect l="-34091" t="-149057" r="-22727" b="-203774"/>
                </a:stretch>
              </a:blipFill>
            </p:spPr>
            <p:txBody>
              <a:bodyPr/>
              <a:lstStyle/>
              <a:p>
                <a:r>
                  <a:rPr lang="en-US">
                    <a:noFill/>
                  </a:rPr>
                  <a:t> </a:t>
                </a:r>
              </a:p>
            </p:txBody>
          </p:sp>
        </mc:Fallback>
      </mc:AlternateContent>
      <p:sp>
        <p:nvSpPr>
          <p:cNvPr id="19" name="Rectangle: Rounded Corners 24">
            <a:extLst>
              <a:ext uri="{FF2B5EF4-FFF2-40B4-BE49-F238E27FC236}">
                <a16:creationId xmlns:a16="http://schemas.microsoft.com/office/drawing/2014/main" id="{AB81949C-67B7-3C9B-BAD4-7414FFF92EBB}"/>
              </a:ext>
            </a:extLst>
          </p:cNvPr>
          <p:cNvSpPr/>
          <p:nvPr/>
        </p:nvSpPr>
        <p:spPr>
          <a:xfrm>
            <a:off x="7542212" y="3889533"/>
            <a:ext cx="1905000" cy="45053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u="sng" dirty="0">
              <a:solidFill>
                <a:schemeClr val="tx2"/>
              </a:solidFill>
            </a:endParaRP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C4DAE90-A928-38F1-70DB-3E62AC60FF7B}"/>
                  </a:ext>
                </a:extLst>
              </p:cNvPr>
              <p:cNvSpPr txBox="1"/>
              <p:nvPr/>
            </p:nvSpPr>
            <p:spPr>
              <a:xfrm>
                <a:off x="7657142" y="3973056"/>
                <a:ext cx="16751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𝒚</m:t>
                      </m:r>
                      <m:r>
                        <a:rPr lang="en-US" b="1" i="1" smtClean="0">
                          <a:latin typeface="Cambria Math" panose="02040503050406030204" pitchFamily="18" charset="0"/>
                        </a:rPr>
                        <m:t>≥</m:t>
                      </m:r>
                      <m:r>
                        <a:rPr lang="en-US" b="1" i="1" smtClean="0">
                          <a:latin typeface="Cambria Math" panose="02040503050406030204" pitchFamily="18" charset="0"/>
                        </a:rPr>
                        <m:t>𝒕𝒉𝒓𝒆𝒔𝒉𝒐𝒍𝒅</m:t>
                      </m:r>
                    </m:oMath>
                  </m:oMathPara>
                </a14:m>
                <a:endParaRPr lang="en-US" b="1" dirty="0"/>
              </a:p>
            </p:txBody>
          </p:sp>
        </mc:Choice>
        <mc:Fallback xmlns="">
          <p:sp>
            <p:nvSpPr>
              <p:cNvPr id="20" name="TextBox 19">
                <a:extLst>
                  <a:ext uri="{FF2B5EF4-FFF2-40B4-BE49-F238E27FC236}">
                    <a16:creationId xmlns:a16="http://schemas.microsoft.com/office/drawing/2014/main" id="{2C4DAE90-A928-38F1-70DB-3E62AC60FF7B}"/>
                  </a:ext>
                </a:extLst>
              </p:cNvPr>
              <p:cNvSpPr txBox="1">
                <a:spLocks noRot="1" noChangeAspect="1" noMove="1" noResize="1" noEditPoints="1" noAdjustHandles="1" noChangeArrowheads="1" noChangeShapeType="1" noTextEdit="1"/>
              </p:cNvSpPr>
              <p:nvPr/>
            </p:nvSpPr>
            <p:spPr>
              <a:xfrm>
                <a:off x="7657142" y="3973056"/>
                <a:ext cx="1675139" cy="276999"/>
              </a:xfrm>
              <a:prstGeom prst="rect">
                <a:avLst/>
              </a:prstGeom>
              <a:blipFill>
                <a:blip r:embed="rId3"/>
                <a:stretch>
                  <a:fillRect l="-752" r="-1504" b="-30435"/>
                </a:stretch>
              </a:blipFill>
            </p:spPr>
            <p:txBody>
              <a:bodyPr/>
              <a:lstStyle/>
              <a:p>
                <a:r>
                  <a:rPr lang="en-US">
                    <a:noFill/>
                  </a:rPr>
                  <a:t> </a:t>
                </a:r>
              </a:p>
            </p:txBody>
          </p:sp>
        </mc:Fallback>
      </mc:AlternateContent>
      <p:cxnSp>
        <p:nvCxnSpPr>
          <p:cNvPr id="21" name="Straight Arrow Connector 20">
            <a:extLst>
              <a:ext uri="{FF2B5EF4-FFF2-40B4-BE49-F238E27FC236}">
                <a16:creationId xmlns:a16="http://schemas.microsoft.com/office/drawing/2014/main" id="{57D2E3AE-4186-1A1C-308E-86899B204896}"/>
              </a:ext>
            </a:extLst>
          </p:cNvPr>
          <p:cNvCxnSpPr>
            <a:cxnSpLocks/>
            <a:stCxn id="3" idx="6"/>
            <a:endCxn id="19" idx="1"/>
          </p:cNvCxnSpPr>
          <p:nvPr/>
        </p:nvCxnSpPr>
        <p:spPr>
          <a:xfrm>
            <a:off x="5942012" y="4114800"/>
            <a:ext cx="1600200" cy="0"/>
          </a:xfrm>
          <a:prstGeom prst="straightConnector1">
            <a:avLst/>
          </a:prstGeom>
          <a:ln w="38100">
            <a:solidFill>
              <a:schemeClr val="bg1"/>
            </a:solidFill>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ABAD300D-5147-5612-E240-CD208E14B65C}"/>
                  </a:ext>
                </a:extLst>
              </p:cNvPr>
              <p:cNvSpPr txBox="1"/>
              <p:nvPr/>
            </p:nvSpPr>
            <p:spPr>
              <a:xfrm>
                <a:off x="4828406" y="5300775"/>
                <a:ext cx="4171462" cy="7562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𝑦</m:t>
                      </m:r>
                      <m:r>
                        <a:rPr lang="en-US" b="0" i="1" smtClean="0">
                          <a:solidFill>
                            <a:schemeClr val="bg1"/>
                          </a:solidFill>
                          <a:latin typeface="Cambria Math" panose="02040503050406030204" pitchFamily="18" charset="0"/>
                        </a:rPr>
                        <m:t>=</m:t>
                      </m:r>
                      <m:nary>
                        <m:naryPr>
                          <m:chr m:val="∑"/>
                          <m:ctrlPr>
                            <a:rPr lang="en-US" b="0" i="1" smtClean="0">
                              <a:solidFill>
                                <a:schemeClr val="bg1"/>
                              </a:solidFill>
                              <a:latin typeface="Cambria Math" panose="02040503050406030204" pitchFamily="18" charset="0"/>
                            </a:rPr>
                          </m:ctrlPr>
                        </m:naryPr>
                        <m:sub>
                          <m:r>
                            <m:rPr>
                              <m:brk m:alnAt="23"/>
                            </m:rPr>
                            <a:rPr lang="en-US" b="0" i="1" smtClean="0">
                              <a:solidFill>
                                <a:schemeClr val="bg1"/>
                              </a:solidFill>
                              <a:latin typeface="Cambria Math" panose="02040503050406030204" pitchFamily="18" charset="0"/>
                            </a:rPr>
                            <m:t>𝑖</m:t>
                          </m:r>
                          <m:r>
                            <a:rPr lang="en-US" b="0" i="1" smtClean="0">
                              <a:solidFill>
                                <a:schemeClr val="bg1"/>
                              </a:solidFill>
                              <a:latin typeface="Cambria Math" panose="02040503050406030204" pitchFamily="18" charset="0"/>
                            </a:rPr>
                            <m:t>=1</m:t>
                          </m:r>
                        </m:sub>
                        <m:sup>
                          <m:r>
                            <a:rPr lang="en-US" b="0" i="1" smtClean="0">
                              <a:solidFill>
                                <a:schemeClr val="bg1"/>
                              </a:solidFill>
                              <a:latin typeface="Cambria Math" panose="02040503050406030204" pitchFamily="18" charset="0"/>
                            </a:rPr>
                            <m:t>𝑛</m:t>
                          </m:r>
                        </m:sup>
                        <m:e>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𝐼𝑛𝑝𝑢𝑡</m:t>
                              </m:r>
                            </m:e>
                            <m:sub>
                              <m:r>
                                <a:rPr lang="en-US" b="0" i="1" smtClean="0">
                                  <a:solidFill>
                                    <a:schemeClr val="bg1"/>
                                  </a:solidFill>
                                  <a:latin typeface="Cambria Math" panose="02040503050406030204" pitchFamily="18" charset="0"/>
                                </a:rPr>
                                <m:t>𝑖</m:t>
                              </m:r>
                            </m:sub>
                          </m:sSub>
                          <m:r>
                            <a:rPr lang="en-US" b="0" i="1" smtClean="0">
                              <a:solidFill>
                                <a:schemeClr val="bg1"/>
                              </a:solidFill>
                              <a:latin typeface="Cambria Math" panose="02040503050406030204" pitchFamily="18" charset="0"/>
                              <a:ea typeface="Cambria Math" panose="02040503050406030204" pitchFamily="18" charset="0"/>
                            </a:rPr>
                            <m:t>×</m:t>
                          </m:r>
                          <m:sSub>
                            <m:sSubPr>
                              <m:ctrlPr>
                                <a:rPr lang="en-US" b="0" i="1" smtClean="0">
                                  <a:solidFill>
                                    <a:schemeClr val="bg1"/>
                                  </a:solidFill>
                                  <a:latin typeface="Cambria Math" panose="02040503050406030204" pitchFamily="18" charset="0"/>
                                  <a:ea typeface="Cambria Math" panose="02040503050406030204" pitchFamily="18" charset="0"/>
                                </a:rPr>
                              </m:ctrlPr>
                            </m:sSubPr>
                            <m:e>
                              <m:r>
                                <a:rPr lang="en-US" b="0" i="1" smtClean="0">
                                  <a:solidFill>
                                    <a:schemeClr val="bg1"/>
                                  </a:solidFill>
                                  <a:latin typeface="Cambria Math" panose="02040503050406030204" pitchFamily="18" charset="0"/>
                                  <a:ea typeface="Cambria Math" panose="02040503050406030204" pitchFamily="18" charset="0"/>
                                </a:rPr>
                                <m:t>𝑤𝑒𝑖𝑔h𝑡</m:t>
                              </m:r>
                            </m:e>
                            <m:sub>
                              <m:r>
                                <a:rPr lang="en-US" b="0" i="1" smtClean="0">
                                  <a:solidFill>
                                    <a:schemeClr val="bg1"/>
                                  </a:solidFill>
                                  <a:latin typeface="Cambria Math" panose="02040503050406030204" pitchFamily="18" charset="0"/>
                                  <a:ea typeface="Cambria Math" panose="02040503050406030204" pitchFamily="18" charset="0"/>
                                </a:rPr>
                                <m:t>𝑖</m:t>
                              </m:r>
                            </m:sub>
                          </m:sSub>
                        </m:e>
                      </m:nary>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𝑦</m:t>
                      </m:r>
                      <m:r>
                        <a:rPr lang="en-US" b="0" i="1" smtClean="0">
                          <a:solidFill>
                            <a:schemeClr val="bg1"/>
                          </a:solidFill>
                          <a:latin typeface="Cambria Math" panose="02040503050406030204" pitchFamily="18" charset="0"/>
                        </a:rPr>
                        <m:t>≥</m:t>
                      </m:r>
                      <m:r>
                        <a:rPr lang="en-US" b="0" i="1" smtClean="0">
                          <a:solidFill>
                            <a:schemeClr val="bg1"/>
                          </a:solidFill>
                          <a:latin typeface="Cambria Math" panose="02040503050406030204" pitchFamily="18" charset="0"/>
                        </a:rPr>
                        <m:t>𝑡h𝑟𝑒𝑠h𝑜𝑙𝑑</m:t>
                      </m:r>
                    </m:oMath>
                  </m:oMathPara>
                </a14:m>
                <a:endParaRPr lang="en-US" dirty="0">
                  <a:solidFill>
                    <a:schemeClr val="bg1"/>
                  </a:solidFill>
                </a:endParaRPr>
              </a:p>
            </p:txBody>
          </p:sp>
        </mc:Choice>
        <mc:Fallback xmlns="">
          <p:sp>
            <p:nvSpPr>
              <p:cNvPr id="22" name="TextBox 21">
                <a:extLst>
                  <a:ext uri="{FF2B5EF4-FFF2-40B4-BE49-F238E27FC236}">
                    <a16:creationId xmlns:a16="http://schemas.microsoft.com/office/drawing/2014/main" id="{ABAD300D-5147-5612-E240-CD208E14B65C}"/>
                  </a:ext>
                </a:extLst>
              </p:cNvPr>
              <p:cNvSpPr txBox="1">
                <a:spLocks noRot="1" noChangeAspect="1" noMove="1" noResize="1" noEditPoints="1" noAdjustHandles="1" noChangeArrowheads="1" noChangeShapeType="1" noTextEdit="1"/>
              </p:cNvSpPr>
              <p:nvPr/>
            </p:nvSpPr>
            <p:spPr>
              <a:xfrm>
                <a:off x="4828406" y="5300775"/>
                <a:ext cx="4171462" cy="756233"/>
              </a:xfrm>
              <a:prstGeom prst="rect">
                <a:avLst/>
              </a:prstGeom>
              <a:blipFill>
                <a:blip r:embed="rId4"/>
                <a:stretch>
                  <a:fillRect l="-7295" t="-116393" b="-175410"/>
                </a:stretch>
              </a:blipFill>
            </p:spPr>
            <p:txBody>
              <a:bodyPr/>
              <a:lstStyle/>
              <a:p>
                <a:r>
                  <a:rPr lang="en-US">
                    <a:noFill/>
                  </a:rPr>
                  <a:t> </a:t>
                </a:r>
              </a:p>
            </p:txBody>
          </p:sp>
        </mc:Fallback>
      </mc:AlternateContent>
    </p:spTree>
    <p:extLst>
      <p:ext uri="{BB962C8B-B14F-4D97-AF65-F5344CB8AC3E}">
        <p14:creationId xmlns:p14="http://schemas.microsoft.com/office/powerpoint/2010/main" val="1235311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Perceptron Properties</a:t>
            </a:r>
          </a:p>
        </p:txBody>
      </p:sp>
      <p:sp>
        <p:nvSpPr>
          <p:cNvPr id="9" name="Content Placeholder 8"/>
          <p:cNvSpPr>
            <a:spLocks noGrp="1"/>
          </p:cNvSpPr>
          <p:nvPr>
            <p:ph sz="half" idx="2"/>
          </p:nvPr>
        </p:nvSpPr>
        <p:spPr>
          <a:xfrm>
            <a:off x="1473298" y="1762863"/>
            <a:ext cx="10107514" cy="4485537"/>
          </a:xfrm>
        </p:spPr>
        <p:txBody>
          <a:bodyPr>
            <a:normAutofit/>
          </a:bodyPr>
          <a:lstStyle/>
          <a:p>
            <a:pPr lvl="1"/>
            <a:r>
              <a:rPr lang="en-US" dirty="0"/>
              <a:t>Makes decisions by weighting up evidence</a:t>
            </a:r>
          </a:p>
          <a:p>
            <a:pPr lvl="1"/>
            <a:endParaRPr lang="ro-RO" dirty="0"/>
          </a:p>
          <a:p>
            <a:pPr lvl="1"/>
            <a:endParaRPr lang="ro-RO" dirty="0"/>
          </a:p>
          <a:p>
            <a:pPr lvl="1"/>
            <a:endParaRPr lang="ro-RO" dirty="0"/>
          </a:p>
          <a:p>
            <a:pPr lvl="1"/>
            <a:endParaRPr lang="en-US" dirty="0"/>
          </a:p>
          <a:p>
            <a:pPr lvl="1"/>
            <a:endParaRPr lang="en-US" dirty="0"/>
          </a:p>
          <a:p>
            <a:pPr lvl="1"/>
            <a:endParaRPr lang="en-US" dirty="0"/>
          </a:p>
          <a:p>
            <a:pPr lvl="1"/>
            <a:r>
              <a:rPr lang="en-US" dirty="0"/>
              <a:t>Learning is performed by varying the weights and the threshold</a:t>
            </a:r>
          </a:p>
          <a:p>
            <a:pPr lvl="1"/>
            <a:endParaRPr lang="en-US" dirty="0"/>
          </a:p>
          <a:p>
            <a:pPr lvl="1"/>
            <a:endParaRPr lang="en-US" dirty="0"/>
          </a:p>
        </p:txBody>
      </p:sp>
      <mc:AlternateContent xmlns:mc="http://schemas.openxmlformats.org/markup-compatibility/2006" xmlns:a14="http://schemas.microsoft.com/office/drawing/2010/main">
        <mc:Choice Requires="a14">
          <p:sp>
            <p:nvSpPr>
              <p:cNvPr id="3" name="Rectangle 2"/>
              <p:cNvSpPr/>
              <p:nvPr/>
            </p:nvSpPr>
            <p:spPr>
              <a:xfrm>
                <a:off x="1979612" y="2209800"/>
                <a:ext cx="4018472" cy="171675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𝑜𝑢𝑡𝑝𝑢𝑡</m:t>
                      </m:r>
                      <m:r>
                        <a:rPr lang="en-US" i="1">
                          <a:solidFill>
                            <a:schemeClr val="bg1"/>
                          </a:solidFill>
                          <a:latin typeface="Cambria Math" panose="02040503050406030204" pitchFamily="18" charset="0"/>
                        </a:rPr>
                        <m:t>=</m:t>
                      </m:r>
                      <m:d>
                        <m:dPr>
                          <m:begChr m:val="{"/>
                          <m:endChr m:val=""/>
                          <m:ctrlPr>
                            <a:rPr lang="en-US" i="1">
                              <a:solidFill>
                                <a:schemeClr val="bg1"/>
                              </a:solidFill>
                              <a:latin typeface="Cambria Math" panose="02040503050406030204" pitchFamily="18" charset="0"/>
                            </a:rPr>
                          </m:ctrlPr>
                        </m:dPr>
                        <m:e>
                          <m:eqArr>
                            <m:eqArrPr>
                              <m:ctrlPr>
                                <a:rPr lang="en-US" i="1">
                                  <a:solidFill>
                                    <a:schemeClr val="bg1"/>
                                  </a:solidFill>
                                  <a:latin typeface="Cambria Math" panose="02040503050406030204" pitchFamily="18" charset="0"/>
                                </a:rPr>
                              </m:ctrlPr>
                            </m:eqArrPr>
                            <m:e>
                              <m:r>
                                <a:rPr lang="en-US" i="1">
                                  <a:solidFill>
                                    <a:schemeClr val="bg1"/>
                                  </a:solidFill>
                                  <a:latin typeface="Cambria Math" panose="02040503050406030204" pitchFamily="18" charset="0"/>
                                </a:rPr>
                                <m:t>1, </m:t>
                              </m:r>
                              <m:r>
                                <a:rPr lang="en-US" i="1">
                                  <a:solidFill>
                                    <a:schemeClr val="bg1"/>
                                  </a:solidFill>
                                  <a:latin typeface="Cambria Math" panose="02040503050406030204" pitchFamily="18" charset="0"/>
                                </a:rPr>
                                <m:t>𝑖𝑓</m:t>
                              </m:r>
                              <m:r>
                                <a:rPr lang="en-US" i="1">
                                  <a:solidFill>
                                    <a:schemeClr val="bg1"/>
                                  </a:solidFill>
                                  <a:latin typeface="Cambria Math" panose="02040503050406030204" pitchFamily="18" charset="0"/>
                                </a:rPr>
                                <m:t> </m:t>
                              </m:r>
                              <m:nary>
                                <m:naryPr>
                                  <m:chr m:val="∑"/>
                                  <m:ctrlPr>
                                    <a:rPr lang="en-US" i="1">
                                      <a:solidFill>
                                        <a:schemeClr val="bg1"/>
                                      </a:solidFill>
                                      <a:latin typeface="Cambria Math" panose="02040503050406030204" pitchFamily="18" charset="0"/>
                                    </a:rPr>
                                  </m:ctrlPr>
                                </m:naryPr>
                                <m:sub>
                                  <m:r>
                                    <m:rPr>
                                      <m:brk m:alnAt="23"/>
                                    </m:rPr>
                                    <a:rPr lang="en-US" i="1">
                                      <a:solidFill>
                                        <a:schemeClr val="bg1"/>
                                      </a:solidFill>
                                      <a:latin typeface="Cambria Math" panose="02040503050406030204" pitchFamily="18" charset="0"/>
                                    </a:rPr>
                                    <m:t>𝑖</m:t>
                                  </m:r>
                                  <m:r>
                                    <a:rPr lang="en-US" i="1">
                                      <a:solidFill>
                                        <a:schemeClr val="bg1"/>
                                      </a:solidFill>
                                      <a:latin typeface="Cambria Math" panose="02040503050406030204" pitchFamily="18" charset="0"/>
                                    </a:rPr>
                                    <m:t>=0</m:t>
                                  </m:r>
                                </m:sub>
                                <m:sup>
                                  <m:r>
                                    <a:rPr lang="en-US" i="1">
                                      <a:solidFill>
                                        <a:schemeClr val="bg1"/>
                                      </a:solidFill>
                                      <a:latin typeface="Cambria Math" panose="02040503050406030204" pitchFamily="18" charset="0"/>
                                    </a:rPr>
                                    <m:t>𝑛</m:t>
                                  </m:r>
                                </m:sup>
                                <m:e>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𝑥</m:t>
                                      </m:r>
                                    </m:e>
                                    <m:sub>
                                      <m:r>
                                        <a:rPr lang="en-US" i="1">
                                          <a:solidFill>
                                            <a:schemeClr val="bg1"/>
                                          </a:solidFill>
                                          <a:latin typeface="Cambria Math" panose="02040503050406030204" pitchFamily="18" charset="0"/>
                                        </a:rPr>
                                        <m:t>𝑖</m:t>
                                      </m:r>
                                    </m:sub>
                                  </m:sSub>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𝑤</m:t>
                                      </m:r>
                                    </m:e>
                                    <m:sub>
                                      <m:r>
                                        <a:rPr lang="en-US" i="1">
                                          <a:solidFill>
                                            <a:schemeClr val="bg1"/>
                                          </a:solidFill>
                                          <a:latin typeface="Cambria Math" panose="02040503050406030204" pitchFamily="18" charset="0"/>
                                        </a:rPr>
                                        <m:t>𝑖</m:t>
                                      </m:r>
                                    </m:sub>
                                  </m:sSub>
                                </m:e>
                              </m:nary>
                              <m:r>
                                <a:rPr lang="en-US" i="1">
                                  <a:solidFill>
                                    <a:schemeClr val="bg1"/>
                                  </a:solidFill>
                                  <a:latin typeface="Cambria Math" panose="02040503050406030204" pitchFamily="18" charset="0"/>
                                </a:rPr>
                                <m:t>&gt;</m:t>
                              </m:r>
                              <m:r>
                                <a:rPr lang="en-US" b="0" i="1" smtClean="0">
                                  <a:solidFill>
                                    <a:schemeClr val="bg1"/>
                                  </a:solidFill>
                                  <a:latin typeface="Cambria Math" panose="02040503050406030204" pitchFamily="18" charset="0"/>
                                </a:rPr>
                                <m:t>𝑡h𝑟𝑒𝑠h𝑜𝑙𝑑</m:t>
                              </m:r>
                            </m:e>
                            <m:e>
                              <m:r>
                                <a:rPr lang="en-US" i="1">
                                  <a:solidFill>
                                    <a:schemeClr val="bg1"/>
                                  </a:solidFill>
                                  <a:latin typeface="Cambria Math" panose="02040503050406030204" pitchFamily="18" charset="0"/>
                                </a:rPr>
                                <m:t>0,</m:t>
                              </m:r>
                              <m:r>
                                <a:rPr lang="en-US" i="1">
                                  <a:solidFill>
                                    <a:schemeClr val="bg1"/>
                                  </a:solidFill>
                                  <a:latin typeface="Cambria Math" panose="02040503050406030204" pitchFamily="18" charset="0"/>
                                </a:rPr>
                                <m:t>𝑖𝑓</m:t>
                              </m:r>
                              <m:r>
                                <a:rPr lang="en-US" i="1">
                                  <a:solidFill>
                                    <a:schemeClr val="bg1"/>
                                  </a:solidFill>
                                  <a:latin typeface="Cambria Math" panose="02040503050406030204" pitchFamily="18" charset="0"/>
                                </a:rPr>
                                <m:t> </m:t>
                              </m:r>
                              <m:nary>
                                <m:naryPr>
                                  <m:chr m:val="∑"/>
                                  <m:ctrlPr>
                                    <a:rPr lang="en-US" i="1">
                                      <a:solidFill>
                                        <a:schemeClr val="bg1"/>
                                      </a:solidFill>
                                      <a:latin typeface="Cambria Math" panose="02040503050406030204" pitchFamily="18" charset="0"/>
                                    </a:rPr>
                                  </m:ctrlPr>
                                </m:naryPr>
                                <m:sub>
                                  <m:r>
                                    <m:rPr>
                                      <m:brk m:alnAt="23"/>
                                    </m:rPr>
                                    <a:rPr lang="en-US" i="1">
                                      <a:solidFill>
                                        <a:schemeClr val="bg1"/>
                                      </a:solidFill>
                                      <a:latin typeface="Cambria Math" panose="02040503050406030204" pitchFamily="18" charset="0"/>
                                    </a:rPr>
                                    <m:t>𝑖</m:t>
                                  </m:r>
                                  <m:r>
                                    <a:rPr lang="en-US" i="1">
                                      <a:solidFill>
                                        <a:schemeClr val="bg1"/>
                                      </a:solidFill>
                                      <a:latin typeface="Cambria Math" panose="02040503050406030204" pitchFamily="18" charset="0"/>
                                    </a:rPr>
                                    <m:t>=0</m:t>
                                  </m:r>
                                </m:sub>
                                <m:sup>
                                  <m:r>
                                    <a:rPr lang="en-US" i="1">
                                      <a:solidFill>
                                        <a:schemeClr val="bg1"/>
                                      </a:solidFill>
                                      <a:latin typeface="Cambria Math" panose="02040503050406030204" pitchFamily="18" charset="0"/>
                                    </a:rPr>
                                    <m:t>𝑛</m:t>
                                  </m:r>
                                </m:sup>
                                <m:e>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𝑥</m:t>
                                      </m:r>
                                    </m:e>
                                    <m:sub>
                                      <m:r>
                                        <a:rPr lang="en-US" i="1">
                                          <a:solidFill>
                                            <a:schemeClr val="bg1"/>
                                          </a:solidFill>
                                          <a:latin typeface="Cambria Math" panose="02040503050406030204" pitchFamily="18" charset="0"/>
                                        </a:rPr>
                                        <m:t>𝑖</m:t>
                                      </m:r>
                                    </m:sub>
                                  </m:sSub>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𝑤</m:t>
                                      </m:r>
                                    </m:e>
                                    <m:sub>
                                      <m:r>
                                        <a:rPr lang="en-US" i="1">
                                          <a:solidFill>
                                            <a:schemeClr val="bg1"/>
                                          </a:solidFill>
                                          <a:latin typeface="Cambria Math" panose="02040503050406030204" pitchFamily="18" charset="0"/>
                                        </a:rPr>
                                        <m:t>𝑖</m:t>
                                      </m:r>
                                    </m:sub>
                                  </m:sSub>
                                </m:e>
                              </m:nary>
                              <m:r>
                                <a:rPr lang="en-US" b="0" i="1" smtClean="0">
                                  <a:solidFill>
                                    <a:schemeClr val="bg1"/>
                                  </a:solidFill>
                                  <a:latin typeface="Cambria Math" panose="02040503050406030204" pitchFamily="18" charset="0"/>
                                </a:rPr>
                                <m:t>≤</m:t>
                              </m:r>
                              <m:r>
                                <a:rPr lang="en-US" b="0" i="1" smtClean="0">
                                  <a:solidFill>
                                    <a:schemeClr val="bg1"/>
                                  </a:solidFill>
                                  <a:latin typeface="Cambria Math" panose="02040503050406030204" pitchFamily="18" charset="0"/>
                                </a:rPr>
                                <m:t>𝑡h𝑟𝑒𝑠h𝑜𝑙𝑑</m:t>
                              </m:r>
                            </m:e>
                          </m:eqArr>
                        </m:e>
                      </m:d>
                    </m:oMath>
                  </m:oMathPara>
                </a14:m>
                <a:endParaRPr lang="en-US" dirty="0"/>
              </a:p>
            </p:txBody>
          </p:sp>
        </mc:Choice>
        <mc:Fallback xmlns="">
          <p:sp>
            <p:nvSpPr>
              <p:cNvPr id="3" name="Rectangle 2"/>
              <p:cNvSpPr>
                <a:spLocks noRot="1" noChangeAspect="1" noMove="1" noResize="1" noEditPoints="1" noAdjustHandles="1" noChangeArrowheads="1" noChangeShapeType="1" noTextEdit="1"/>
              </p:cNvSpPr>
              <p:nvPr/>
            </p:nvSpPr>
            <p:spPr>
              <a:xfrm>
                <a:off x="1979612" y="2209800"/>
                <a:ext cx="4018472" cy="1716752"/>
              </a:xfrm>
              <a:prstGeom prst="rect">
                <a:avLst/>
              </a:prstGeom>
              <a:blipFill rotWithShape="0">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949631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Algorithm</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pPr marL="0" indent="0">
              <a:buNone/>
            </a:pPr>
            <a:r>
              <a:rPr lang="en-US" dirty="0">
                <a:latin typeface="Arial" panose="020B0604020202020204" pitchFamily="34" charset="0"/>
                <a:cs typeface="Arial" panose="020B0604020202020204" pitchFamily="34" charset="0"/>
              </a:rPr>
              <a:t>A more mathematical way to see this, is with some vectors and a dot product.</a:t>
            </a: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a:p>
            <a:pPr marL="0" indent="0">
              <a:buNone/>
            </a:pPr>
            <a:r>
              <a:rPr lang="en-US" dirty="0">
                <a:latin typeface="Arial" panose="020B0604020202020204" pitchFamily="34" charset="0"/>
                <a:cs typeface="Arial" panose="020B0604020202020204" pitchFamily="34" charset="0"/>
              </a:rPr>
              <a:t>The previous equation can be written in a different way (to avoid using the threshold as a separate value).</a:t>
            </a:r>
          </a:p>
          <a:p>
            <a:pPr marL="0" indent="0">
              <a:buNone/>
            </a:pPr>
            <a:endParaRPr 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B24D9FD4-18F0-D367-6501-AA6CE4479EA2}"/>
                  </a:ext>
                </a:extLst>
              </p:cNvPr>
              <p:cNvSpPr txBox="1"/>
              <p:nvPr/>
            </p:nvSpPr>
            <p:spPr>
              <a:xfrm>
                <a:off x="2360612" y="2590800"/>
                <a:ext cx="8561126" cy="11914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solidFill>
                            <a:schemeClr val="bg1"/>
                          </a:solidFill>
                          <a:latin typeface="Cambria Math" panose="02040503050406030204" pitchFamily="18" charset="0"/>
                        </a:rPr>
                        <m:t>𝑖𝑛𝑝𝑢𝑡</m:t>
                      </m:r>
                      <m:r>
                        <a:rPr lang="en-US" sz="2000" b="0" i="1" smtClean="0">
                          <a:solidFill>
                            <a:schemeClr val="bg1"/>
                          </a:solidFill>
                          <a:latin typeface="Cambria Math" panose="02040503050406030204" pitchFamily="18" charset="0"/>
                        </a:rPr>
                        <m:t>= </m:t>
                      </m:r>
                      <m:d>
                        <m:dPr>
                          <m:begChr m:val="["/>
                          <m:endChr m:val="]"/>
                          <m:ctrlPr>
                            <a:rPr lang="en-US" sz="2000" b="0" i="1" smtClean="0">
                              <a:solidFill>
                                <a:schemeClr val="bg1"/>
                              </a:solidFill>
                              <a:latin typeface="Cambria Math" panose="02040503050406030204" pitchFamily="18" charset="0"/>
                            </a:rPr>
                          </m:ctrlPr>
                        </m:dPr>
                        <m:e>
                          <m:eqArr>
                            <m:eqArrPr>
                              <m:ctrlPr>
                                <a:rPr lang="en-US" sz="2000" b="0" i="1" smtClean="0">
                                  <a:solidFill>
                                    <a:schemeClr val="bg1"/>
                                  </a:solidFill>
                                  <a:latin typeface="Cambria Math" panose="02040503050406030204" pitchFamily="18" charset="0"/>
                                </a:rPr>
                              </m:ctrlPr>
                            </m:eqArrPr>
                            <m:e>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𝑖𝑛𝑝𝑢𝑡</m:t>
                                  </m:r>
                                </m:e>
                                <m:sub>
                                  <m:r>
                                    <a:rPr lang="en-US" sz="2000" b="0" i="1" smtClean="0">
                                      <a:solidFill>
                                        <a:schemeClr val="bg1"/>
                                      </a:solidFill>
                                      <a:latin typeface="Cambria Math" panose="02040503050406030204" pitchFamily="18" charset="0"/>
                                    </a:rPr>
                                    <m:t>1</m:t>
                                  </m:r>
                                </m:sub>
                              </m:sSub>
                            </m:e>
                            <m:e>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𝑖𝑛𝑝𝑢𝑡</m:t>
                                  </m:r>
                                </m:e>
                                <m:sub>
                                  <m:r>
                                    <a:rPr lang="en-US" sz="2000" b="0" i="1" smtClean="0">
                                      <a:solidFill>
                                        <a:schemeClr val="bg1"/>
                                      </a:solidFill>
                                      <a:latin typeface="Cambria Math" panose="02040503050406030204" pitchFamily="18" charset="0"/>
                                    </a:rPr>
                                    <m:t>2</m:t>
                                  </m:r>
                                </m:sub>
                              </m:sSub>
                            </m:e>
                            <m:e>
                              <m:r>
                                <a:rPr lang="en-US" sz="2000" b="0" i="1" smtClean="0">
                                  <a:solidFill>
                                    <a:schemeClr val="bg1"/>
                                  </a:solidFill>
                                  <a:latin typeface="Cambria Math" panose="02040503050406030204" pitchFamily="18" charset="0"/>
                                  <a:ea typeface="Cambria Math" panose="02040503050406030204" pitchFamily="18" charset="0"/>
                                </a:rPr>
                                <m:t>⋮</m:t>
                              </m:r>
                            </m:e>
                            <m:e>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𝑖𝑛𝑝𝑢𝑡</m:t>
                                  </m:r>
                                </m:e>
                                <m:sub>
                                  <m:r>
                                    <a:rPr lang="en-US" sz="2000" b="0" i="1" smtClean="0">
                                      <a:solidFill>
                                        <a:schemeClr val="bg1"/>
                                      </a:solidFill>
                                      <a:latin typeface="Cambria Math" panose="02040503050406030204" pitchFamily="18" charset="0"/>
                                    </a:rPr>
                                    <m:t>𝑛</m:t>
                                  </m:r>
                                </m:sub>
                              </m:sSub>
                            </m:e>
                          </m:eqArr>
                        </m:e>
                      </m:d>
                      <m:r>
                        <a:rPr lang="en-US" sz="2000" i="1">
                          <a:solidFill>
                            <a:schemeClr val="bg1"/>
                          </a:solidFill>
                          <a:latin typeface="Cambria Math" panose="02040503050406030204" pitchFamily="18" charset="0"/>
                        </a:rPr>
                        <m:t>, </m:t>
                      </m:r>
                      <m:r>
                        <a:rPr lang="en-US" sz="2000" b="0" i="1" smtClean="0">
                          <a:solidFill>
                            <a:schemeClr val="bg1"/>
                          </a:solidFill>
                          <a:latin typeface="Cambria Math" panose="02040503050406030204" pitchFamily="18" charset="0"/>
                        </a:rPr>
                        <m:t>𝑤𝑒𝑖𝑔h𝑡</m:t>
                      </m:r>
                      <m:r>
                        <a:rPr lang="en-US" sz="2000" i="1">
                          <a:solidFill>
                            <a:schemeClr val="bg1"/>
                          </a:solidFill>
                          <a:latin typeface="Cambria Math" panose="02040503050406030204" pitchFamily="18" charset="0"/>
                        </a:rPr>
                        <m:t>= </m:t>
                      </m:r>
                      <m:d>
                        <m:dPr>
                          <m:begChr m:val="["/>
                          <m:endChr m:val="]"/>
                          <m:ctrlPr>
                            <a:rPr lang="en-US" sz="2000" i="1">
                              <a:solidFill>
                                <a:schemeClr val="bg1"/>
                              </a:solidFill>
                              <a:latin typeface="Cambria Math" panose="02040503050406030204" pitchFamily="18" charset="0"/>
                            </a:rPr>
                          </m:ctrlPr>
                        </m:dPr>
                        <m:e>
                          <m:eqArr>
                            <m:eqArrPr>
                              <m:ctrlPr>
                                <a:rPr lang="en-US" sz="2000" i="1">
                                  <a:solidFill>
                                    <a:schemeClr val="bg1"/>
                                  </a:solidFill>
                                  <a:latin typeface="Cambria Math" panose="02040503050406030204" pitchFamily="18" charset="0"/>
                                </a:rPr>
                              </m:ctrlPr>
                            </m:eqArrPr>
                            <m:e>
                              <m:sSub>
                                <m:sSubPr>
                                  <m:ctrlPr>
                                    <a:rPr lang="en-US" sz="2000" i="1">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𝑤𝑒𝑖𝑔h𝑡</m:t>
                                  </m:r>
                                </m:e>
                                <m:sub>
                                  <m:r>
                                    <a:rPr lang="en-US" sz="2000" i="1">
                                      <a:solidFill>
                                        <a:schemeClr val="bg1"/>
                                      </a:solidFill>
                                      <a:latin typeface="Cambria Math" panose="02040503050406030204" pitchFamily="18" charset="0"/>
                                    </a:rPr>
                                    <m:t>1</m:t>
                                  </m:r>
                                </m:sub>
                              </m:sSub>
                            </m:e>
                            <m:e>
                              <m:sSub>
                                <m:sSubPr>
                                  <m:ctrlPr>
                                    <a:rPr lang="en-US" sz="2000" i="1">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𝑤𝑒𝑖𝑔h𝑡</m:t>
                                  </m:r>
                                </m:e>
                                <m:sub>
                                  <m:r>
                                    <a:rPr lang="en-US" sz="2000" i="1">
                                      <a:solidFill>
                                        <a:schemeClr val="bg1"/>
                                      </a:solidFill>
                                      <a:latin typeface="Cambria Math" panose="02040503050406030204" pitchFamily="18" charset="0"/>
                                    </a:rPr>
                                    <m:t>2</m:t>
                                  </m:r>
                                </m:sub>
                              </m:sSub>
                            </m:e>
                            <m:e>
                              <m:r>
                                <a:rPr lang="en-US" sz="2000" i="1">
                                  <a:solidFill>
                                    <a:schemeClr val="bg1"/>
                                  </a:solidFill>
                                  <a:latin typeface="Cambria Math" panose="02040503050406030204" pitchFamily="18" charset="0"/>
                                  <a:ea typeface="Cambria Math" panose="02040503050406030204" pitchFamily="18" charset="0"/>
                                </a:rPr>
                                <m:t>⋮</m:t>
                              </m:r>
                            </m:e>
                            <m:e>
                              <m:sSub>
                                <m:sSubPr>
                                  <m:ctrlPr>
                                    <a:rPr lang="en-US" sz="2000" i="1">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𝑤𝑒𝑖𝑔h𝑡</m:t>
                                  </m:r>
                                </m:e>
                                <m:sub>
                                  <m:r>
                                    <a:rPr lang="en-US" sz="2000" i="1">
                                      <a:solidFill>
                                        <a:schemeClr val="bg1"/>
                                      </a:solidFill>
                                      <a:latin typeface="Cambria Math" panose="02040503050406030204" pitchFamily="18" charset="0"/>
                                    </a:rPr>
                                    <m:t>𝑛</m:t>
                                  </m:r>
                                </m:sub>
                              </m:sSub>
                            </m:e>
                          </m:eqArr>
                        </m:e>
                      </m:d>
                      <m:r>
                        <a:rPr lang="en-US" sz="2000" i="1">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 </m:t>
                      </m:r>
                      <m:r>
                        <a:rPr lang="en-US" sz="2000" b="0" i="1" smtClean="0">
                          <a:solidFill>
                            <a:schemeClr val="bg1"/>
                          </a:solidFill>
                          <a:latin typeface="Cambria Math" panose="02040503050406030204" pitchFamily="18" charset="0"/>
                        </a:rPr>
                        <m:t>𝑦</m:t>
                      </m:r>
                      <m: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𝑖𝑛𝑝𝑢𝑡</m:t>
                      </m:r>
                      <m:r>
                        <a:rPr lang="en-US" sz="2000" b="0" i="1" smtClean="0">
                          <a:solidFill>
                            <a:schemeClr val="bg1"/>
                          </a:solidFill>
                          <a:latin typeface="Cambria Math" panose="02040503050406030204" pitchFamily="18" charset="0"/>
                          <a:ea typeface="Cambria Math" panose="02040503050406030204" pitchFamily="18" charset="0"/>
                        </a:rPr>
                        <m:t>∙</m:t>
                      </m:r>
                      <m:r>
                        <a:rPr lang="en-US" sz="2000" b="0" i="1" smtClean="0">
                          <a:solidFill>
                            <a:schemeClr val="bg1"/>
                          </a:solidFill>
                          <a:latin typeface="Cambria Math" panose="02040503050406030204" pitchFamily="18" charset="0"/>
                          <a:ea typeface="Cambria Math" panose="02040503050406030204" pitchFamily="18" charset="0"/>
                        </a:rPr>
                        <m:t>𝑤𝑒𝑖𝑔h𝑡</m:t>
                      </m:r>
                      <m:r>
                        <a:rPr lang="en-US" sz="2000" b="0" i="1" smtClean="0">
                          <a:solidFill>
                            <a:schemeClr val="bg1"/>
                          </a:solidFill>
                          <a:latin typeface="Cambria Math" panose="02040503050406030204" pitchFamily="18" charset="0"/>
                          <a:ea typeface="Cambria Math" panose="02040503050406030204" pitchFamily="18" charset="0"/>
                        </a:rPr>
                        <m:t>, </m:t>
                      </m:r>
                      <m:r>
                        <a:rPr lang="en-US" sz="2000" b="0" i="1" smtClean="0">
                          <a:solidFill>
                            <a:schemeClr val="bg1"/>
                          </a:solidFill>
                          <a:latin typeface="Cambria Math" panose="02040503050406030204" pitchFamily="18" charset="0"/>
                          <a:ea typeface="Cambria Math" panose="02040503050406030204" pitchFamily="18" charset="0"/>
                        </a:rPr>
                        <m:t>𝑦</m:t>
                      </m:r>
                      <m:r>
                        <a:rPr lang="en-US" sz="2000" b="0" i="1" smtClean="0">
                          <a:solidFill>
                            <a:schemeClr val="bg1"/>
                          </a:solidFill>
                          <a:latin typeface="Cambria Math" panose="02040503050406030204" pitchFamily="18" charset="0"/>
                          <a:ea typeface="Cambria Math" panose="02040503050406030204" pitchFamily="18" charset="0"/>
                        </a:rPr>
                        <m:t>≥</m:t>
                      </m:r>
                      <m:r>
                        <a:rPr lang="en-US" sz="2000" b="0" i="1" smtClean="0">
                          <a:solidFill>
                            <a:schemeClr val="bg1"/>
                          </a:solidFill>
                          <a:latin typeface="Cambria Math" panose="02040503050406030204" pitchFamily="18" charset="0"/>
                          <a:ea typeface="Cambria Math" panose="02040503050406030204" pitchFamily="18" charset="0"/>
                        </a:rPr>
                        <m:t>𝑡h𝑟𝑒𝑠h𝑜𝑙𝑑</m:t>
                      </m:r>
                      <m:r>
                        <a:rPr lang="en-US" sz="2000" i="1">
                          <a:solidFill>
                            <a:schemeClr val="bg1"/>
                          </a:solidFill>
                          <a:latin typeface="Cambria Math" panose="02040503050406030204" pitchFamily="18" charset="0"/>
                        </a:rPr>
                        <m:t> </m:t>
                      </m:r>
                    </m:oMath>
                  </m:oMathPara>
                </a14:m>
                <a:endParaRPr lang="en-US" sz="2000" dirty="0">
                  <a:solidFill>
                    <a:schemeClr val="bg1"/>
                  </a:solidFill>
                </a:endParaRPr>
              </a:p>
            </p:txBody>
          </p:sp>
        </mc:Choice>
        <mc:Fallback xmlns="">
          <p:sp>
            <p:nvSpPr>
              <p:cNvPr id="32" name="TextBox 31">
                <a:extLst>
                  <a:ext uri="{FF2B5EF4-FFF2-40B4-BE49-F238E27FC236}">
                    <a16:creationId xmlns:a16="http://schemas.microsoft.com/office/drawing/2014/main" id="{B24D9FD4-18F0-D367-6501-AA6CE4479EA2}"/>
                  </a:ext>
                </a:extLst>
              </p:cNvPr>
              <p:cNvSpPr txBox="1">
                <a:spLocks noRot="1" noChangeAspect="1" noMove="1" noResize="1" noEditPoints="1" noAdjustHandles="1" noChangeArrowheads="1" noChangeShapeType="1" noTextEdit="1"/>
              </p:cNvSpPr>
              <p:nvPr/>
            </p:nvSpPr>
            <p:spPr>
              <a:xfrm>
                <a:off x="2360612" y="2590800"/>
                <a:ext cx="8561126" cy="1191416"/>
              </a:xfrm>
              <a:prstGeom prst="rect">
                <a:avLst/>
              </a:prstGeom>
              <a:blipFill>
                <a:blip r:embed="rId2"/>
                <a:stretch>
                  <a:fillRect l="-296" t="-2128" r="-444" b="-95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EF0842A-EC33-BF61-10A0-2220DD17D21A}"/>
                  </a:ext>
                </a:extLst>
              </p:cNvPr>
              <p:cNvSpPr txBox="1"/>
              <p:nvPr/>
            </p:nvSpPr>
            <p:spPr>
              <a:xfrm>
                <a:off x="2360612" y="5290659"/>
                <a:ext cx="7873181" cy="14544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solidFill>
                            <a:schemeClr val="bg1"/>
                          </a:solidFill>
                          <a:latin typeface="Cambria Math" panose="02040503050406030204" pitchFamily="18" charset="0"/>
                        </a:rPr>
                        <m:t>𝑖𝑛𝑝𝑢𝑡</m:t>
                      </m:r>
                      <m:r>
                        <a:rPr lang="en-US" sz="2000" b="0" i="1" smtClean="0">
                          <a:solidFill>
                            <a:schemeClr val="bg1"/>
                          </a:solidFill>
                          <a:latin typeface="Cambria Math" panose="02040503050406030204" pitchFamily="18" charset="0"/>
                        </a:rPr>
                        <m:t>= </m:t>
                      </m:r>
                      <m:d>
                        <m:dPr>
                          <m:begChr m:val="["/>
                          <m:endChr m:val="]"/>
                          <m:ctrlPr>
                            <a:rPr lang="en-US" sz="2000" b="0" i="1" smtClean="0">
                              <a:solidFill>
                                <a:schemeClr val="bg1"/>
                              </a:solidFill>
                              <a:latin typeface="Cambria Math" panose="02040503050406030204" pitchFamily="18" charset="0"/>
                            </a:rPr>
                          </m:ctrlPr>
                        </m:dPr>
                        <m:e>
                          <m:eqArr>
                            <m:eqArrPr>
                              <m:ctrlPr>
                                <a:rPr lang="en-US" sz="2000" b="0" i="1" smtClean="0">
                                  <a:solidFill>
                                    <a:schemeClr val="bg1"/>
                                  </a:solidFill>
                                  <a:latin typeface="Cambria Math" panose="02040503050406030204" pitchFamily="18" charset="0"/>
                                </a:rPr>
                              </m:ctrlPr>
                            </m:eqArrPr>
                            <m:e>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𝑖𝑛𝑝𝑢𝑡</m:t>
                                  </m:r>
                                </m:e>
                                <m:sub>
                                  <m:r>
                                    <a:rPr lang="en-US" sz="2000" b="0" i="1" smtClean="0">
                                      <a:solidFill>
                                        <a:schemeClr val="bg1"/>
                                      </a:solidFill>
                                      <a:latin typeface="Cambria Math" panose="02040503050406030204" pitchFamily="18" charset="0"/>
                                    </a:rPr>
                                    <m:t>1</m:t>
                                  </m:r>
                                </m:sub>
                              </m:sSub>
                            </m:e>
                            <m:e>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𝑖𝑛𝑝𝑢𝑡</m:t>
                                  </m:r>
                                </m:e>
                                <m:sub>
                                  <m:r>
                                    <a:rPr lang="en-US" sz="2000" b="0" i="1" smtClean="0">
                                      <a:solidFill>
                                        <a:schemeClr val="bg1"/>
                                      </a:solidFill>
                                      <a:latin typeface="Cambria Math" panose="02040503050406030204" pitchFamily="18" charset="0"/>
                                    </a:rPr>
                                    <m:t>2</m:t>
                                  </m:r>
                                </m:sub>
                              </m:sSub>
                            </m:e>
                            <m:e>
                              <m:r>
                                <a:rPr lang="en-US" sz="2000" b="0" i="1" smtClean="0">
                                  <a:solidFill>
                                    <a:schemeClr val="bg1"/>
                                  </a:solidFill>
                                  <a:latin typeface="Cambria Math" panose="02040503050406030204" pitchFamily="18" charset="0"/>
                                  <a:ea typeface="Cambria Math" panose="02040503050406030204" pitchFamily="18" charset="0"/>
                                </a:rPr>
                                <m:t>⋮</m:t>
                              </m:r>
                            </m:e>
                            <m:e>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𝑖𝑛𝑝𝑢𝑡</m:t>
                                  </m:r>
                                </m:e>
                                <m:sub>
                                  <m:r>
                                    <a:rPr lang="en-US" sz="2000" b="0" i="1" smtClean="0">
                                      <a:solidFill>
                                        <a:schemeClr val="bg1"/>
                                      </a:solidFill>
                                      <a:latin typeface="Cambria Math" panose="02040503050406030204" pitchFamily="18" charset="0"/>
                                    </a:rPr>
                                    <m:t>𝑛</m:t>
                                  </m:r>
                                </m:sub>
                              </m:sSub>
                            </m:e>
                            <m:e>
                              <m:r>
                                <a:rPr lang="en-US" sz="2000" b="0" i="1" smtClean="0">
                                  <a:solidFill>
                                    <a:schemeClr val="bg1"/>
                                  </a:solidFill>
                                  <a:latin typeface="Cambria Math" panose="02040503050406030204" pitchFamily="18" charset="0"/>
                                </a:rPr>
                                <m:t>1</m:t>
                              </m:r>
                            </m:e>
                          </m:eqArr>
                        </m:e>
                      </m:d>
                      <m:r>
                        <a:rPr lang="en-US" sz="2000" i="1">
                          <a:solidFill>
                            <a:schemeClr val="bg1"/>
                          </a:solidFill>
                          <a:latin typeface="Cambria Math" panose="02040503050406030204" pitchFamily="18" charset="0"/>
                        </a:rPr>
                        <m:t>, </m:t>
                      </m:r>
                      <m:r>
                        <a:rPr lang="en-US" sz="2000" b="0" i="1" smtClean="0">
                          <a:solidFill>
                            <a:schemeClr val="bg1"/>
                          </a:solidFill>
                          <a:latin typeface="Cambria Math" panose="02040503050406030204" pitchFamily="18" charset="0"/>
                        </a:rPr>
                        <m:t>𝑤𝑒𝑖𝑔h𝑡</m:t>
                      </m:r>
                      <m:r>
                        <a:rPr lang="en-US" sz="2000" i="1">
                          <a:solidFill>
                            <a:schemeClr val="bg1"/>
                          </a:solidFill>
                          <a:latin typeface="Cambria Math" panose="02040503050406030204" pitchFamily="18" charset="0"/>
                        </a:rPr>
                        <m:t>= </m:t>
                      </m:r>
                      <m:d>
                        <m:dPr>
                          <m:begChr m:val="["/>
                          <m:endChr m:val="]"/>
                          <m:ctrlPr>
                            <a:rPr lang="en-US" sz="2000" i="1">
                              <a:solidFill>
                                <a:schemeClr val="bg1"/>
                              </a:solidFill>
                              <a:latin typeface="Cambria Math" panose="02040503050406030204" pitchFamily="18" charset="0"/>
                            </a:rPr>
                          </m:ctrlPr>
                        </m:dPr>
                        <m:e>
                          <m:eqArr>
                            <m:eqArrPr>
                              <m:ctrlPr>
                                <a:rPr lang="en-US" sz="2000" i="1">
                                  <a:solidFill>
                                    <a:schemeClr val="bg1"/>
                                  </a:solidFill>
                                  <a:latin typeface="Cambria Math" panose="02040503050406030204" pitchFamily="18" charset="0"/>
                                </a:rPr>
                              </m:ctrlPr>
                            </m:eqArrPr>
                            <m:e>
                              <m:sSub>
                                <m:sSubPr>
                                  <m:ctrlPr>
                                    <a:rPr lang="en-US" sz="2000" i="1">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𝑤𝑒𝑖𝑔h𝑡</m:t>
                                  </m:r>
                                </m:e>
                                <m:sub>
                                  <m:r>
                                    <a:rPr lang="en-US" sz="2000" i="1">
                                      <a:solidFill>
                                        <a:schemeClr val="bg1"/>
                                      </a:solidFill>
                                      <a:latin typeface="Cambria Math" panose="02040503050406030204" pitchFamily="18" charset="0"/>
                                    </a:rPr>
                                    <m:t>1</m:t>
                                  </m:r>
                                </m:sub>
                              </m:sSub>
                            </m:e>
                            <m:e>
                              <m:sSub>
                                <m:sSubPr>
                                  <m:ctrlPr>
                                    <a:rPr lang="en-US" sz="2000" i="1">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𝑤𝑒𝑖𝑔h𝑡</m:t>
                                  </m:r>
                                </m:e>
                                <m:sub>
                                  <m:r>
                                    <a:rPr lang="en-US" sz="2000" i="1">
                                      <a:solidFill>
                                        <a:schemeClr val="bg1"/>
                                      </a:solidFill>
                                      <a:latin typeface="Cambria Math" panose="02040503050406030204" pitchFamily="18" charset="0"/>
                                    </a:rPr>
                                    <m:t>2</m:t>
                                  </m:r>
                                </m:sub>
                              </m:sSub>
                            </m:e>
                            <m:e>
                              <m:r>
                                <a:rPr lang="en-US" sz="2000" i="1">
                                  <a:solidFill>
                                    <a:schemeClr val="bg1"/>
                                  </a:solidFill>
                                  <a:latin typeface="Cambria Math" panose="02040503050406030204" pitchFamily="18" charset="0"/>
                                  <a:ea typeface="Cambria Math" panose="02040503050406030204" pitchFamily="18" charset="0"/>
                                </a:rPr>
                                <m:t>⋮</m:t>
                              </m:r>
                            </m:e>
                            <m:e>
                              <m:sSub>
                                <m:sSubPr>
                                  <m:ctrlPr>
                                    <a:rPr lang="en-US" sz="2000" i="1">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𝑤𝑒𝑖𝑔h𝑡</m:t>
                                  </m:r>
                                </m:e>
                                <m:sub>
                                  <m:r>
                                    <a:rPr lang="en-US" sz="2000" i="1">
                                      <a:solidFill>
                                        <a:schemeClr val="bg1"/>
                                      </a:solidFill>
                                      <a:latin typeface="Cambria Math" panose="02040503050406030204" pitchFamily="18" charset="0"/>
                                    </a:rPr>
                                    <m:t>𝑛</m:t>
                                  </m:r>
                                </m:sub>
                              </m:sSub>
                            </m:e>
                            <m:e>
                              <m: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𝑡h𝑟𝑒𝑠h𝑜𝑙𝑑</m:t>
                              </m:r>
                            </m:e>
                          </m:eqArr>
                        </m:e>
                      </m:d>
                      <m:r>
                        <a:rPr lang="en-US" sz="2000" i="1">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 </m:t>
                      </m:r>
                      <m:r>
                        <a:rPr lang="en-US" sz="2000" b="0" i="1" smtClean="0">
                          <a:solidFill>
                            <a:schemeClr val="bg1"/>
                          </a:solidFill>
                          <a:latin typeface="Cambria Math" panose="02040503050406030204" pitchFamily="18" charset="0"/>
                        </a:rPr>
                        <m:t>𝑦</m:t>
                      </m:r>
                      <m: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𝑖𝑛𝑝𝑢𝑡</m:t>
                      </m:r>
                      <m:r>
                        <a:rPr lang="en-US" sz="2000" b="0" i="1" smtClean="0">
                          <a:solidFill>
                            <a:schemeClr val="bg1"/>
                          </a:solidFill>
                          <a:latin typeface="Cambria Math" panose="02040503050406030204" pitchFamily="18" charset="0"/>
                          <a:ea typeface="Cambria Math" panose="02040503050406030204" pitchFamily="18" charset="0"/>
                        </a:rPr>
                        <m:t>∙</m:t>
                      </m:r>
                      <m:r>
                        <a:rPr lang="en-US" sz="2000" b="0" i="1" smtClean="0">
                          <a:solidFill>
                            <a:schemeClr val="bg1"/>
                          </a:solidFill>
                          <a:latin typeface="Cambria Math" panose="02040503050406030204" pitchFamily="18" charset="0"/>
                          <a:ea typeface="Cambria Math" panose="02040503050406030204" pitchFamily="18" charset="0"/>
                        </a:rPr>
                        <m:t>𝑤𝑒𝑖𝑔h𝑡</m:t>
                      </m:r>
                      <m:r>
                        <a:rPr lang="en-US" sz="2000" b="0" i="1" smtClean="0">
                          <a:solidFill>
                            <a:schemeClr val="bg1"/>
                          </a:solidFill>
                          <a:latin typeface="Cambria Math" panose="02040503050406030204" pitchFamily="18" charset="0"/>
                          <a:ea typeface="Cambria Math" panose="02040503050406030204" pitchFamily="18" charset="0"/>
                        </a:rPr>
                        <m:t>, </m:t>
                      </m:r>
                      <m:r>
                        <a:rPr lang="en-US" sz="2000" b="0" i="1" smtClean="0">
                          <a:solidFill>
                            <a:schemeClr val="bg1"/>
                          </a:solidFill>
                          <a:latin typeface="Cambria Math" panose="02040503050406030204" pitchFamily="18" charset="0"/>
                          <a:ea typeface="Cambria Math" panose="02040503050406030204" pitchFamily="18" charset="0"/>
                        </a:rPr>
                        <m:t>𝑦</m:t>
                      </m:r>
                      <m:r>
                        <a:rPr lang="en-US" sz="2000" b="0" i="1" smtClean="0">
                          <a:solidFill>
                            <a:schemeClr val="bg1"/>
                          </a:solidFill>
                          <a:latin typeface="Cambria Math" panose="02040503050406030204" pitchFamily="18" charset="0"/>
                          <a:ea typeface="Cambria Math" panose="02040503050406030204" pitchFamily="18" charset="0"/>
                        </a:rPr>
                        <m:t>≥0</m:t>
                      </m:r>
                    </m:oMath>
                  </m:oMathPara>
                </a14:m>
                <a:endParaRPr lang="en-US" sz="2000" dirty="0">
                  <a:solidFill>
                    <a:schemeClr val="bg1"/>
                  </a:solidFill>
                </a:endParaRPr>
              </a:p>
            </p:txBody>
          </p:sp>
        </mc:Choice>
        <mc:Fallback xmlns="">
          <p:sp>
            <p:nvSpPr>
              <p:cNvPr id="2" name="TextBox 1">
                <a:extLst>
                  <a:ext uri="{FF2B5EF4-FFF2-40B4-BE49-F238E27FC236}">
                    <a16:creationId xmlns:a16="http://schemas.microsoft.com/office/drawing/2014/main" id="{7EF0842A-EC33-BF61-10A0-2220DD17D21A}"/>
                  </a:ext>
                </a:extLst>
              </p:cNvPr>
              <p:cNvSpPr txBox="1">
                <a:spLocks noRot="1" noChangeAspect="1" noMove="1" noResize="1" noEditPoints="1" noAdjustHandles="1" noChangeArrowheads="1" noChangeShapeType="1" noTextEdit="1"/>
              </p:cNvSpPr>
              <p:nvPr/>
            </p:nvSpPr>
            <p:spPr>
              <a:xfrm>
                <a:off x="2360612" y="5290659"/>
                <a:ext cx="7873181" cy="1454437"/>
              </a:xfrm>
              <a:prstGeom prst="rect">
                <a:avLst/>
              </a:prstGeom>
              <a:blipFill>
                <a:blip r:embed="rId3"/>
                <a:stretch>
                  <a:fillRect t="-1739" b="-6087"/>
                </a:stretch>
              </a:blipFill>
            </p:spPr>
            <p:txBody>
              <a:bodyPr/>
              <a:lstStyle/>
              <a:p>
                <a:r>
                  <a:rPr lang="en-US">
                    <a:noFill/>
                  </a:rPr>
                  <a:t> </a:t>
                </a:r>
              </a:p>
            </p:txBody>
          </p:sp>
        </mc:Fallback>
      </mc:AlternateContent>
    </p:spTree>
    <p:extLst>
      <p:ext uri="{BB962C8B-B14F-4D97-AF65-F5344CB8AC3E}">
        <p14:creationId xmlns:p14="http://schemas.microsoft.com/office/powerpoint/2010/main" val="4052282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Algorithm</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pPr marL="0" marR="0" lvl="0" indent="0" algn="l" defTabSz="914400" rtl="0" eaLnBrk="1" fontAlgn="auto" latinLnBrk="0" hangingPunct="1">
              <a:lnSpc>
                <a:spcPct val="90000"/>
              </a:lnSpc>
              <a:spcBef>
                <a:spcPts val="1400"/>
              </a:spcBef>
              <a:spcAft>
                <a:spcPts val="0"/>
              </a:spcAft>
              <a:buClrTx/>
              <a:buSzTx/>
              <a:buFont typeface="Euphemia" pitchFamily="34" charset="0"/>
              <a:buNone/>
              <a:tabLst/>
              <a:defRPr/>
            </a:pPr>
            <a:r>
              <a:rPr kumimoji="0" lang="en-US" sz="2400" b="0"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rPr>
              <a:t>This form of the perceptron algorithm (that implies that a dot product must be bigger than 0) addresses the scenario with a binary label (a label can have two possible values – for example a label can indicate the presence or absence of a class).</a:t>
            </a:r>
          </a:p>
          <a:p>
            <a:pPr marL="0" marR="0" lvl="0" indent="0" algn="l" defTabSz="914400" rtl="0" eaLnBrk="1" fontAlgn="auto" latinLnBrk="0" hangingPunct="1">
              <a:lnSpc>
                <a:spcPct val="90000"/>
              </a:lnSpc>
              <a:spcBef>
                <a:spcPts val="1400"/>
              </a:spcBef>
              <a:spcAft>
                <a:spcPts val="0"/>
              </a:spcAft>
              <a:buClrTx/>
              <a:buSzTx/>
              <a:buFont typeface="Euphemia" pitchFamily="34" charset="0"/>
              <a:buNone/>
              <a:tabLst/>
              <a:defRPr/>
            </a:pPr>
            <a:r>
              <a:rPr kumimoji="0" lang="en-US" sz="2400" b="1"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rPr>
              <a:t>Let’s write the perceptron equations for inputs with 2 elements:</a:t>
            </a:r>
            <a:endParaRPr kumimoji="0" lang="en-US" sz="2400" b="0" i="1" u="none" strike="noStrike" kern="1200" cap="none" spc="0" normalizeH="0" baseline="0" noProof="0" dirty="0">
              <a:ln>
                <a:noFill/>
              </a:ln>
              <a:effectLst/>
              <a:uLnTx/>
              <a:uFillTx/>
              <a:latin typeface="Cambria Math" panose="02040503050406030204" pitchFamily="18" charset="0"/>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1688463-F27E-3CE1-5CD0-E5665313F6C6}"/>
                  </a:ext>
                </a:extLst>
              </p:cNvPr>
              <p:cNvSpPr txBox="1"/>
              <p:nvPr/>
            </p:nvSpPr>
            <p:spPr>
              <a:xfrm>
                <a:off x="2741612" y="3962400"/>
                <a:ext cx="7206781" cy="14680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solidFill>
                            <a:schemeClr val="bg1"/>
                          </a:solidFill>
                          <a:latin typeface="Cambria Math" panose="02040503050406030204" pitchFamily="18" charset="0"/>
                        </a:rPr>
                        <m:t>𝑖𝑛𝑝𝑢𝑡</m:t>
                      </m:r>
                      <m:r>
                        <a:rPr lang="en-US" sz="2000" b="0" i="1" smtClean="0">
                          <a:solidFill>
                            <a:schemeClr val="bg1"/>
                          </a:solidFill>
                          <a:latin typeface="Cambria Math" panose="02040503050406030204" pitchFamily="18" charset="0"/>
                        </a:rPr>
                        <m:t>=</m:t>
                      </m:r>
                      <m:d>
                        <m:dPr>
                          <m:begChr m:val="["/>
                          <m:endChr m:val="]"/>
                          <m:ctrlPr>
                            <a:rPr lang="en-US" sz="2000" b="0" i="1" smtClean="0">
                              <a:solidFill>
                                <a:schemeClr val="bg1"/>
                              </a:solidFill>
                              <a:latin typeface="Cambria Math" panose="02040503050406030204" pitchFamily="18" charset="0"/>
                            </a:rPr>
                          </m:ctrlPr>
                        </m:dPr>
                        <m:e>
                          <m:eqArr>
                            <m:eqArrPr>
                              <m:ctrlPr>
                                <a:rPr lang="en-US" sz="2000" i="1">
                                  <a:solidFill>
                                    <a:schemeClr val="bg1"/>
                                  </a:solidFill>
                                  <a:latin typeface="Cambria Math" panose="02040503050406030204" pitchFamily="18" charset="0"/>
                                </a:rPr>
                              </m:ctrlPr>
                            </m:eqArrPr>
                            <m:e>
                              <m:sSub>
                                <m:sSubPr>
                                  <m:ctrlPr>
                                    <a:rPr lang="en-US" sz="2000" i="1">
                                      <a:solidFill>
                                        <a:schemeClr val="bg1"/>
                                      </a:solidFill>
                                      <a:latin typeface="Cambria Math" panose="02040503050406030204" pitchFamily="18" charset="0"/>
                                    </a:rPr>
                                  </m:ctrlPr>
                                </m:sSubPr>
                                <m:e>
                                  <m:r>
                                    <a:rPr lang="en-US" sz="2000" i="1">
                                      <a:solidFill>
                                        <a:schemeClr val="bg1"/>
                                      </a:solidFill>
                                      <a:latin typeface="Cambria Math" panose="02040503050406030204" pitchFamily="18" charset="0"/>
                                    </a:rPr>
                                    <m:t>𝑖𝑛𝑝𝑢𝑡</m:t>
                                  </m:r>
                                </m:e>
                                <m:sub>
                                  <m:r>
                                    <a:rPr lang="en-US" sz="2000" i="1">
                                      <a:solidFill>
                                        <a:schemeClr val="bg1"/>
                                      </a:solidFill>
                                      <a:latin typeface="Cambria Math" panose="02040503050406030204" pitchFamily="18" charset="0"/>
                                    </a:rPr>
                                    <m:t>1</m:t>
                                  </m:r>
                                </m:sub>
                              </m:sSub>
                            </m:e>
                            <m:e>
                              <m:sSub>
                                <m:sSubPr>
                                  <m:ctrlPr>
                                    <a:rPr lang="en-US" sz="2000" i="1">
                                      <a:solidFill>
                                        <a:schemeClr val="bg1"/>
                                      </a:solidFill>
                                      <a:latin typeface="Cambria Math" panose="02040503050406030204" pitchFamily="18" charset="0"/>
                                    </a:rPr>
                                  </m:ctrlPr>
                                </m:sSubPr>
                                <m:e>
                                  <m:r>
                                    <a:rPr lang="en-US" sz="2000" i="1">
                                      <a:solidFill>
                                        <a:schemeClr val="bg1"/>
                                      </a:solidFill>
                                      <a:latin typeface="Cambria Math" panose="02040503050406030204" pitchFamily="18" charset="0"/>
                                    </a:rPr>
                                    <m:t>𝑖𝑛𝑝𝑢𝑡</m:t>
                                  </m:r>
                                </m:e>
                                <m:sub>
                                  <m:r>
                                    <a:rPr lang="en-US" sz="2000" b="0" i="1" smtClean="0">
                                      <a:solidFill>
                                        <a:schemeClr val="bg1"/>
                                      </a:solidFill>
                                      <a:latin typeface="Cambria Math" panose="02040503050406030204" pitchFamily="18" charset="0"/>
                                    </a:rPr>
                                    <m:t>2</m:t>
                                  </m:r>
                                </m:sub>
                              </m:sSub>
                            </m:e>
                            <m:e>
                              <m:r>
                                <a:rPr lang="en-US" sz="2000" b="0" i="1" smtClean="0">
                                  <a:solidFill>
                                    <a:schemeClr val="bg1"/>
                                  </a:solidFill>
                                  <a:latin typeface="Cambria Math" panose="02040503050406030204" pitchFamily="18" charset="0"/>
                                </a:rPr>
                                <m:t>1</m:t>
                              </m:r>
                            </m:e>
                          </m:eqArr>
                        </m:e>
                      </m:d>
                      <m:r>
                        <a:rPr lang="en-US" sz="2000" i="1">
                          <a:solidFill>
                            <a:schemeClr val="bg1"/>
                          </a:solidFill>
                          <a:latin typeface="Cambria Math" panose="02040503050406030204" pitchFamily="18" charset="0"/>
                        </a:rPr>
                        <m:t>, </m:t>
                      </m:r>
                      <m:r>
                        <a:rPr lang="en-US" sz="2000" b="0" i="1" smtClean="0">
                          <a:solidFill>
                            <a:schemeClr val="bg1"/>
                          </a:solidFill>
                          <a:latin typeface="Cambria Math" panose="02040503050406030204" pitchFamily="18" charset="0"/>
                        </a:rPr>
                        <m:t>𝑤𝑒𝑖𝑔h𝑡</m:t>
                      </m:r>
                      <m:r>
                        <a:rPr lang="en-US" sz="2000" i="1">
                          <a:solidFill>
                            <a:schemeClr val="bg1"/>
                          </a:solidFill>
                          <a:latin typeface="Cambria Math" panose="02040503050406030204" pitchFamily="18" charset="0"/>
                        </a:rPr>
                        <m:t>=</m:t>
                      </m:r>
                      <m:d>
                        <m:dPr>
                          <m:begChr m:val="["/>
                          <m:endChr m:val="]"/>
                          <m:ctrlPr>
                            <a:rPr lang="en-US" sz="2000" i="1" smtClean="0">
                              <a:solidFill>
                                <a:schemeClr val="bg1"/>
                              </a:solidFill>
                              <a:latin typeface="Cambria Math" panose="02040503050406030204" pitchFamily="18" charset="0"/>
                            </a:rPr>
                          </m:ctrlPr>
                        </m:dPr>
                        <m:e>
                          <m:eqArr>
                            <m:eqArrPr>
                              <m:ctrlPr>
                                <a:rPr lang="en-US" sz="2000" i="1">
                                  <a:solidFill>
                                    <a:schemeClr val="bg1"/>
                                  </a:solidFill>
                                  <a:latin typeface="Cambria Math" panose="02040503050406030204" pitchFamily="18" charset="0"/>
                                </a:rPr>
                              </m:ctrlPr>
                            </m:eqArrPr>
                            <m:e>
                              <m:sSub>
                                <m:sSubPr>
                                  <m:ctrlPr>
                                    <a:rPr lang="en-US" sz="2000" i="1">
                                      <a:solidFill>
                                        <a:schemeClr val="bg1"/>
                                      </a:solidFill>
                                      <a:latin typeface="Cambria Math" panose="02040503050406030204" pitchFamily="18" charset="0"/>
                                    </a:rPr>
                                  </m:ctrlPr>
                                </m:sSubPr>
                                <m:e>
                                  <m:r>
                                    <a:rPr lang="en-US" sz="2000" i="1">
                                      <a:solidFill>
                                        <a:schemeClr val="bg1"/>
                                      </a:solidFill>
                                      <a:latin typeface="Cambria Math" panose="02040503050406030204" pitchFamily="18" charset="0"/>
                                    </a:rPr>
                                    <m:t>𝑤𝑒𝑖𝑔h𝑡</m:t>
                                  </m:r>
                                </m:e>
                                <m:sub>
                                  <m:r>
                                    <a:rPr lang="en-US" sz="2000" i="1">
                                      <a:solidFill>
                                        <a:schemeClr val="bg1"/>
                                      </a:solidFill>
                                      <a:latin typeface="Cambria Math" panose="02040503050406030204" pitchFamily="18" charset="0"/>
                                    </a:rPr>
                                    <m:t>1</m:t>
                                  </m:r>
                                </m:sub>
                              </m:sSub>
                            </m:e>
                            <m:e>
                              <m:sSub>
                                <m:sSubPr>
                                  <m:ctrlPr>
                                    <a:rPr lang="en-US" sz="2000" i="1">
                                      <a:solidFill>
                                        <a:schemeClr val="bg1"/>
                                      </a:solidFill>
                                      <a:latin typeface="Cambria Math" panose="02040503050406030204" pitchFamily="18" charset="0"/>
                                    </a:rPr>
                                  </m:ctrlPr>
                                </m:sSubPr>
                                <m:e>
                                  <m:r>
                                    <a:rPr lang="en-US" sz="2000" i="1">
                                      <a:solidFill>
                                        <a:schemeClr val="bg1"/>
                                      </a:solidFill>
                                      <a:latin typeface="Cambria Math" panose="02040503050406030204" pitchFamily="18" charset="0"/>
                                    </a:rPr>
                                    <m:t>𝑤𝑒𝑖𝑔h𝑡</m:t>
                                  </m:r>
                                </m:e>
                                <m:sub>
                                  <m:r>
                                    <a:rPr lang="en-US" sz="2000" b="0" i="1" smtClean="0">
                                      <a:solidFill>
                                        <a:schemeClr val="bg1"/>
                                      </a:solidFill>
                                      <a:latin typeface="Cambria Math" panose="02040503050406030204" pitchFamily="18" charset="0"/>
                                    </a:rPr>
                                    <m:t>2</m:t>
                                  </m:r>
                                </m:sub>
                              </m:sSub>
                            </m:e>
                            <m:e>
                              <m:r>
                                <a:rPr lang="en-US" sz="2000" i="1">
                                  <a:solidFill>
                                    <a:schemeClr val="bg1"/>
                                  </a:solidFill>
                                  <a:latin typeface="Cambria Math" panose="02040503050406030204" pitchFamily="18" charset="0"/>
                                </a:rPr>
                                <m:t>−</m:t>
                              </m:r>
                              <m:r>
                                <a:rPr lang="en-US" sz="2000" i="1">
                                  <a:solidFill>
                                    <a:schemeClr val="bg1"/>
                                  </a:solidFill>
                                  <a:latin typeface="Cambria Math" panose="02040503050406030204" pitchFamily="18" charset="0"/>
                                </a:rPr>
                                <m:t>𝑡h𝑟𝑒𝑠h𝑜𝑙𝑑</m:t>
                              </m:r>
                            </m:e>
                          </m:eqArr>
                        </m:e>
                      </m:d>
                      <m:r>
                        <a:rPr lang="en-US" sz="2000" i="1">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 </m:t>
                      </m:r>
                      <m:r>
                        <a:rPr lang="en-US" sz="2000" b="0" i="1" smtClean="0">
                          <a:solidFill>
                            <a:schemeClr val="bg1"/>
                          </a:solidFill>
                          <a:latin typeface="Cambria Math" panose="02040503050406030204" pitchFamily="18" charset="0"/>
                        </a:rPr>
                        <m:t>𝑦</m:t>
                      </m:r>
                      <m: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𝑖𝑛𝑝𝑢𝑡</m:t>
                      </m:r>
                      <m:r>
                        <a:rPr lang="en-US" sz="2000" b="0" i="1" smtClean="0">
                          <a:solidFill>
                            <a:schemeClr val="bg1"/>
                          </a:solidFill>
                          <a:latin typeface="Cambria Math" panose="02040503050406030204" pitchFamily="18" charset="0"/>
                          <a:ea typeface="Cambria Math" panose="02040503050406030204" pitchFamily="18" charset="0"/>
                        </a:rPr>
                        <m:t>∙</m:t>
                      </m:r>
                      <m:r>
                        <a:rPr lang="en-US" sz="2000" b="0" i="1" smtClean="0">
                          <a:solidFill>
                            <a:schemeClr val="bg1"/>
                          </a:solidFill>
                          <a:latin typeface="Cambria Math" panose="02040503050406030204" pitchFamily="18" charset="0"/>
                          <a:ea typeface="Cambria Math" panose="02040503050406030204" pitchFamily="18" charset="0"/>
                        </a:rPr>
                        <m:t>𝑤𝑒𝑖𝑔h𝑡</m:t>
                      </m:r>
                      <m:r>
                        <a:rPr lang="en-US" sz="2000" b="0" i="1" smtClean="0">
                          <a:solidFill>
                            <a:schemeClr val="bg1"/>
                          </a:solidFill>
                          <a:latin typeface="Cambria Math" panose="02040503050406030204" pitchFamily="18" charset="0"/>
                          <a:ea typeface="Cambria Math" panose="02040503050406030204" pitchFamily="18" charset="0"/>
                        </a:rPr>
                        <m:t>, </m:t>
                      </m:r>
                    </m:oMath>
                  </m:oMathPara>
                </a14:m>
                <a:endParaRPr lang="en-US" sz="2000" b="0" i="1" dirty="0">
                  <a:solidFill>
                    <a:schemeClr val="bg1"/>
                  </a:solidFill>
                  <a:latin typeface="Cambria Math" panose="02040503050406030204" pitchFamily="18" charset="0"/>
                  <a:ea typeface="Cambria Math" panose="02040503050406030204" pitchFamily="18" charset="0"/>
                </a:endParaRPr>
              </a:p>
              <a:p>
                <a:endParaRPr lang="en-US" sz="2000" b="0" i="1" dirty="0">
                  <a:solidFill>
                    <a:schemeClr val="bg1"/>
                  </a:solidFill>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000" b="0" i="1" smtClean="0">
                          <a:solidFill>
                            <a:schemeClr val="bg1"/>
                          </a:solidFill>
                          <a:latin typeface="Cambria Math" panose="02040503050406030204" pitchFamily="18" charset="0"/>
                          <a:ea typeface="Cambria Math" panose="02040503050406030204" pitchFamily="18" charset="0"/>
                        </a:rPr>
                        <m:t>𝑟𝑒𝑠𝑢𝑙𝑡</m:t>
                      </m:r>
                      <m:r>
                        <a:rPr lang="en-US" sz="2000" b="0" i="1" smtClean="0">
                          <a:solidFill>
                            <a:schemeClr val="bg1"/>
                          </a:solidFill>
                          <a:latin typeface="Cambria Math" panose="02040503050406030204" pitchFamily="18" charset="0"/>
                          <a:ea typeface="Cambria Math" panose="02040503050406030204" pitchFamily="18" charset="0"/>
                        </a:rPr>
                        <m:t>= </m:t>
                      </m:r>
                      <m:sSub>
                        <m:sSubPr>
                          <m:ctrlPr>
                            <a:rPr lang="en-US" sz="2000" b="0" i="1" smtClean="0">
                              <a:solidFill>
                                <a:schemeClr val="bg1"/>
                              </a:solidFill>
                              <a:latin typeface="Cambria Math" panose="02040503050406030204" pitchFamily="18" charset="0"/>
                              <a:ea typeface="Cambria Math" panose="02040503050406030204" pitchFamily="18" charset="0"/>
                            </a:rPr>
                          </m:ctrlPr>
                        </m:sSubPr>
                        <m:e>
                          <m:r>
                            <a:rPr lang="en-US" sz="2000" b="0" i="1" smtClean="0">
                              <a:solidFill>
                                <a:schemeClr val="bg1"/>
                              </a:solidFill>
                              <a:latin typeface="Cambria Math" panose="02040503050406030204" pitchFamily="18" charset="0"/>
                              <a:ea typeface="Cambria Math" panose="02040503050406030204" pitchFamily="18" charset="0"/>
                            </a:rPr>
                            <m:t>𝑖𝑛𝑝𝑢𝑡</m:t>
                          </m:r>
                        </m:e>
                        <m:sub>
                          <m:r>
                            <a:rPr lang="en-US" sz="2000" b="0" i="1" smtClean="0">
                              <a:solidFill>
                                <a:schemeClr val="bg1"/>
                              </a:solidFill>
                              <a:latin typeface="Cambria Math" panose="02040503050406030204" pitchFamily="18" charset="0"/>
                              <a:ea typeface="Cambria Math" panose="02040503050406030204" pitchFamily="18" charset="0"/>
                            </a:rPr>
                            <m:t>1</m:t>
                          </m:r>
                        </m:sub>
                      </m:sSub>
                      <m:r>
                        <a:rPr lang="en-US" sz="2000" b="0" i="1" smtClean="0">
                          <a:solidFill>
                            <a:schemeClr val="bg1"/>
                          </a:solidFill>
                          <a:latin typeface="Cambria Math" panose="02040503050406030204" pitchFamily="18" charset="0"/>
                          <a:ea typeface="Cambria Math" panose="02040503050406030204" pitchFamily="18" charset="0"/>
                        </a:rPr>
                        <m:t>×</m:t>
                      </m:r>
                      <m:sSub>
                        <m:sSubPr>
                          <m:ctrlPr>
                            <a:rPr lang="en-US" sz="2000" b="0" i="1" smtClean="0">
                              <a:solidFill>
                                <a:schemeClr val="bg1"/>
                              </a:solidFill>
                              <a:latin typeface="Cambria Math" panose="02040503050406030204" pitchFamily="18" charset="0"/>
                              <a:ea typeface="Cambria Math" panose="02040503050406030204" pitchFamily="18" charset="0"/>
                            </a:rPr>
                          </m:ctrlPr>
                        </m:sSubPr>
                        <m:e>
                          <m:r>
                            <a:rPr lang="en-US" sz="2000" b="0" i="1" smtClean="0">
                              <a:solidFill>
                                <a:schemeClr val="bg1"/>
                              </a:solidFill>
                              <a:latin typeface="Cambria Math" panose="02040503050406030204" pitchFamily="18" charset="0"/>
                              <a:ea typeface="Cambria Math" panose="02040503050406030204" pitchFamily="18" charset="0"/>
                            </a:rPr>
                            <m:t>𝑤𝑒𝑖𝑔h𝑡</m:t>
                          </m:r>
                        </m:e>
                        <m:sub>
                          <m:r>
                            <a:rPr lang="en-US" sz="2000" b="0" i="1" smtClean="0">
                              <a:solidFill>
                                <a:schemeClr val="bg1"/>
                              </a:solidFill>
                              <a:latin typeface="Cambria Math" panose="02040503050406030204" pitchFamily="18" charset="0"/>
                              <a:ea typeface="Cambria Math" panose="02040503050406030204" pitchFamily="18" charset="0"/>
                            </a:rPr>
                            <m:t>1</m:t>
                          </m:r>
                        </m:sub>
                      </m:sSub>
                      <m:r>
                        <a:rPr lang="en-US" sz="2000" b="0" i="1" smtClean="0">
                          <a:solidFill>
                            <a:schemeClr val="bg1"/>
                          </a:solidFill>
                          <a:latin typeface="Cambria Math" panose="02040503050406030204" pitchFamily="18" charset="0"/>
                          <a:ea typeface="Cambria Math" panose="02040503050406030204" pitchFamily="18" charset="0"/>
                        </a:rPr>
                        <m:t>+</m:t>
                      </m:r>
                      <m:sSub>
                        <m:sSubPr>
                          <m:ctrlPr>
                            <a:rPr lang="en-US" sz="2000" i="1">
                              <a:solidFill>
                                <a:schemeClr val="bg1"/>
                              </a:solidFill>
                              <a:latin typeface="Cambria Math" panose="02040503050406030204" pitchFamily="18" charset="0"/>
                              <a:ea typeface="Cambria Math" panose="02040503050406030204" pitchFamily="18" charset="0"/>
                            </a:rPr>
                          </m:ctrlPr>
                        </m:sSubPr>
                        <m:e>
                          <m:r>
                            <a:rPr lang="en-US" sz="2000" b="0" i="1" smtClean="0">
                              <a:solidFill>
                                <a:schemeClr val="bg1"/>
                              </a:solidFill>
                              <a:latin typeface="Cambria Math" panose="02040503050406030204" pitchFamily="18" charset="0"/>
                              <a:ea typeface="Cambria Math" panose="02040503050406030204" pitchFamily="18" charset="0"/>
                            </a:rPr>
                            <m:t>𝑖𝑛𝑝𝑢𝑡</m:t>
                          </m:r>
                        </m:e>
                        <m:sub>
                          <m:r>
                            <a:rPr lang="en-US" sz="2000" b="0" i="1" smtClean="0">
                              <a:solidFill>
                                <a:schemeClr val="bg1"/>
                              </a:solidFill>
                              <a:latin typeface="Cambria Math" panose="02040503050406030204" pitchFamily="18" charset="0"/>
                              <a:ea typeface="Cambria Math" panose="02040503050406030204" pitchFamily="18" charset="0"/>
                            </a:rPr>
                            <m:t>2</m:t>
                          </m:r>
                        </m:sub>
                      </m:sSub>
                      <m:r>
                        <a:rPr lang="en-US" sz="2000" i="1">
                          <a:solidFill>
                            <a:schemeClr val="bg1"/>
                          </a:solidFill>
                          <a:latin typeface="Cambria Math" panose="02040503050406030204" pitchFamily="18" charset="0"/>
                          <a:ea typeface="Cambria Math" panose="02040503050406030204" pitchFamily="18" charset="0"/>
                        </a:rPr>
                        <m:t>×</m:t>
                      </m:r>
                      <m:sSub>
                        <m:sSubPr>
                          <m:ctrlPr>
                            <a:rPr lang="en-US" sz="2000" i="1">
                              <a:solidFill>
                                <a:schemeClr val="bg1"/>
                              </a:solidFill>
                              <a:latin typeface="Cambria Math" panose="02040503050406030204" pitchFamily="18" charset="0"/>
                              <a:ea typeface="Cambria Math" panose="02040503050406030204" pitchFamily="18" charset="0"/>
                            </a:rPr>
                          </m:ctrlPr>
                        </m:sSubPr>
                        <m:e>
                          <m:r>
                            <a:rPr lang="en-US" sz="2000" b="0" i="1" smtClean="0">
                              <a:solidFill>
                                <a:schemeClr val="bg1"/>
                              </a:solidFill>
                              <a:latin typeface="Cambria Math" panose="02040503050406030204" pitchFamily="18" charset="0"/>
                              <a:ea typeface="Cambria Math" panose="02040503050406030204" pitchFamily="18" charset="0"/>
                            </a:rPr>
                            <m:t>𝑤𝑒𝑖𝑔h𝑡</m:t>
                          </m:r>
                        </m:e>
                        <m:sub>
                          <m:r>
                            <a:rPr lang="en-US" sz="2000" b="0" i="1" smtClean="0">
                              <a:solidFill>
                                <a:schemeClr val="bg1"/>
                              </a:solidFill>
                              <a:latin typeface="Cambria Math" panose="02040503050406030204" pitchFamily="18" charset="0"/>
                              <a:ea typeface="Cambria Math" panose="02040503050406030204" pitchFamily="18" charset="0"/>
                            </a:rPr>
                            <m:t>2</m:t>
                          </m:r>
                        </m:sub>
                      </m:sSub>
                      <m:r>
                        <a:rPr lang="en-US" sz="2000" b="0" i="1" smtClean="0">
                          <a:solidFill>
                            <a:schemeClr val="bg1"/>
                          </a:solidFill>
                          <a:latin typeface="Cambria Math" panose="02040503050406030204" pitchFamily="18" charset="0"/>
                          <a:ea typeface="Cambria Math" panose="02040503050406030204" pitchFamily="18" charset="0"/>
                        </a:rPr>
                        <m:t>−</m:t>
                      </m:r>
                      <m:r>
                        <a:rPr lang="en-US" sz="2000" b="0" i="1" smtClean="0">
                          <a:solidFill>
                            <a:schemeClr val="bg1"/>
                          </a:solidFill>
                          <a:latin typeface="Cambria Math" panose="02040503050406030204" pitchFamily="18" charset="0"/>
                          <a:ea typeface="Cambria Math" panose="02040503050406030204" pitchFamily="18" charset="0"/>
                        </a:rPr>
                        <m:t>𝑡h𝑟𝑒𝑠h𝑜𝑙𝑑</m:t>
                      </m:r>
                    </m:oMath>
                  </m:oMathPara>
                </a14:m>
                <a:endParaRPr lang="en-US" sz="2000" b="0" dirty="0">
                  <a:solidFill>
                    <a:schemeClr val="bg1"/>
                  </a:solidFill>
                  <a:ea typeface="Cambria Math" panose="02040503050406030204" pitchFamily="18" charset="0"/>
                </a:endParaRPr>
              </a:p>
            </p:txBody>
          </p:sp>
        </mc:Choice>
        <mc:Fallback xmlns="">
          <p:sp>
            <p:nvSpPr>
              <p:cNvPr id="2" name="TextBox 1">
                <a:extLst>
                  <a:ext uri="{FF2B5EF4-FFF2-40B4-BE49-F238E27FC236}">
                    <a16:creationId xmlns:a16="http://schemas.microsoft.com/office/drawing/2014/main" id="{21688463-F27E-3CE1-5CD0-E5665313F6C6}"/>
                  </a:ext>
                </a:extLst>
              </p:cNvPr>
              <p:cNvSpPr txBox="1">
                <a:spLocks noRot="1" noChangeAspect="1" noMove="1" noResize="1" noEditPoints="1" noAdjustHandles="1" noChangeArrowheads="1" noChangeShapeType="1" noTextEdit="1"/>
              </p:cNvSpPr>
              <p:nvPr/>
            </p:nvSpPr>
            <p:spPr>
              <a:xfrm>
                <a:off x="2741612" y="3962400"/>
                <a:ext cx="7206781" cy="1468031"/>
              </a:xfrm>
              <a:prstGeom prst="rect">
                <a:avLst/>
              </a:prstGeom>
              <a:blipFill>
                <a:blip r:embed="rId2"/>
                <a:stretch>
                  <a:fillRect t="-2586" r="-176" b="-7759"/>
                </a:stretch>
              </a:blipFill>
            </p:spPr>
            <p:txBody>
              <a:bodyPr/>
              <a:lstStyle/>
              <a:p>
                <a:r>
                  <a:rPr lang="en-US">
                    <a:noFill/>
                  </a:rPr>
                  <a:t> </a:t>
                </a:r>
              </a:p>
            </p:txBody>
          </p:sp>
        </mc:Fallback>
      </mc:AlternateContent>
    </p:spTree>
    <p:extLst>
      <p:ext uri="{BB962C8B-B14F-4D97-AF65-F5344CB8AC3E}">
        <p14:creationId xmlns:p14="http://schemas.microsoft.com/office/powerpoint/2010/main" val="4231622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56610-F74B-B2E5-6CCE-5D8A03FFC33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C1042DA-74D4-6B98-5F0F-4D9832B0B4C0}"/>
              </a:ext>
            </a:extLst>
          </p:cNvPr>
          <p:cNvSpPr>
            <a:spLocks noGrp="1"/>
          </p:cNvSpPr>
          <p:nvPr>
            <p:ph type="title"/>
          </p:nvPr>
        </p:nvSpPr>
        <p:spPr/>
        <p:txBody>
          <a:bodyPr/>
          <a:lstStyle/>
          <a:p>
            <a:r>
              <a:rPr lang="en-US" dirty="0"/>
              <a:t>Algorithm</a:t>
            </a:r>
          </a:p>
        </p:txBody>
      </p:sp>
      <p:sp>
        <p:nvSpPr>
          <p:cNvPr id="6" name="Content Placeholder 5">
            <a:extLst>
              <a:ext uri="{FF2B5EF4-FFF2-40B4-BE49-F238E27FC236}">
                <a16:creationId xmlns:a16="http://schemas.microsoft.com/office/drawing/2014/main" id="{6A6097C2-B0E9-01A4-5831-FADF0B99F1B7}"/>
              </a:ext>
            </a:extLst>
          </p:cNvPr>
          <p:cNvSpPr>
            <a:spLocks noGrp="1"/>
          </p:cNvSpPr>
          <p:nvPr>
            <p:ph idx="1"/>
          </p:nvPr>
        </p:nvSpPr>
        <p:spPr>
          <a:xfrm>
            <a:off x="1645611" y="1600200"/>
            <a:ext cx="9782801" cy="4572000"/>
          </a:xfrm>
        </p:spPr>
        <p:txBody>
          <a:bodyPr/>
          <a:lstStyle/>
          <a:p>
            <a:pPr marL="0" marR="0" lvl="0" indent="0" algn="l" defTabSz="914400" rtl="0" eaLnBrk="1" fontAlgn="auto" latinLnBrk="0" hangingPunct="1">
              <a:lnSpc>
                <a:spcPct val="90000"/>
              </a:lnSpc>
              <a:spcBef>
                <a:spcPts val="1400"/>
              </a:spcBef>
              <a:spcAft>
                <a:spcPts val="0"/>
              </a:spcAft>
              <a:buClrTx/>
              <a:buSzTx/>
              <a:buFont typeface="Euphemia" pitchFamily="34" charset="0"/>
              <a:buNone/>
              <a:tabLst/>
              <a:defRPr/>
            </a:pPr>
            <a:r>
              <a:rPr kumimoji="0" lang="en-US" sz="2400" b="0"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rPr>
              <a:t>This form of the perceptron algorithm (that implies that a dot product must be bigger than 0) addresses the scenario with a binary label (a label can have two possible values – for example a label can indicate the presence or absence of a class).</a:t>
            </a:r>
          </a:p>
          <a:p>
            <a:pPr marL="0" marR="0" lvl="0" indent="0" algn="l" defTabSz="914400" rtl="0" eaLnBrk="1" fontAlgn="auto" latinLnBrk="0" hangingPunct="1">
              <a:lnSpc>
                <a:spcPct val="90000"/>
              </a:lnSpc>
              <a:spcBef>
                <a:spcPts val="1400"/>
              </a:spcBef>
              <a:spcAft>
                <a:spcPts val="0"/>
              </a:spcAft>
              <a:buClrTx/>
              <a:buSzTx/>
              <a:buFont typeface="Euphemia" pitchFamily="34" charset="0"/>
              <a:buNone/>
              <a:tabLst/>
              <a:defRPr/>
            </a:pPr>
            <a:r>
              <a:rPr kumimoji="0" lang="en-US" sz="2400" b="1"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rPr>
              <a:t>Let’s write the perceptron </a:t>
            </a:r>
            <a:r>
              <a:rPr kumimoji="0" lang="en-US" sz="2400" b="1" i="0" u="none" strike="noStrike" kern="1200" cap="none" spc="0" normalizeH="0" baseline="0" noProof="0" dirty="0">
                <a:ln>
                  <a:noFill/>
                </a:ln>
                <a:solidFill>
                  <a:srgbClr val="465562"/>
                </a:solidFill>
                <a:effectLst/>
                <a:uLnTx/>
                <a:uFillTx/>
                <a:latin typeface="Arial" panose="020B0604020202020204" pitchFamily="34" charset="0"/>
                <a:ea typeface="+mn-ea"/>
                <a:cs typeface="Arial" panose="020B0604020202020204" pitchFamily="34" charset="0"/>
              </a:rPr>
              <a:t>equations for inputs with 2 elements:</a:t>
            </a:r>
            <a:endParaRPr kumimoji="0" lang="en-US" sz="2400" b="0" i="1" u="none" strike="noStrike" kern="1200" cap="none" spc="0" normalizeH="0" baseline="0" noProof="0" dirty="0">
              <a:ln>
                <a:noFill/>
              </a:ln>
              <a:solidFill>
                <a:srgbClr val="465562"/>
              </a:solidFill>
              <a:effectLst/>
              <a:uLnTx/>
              <a:uFillTx/>
              <a:latin typeface="Cambria Math" panose="02040503050406030204" pitchFamily="18" charset="0"/>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C31C4EA-797C-BD44-4F15-A660FC8FFCB5}"/>
                  </a:ext>
                </a:extLst>
              </p:cNvPr>
              <p:cNvSpPr txBox="1"/>
              <p:nvPr/>
            </p:nvSpPr>
            <p:spPr>
              <a:xfrm>
                <a:off x="2741612" y="3962400"/>
                <a:ext cx="7206781" cy="146803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𝑖𝑛𝑝𝑢𝑡</m:t>
                      </m:r>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eqArr>
                            <m:eqArrPr>
                              <m:ctrlPr>
                                <a:rPr lang="en-US" sz="2000" i="1">
                                  <a:latin typeface="Cambria Math" panose="02040503050406030204" pitchFamily="18" charset="0"/>
                                </a:rPr>
                              </m:ctrlPr>
                            </m:eqArrPr>
                            <m:e>
                              <m:sSub>
                                <m:sSubPr>
                                  <m:ctrlPr>
                                    <a:rPr lang="en-US" sz="2000" i="1">
                                      <a:latin typeface="Cambria Math" panose="02040503050406030204" pitchFamily="18" charset="0"/>
                                    </a:rPr>
                                  </m:ctrlPr>
                                </m:sSubPr>
                                <m:e>
                                  <m:r>
                                    <a:rPr lang="en-US" sz="2000" i="1">
                                      <a:latin typeface="Cambria Math" panose="02040503050406030204" pitchFamily="18" charset="0"/>
                                    </a:rPr>
                                    <m:t>𝑖𝑛𝑝𝑢𝑡</m:t>
                                  </m:r>
                                </m:e>
                                <m:sub>
                                  <m:r>
                                    <a:rPr lang="en-US" sz="2000" i="1">
                                      <a:latin typeface="Cambria Math" panose="02040503050406030204" pitchFamily="18" charset="0"/>
                                    </a:rPr>
                                    <m:t>1</m:t>
                                  </m:r>
                                </m:sub>
                              </m:sSub>
                            </m:e>
                            <m:e>
                              <m:sSub>
                                <m:sSubPr>
                                  <m:ctrlPr>
                                    <a:rPr lang="en-US" sz="2000" i="1">
                                      <a:latin typeface="Cambria Math" panose="02040503050406030204" pitchFamily="18" charset="0"/>
                                    </a:rPr>
                                  </m:ctrlPr>
                                </m:sSubPr>
                                <m:e>
                                  <m:r>
                                    <a:rPr lang="en-US" sz="2000" i="1">
                                      <a:latin typeface="Cambria Math" panose="02040503050406030204" pitchFamily="18" charset="0"/>
                                    </a:rPr>
                                    <m:t>𝑖𝑛𝑝𝑢𝑡</m:t>
                                  </m:r>
                                </m:e>
                                <m:sub>
                                  <m:r>
                                    <a:rPr lang="en-US" sz="2000" b="0" i="1" smtClean="0">
                                      <a:latin typeface="Cambria Math" panose="02040503050406030204" pitchFamily="18" charset="0"/>
                                    </a:rPr>
                                    <m:t>2</m:t>
                                  </m:r>
                                </m:sub>
                              </m:sSub>
                            </m:e>
                            <m:e>
                              <m:r>
                                <a:rPr lang="en-US" sz="2000" b="0" i="1" smtClean="0">
                                  <a:latin typeface="Cambria Math" panose="02040503050406030204" pitchFamily="18" charset="0"/>
                                </a:rPr>
                                <m:t>1</m:t>
                              </m:r>
                            </m:e>
                          </m:eqArr>
                        </m:e>
                      </m:d>
                      <m:r>
                        <a:rPr lang="en-US" sz="2000" i="1">
                          <a:latin typeface="Cambria Math" panose="02040503050406030204" pitchFamily="18" charset="0"/>
                        </a:rPr>
                        <m:t>, </m:t>
                      </m:r>
                      <m:r>
                        <a:rPr lang="en-US" sz="2000" b="0" i="1" smtClean="0">
                          <a:latin typeface="Cambria Math" panose="02040503050406030204" pitchFamily="18" charset="0"/>
                        </a:rPr>
                        <m:t>𝑤𝑒𝑖𝑔h𝑡</m:t>
                      </m:r>
                      <m:r>
                        <a:rPr lang="en-US" sz="2000" i="1">
                          <a:latin typeface="Cambria Math" panose="02040503050406030204" pitchFamily="18" charset="0"/>
                        </a:rPr>
                        <m:t>=</m:t>
                      </m:r>
                      <m:d>
                        <m:dPr>
                          <m:begChr m:val="["/>
                          <m:endChr m:val="]"/>
                          <m:ctrlPr>
                            <a:rPr lang="en-US" sz="2000" i="1" smtClean="0">
                              <a:latin typeface="Cambria Math" panose="02040503050406030204" pitchFamily="18" charset="0"/>
                            </a:rPr>
                          </m:ctrlPr>
                        </m:dPr>
                        <m:e>
                          <m:eqArr>
                            <m:eqArrPr>
                              <m:ctrlPr>
                                <a:rPr lang="en-US" sz="2000" i="1">
                                  <a:latin typeface="Cambria Math" panose="02040503050406030204" pitchFamily="18" charset="0"/>
                                </a:rPr>
                              </m:ctrlPr>
                            </m:eqArrPr>
                            <m:e>
                              <m:sSub>
                                <m:sSubPr>
                                  <m:ctrlPr>
                                    <a:rPr lang="en-US" sz="2000" i="1">
                                      <a:latin typeface="Cambria Math" panose="02040503050406030204" pitchFamily="18" charset="0"/>
                                    </a:rPr>
                                  </m:ctrlPr>
                                </m:sSubPr>
                                <m:e>
                                  <m:r>
                                    <a:rPr lang="en-US" sz="2000" i="1">
                                      <a:latin typeface="Cambria Math" panose="02040503050406030204" pitchFamily="18" charset="0"/>
                                    </a:rPr>
                                    <m:t>𝑤𝑒𝑖𝑔h𝑡</m:t>
                                  </m:r>
                                </m:e>
                                <m:sub>
                                  <m:r>
                                    <a:rPr lang="en-US" sz="2000" i="1">
                                      <a:latin typeface="Cambria Math" panose="02040503050406030204" pitchFamily="18" charset="0"/>
                                    </a:rPr>
                                    <m:t>1</m:t>
                                  </m:r>
                                </m:sub>
                              </m:sSub>
                            </m:e>
                            <m:e>
                              <m:sSub>
                                <m:sSubPr>
                                  <m:ctrlPr>
                                    <a:rPr lang="en-US" sz="2000" i="1">
                                      <a:latin typeface="Cambria Math" panose="02040503050406030204" pitchFamily="18" charset="0"/>
                                    </a:rPr>
                                  </m:ctrlPr>
                                </m:sSubPr>
                                <m:e>
                                  <m:r>
                                    <a:rPr lang="en-US" sz="2000" i="1">
                                      <a:latin typeface="Cambria Math" panose="02040503050406030204" pitchFamily="18" charset="0"/>
                                    </a:rPr>
                                    <m:t>𝑤𝑒𝑖𝑔h𝑡</m:t>
                                  </m:r>
                                </m:e>
                                <m:sub>
                                  <m:r>
                                    <a:rPr lang="en-US" sz="2000" b="0" i="1" smtClean="0">
                                      <a:latin typeface="Cambria Math" panose="02040503050406030204" pitchFamily="18" charset="0"/>
                                    </a:rPr>
                                    <m:t>2</m:t>
                                  </m:r>
                                </m:sub>
                              </m:sSub>
                            </m:e>
                            <m:e>
                              <m:r>
                                <a:rPr lang="en-US" sz="2000" i="1">
                                  <a:latin typeface="Cambria Math" panose="02040503050406030204" pitchFamily="18" charset="0"/>
                                </a:rPr>
                                <m:t>−</m:t>
                              </m:r>
                              <m:r>
                                <a:rPr lang="en-US" sz="2000" i="1">
                                  <a:latin typeface="Cambria Math" panose="02040503050406030204" pitchFamily="18" charset="0"/>
                                </a:rPr>
                                <m:t>𝑡h𝑟𝑒𝑠h𝑜𝑙𝑑</m:t>
                              </m:r>
                            </m:e>
                          </m:eqArr>
                        </m:e>
                      </m:d>
                      <m:r>
                        <a:rPr lang="en-US" sz="2000" i="1">
                          <a:latin typeface="Cambria Math" panose="02040503050406030204" pitchFamily="18" charset="0"/>
                        </a:rPr>
                        <m:t>,</m:t>
                      </m:r>
                      <m:r>
                        <a:rPr lang="en-US" sz="2000" b="0" i="1" smtClean="0">
                          <a:latin typeface="Cambria Math" panose="02040503050406030204" pitchFamily="18" charset="0"/>
                        </a:rPr>
                        <m:t> </m:t>
                      </m:r>
                      <m:r>
                        <a:rPr lang="en-US" sz="2000" b="0" i="1" smtClean="0">
                          <a:latin typeface="Cambria Math" panose="02040503050406030204" pitchFamily="18" charset="0"/>
                        </a:rPr>
                        <m:t>𝑦</m:t>
                      </m:r>
                      <m:r>
                        <a:rPr lang="en-US" sz="2000" b="0" i="1" smtClean="0">
                          <a:latin typeface="Cambria Math" panose="02040503050406030204" pitchFamily="18" charset="0"/>
                        </a:rPr>
                        <m:t>=</m:t>
                      </m:r>
                      <m:r>
                        <a:rPr lang="en-US" sz="2000" b="0" i="1" smtClean="0">
                          <a:latin typeface="Cambria Math" panose="02040503050406030204" pitchFamily="18" charset="0"/>
                        </a:rPr>
                        <m:t>𝑖𝑛𝑝𝑢𝑡</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𝑤𝑒𝑖𝑔h𝑡</m:t>
                      </m:r>
                      <m:r>
                        <a:rPr lang="en-US" sz="2000" b="0" i="1" smtClean="0">
                          <a:latin typeface="Cambria Math" panose="02040503050406030204" pitchFamily="18" charset="0"/>
                          <a:ea typeface="Cambria Math" panose="02040503050406030204" pitchFamily="18" charset="0"/>
                        </a:rPr>
                        <m:t>, </m:t>
                      </m:r>
                    </m:oMath>
                  </m:oMathPara>
                </a14:m>
                <a:endParaRPr lang="en-US" sz="2000" b="0" i="1" dirty="0">
                  <a:latin typeface="Cambria Math" panose="02040503050406030204" pitchFamily="18" charset="0"/>
                  <a:ea typeface="Cambria Math" panose="02040503050406030204" pitchFamily="18" charset="0"/>
                </a:endParaRPr>
              </a:p>
              <a:p>
                <a:endParaRPr lang="en-US" sz="20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000" b="0" i="1" smtClean="0">
                          <a:solidFill>
                            <a:schemeClr val="bg1"/>
                          </a:solidFill>
                          <a:latin typeface="Cambria Math" panose="02040503050406030204" pitchFamily="18" charset="0"/>
                          <a:ea typeface="Cambria Math" panose="02040503050406030204" pitchFamily="18" charset="0"/>
                        </a:rPr>
                        <m:t>𝑟𝑒𝑠𝑢𝑙𝑡</m:t>
                      </m:r>
                      <m:r>
                        <a:rPr lang="en-US" sz="2000" b="0" i="1" smtClean="0">
                          <a:solidFill>
                            <a:schemeClr val="bg1"/>
                          </a:solidFill>
                          <a:latin typeface="Cambria Math" panose="02040503050406030204" pitchFamily="18" charset="0"/>
                          <a:ea typeface="Cambria Math" panose="02040503050406030204" pitchFamily="18" charset="0"/>
                        </a:rPr>
                        <m:t>= </m:t>
                      </m:r>
                      <m:sSub>
                        <m:sSubPr>
                          <m:ctrlPr>
                            <a:rPr lang="en-US" sz="2000" b="0" i="1" smtClean="0">
                              <a:solidFill>
                                <a:schemeClr val="bg1"/>
                              </a:solidFill>
                              <a:latin typeface="Cambria Math" panose="02040503050406030204" pitchFamily="18" charset="0"/>
                              <a:ea typeface="Cambria Math" panose="02040503050406030204" pitchFamily="18" charset="0"/>
                            </a:rPr>
                          </m:ctrlPr>
                        </m:sSubPr>
                        <m:e>
                          <m:r>
                            <a:rPr lang="en-US" sz="2000" b="0" i="1" smtClean="0">
                              <a:solidFill>
                                <a:schemeClr val="bg1"/>
                              </a:solidFill>
                              <a:latin typeface="Cambria Math" panose="02040503050406030204" pitchFamily="18" charset="0"/>
                              <a:ea typeface="Cambria Math" panose="02040503050406030204" pitchFamily="18" charset="0"/>
                            </a:rPr>
                            <m:t>𝑖𝑛𝑝𝑢𝑡</m:t>
                          </m:r>
                        </m:e>
                        <m:sub>
                          <m:r>
                            <a:rPr lang="en-US" sz="2000" b="0" i="1" smtClean="0">
                              <a:solidFill>
                                <a:schemeClr val="bg1"/>
                              </a:solidFill>
                              <a:latin typeface="Cambria Math" panose="02040503050406030204" pitchFamily="18" charset="0"/>
                              <a:ea typeface="Cambria Math" panose="02040503050406030204" pitchFamily="18" charset="0"/>
                            </a:rPr>
                            <m:t>1</m:t>
                          </m:r>
                        </m:sub>
                      </m:sSub>
                      <m:r>
                        <a:rPr lang="en-US" sz="2000" b="0" i="1" smtClean="0">
                          <a:solidFill>
                            <a:schemeClr val="bg1"/>
                          </a:solidFill>
                          <a:latin typeface="Cambria Math" panose="02040503050406030204" pitchFamily="18" charset="0"/>
                          <a:ea typeface="Cambria Math" panose="02040503050406030204" pitchFamily="18" charset="0"/>
                        </a:rPr>
                        <m:t>×</m:t>
                      </m:r>
                      <m:sSub>
                        <m:sSubPr>
                          <m:ctrlPr>
                            <a:rPr lang="en-US" sz="2000" b="0" i="1" smtClean="0">
                              <a:solidFill>
                                <a:schemeClr val="bg1"/>
                              </a:solidFill>
                              <a:latin typeface="Cambria Math" panose="02040503050406030204" pitchFamily="18" charset="0"/>
                              <a:ea typeface="Cambria Math" panose="02040503050406030204" pitchFamily="18" charset="0"/>
                            </a:rPr>
                          </m:ctrlPr>
                        </m:sSubPr>
                        <m:e>
                          <m:r>
                            <a:rPr lang="en-US" sz="2000" b="0" i="1" smtClean="0">
                              <a:solidFill>
                                <a:schemeClr val="bg1"/>
                              </a:solidFill>
                              <a:latin typeface="Cambria Math" panose="02040503050406030204" pitchFamily="18" charset="0"/>
                              <a:ea typeface="Cambria Math" panose="02040503050406030204" pitchFamily="18" charset="0"/>
                            </a:rPr>
                            <m:t>𝑤𝑒𝑖𝑔h𝑡</m:t>
                          </m:r>
                        </m:e>
                        <m:sub>
                          <m:r>
                            <a:rPr lang="en-US" sz="2000" b="0" i="1" smtClean="0">
                              <a:solidFill>
                                <a:schemeClr val="bg1"/>
                              </a:solidFill>
                              <a:latin typeface="Cambria Math" panose="02040503050406030204" pitchFamily="18" charset="0"/>
                              <a:ea typeface="Cambria Math" panose="02040503050406030204" pitchFamily="18" charset="0"/>
                            </a:rPr>
                            <m:t>1</m:t>
                          </m:r>
                        </m:sub>
                      </m:sSub>
                      <m:r>
                        <a:rPr lang="en-US" sz="2000" b="0" i="1" smtClean="0">
                          <a:solidFill>
                            <a:schemeClr val="bg1"/>
                          </a:solidFill>
                          <a:latin typeface="Cambria Math" panose="02040503050406030204" pitchFamily="18" charset="0"/>
                          <a:ea typeface="Cambria Math" panose="02040503050406030204" pitchFamily="18" charset="0"/>
                        </a:rPr>
                        <m:t>+</m:t>
                      </m:r>
                      <m:sSub>
                        <m:sSubPr>
                          <m:ctrlPr>
                            <a:rPr lang="en-US" sz="2000" i="1">
                              <a:solidFill>
                                <a:schemeClr val="bg1"/>
                              </a:solidFill>
                              <a:latin typeface="Cambria Math" panose="02040503050406030204" pitchFamily="18" charset="0"/>
                              <a:ea typeface="Cambria Math" panose="02040503050406030204" pitchFamily="18" charset="0"/>
                            </a:rPr>
                          </m:ctrlPr>
                        </m:sSubPr>
                        <m:e>
                          <m:r>
                            <a:rPr lang="en-US" sz="2000" b="0" i="1" smtClean="0">
                              <a:solidFill>
                                <a:schemeClr val="bg1"/>
                              </a:solidFill>
                              <a:latin typeface="Cambria Math" panose="02040503050406030204" pitchFamily="18" charset="0"/>
                              <a:ea typeface="Cambria Math" panose="02040503050406030204" pitchFamily="18" charset="0"/>
                            </a:rPr>
                            <m:t>𝑖𝑛𝑝𝑢𝑡</m:t>
                          </m:r>
                        </m:e>
                        <m:sub>
                          <m:r>
                            <a:rPr lang="en-US" sz="2000" b="0" i="1" smtClean="0">
                              <a:solidFill>
                                <a:schemeClr val="bg1"/>
                              </a:solidFill>
                              <a:latin typeface="Cambria Math" panose="02040503050406030204" pitchFamily="18" charset="0"/>
                              <a:ea typeface="Cambria Math" panose="02040503050406030204" pitchFamily="18" charset="0"/>
                            </a:rPr>
                            <m:t>2</m:t>
                          </m:r>
                        </m:sub>
                      </m:sSub>
                      <m:r>
                        <a:rPr lang="en-US" sz="2000" i="1">
                          <a:solidFill>
                            <a:schemeClr val="bg1"/>
                          </a:solidFill>
                          <a:latin typeface="Cambria Math" panose="02040503050406030204" pitchFamily="18" charset="0"/>
                          <a:ea typeface="Cambria Math" panose="02040503050406030204" pitchFamily="18" charset="0"/>
                        </a:rPr>
                        <m:t>×</m:t>
                      </m:r>
                      <m:sSub>
                        <m:sSubPr>
                          <m:ctrlPr>
                            <a:rPr lang="en-US" sz="2000" i="1">
                              <a:solidFill>
                                <a:schemeClr val="bg1"/>
                              </a:solidFill>
                              <a:latin typeface="Cambria Math" panose="02040503050406030204" pitchFamily="18" charset="0"/>
                              <a:ea typeface="Cambria Math" panose="02040503050406030204" pitchFamily="18" charset="0"/>
                            </a:rPr>
                          </m:ctrlPr>
                        </m:sSubPr>
                        <m:e>
                          <m:r>
                            <a:rPr lang="en-US" sz="2000" b="0" i="1" smtClean="0">
                              <a:solidFill>
                                <a:schemeClr val="bg1"/>
                              </a:solidFill>
                              <a:latin typeface="Cambria Math" panose="02040503050406030204" pitchFamily="18" charset="0"/>
                              <a:ea typeface="Cambria Math" panose="02040503050406030204" pitchFamily="18" charset="0"/>
                            </a:rPr>
                            <m:t>𝑤𝑒𝑖𝑔h𝑡</m:t>
                          </m:r>
                        </m:e>
                        <m:sub>
                          <m:r>
                            <a:rPr lang="en-US" sz="2000" b="0" i="1" smtClean="0">
                              <a:solidFill>
                                <a:schemeClr val="bg1"/>
                              </a:solidFill>
                              <a:latin typeface="Cambria Math" panose="02040503050406030204" pitchFamily="18" charset="0"/>
                              <a:ea typeface="Cambria Math" panose="02040503050406030204" pitchFamily="18" charset="0"/>
                            </a:rPr>
                            <m:t>2</m:t>
                          </m:r>
                        </m:sub>
                      </m:sSub>
                      <m:r>
                        <a:rPr lang="en-US" sz="2000" b="0" i="1" smtClean="0">
                          <a:solidFill>
                            <a:schemeClr val="bg1"/>
                          </a:solidFill>
                          <a:latin typeface="Cambria Math" panose="02040503050406030204" pitchFamily="18" charset="0"/>
                          <a:ea typeface="Cambria Math" panose="02040503050406030204" pitchFamily="18" charset="0"/>
                        </a:rPr>
                        <m:t>−</m:t>
                      </m:r>
                      <m:r>
                        <a:rPr lang="en-US" sz="2000" b="0" i="1" smtClean="0">
                          <a:solidFill>
                            <a:schemeClr val="bg1"/>
                          </a:solidFill>
                          <a:latin typeface="Cambria Math" panose="02040503050406030204" pitchFamily="18" charset="0"/>
                          <a:ea typeface="Cambria Math" panose="02040503050406030204" pitchFamily="18" charset="0"/>
                        </a:rPr>
                        <m:t>𝑡h𝑟𝑒𝑠h𝑜𝑙𝑑</m:t>
                      </m:r>
                    </m:oMath>
                  </m:oMathPara>
                </a14:m>
                <a:endParaRPr lang="en-US" sz="2000" b="0" dirty="0">
                  <a:solidFill>
                    <a:schemeClr val="bg1"/>
                  </a:solidFill>
                  <a:ea typeface="Cambria Math" panose="02040503050406030204" pitchFamily="18" charset="0"/>
                </a:endParaRPr>
              </a:p>
            </p:txBody>
          </p:sp>
        </mc:Choice>
        <mc:Fallback xmlns="">
          <p:sp>
            <p:nvSpPr>
              <p:cNvPr id="2" name="TextBox 1">
                <a:extLst>
                  <a:ext uri="{FF2B5EF4-FFF2-40B4-BE49-F238E27FC236}">
                    <a16:creationId xmlns:a16="http://schemas.microsoft.com/office/drawing/2014/main" id="{DC31C4EA-797C-BD44-4F15-A660FC8FFCB5}"/>
                  </a:ext>
                </a:extLst>
              </p:cNvPr>
              <p:cNvSpPr txBox="1">
                <a:spLocks noRot="1" noChangeAspect="1" noMove="1" noResize="1" noEditPoints="1" noAdjustHandles="1" noChangeArrowheads="1" noChangeShapeType="1" noTextEdit="1"/>
              </p:cNvSpPr>
              <p:nvPr/>
            </p:nvSpPr>
            <p:spPr>
              <a:xfrm>
                <a:off x="2741612" y="3962400"/>
                <a:ext cx="7206781" cy="1468031"/>
              </a:xfrm>
              <a:prstGeom prst="rect">
                <a:avLst/>
              </a:prstGeom>
              <a:blipFill>
                <a:blip r:embed="rId2"/>
                <a:stretch>
                  <a:fillRect t="-2586" r="-176" b="-7759"/>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F14698BF-6F0C-97E2-24F7-15B352D45C66}"/>
              </a:ext>
            </a:extLst>
          </p:cNvPr>
          <p:cNvSpPr/>
          <p:nvPr/>
        </p:nvSpPr>
        <p:spPr>
          <a:xfrm>
            <a:off x="2817812" y="5063068"/>
            <a:ext cx="7010400" cy="423332"/>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Callout: Down Arrow 6">
                <a:extLst>
                  <a:ext uri="{FF2B5EF4-FFF2-40B4-BE49-F238E27FC236}">
                    <a16:creationId xmlns:a16="http://schemas.microsoft.com/office/drawing/2014/main" id="{FF0FF6EA-B08F-C616-15FF-EC539407C393}"/>
                  </a:ext>
                </a:extLst>
              </p:cNvPr>
              <p:cNvSpPr/>
              <p:nvPr/>
            </p:nvSpPr>
            <p:spPr>
              <a:xfrm>
                <a:off x="2482058" y="3124201"/>
                <a:ext cx="7696200" cy="1998048"/>
              </a:xfrm>
              <a:prstGeom prst="downArrowCallout">
                <a:avLst>
                  <a:gd name="adj1" fmla="val 3183"/>
                  <a:gd name="adj2" fmla="val 17000"/>
                  <a:gd name="adj3" fmla="val 7831"/>
                  <a:gd name="adj4" fmla="val 84667"/>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Assuming </a:t>
                </a:r>
                <a14:m>
                  <m:oMath xmlns:m="http://schemas.openxmlformats.org/officeDocument/2006/math">
                    <m:r>
                      <a:rPr lang="en-US" b="0" i="1" smtClean="0">
                        <a:solidFill>
                          <a:srgbClr val="FFC000"/>
                        </a:solidFill>
                        <a:latin typeface="Cambria Math" panose="02040503050406030204" pitchFamily="18" charset="0"/>
                      </a:rPr>
                      <m:t>𝑖𝑛𝑝𝑢𝑡</m:t>
                    </m:r>
                    <m:r>
                      <a:rPr lang="en-US" b="0" i="1" smtClean="0">
                        <a:solidFill>
                          <a:srgbClr val="FFC000"/>
                        </a:solidFill>
                        <a:latin typeface="Cambria Math" panose="02040503050406030204" pitchFamily="18" charset="0"/>
                      </a:rPr>
                      <m:t>=</m:t>
                    </m:r>
                    <m:d>
                      <m:dPr>
                        <m:begChr m:val="["/>
                        <m:endChr m:val="]"/>
                        <m:ctrlPr>
                          <a:rPr lang="en-US" b="0" i="1" smtClean="0">
                            <a:solidFill>
                              <a:srgbClr val="FFC000"/>
                            </a:solidFill>
                            <a:latin typeface="Cambria Math" panose="02040503050406030204" pitchFamily="18" charset="0"/>
                          </a:rPr>
                        </m:ctrlPr>
                      </m:dPr>
                      <m:e>
                        <m:eqArr>
                          <m:eqArrPr>
                            <m:ctrlPr>
                              <a:rPr lang="en-US" b="0" i="1" smtClean="0">
                                <a:solidFill>
                                  <a:srgbClr val="FFC000"/>
                                </a:solidFill>
                                <a:latin typeface="Cambria Math" panose="02040503050406030204" pitchFamily="18" charset="0"/>
                              </a:rPr>
                            </m:ctrlPr>
                          </m:eqArrPr>
                          <m:e>
                            <m:r>
                              <a:rPr lang="en-US" b="0" i="1" smtClean="0">
                                <a:solidFill>
                                  <a:srgbClr val="FFC000"/>
                                </a:solidFill>
                                <a:latin typeface="Cambria Math" panose="02040503050406030204" pitchFamily="18" charset="0"/>
                              </a:rPr>
                              <m:t>𝑥</m:t>
                            </m:r>
                          </m:e>
                          <m:e>
                            <m:r>
                              <a:rPr lang="en-US" b="0" i="1" smtClean="0">
                                <a:solidFill>
                                  <a:srgbClr val="FFC000"/>
                                </a:solidFill>
                                <a:latin typeface="Cambria Math" panose="02040503050406030204" pitchFamily="18" charset="0"/>
                              </a:rPr>
                              <m:t>𝑦</m:t>
                            </m:r>
                          </m:e>
                          <m:e>
                            <m:r>
                              <a:rPr lang="en-US" b="0" i="1" smtClean="0">
                                <a:solidFill>
                                  <a:srgbClr val="FFC000"/>
                                </a:solidFill>
                                <a:latin typeface="Cambria Math" panose="02040503050406030204" pitchFamily="18" charset="0"/>
                              </a:rPr>
                              <m:t>1</m:t>
                            </m:r>
                          </m:e>
                        </m:eqArr>
                      </m:e>
                    </m:d>
                  </m:oMath>
                </a14:m>
                <a:r>
                  <a:rPr lang="en-US" dirty="0">
                    <a:solidFill>
                      <a:srgbClr val="FFC000"/>
                    </a:solidFill>
                  </a:rPr>
                  <a:t> </a:t>
                </a:r>
                <a:r>
                  <a:rPr lang="en-US" dirty="0"/>
                  <a:t>and </a:t>
                </a:r>
                <a14:m>
                  <m:oMath xmlns:m="http://schemas.openxmlformats.org/officeDocument/2006/math">
                    <m:r>
                      <a:rPr lang="en-US" b="0" i="1" smtClean="0">
                        <a:solidFill>
                          <a:srgbClr val="FFC000"/>
                        </a:solidFill>
                        <a:latin typeface="Cambria Math" panose="02040503050406030204" pitchFamily="18" charset="0"/>
                      </a:rPr>
                      <m:t>𝑤𝑒𝑖𝑔h𝑡</m:t>
                    </m:r>
                    <m:r>
                      <a:rPr lang="en-US" i="1">
                        <a:solidFill>
                          <a:srgbClr val="FFC000"/>
                        </a:solidFill>
                        <a:latin typeface="Cambria Math" panose="02040503050406030204" pitchFamily="18" charset="0"/>
                      </a:rPr>
                      <m:t>=</m:t>
                    </m:r>
                    <m:d>
                      <m:dPr>
                        <m:begChr m:val="["/>
                        <m:endChr m:val="]"/>
                        <m:ctrlPr>
                          <a:rPr lang="en-US" i="1">
                            <a:solidFill>
                              <a:srgbClr val="FFC000"/>
                            </a:solidFill>
                            <a:latin typeface="Cambria Math" panose="02040503050406030204" pitchFamily="18" charset="0"/>
                          </a:rPr>
                        </m:ctrlPr>
                      </m:dPr>
                      <m:e>
                        <m:eqArr>
                          <m:eqArrPr>
                            <m:ctrlPr>
                              <a:rPr lang="en-US" i="1">
                                <a:solidFill>
                                  <a:srgbClr val="FFC000"/>
                                </a:solidFill>
                                <a:latin typeface="Cambria Math" panose="02040503050406030204" pitchFamily="18" charset="0"/>
                              </a:rPr>
                            </m:ctrlPr>
                          </m:eqArrPr>
                          <m:e>
                            <m:r>
                              <a:rPr lang="en-US" b="0" i="1" smtClean="0">
                                <a:solidFill>
                                  <a:srgbClr val="FFC000"/>
                                </a:solidFill>
                                <a:latin typeface="Cambria Math" panose="02040503050406030204" pitchFamily="18" charset="0"/>
                              </a:rPr>
                              <m:t>𝑎</m:t>
                            </m:r>
                          </m:e>
                          <m:e>
                            <m:r>
                              <a:rPr lang="en-US" b="0" i="1" smtClean="0">
                                <a:solidFill>
                                  <a:srgbClr val="FFC000"/>
                                </a:solidFill>
                                <a:latin typeface="Cambria Math" panose="02040503050406030204" pitchFamily="18" charset="0"/>
                              </a:rPr>
                              <m:t>𝑏</m:t>
                            </m:r>
                          </m:e>
                          <m:e>
                            <m:r>
                              <a:rPr lang="en-US" b="0" i="1" smtClean="0">
                                <a:solidFill>
                                  <a:srgbClr val="FFC000"/>
                                </a:solidFill>
                                <a:latin typeface="Cambria Math" panose="02040503050406030204" pitchFamily="18" charset="0"/>
                              </a:rPr>
                              <m:t>𝑐</m:t>
                            </m:r>
                          </m:e>
                        </m:eqArr>
                      </m:e>
                    </m:d>
                  </m:oMath>
                </a14:m>
                <a:r>
                  <a:rPr lang="en-US" dirty="0">
                    <a:solidFill>
                      <a:srgbClr val="FFC000"/>
                    </a:solidFill>
                  </a:rPr>
                  <a:t> </a:t>
                </a:r>
                <a:r>
                  <a:rPr lang="en-US" dirty="0">
                    <a:solidFill>
                      <a:schemeClr val="bg1"/>
                    </a:solidFill>
                  </a:rPr>
                  <a:t>the resulting equation will be</a:t>
                </a:r>
              </a:p>
              <a:p>
                <a:pPr algn="ctr"/>
                <a:endParaRPr lang="en-US" dirty="0">
                  <a:solidFill>
                    <a:schemeClr val="bg1"/>
                  </a:solidFill>
                </a:endParaRPr>
              </a:p>
              <a:p>
                <a:pPr algn="ctr"/>
                <a:r>
                  <a:rPr lang="en-US" b="1" dirty="0" err="1">
                    <a:solidFill>
                      <a:schemeClr val="bg1"/>
                    </a:solidFill>
                    <a:highlight>
                      <a:srgbClr val="000000"/>
                    </a:highlight>
                  </a:rPr>
                  <a:t>ax+by+c</a:t>
                </a:r>
                <a:r>
                  <a:rPr lang="en-US" b="1" dirty="0">
                    <a:solidFill>
                      <a:schemeClr val="bg1"/>
                    </a:solidFill>
                    <a:highlight>
                      <a:srgbClr val="000000"/>
                    </a:highlight>
                  </a:rPr>
                  <a:t> = 0</a:t>
                </a:r>
                <a:r>
                  <a:rPr lang="en-US" dirty="0">
                    <a:solidFill>
                      <a:schemeClr val="bg1"/>
                    </a:solidFill>
                  </a:rPr>
                  <a:t>, the line equation in 2 dimensions.</a:t>
                </a:r>
                <a:endParaRPr lang="en-US" dirty="0"/>
              </a:p>
            </p:txBody>
          </p:sp>
        </mc:Choice>
        <mc:Fallback xmlns="">
          <p:sp>
            <p:nvSpPr>
              <p:cNvPr id="7" name="Callout: Down Arrow 6">
                <a:extLst>
                  <a:ext uri="{FF2B5EF4-FFF2-40B4-BE49-F238E27FC236}">
                    <a16:creationId xmlns:a16="http://schemas.microsoft.com/office/drawing/2014/main" id="{FF0FF6EA-B08F-C616-15FF-EC539407C393}"/>
                  </a:ext>
                </a:extLst>
              </p:cNvPr>
              <p:cNvSpPr>
                <a:spLocks noRot="1" noChangeAspect="1" noMove="1" noResize="1" noEditPoints="1" noAdjustHandles="1" noChangeArrowheads="1" noChangeShapeType="1" noTextEdit="1"/>
              </p:cNvSpPr>
              <p:nvPr/>
            </p:nvSpPr>
            <p:spPr>
              <a:xfrm>
                <a:off x="2482058" y="3124201"/>
                <a:ext cx="7696200" cy="1998048"/>
              </a:xfrm>
              <a:prstGeom prst="downArrowCallout">
                <a:avLst>
                  <a:gd name="adj1" fmla="val 3183"/>
                  <a:gd name="adj2" fmla="val 17000"/>
                  <a:gd name="adj3" fmla="val 7831"/>
                  <a:gd name="adj4" fmla="val 84667"/>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946195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Algorithm</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876800"/>
              </a:xfrm>
            </p:spPr>
            <p:txBody>
              <a:bodyPr>
                <a:normAutofit/>
              </a:bodyPr>
              <a:lstStyle/>
              <a:p>
                <a:pPr marL="0" indent="0">
                  <a:buNone/>
                </a:pPr>
                <a:r>
                  <a:rPr lang="en-US" b="0" dirty="0">
                    <a:latin typeface="Cambria Math" panose="02040503050406030204" pitchFamily="18" charset="0"/>
                    <a:cs typeface="Arial" panose="020B0604020202020204" pitchFamily="34" charset="0"/>
                  </a:rPr>
                  <a:t>This means that the perceptron algorithm models a hyper-plane equation in “n” dimensions. </a:t>
                </a:r>
                <a:r>
                  <a:rPr lang="en-US" dirty="0">
                    <a:latin typeface="Cambria Math" panose="02040503050406030204" pitchFamily="18" charset="0"/>
                    <a:cs typeface="Arial" panose="020B0604020202020204" pitchFamily="34" charset="0"/>
                  </a:rPr>
                  <a:t>For 2 dimensions this is one of the forms of a line equation.</a:t>
                </a:r>
              </a:p>
              <a:p>
                <a:pPr marL="0" indent="0">
                  <a:buNone/>
                </a:pPr>
                <a:endParaRPr lang="en-US" b="0" dirty="0">
                  <a:latin typeface="Cambria Math" panose="02040503050406030204" pitchFamily="18" charset="0"/>
                  <a:cs typeface="Arial" panose="020B0604020202020204" pitchFamily="34" charset="0"/>
                </a:endParaRPr>
              </a:p>
              <a:p>
                <a:pPr marL="0" indent="0">
                  <a:buNone/>
                </a:pPr>
                <a:r>
                  <a:rPr lang="en-US" b="0" dirty="0">
                    <a:latin typeface="Cambria Math" panose="02040503050406030204" pitchFamily="18" charset="0"/>
                    <a:cs typeface="Arial" panose="020B0604020202020204" pitchFamily="34" charset="0"/>
                  </a:rPr>
                  <a:t>So … assuming we work on two dimension, the perceptron equation will be:</a:t>
                </a:r>
              </a:p>
              <a:p>
                <a:pPr marL="0" indent="0">
                  <a:buNone/>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𝑖𝑛𝑝𝑢𝑡</m:t>
                      </m:r>
                      <m:r>
                        <a:rPr lang="en-US" b="0" i="1" smtClean="0">
                          <a:solidFill>
                            <a:schemeClr val="bg1"/>
                          </a:solidFill>
                          <a:latin typeface="Cambria Math" panose="02040503050406030204" pitchFamily="18" charset="0"/>
                        </a:rPr>
                        <m:t>=</m:t>
                      </m:r>
                      <m:d>
                        <m:dPr>
                          <m:begChr m:val="["/>
                          <m:endChr m:val="]"/>
                          <m:ctrlPr>
                            <a:rPr lang="en-US" b="0" i="1" smtClean="0">
                              <a:solidFill>
                                <a:schemeClr val="bg1"/>
                              </a:solidFill>
                              <a:latin typeface="Cambria Math" panose="02040503050406030204" pitchFamily="18" charset="0"/>
                            </a:rPr>
                          </m:ctrlPr>
                        </m:dPr>
                        <m:e>
                          <m:eqArr>
                            <m:eqArrPr>
                              <m:ctrlPr>
                                <a:rPr lang="en-US" b="0" i="1" smtClean="0">
                                  <a:solidFill>
                                    <a:schemeClr val="bg1"/>
                                  </a:solidFill>
                                  <a:latin typeface="Cambria Math" panose="02040503050406030204" pitchFamily="18" charset="0"/>
                                </a:rPr>
                              </m:ctrlPr>
                            </m:eqArrPr>
                            <m:e>
                              <m:r>
                                <a:rPr lang="en-US" b="0" i="1" smtClean="0">
                                  <a:solidFill>
                                    <a:schemeClr val="bg1"/>
                                  </a:solidFill>
                                  <a:latin typeface="Cambria Math" panose="02040503050406030204" pitchFamily="18" charset="0"/>
                                </a:rPr>
                                <m:t>𝑥</m:t>
                              </m:r>
                            </m:e>
                            <m:e>
                              <m:r>
                                <a:rPr lang="en-US" b="0" i="1" smtClean="0">
                                  <a:solidFill>
                                    <a:schemeClr val="bg1"/>
                                  </a:solidFill>
                                  <a:latin typeface="Cambria Math" panose="02040503050406030204" pitchFamily="18" charset="0"/>
                                </a:rPr>
                                <m:t>𝑦</m:t>
                              </m:r>
                            </m:e>
                            <m:e>
                              <m:r>
                                <a:rPr lang="en-US" b="0" i="1" smtClean="0">
                                  <a:solidFill>
                                    <a:schemeClr val="bg1"/>
                                  </a:solidFill>
                                  <a:latin typeface="Cambria Math" panose="02040503050406030204" pitchFamily="18" charset="0"/>
                                </a:rPr>
                                <m:t>1</m:t>
                              </m:r>
                            </m:e>
                          </m:eqArr>
                        </m:e>
                      </m:d>
                      <m:r>
                        <a:rPr lang="en-US" b="0" i="0"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𝑤𝑒𝑖𝑔h𝑡</m:t>
                      </m:r>
                      <m:r>
                        <a:rPr lang="en-US" i="1">
                          <a:solidFill>
                            <a:schemeClr val="bg1"/>
                          </a:solidFill>
                          <a:latin typeface="Cambria Math" panose="02040503050406030204" pitchFamily="18" charset="0"/>
                        </a:rPr>
                        <m:t>=</m:t>
                      </m:r>
                      <m:d>
                        <m:dPr>
                          <m:begChr m:val="["/>
                          <m:endChr m:val="]"/>
                          <m:ctrlPr>
                            <a:rPr lang="en-US" i="1">
                              <a:solidFill>
                                <a:schemeClr val="bg1"/>
                              </a:solidFill>
                              <a:latin typeface="Cambria Math" panose="02040503050406030204" pitchFamily="18" charset="0"/>
                            </a:rPr>
                          </m:ctrlPr>
                        </m:dPr>
                        <m:e>
                          <m:eqArr>
                            <m:eqArrPr>
                              <m:ctrlPr>
                                <a:rPr lang="en-US" i="1">
                                  <a:solidFill>
                                    <a:schemeClr val="bg1"/>
                                  </a:solidFill>
                                  <a:latin typeface="Cambria Math" panose="02040503050406030204" pitchFamily="18" charset="0"/>
                                </a:rPr>
                              </m:ctrlPr>
                            </m:eqArrPr>
                            <m:e>
                              <m:r>
                                <a:rPr lang="en-US" b="0" i="1" smtClean="0">
                                  <a:solidFill>
                                    <a:schemeClr val="bg1"/>
                                  </a:solidFill>
                                  <a:latin typeface="Cambria Math" panose="02040503050406030204" pitchFamily="18" charset="0"/>
                                </a:rPr>
                                <m:t>𝑎</m:t>
                              </m:r>
                            </m:e>
                            <m:e>
                              <m:r>
                                <a:rPr lang="en-US" b="0" i="1" smtClean="0">
                                  <a:solidFill>
                                    <a:schemeClr val="bg1"/>
                                  </a:solidFill>
                                  <a:latin typeface="Cambria Math" panose="02040503050406030204" pitchFamily="18" charset="0"/>
                                </a:rPr>
                                <m:t>𝑏</m:t>
                              </m:r>
                            </m:e>
                            <m:e>
                              <m:r>
                                <a:rPr lang="en-US" b="0" i="1" smtClean="0">
                                  <a:solidFill>
                                    <a:schemeClr val="bg1"/>
                                  </a:solidFill>
                                  <a:latin typeface="Cambria Math" panose="02040503050406030204" pitchFamily="18" charset="0"/>
                                </a:rPr>
                                <m:t>𝑐</m:t>
                              </m:r>
                            </m:e>
                          </m:eqArr>
                        </m:e>
                      </m:d>
                      <m:r>
                        <a:rPr lang="en-US" b="0" i="1" smtClean="0">
                          <a:solidFill>
                            <a:schemeClr val="bg1"/>
                          </a:solidFill>
                          <a:latin typeface="Cambria Math" panose="02040503050406030204" pitchFamily="18" charset="0"/>
                        </a:rPr>
                        <m:t>, </m:t>
                      </m:r>
                    </m:oMath>
                  </m:oMathPara>
                </a14:m>
                <a:endParaRPr lang="en-US" b="0" i="1" dirty="0">
                  <a:solidFill>
                    <a:schemeClr val="bg1"/>
                  </a:solidFill>
                  <a:latin typeface="Cambria Math" panose="02040503050406030204" pitchFamily="18" charset="0"/>
                </a:endParaRPr>
              </a:p>
              <a:p>
                <a:pPr marL="0" indent="0">
                  <a:buNone/>
                </a:pPr>
                <a:endParaRPr lang="en-US" b="0" i="1" dirty="0">
                  <a:solidFill>
                    <a:schemeClr val="bg1"/>
                  </a:solidFill>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𝑖𝑛𝑝𝑢𝑡</m:t>
                      </m:r>
                      <m:r>
                        <a:rPr lang="en-US" b="0" i="1" smtClean="0">
                          <a:solidFill>
                            <a:schemeClr val="bg1"/>
                          </a:solidFill>
                          <a:latin typeface="Cambria Math" panose="02040503050406030204" pitchFamily="18" charset="0"/>
                          <a:ea typeface="Cambria Math" panose="02040503050406030204" pitchFamily="18" charset="0"/>
                        </a:rPr>
                        <m:t>∙</m:t>
                      </m:r>
                      <m:r>
                        <a:rPr lang="en-US" b="0" i="1" smtClean="0">
                          <a:solidFill>
                            <a:schemeClr val="bg1"/>
                          </a:solidFill>
                          <a:latin typeface="Cambria Math" panose="02040503050406030204" pitchFamily="18" charset="0"/>
                          <a:ea typeface="Cambria Math" panose="02040503050406030204" pitchFamily="18" charset="0"/>
                        </a:rPr>
                        <m:t>𝑤𝑒𝑖𝑔h𝑡</m:t>
                      </m:r>
                      <m:r>
                        <a:rPr lang="en-US" b="0" i="1" smtClean="0">
                          <a:solidFill>
                            <a:schemeClr val="bg1"/>
                          </a:solidFill>
                          <a:latin typeface="Cambria Math" panose="02040503050406030204" pitchFamily="18" charset="0"/>
                          <a:ea typeface="Cambria Math" panose="02040503050406030204" pitchFamily="18" charset="0"/>
                        </a:rPr>
                        <m:t>&gt;0, </m:t>
                      </m:r>
                      <m:r>
                        <a:rPr lang="en-US" b="0" i="1" smtClean="0">
                          <a:solidFill>
                            <a:schemeClr val="bg1"/>
                          </a:solidFill>
                          <a:latin typeface="Cambria Math" panose="02040503050406030204" pitchFamily="18" charset="0"/>
                          <a:ea typeface="Cambria Math" panose="02040503050406030204" pitchFamily="18" charset="0"/>
                        </a:rPr>
                        <m:t>𝑜𝑟</m:t>
                      </m:r>
                      <m:r>
                        <a:rPr lang="en-US" b="0" i="1" smtClean="0">
                          <a:solidFill>
                            <a:schemeClr val="bg1"/>
                          </a:solidFill>
                          <a:latin typeface="Cambria Math" panose="02040503050406030204" pitchFamily="18" charset="0"/>
                          <a:ea typeface="Cambria Math" panose="02040503050406030204" pitchFamily="18" charset="0"/>
                        </a:rPr>
                        <m:t> </m:t>
                      </m:r>
                      <m:r>
                        <a:rPr lang="en-US" b="0" i="1" smtClean="0">
                          <a:solidFill>
                            <a:schemeClr val="bg1"/>
                          </a:solidFill>
                          <a:latin typeface="Cambria Math" panose="02040503050406030204" pitchFamily="18" charset="0"/>
                          <a:ea typeface="Cambria Math" panose="02040503050406030204" pitchFamily="18" charset="0"/>
                        </a:rPr>
                        <m:t>𝑎𝑥</m:t>
                      </m:r>
                      <m:r>
                        <a:rPr lang="en-US" b="0" i="1" smtClean="0">
                          <a:solidFill>
                            <a:schemeClr val="bg1"/>
                          </a:solidFill>
                          <a:latin typeface="Cambria Math" panose="02040503050406030204" pitchFamily="18" charset="0"/>
                          <a:ea typeface="Cambria Math" panose="02040503050406030204" pitchFamily="18" charset="0"/>
                        </a:rPr>
                        <m:t>+</m:t>
                      </m:r>
                      <m:r>
                        <a:rPr lang="en-US" b="0" i="1" smtClean="0">
                          <a:solidFill>
                            <a:schemeClr val="bg1"/>
                          </a:solidFill>
                          <a:latin typeface="Cambria Math" panose="02040503050406030204" pitchFamily="18" charset="0"/>
                          <a:ea typeface="Cambria Math" panose="02040503050406030204" pitchFamily="18" charset="0"/>
                        </a:rPr>
                        <m:t>𝑏𝑦</m:t>
                      </m:r>
                      <m:r>
                        <a:rPr lang="en-US" b="0" i="1" smtClean="0">
                          <a:solidFill>
                            <a:schemeClr val="bg1"/>
                          </a:solidFill>
                          <a:latin typeface="Cambria Math" panose="02040503050406030204" pitchFamily="18" charset="0"/>
                          <a:ea typeface="Cambria Math" panose="02040503050406030204" pitchFamily="18" charset="0"/>
                        </a:rPr>
                        <m:t>+</m:t>
                      </m:r>
                      <m:r>
                        <a:rPr lang="en-US" b="0" i="1" smtClean="0">
                          <a:solidFill>
                            <a:schemeClr val="bg1"/>
                          </a:solidFill>
                          <a:latin typeface="Cambria Math" panose="02040503050406030204" pitchFamily="18" charset="0"/>
                          <a:ea typeface="Cambria Math" panose="02040503050406030204" pitchFamily="18" charset="0"/>
                        </a:rPr>
                        <m:t>𝑐</m:t>
                      </m:r>
                      <m:r>
                        <a:rPr lang="en-US" b="0" i="1" smtClean="0">
                          <a:solidFill>
                            <a:schemeClr val="bg1"/>
                          </a:solidFill>
                          <a:latin typeface="Cambria Math" panose="02040503050406030204" pitchFamily="18" charset="0"/>
                          <a:ea typeface="Cambria Math" panose="02040503050406030204" pitchFamily="18" charset="0"/>
                        </a:rPr>
                        <m:t>&gt;0 </m:t>
                      </m:r>
                    </m:oMath>
                  </m:oMathPara>
                </a14:m>
                <a:endParaRPr lang="en-US" b="0" dirty="0">
                  <a:solidFill>
                    <a:schemeClr val="bg1"/>
                  </a:solidFill>
                  <a:latin typeface="Cambria Math" panose="02040503050406030204" pitchFamily="18" charset="0"/>
                  <a:ea typeface="Cambria Math" panose="02040503050406030204" pitchFamily="18" charset="0"/>
                </a:endParaRPr>
              </a:p>
              <a:p>
                <a:pPr marL="0" indent="0">
                  <a:buNone/>
                </a:pPr>
                <a:endParaRPr lang="en-US" b="0" dirty="0">
                  <a:solidFill>
                    <a:schemeClr val="tx2"/>
                  </a:solidFill>
                  <a:latin typeface="Cambria Math" panose="02040503050406030204" pitchFamily="18" charset="0"/>
                  <a:cs typeface="Arial" panose="020B0604020202020204" pitchFamily="34" charset="0"/>
                </a:endParaRPr>
              </a:p>
            </p:txBody>
          </p:sp>
        </mc:Choice>
        <mc:Fallback xmlns="">
          <p:sp>
            <p:nvSpPr>
              <p:cNvPr id="6" name="Content Placeholder 5">
                <a:extLst>
                  <a:ext uri="{FF2B5EF4-FFF2-40B4-BE49-F238E27FC236}">
                    <a16:creationId xmlns:a16="http://schemas.microsoft.com/office/drawing/2014/main" id="{75C8F42D-68F5-9BC0-5FC5-9D26B76AB49A}"/>
                  </a:ext>
                </a:extLst>
              </p:cNvPr>
              <p:cNvSpPr>
                <a:spLocks noGrp="1" noRot="1" noChangeAspect="1" noMove="1" noResize="1" noEditPoints="1" noAdjustHandles="1" noChangeArrowheads="1" noChangeShapeType="1" noTextEdit="1"/>
              </p:cNvSpPr>
              <p:nvPr>
                <p:ph idx="1"/>
              </p:nvPr>
            </p:nvSpPr>
            <p:spPr>
              <a:xfrm>
                <a:off x="1645611" y="1600200"/>
                <a:ext cx="9782801" cy="4876800"/>
              </a:xfrm>
              <a:blipFill>
                <a:blip r:embed="rId2"/>
                <a:stretch>
                  <a:fillRect l="-1036" t="-1558" r="-907"/>
                </a:stretch>
              </a:blipFill>
            </p:spPr>
            <p:txBody>
              <a:bodyPr/>
              <a:lstStyle/>
              <a:p>
                <a:r>
                  <a:rPr lang="en-US">
                    <a:noFill/>
                  </a:rPr>
                  <a:t> </a:t>
                </a:r>
              </a:p>
            </p:txBody>
          </p:sp>
        </mc:Fallback>
      </mc:AlternateContent>
    </p:spTree>
    <p:extLst>
      <p:ext uri="{BB962C8B-B14F-4D97-AF65-F5344CB8AC3E}">
        <p14:creationId xmlns:p14="http://schemas.microsoft.com/office/powerpoint/2010/main" val="22452108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Algorithm</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859001" cy="1676400"/>
              </a:xfrm>
            </p:spPr>
            <p:txBody>
              <a:bodyPr/>
              <a:lstStyle/>
              <a:p>
                <a:pPr marL="0" indent="0">
                  <a:buNone/>
                </a:pPr>
                <a:r>
                  <a:rPr lang="en-US" b="0" dirty="0">
                    <a:latin typeface="Cambria Math" panose="02040503050406030204" pitchFamily="18" charset="0"/>
                    <a:cs typeface="Arial" panose="020B0604020202020204" pitchFamily="34" charset="0"/>
                  </a:rPr>
                  <a:t>To understand the meaning of the equation, lets consider the following line: </a:t>
                </a:r>
                <a14:m>
                  <m:oMath xmlns:m="http://schemas.openxmlformats.org/officeDocument/2006/math">
                    <m:r>
                      <a:rPr lang="en-US" b="0" i="0" smtClean="0">
                        <a:latin typeface="Cambria Math" panose="02040503050406030204" pitchFamily="18" charset="0"/>
                        <a:cs typeface="Arial" panose="020B0604020202020204" pitchFamily="34" charset="0"/>
                      </a:rPr>
                      <m:t>1</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𝒙</m:t>
                    </m:r>
                    <m:r>
                      <a:rPr lang="en-US" b="1" i="1" smtClean="0">
                        <a:latin typeface="Cambria Math" panose="02040503050406030204" pitchFamily="18" charset="0"/>
                        <a:cs typeface="Arial" panose="020B0604020202020204" pitchFamily="34" charset="0"/>
                      </a:rPr>
                      <m:t>+</m:t>
                    </m:r>
                    <m:d>
                      <m:dPr>
                        <m:ctrlPr>
                          <a:rPr lang="en-US" b="1" i="1" smtClean="0">
                            <a:latin typeface="Cambria Math" panose="02040503050406030204" pitchFamily="18" charset="0"/>
                            <a:cs typeface="Arial" panose="020B0604020202020204" pitchFamily="34" charset="0"/>
                          </a:rPr>
                        </m:ctrlPr>
                      </m:dPr>
                      <m:e>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𝟒</m:t>
                        </m:r>
                      </m:e>
                    </m:d>
                    <m:r>
                      <a:rPr lang="en-US" b="1" i="1" smtClean="0">
                        <a:latin typeface="Cambria Math" panose="02040503050406030204" pitchFamily="18" charset="0"/>
                        <a:ea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𝒚</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𝟑</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𝟎</m:t>
                    </m:r>
                    <m:r>
                      <a:rPr lang="en-US" b="1" i="1" smtClean="0">
                        <a:latin typeface="Cambria Math" panose="02040503050406030204" pitchFamily="18" charset="0"/>
                        <a:cs typeface="Arial" panose="020B0604020202020204" pitchFamily="34" charset="0"/>
                      </a:rPr>
                      <m:t>, </m:t>
                    </m:r>
                    <m:r>
                      <a:rPr lang="en-US" b="1" i="1" smtClean="0">
                        <a:latin typeface="Cambria Math" panose="02040503050406030204" pitchFamily="18" charset="0"/>
                        <a:cs typeface="Arial" panose="020B0604020202020204" pitchFamily="34" charset="0"/>
                      </a:rPr>
                      <m:t>𝒂</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𝟏</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𝒃</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𝟒</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𝒄</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𝟑</m:t>
                    </m:r>
                  </m:oMath>
                </a14:m>
                <a:r>
                  <a:rPr lang="en-US" b="1" dirty="0">
                    <a:latin typeface="Cambria Math" panose="02040503050406030204" pitchFamily="18" charset="0"/>
                    <a:cs typeface="Arial" panose="020B0604020202020204" pitchFamily="34" charset="0"/>
                  </a:rPr>
                  <a:t>  </a:t>
                </a:r>
                <a:r>
                  <a:rPr lang="en-US" b="0" dirty="0">
                    <a:latin typeface="Cambria Math" panose="02040503050406030204" pitchFamily="18" charset="0"/>
                    <a:cs typeface="Arial" panose="020B0604020202020204" pitchFamily="34" charset="0"/>
                  </a:rPr>
                  <a:t>as described in the below picture.</a:t>
                </a:r>
              </a:p>
            </p:txBody>
          </p:sp>
        </mc:Choice>
        <mc:Fallback xmlns="">
          <p:sp>
            <p:nvSpPr>
              <p:cNvPr id="6" name="Content Placeholder 5">
                <a:extLst>
                  <a:ext uri="{FF2B5EF4-FFF2-40B4-BE49-F238E27FC236}">
                    <a16:creationId xmlns:a16="http://schemas.microsoft.com/office/drawing/2014/main" id="{75C8F42D-68F5-9BC0-5FC5-9D26B76AB49A}"/>
                  </a:ext>
                </a:extLst>
              </p:cNvPr>
              <p:cNvSpPr>
                <a:spLocks noGrp="1" noRot="1" noChangeAspect="1" noMove="1" noResize="1" noEditPoints="1" noAdjustHandles="1" noChangeArrowheads="1" noChangeShapeType="1" noTextEdit="1"/>
              </p:cNvSpPr>
              <p:nvPr>
                <p:ph idx="1"/>
              </p:nvPr>
            </p:nvSpPr>
            <p:spPr>
              <a:xfrm>
                <a:off x="1645611" y="1600200"/>
                <a:ext cx="9859001" cy="1676400"/>
              </a:xfrm>
              <a:blipFill>
                <a:blip r:embed="rId2"/>
                <a:stretch>
                  <a:fillRect l="-1030" t="-4511"/>
                </a:stretch>
              </a:blipFill>
            </p:spPr>
            <p:txBody>
              <a:bodyPr/>
              <a:lstStyle/>
              <a:p>
                <a:r>
                  <a:rPr lang="en-US">
                    <a:noFill/>
                  </a:rPr>
                  <a:t> </a:t>
                </a:r>
              </a:p>
            </p:txBody>
          </p:sp>
        </mc:Fallback>
      </mc:AlternateContent>
      <p:grpSp>
        <p:nvGrpSpPr>
          <p:cNvPr id="7" name="Group 6">
            <a:extLst>
              <a:ext uri="{FF2B5EF4-FFF2-40B4-BE49-F238E27FC236}">
                <a16:creationId xmlns:a16="http://schemas.microsoft.com/office/drawing/2014/main" id="{42B32645-CD4E-18D8-DF6F-45FC0DF5D1D8}"/>
              </a:ext>
            </a:extLst>
          </p:cNvPr>
          <p:cNvGrpSpPr/>
          <p:nvPr/>
        </p:nvGrpSpPr>
        <p:grpSpPr>
          <a:xfrm>
            <a:off x="1516718" y="3240009"/>
            <a:ext cx="9317334" cy="3588791"/>
            <a:chOff x="1516718" y="3240009"/>
            <a:chExt cx="9317334" cy="3588791"/>
          </a:xfrm>
        </p:grpSpPr>
        <p:grpSp>
          <p:nvGrpSpPr>
            <p:cNvPr id="410" name="Group 409">
              <a:extLst>
                <a:ext uri="{FF2B5EF4-FFF2-40B4-BE49-F238E27FC236}">
                  <a16:creationId xmlns:a16="http://schemas.microsoft.com/office/drawing/2014/main" id="{88B3EBF7-C9A2-D9F2-3358-428A949F3CD4}"/>
                </a:ext>
              </a:extLst>
            </p:cNvPr>
            <p:cNvGrpSpPr/>
            <p:nvPr/>
          </p:nvGrpSpPr>
          <p:grpSpPr>
            <a:xfrm>
              <a:off x="2055812" y="3657600"/>
              <a:ext cx="8778240" cy="2971800"/>
              <a:chOff x="2132012" y="3124200"/>
              <a:chExt cx="8778240" cy="2971800"/>
            </a:xfrm>
          </p:grpSpPr>
          <p:grpSp>
            <p:nvGrpSpPr>
              <p:cNvPr id="403" name="Group 402">
                <a:extLst>
                  <a:ext uri="{FF2B5EF4-FFF2-40B4-BE49-F238E27FC236}">
                    <a16:creationId xmlns:a16="http://schemas.microsoft.com/office/drawing/2014/main" id="{17AB6608-F51E-D44B-5D04-5ADBEFBA3C28}"/>
                  </a:ext>
                </a:extLst>
              </p:cNvPr>
              <p:cNvGrpSpPr/>
              <p:nvPr/>
            </p:nvGrpSpPr>
            <p:grpSpPr>
              <a:xfrm>
                <a:off x="2132012" y="3124200"/>
                <a:ext cx="8778240" cy="2926080"/>
                <a:chOff x="2132012" y="3124200"/>
                <a:chExt cx="8778240" cy="2926080"/>
              </a:xfrm>
            </p:grpSpPr>
            <p:grpSp>
              <p:nvGrpSpPr>
                <p:cNvPr id="125" name="Group 124">
                  <a:extLst>
                    <a:ext uri="{FF2B5EF4-FFF2-40B4-BE49-F238E27FC236}">
                      <a16:creationId xmlns:a16="http://schemas.microsoft.com/office/drawing/2014/main" id="{9CBAC667-CF1B-92BF-8137-C3B66C320A63}"/>
                    </a:ext>
                  </a:extLst>
                </p:cNvPr>
                <p:cNvGrpSpPr/>
                <p:nvPr/>
              </p:nvGrpSpPr>
              <p:grpSpPr>
                <a:xfrm>
                  <a:off x="2132012" y="3124200"/>
                  <a:ext cx="2926080" cy="2926080"/>
                  <a:chOff x="2132012" y="3124200"/>
                  <a:chExt cx="2926080" cy="2926080"/>
                </a:xfrm>
              </p:grpSpPr>
              <p:grpSp>
                <p:nvGrpSpPr>
                  <p:cNvPr id="69" name="Group 68">
                    <a:extLst>
                      <a:ext uri="{FF2B5EF4-FFF2-40B4-BE49-F238E27FC236}">
                        <a16:creationId xmlns:a16="http://schemas.microsoft.com/office/drawing/2014/main" id="{57CE3321-BDA9-BC9D-4458-5A9FDFCC9279}"/>
                      </a:ext>
                    </a:extLst>
                  </p:cNvPr>
                  <p:cNvGrpSpPr/>
                  <p:nvPr/>
                </p:nvGrpSpPr>
                <p:grpSpPr>
                  <a:xfrm>
                    <a:off x="2132012" y="3124200"/>
                    <a:ext cx="2926080" cy="1463040"/>
                    <a:chOff x="2970212" y="4724400"/>
                    <a:chExt cx="2926080" cy="1463040"/>
                  </a:xfrm>
                </p:grpSpPr>
                <p:grpSp>
                  <p:nvGrpSpPr>
                    <p:cNvPr id="41" name="Group 40">
                      <a:extLst>
                        <a:ext uri="{FF2B5EF4-FFF2-40B4-BE49-F238E27FC236}">
                          <a16:creationId xmlns:a16="http://schemas.microsoft.com/office/drawing/2014/main" id="{E591D691-764B-040E-1287-F2E1AFEE5A49}"/>
                        </a:ext>
                      </a:extLst>
                    </p:cNvPr>
                    <p:cNvGrpSpPr/>
                    <p:nvPr/>
                  </p:nvGrpSpPr>
                  <p:grpSpPr>
                    <a:xfrm>
                      <a:off x="2970212" y="4724400"/>
                      <a:ext cx="1463040" cy="1463040"/>
                      <a:chOff x="2970212" y="4724400"/>
                      <a:chExt cx="1463040" cy="1463040"/>
                    </a:xfrm>
                  </p:grpSpPr>
                  <p:grpSp>
                    <p:nvGrpSpPr>
                      <p:cNvPr id="21" name="Group 20">
                        <a:extLst>
                          <a:ext uri="{FF2B5EF4-FFF2-40B4-BE49-F238E27FC236}">
                            <a16:creationId xmlns:a16="http://schemas.microsoft.com/office/drawing/2014/main" id="{3FE1A9B0-E26D-384A-8587-D9FB00A3D72B}"/>
                          </a:ext>
                        </a:extLst>
                      </p:cNvPr>
                      <p:cNvGrpSpPr/>
                      <p:nvPr/>
                    </p:nvGrpSpPr>
                    <p:grpSpPr>
                      <a:xfrm>
                        <a:off x="2970212" y="4724400"/>
                        <a:ext cx="1463040" cy="731520"/>
                        <a:chOff x="2970212" y="4724400"/>
                        <a:chExt cx="1463040" cy="731520"/>
                      </a:xfrm>
                    </p:grpSpPr>
                    <p:grpSp>
                      <p:nvGrpSpPr>
                        <p:cNvPr id="12" name="Group 11">
                          <a:extLst>
                            <a:ext uri="{FF2B5EF4-FFF2-40B4-BE49-F238E27FC236}">
                              <a16:creationId xmlns:a16="http://schemas.microsoft.com/office/drawing/2014/main" id="{D8B94FAE-1D6F-221E-9C77-92A447977311}"/>
                            </a:ext>
                          </a:extLst>
                        </p:cNvPr>
                        <p:cNvGrpSpPr/>
                        <p:nvPr/>
                      </p:nvGrpSpPr>
                      <p:grpSpPr>
                        <a:xfrm>
                          <a:off x="2970212" y="4724400"/>
                          <a:ext cx="731520" cy="731520"/>
                          <a:chOff x="2970212" y="4724400"/>
                          <a:chExt cx="731520" cy="731520"/>
                        </a:xfrm>
                      </p:grpSpPr>
                      <p:grpSp>
                        <p:nvGrpSpPr>
                          <p:cNvPr id="9" name="Group 8">
                            <a:extLst>
                              <a:ext uri="{FF2B5EF4-FFF2-40B4-BE49-F238E27FC236}">
                                <a16:creationId xmlns:a16="http://schemas.microsoft.com/office/drawing/2014/main" id="{FDA4200E-7308-5745-D397-42C3A1941F97}"/>
                              </a:ext>
                            </a:extLst>
                          </p:cNvPr>
                          <p:cNvGrpSpPr/>
                          <p:nvPr/>
                        </p:nvGrpSpPr>
                        <p:grpSpPr>
                          <a:xfrm>
                            <a:off x="2970212" y="4724400"/>
                            <a:ext cx="731520" cy="365760"/>
                            <a:chOff x="2970212" y="4724400"/>
                            <a:chExt cx="731520" cy="365760"/>
                          </a:xfrm>
                        </p:grpSpPr>
                        <p:sp>
                          <p:nvSpPr>
                            <p:cNvPr id="4" name="Rectangle 3">
                              <a:extLst>
                                <a:ext uri="{FF2B5EF4-FFF2-40B4-BE49-F238E27FC236}">
                                  <a16:creationId xmlns:a16="http://schemas.microsoft.com/office/drawing/2014/main" id="{40A1CE94-EFD3-2136-E072-F672753A679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AA4C45E6-FCD4-0567-B532-9A52124BA01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 name="Rectangle 9">
                            <a:extLst>
                              <a:ext uri="{FF2B5EF4-FFF2-40B4-BE49-F238E27FC236}">
                                <a16:creationId xmlns:a16="http://schemas.microsoft.com/office/drawing/2014/main" id="{A0B5002B-6CF4-9256-9D80-1757C55991E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 name="Rectangle 10">
                            <a:extLst>
                              <a:ext uri="{FF2B5EF4-FFF2-40B4-BE49-F238E27FC236}">
                                <a16:creationId xmlns:a16="http://schemas.microsoft.com/office/drawing/2014/main" id="{7948705D-8B21-7B36-379C-C3D1BF9047A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F8F5FDF1-4199-1447-6130-7EB6BD3D2F1D}"/>
                            </a:ext>
                          </a:extLst>
                        </p:cNvPr>
                        <p:cNvGrpSpPr/>
                        <p:nvPr/>
                      </p:nvGrpSpPr>
                      <p:grpSpPr>
                        <a:xfrm>
                          <a:off x="3701732" y="4724400"/>
                          <a:ext cx="731520" cy="731520"/>
                          <a:chOff x="2970212" y="4724400"/>
                          <a:chExt cx="731520" cy="731520"/>
                        </a:xfrm>
                      </p:grpSpPr>
                      <p:grpSp>
                        <p:nvGrpSpPr>
                          <p:cNvPr id="16" name="Group 15">
                            <a:extLst>
                              <a:ext uri="{FF2B5EF4-FFF2-40B4-BE49-F238E27FC236}">
                                <a16:creationId xmlns:a16="http://schemas.microsoft.com/office/drawing/2014/main" id="{78EF4743-9A9F-A0A7-0608-53590E58AF48}"/>
                              </a:ext>
                            </a:extLst>
                          </p:cNvPr>
                          <p:cNvGrpSpPr/>
                          <p:nvPr/>
                        </p:nvGrpSpPr>
                        <p:grpSpPr>
                          <a:xfrm>
                            <a:off x="2970212" y="4724400"/>
                            <a:ext cx="731520" cy="365760"/>
                            <a:chOff x="2970212" y="4724400"/>
                            <a:chExt cx="731520" cy="365760"/>
                          </a:xfrm>
                        </p:grpSpPr>
                        <p:sp>
                          <p:nvSpPr>
                            <p:cNvPr id="19" name="Rectangle 18">
                              <a:extLst>
                                <a:ext uri="{FF2B5EF4-FFF2-40B4-BE49-F238E27FC236}">
                                  <a16:creationId xmlns:a16="http://schemas.microsoft.com/office/drawing/2014/main" id="{EA711D48-D6C3-65ED-4089-C8498EEAB111}"/>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 name="Rectangle 19">
                              <a:extLst>
                                <a:ext uri="{FF2B5EF4-FFF2-40B4-BE49-F238E27FC236}">
                                  <a16:creationId xmlns:a16="http://schemas.microsoft.com/office/drawing/2014/main" id="{6F418835-1B9D-65D8-0266-23456CAAF174}"/>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ABFAFC10-8BDA-1167-B0C6-EFB75A83681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8" name="Rectangle 17">
                            <a:extLst>
                              <a:ext uri="{FF2B5EF4-FFF2-40B4-BE49-F238E27FC236}">
                                <a16:creationId xmlns:a16="http://schemas.microsoft.com/office/drawing/2014/main" id="{5C71C587-4D6E-565C-9679-F5FAFD607D0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8" name="Group 27">
                        <a:extLst>
                          <a:ext uri="{FF2B5EF4-FFF2-40B4-BE49-F238E27FC236}">
                            <a16:creationId xmlns:a16="http://schemas.microsoft.com/office/drawing/2014/main" id="{49373B72-7E08-2D1A-F813-2A9786513C90}"/>
                          </a:ext>
                        </a:extLst>
                      </p:cNvPr>
                      <p:cNvGrpSpPr/>
                      <p:nvPr/>
                    </p:nvGrpSpPr>
                    <p:grpSpPr>
                      <a:xfrm>
                        <a:off x="2970212" y="5455920"/>
                        <a:ext cx="1463040" cy="731520"/>
                        <a:chOff x="2970212" y="4724400"/>
                        <a:chExt cx="1463040" cy="731520"/>
                      </a:xfrm>
                    </p:grpSpPr>
                    <p:grpSp>
                      <p:nvGrpSpPr>
                        <p:cNvPr id="29" name="Group 28">
                          <a:extLst>
                            <a:ext uri="{FF2B5EF4-FFF2-40B4-BE49-F238E27FC236}">
                              <a16:creationId xmlns:a16="http://schemas.microsoft.com/office/drawing/2014/main" id="{5718B21C-F6A5-7D68-5C18-101867B9D4A3}"/>
                            </a:ext>
                          </a:extLst>
                        </p:cNvPr>
                        <p:cNvGrpSpPr/>
                        <p:nvPr/>
                      </p:nvGrpSpPr>
                      <p:grpSpPr>
                        <a:xfrm>
                          <a:off x="2970212" y="4724400"/>
                          <a:ext cx="731520" cy="731520"/>
                          <a:chOff x="2970212" y="4724400"/>
                          <a:chExt cx="731520" cy="731520"/>
                        </a:xfrm>
                      </p:grpSpPr>
                      <p:grpSp>
                        <p:nvGrpSpPr>
                          <p:cNvPr id="36" name="Group 35">
                            <a:extLst>
                              <a:ext uri="{FF2B5EF4-FFF2-40B4-BE49-F238E27FC236}">
                                <a16:creationId xmlns:a16="http://schemas.microsoft.com/office/drawing/2014/main" id="{3B278792-A4BC-D4E5-0966-FE8BB6FDDF9B}"/>
                              </a:ext>
                            </a:extLst>
                          </p:cNvPr>
                          <p:cNvGrpSpPr/>
                          <p:nvPr/>
                        </p:nvGrpSpPr>
                        <p:grpSpPr>
                          <a:xfrm>
                            <a:off x="2970212" y="4724400"/>
                            <a:ext cx="731520" cy="365760"/>
                            <a:chOff x="2970212" y="4724400"/>
                            <a:chExt cx="731520" cy="365760"/>
                          </a:xfrm>
                        </p:grpSpPr>
                        <p:sp>
                          <p:nvSpPr>
                            <p:cNvPr id="39" name="Rectangle 38">
                              <a:extLst>
                                <a:ext uri="{FF2B5EF4-FFF2-40B4-BE49-F238E27FC236}">
                                  <a16:creationId xmlns:a16="http://schemas.microsoft.com/office/drawing/2014/main" id="{13A8CF73-5EB4-9A75-6143-563910E97BF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 name="Rectangle 39">
                              <a:extLst>
                                <a:ext uri="{FF2B5EF4-FFF2-40B4-BE49-F238E27FC236}">
                                  <a16:creationId xmlns:a16="http://schemas.microsoft.com/office/drawing/2014/main" id="{9D4E0F80-DD44-E107-7159-2C4A9C649327}"/>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7" name="Rectangle 36">
                            <a:extLst>
                              <a:ext uri="{FF2B5EF4-FFF2-40B4-BE49-F238E27FC236}">
                                <a16:creationId xmlns:a16="http://schemas.microsoft.com/office/drawing/2014/main" id="{260A1155-EDF9-E4A7-6C6C-E9E13E59295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 name="Rectangle 37">
                            <a:extLst>
                              <a:ext uri="{FF2B5EF4-FFF2-40B4-BE49-F238E27FC236}">
                                <a16:creationId xmlns:a16="http://schemas.microsoft.com/office/drawing/2014/main" id="{25B1D993-EE4A-69DE-A5FA-47373AFFE06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2E2EF1A7-9B43-2820-2A53-D0C1CDDEF949}"/>
                            </a:ext>
                          </a:extLst>
                        </p:cNvPr>
                        <p:cNvGrpSpPr/>
                        <p:nvPr/>
                      </p:nvGrpSpPr>
                      <p:grpSpPr>
                        <a:xfrm>
                          <a:off x="3701732" y="4724400"/>
                          <a:ext cx="731520" cy="731520"/>
                          <a:chOff x="2970212" y="4724400"/>
                          <a:chExt cx="731520" cy="731520"/>
                        </a:xfrm>
                      </p:grpSpPr>
                      <p:grpSp>
                        <p:nvGrpSpPr>
                          <p:cNvPr id="31" name="Group 30">
                            <a:extLst>
                              <a:ext uri="{FF2B5EF4-FFF2-40B4-BE49-F238E27FC236}">
                                <a16:creationId xmlns:a16="http://schemas.microsoft.com/office/drawing/2014/main" id="{A18F52D0-B7F7-C731-7DE7-6883F2C935CD}"/>
                              </a:ext>
                            </a:extLst>
                          </p:cNvPr>
                          <p:cNvGrpSpPr/>
                          <p:nvPr/>
                        </p:nvGrpSpPr>
                        <p:grpSpPr>
                          <a:xfrm>
                            <a:off x="2970212" y="4724400"/>
                            <a:ext cx="731520" cy="365760"/>
                            <a:chOff x="2970212" y="4724400"/>
                            <a:chExt cx="731520" cy="365760"/>
                          </a:xfrm>
                        </p:grpSpPr>
                        <p:sp>
                          <p:nvSpPr>
                            <p:cNvPr id="34" name="Rectangle 33">
                              <a:extLst>
                                <a:ext uri="{FF2B5EF4-FFF2-40B4-BE49-F238E27FC236}">
                                  <a16:creationId xmlns:a16="http://schemas.microsoft.com/office/drawing/2014/main" id="{8437F47D-5007-6290-FFE2-C4DEA9740CA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 name="Rectangle 34">
                              <a:extLst>
                                <a:ext uri="{FF2B5EF4-FFF2-40B4-BE49-F238E27FC236}">
                                  <a16:creationId xmlns:a16="http://schemas.microsoft.com/office/drawing/2014/main" id="{036B0E81-F778-8426-B1F3-DFC4B751109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2" name="Rectangle 31">
                            <a:extLst>
                              <a:ext uri="{FF2B5EF4-FFF2-40B4-BE49-F238E27FC236}">
                                <a16:creationId xmlns:a16="http://schemas.microsoft.com/office/drawing/2014/main" id="{DA846111-1FC3-30BC-794A-5430619991D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 name="Rectangle 32">
                            <a:extLst>
                              <a:ext uri="{FF2B5EF4-FFF2-40B4-BE49-F238E27FC236}">
                                <a16:creationId xmlns:a16="http://schemas.microsoft.com/office/drawing/2014/main" id="{948700FF-46EE-7304-FD9E-9ADE26AE2AEB}"/>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42" name="Group 41">
                      <a:extLst>
                        <a:ext uri="{FF2B5EF4-FFF2-40B4-BE49-F238E27FC236}">
                          <a16:creationId xmlns:a16="http://schemas.microsoft.com/office/drawing/2014/main" id="{172ABDE7-1C1D-2911-7658-525298CE9549}"/>
                        </a:ext>
                      </a:extLst>
                    </p:cNvPr>
                    <p:cNvGrpSpPr/>
                    <p:nvPr/>
                  </p:nvGrpSpPr>
                  <p:grpSpPr>
                    <a:xfrm>
                      <a:off x="4433252" y="4724400"/>
                      <a:ext cx="1463040" cy="1463040"/>
                      <a:chOff x="2970212" y="4724400"/>
                      <a:chExt cx="1463040" cy="1463040"/>
                    </a:xfrm>
                  </p:grpSpPr>
                  <p:grpSp>
                    <p:nvGrpSpPr>
                      <p:cNvPr id="43" name="Group 42">
                        <a:extLst>
                          <a:ext uri="{FF2B5EF4-FFF2-40B4-BE49-F238E27FC236}">
                            <a16:creationId xmlns:a16="http://schemas.microsoft.com/office/drawing/2014/main" id="{0B454B95-6AED-5998-C509-C0BAC8087CE0}"/>
                          </a:ext>
                        </a:extLst>
                      </p:cNvPr>
                      <p:cNvGrpSpPr/>
                      <p:nvPr/>
                    </p:nvGrpSpPr>
                    <p:grpSpPr>
                      <a:xfrm>
                        <a:off x="2970212" y="4724400"/>
                        <a:ext cx="1463040" cy="731520"/>
                        <a:chOff x="2970212" y="4724400"/>
                        <a:chExt cx="1463040" cy="731520"/>
                      </a:xfrm>
                    </p:grpSpPr>
                    <p:grpSp>
                      <p:nvGrpSpPr>
                        <p:cNvPr id="57" name="Group 56">
                          <a:extLst>
                            <a:ext uri="{FF2B5EF4-FFF2-40B4-BE49-F238E27FC236}">
                              <a16:creationId xmlns:a16="http://schemas.microsoft.com/office/drawing/2014/main" id="{CE03F92E-45A3-4EB2-EC57-2A11F3AE20CF}"/>
                            </a:ext>
                          </a:extLst>
                        </p:cNvPr>
                        <p:cNvGrpSpPr/>
                        <p:nvPr/>
                      </p:nvGrpSpPr>
                      <p:grpSpPr>
                        <a:xfrm>
                          <a:off x="2970212" y="4724400"/>
                          <a:ext cx="731520" cy="731520"/>
                          <a:chOff x="2970212" y="4724400"/>
                          <a:chExt cx="731520" cy="731520"/>
                        </a:xfrm>
                      </p:grpSpPr>
                      <p:grpSp>
                        <p:nvGrpSpPr>
                          <p:cNvPr id="64" name="Group 63">
                            <a:extLst>
                              <a:ext uri="{FF2B5EF4-FFF2-40B4-BE49-F238E27FC236}">
                                <a16:creationId xmlns:a16="http://schemas.microsoft.com/office/drawing/2014/main" id="{B1920F4D-A5A2-27FE-AEB3-9AD7FC1BAED2}"/>
                              </a:ext>
                            </a:extLst>
                          </p:cNvPr>
                          <p:cNvGrpSpPr/>
                          <p:nvPr/>
                        </p:nvGrpSpPr>
                        <p:grpSpPr>
                          <a:xfrm>
                            <a:off x="2970212" y="4724400"/>
                            <a:ext cx="731520" cy="365760"/>
                            <a:chOff x="2970212" y="4724400"/>
                            <a:chExt cx="731520" cy="365760"/>
                          </a:xfrm>
                        </p:grpSpPr>
                        <p:sp>
                          <p:nvSpPr>
                            <p:cNvPr id="67" name="Rectangle 66">
                              <a:extLst>
                                <a:ext uri="{FF2B5EF4-FFF2-40B4-BE49-F238E27FC236}">
                                  <a16:creationId xmlns:a16="http://schemas.microsoft.com/office/drawing/2014/main" id="{1B96144B-3BC7-5C9C-7EA3-9C021A70CB7F}"/>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8" name="Rectangle 67">
                              <a:extLst>
                                <a:ext uri="{FF2B5EF4-FFF2-40B4-BE49-F238E27FC236}">
                                  <a16:creationId xmlns:a16="http://schemas.microsoft.com/office/drawing/2014/main" id="{05B0656E-5999-0B70-7CE7-274773257D6E}"/>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65" name="Rectangle 64">
                            <a:extLst>
                              <a:ext uri="{FF2B5EF4-FFF2-40B4-BE49-F238E27FC236}">
                                <a16:creationId xmlns:a16="http://schemas.microsoft.com/office/drawing/2014/main" id="{5F464F21-5061-D038-E819-C7DF0BE7261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6" name="Rectangle 65">
                            <a:extLst>
                              <a:ext uri="{FF2B5EF4-FFF2-40B4-BE49-F238E27FC236}">
                                <a16:creationId xmlns:a16="http://schemas.microsoft.com/office/drawing/2014/main" id="{933FEF85-2585-0566-D089-AD52D2C61DC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58" name="Group 57">
                          <a:extLst>
                            <a:ext uri="{FF2B5EF4-FFF2-40B4-BE49-F238E27FC236}">
                              <a16:creationId xmlns:a16="http://schemas.microsoft.com/office/drawing/2014/main" id="{6EE20B55-F3DE-4BA5-4002-4C8F7847D116}"/>
                            </a:ext>
                          </a:extLst>
                        </p:cNvPr>
                        <p:cNvGrpSpPr/>
                        <p:nvPr/>
                      </p:nvGrpSpPr>
                      <p:grpSpPr>
                        <a:xfrm>
                          <a:off x="3701732" y="4724400"/>
                          <a:ext cx="731520" cy="731520"/>
                          <a:chOff x="2970212" y="4724400"/>
                          <a:chExt cx="731520" cy="731520"/>
                        </a:xfrm>
                      </p:grpSpPr>
                      <p:grpSp>
                        <p:nvGrpSpPr>
                          <p:cNvPr id="59" name="Group 58">
                            <a:extLst>
                              <a:ext uri="{FF2B5EF4-FFF2-40B4-BE49-F238E27FC236}">
                                <a16:creationId xmlns:a16="http://schemas.microsoft.com/office/drawing/2014/main" id="{3255FB4D-5554-8B8E-0C7A-28F863B6B67B}"/>
                              </a:ext>
                            </a:extLst>
                          </p:cNvPr>
                          <p:cNvGrpSpPr/>
                          <p:nvPr/>
                        </p:nvGrpSpPr>
                        <p:grpSpPr>
                          <a:xfrm>
                            <a:off x="2970212" y="4724400"/>
                            <a:ext cx="731520" cy="365760"/>
                            <a:chOff x="2970212" y="4724400"/>
                            <a:chExt cx="731520" cy="365760"/>
                          </a:xfrm>
                        </p:grpSpPr>
                        <p:sp>
                          <p:nvSpPr>
                            <p:cNvPr id="62" name="Rectangle 61">
                              <a:extLst>
                                <a:ext uri="{FF2B5EF4-FFF2-40B4-BE49-F238E27FC236}">
                                  <a16:creationId xmlns:a16="http://schemas.microsoft.com/office/drawing/2014/main" id="{6387A1E8-475B-82DC-CC51-10242640AF9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3" name="Rectangle 62">
                              <a:extLst>
                                <a:ext uri="{FF2B5EF4-FFF2-40B4-BE49-F238E27FC236}">
                                  <a16:creationId xmlns:a16="http://schemas.microsoft.com/office/drawing/2014/main" id="{E1262F7B-14BA-BC08-8254-4E74B858383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60" name="Rectangle 59">
                            <a:extLst>
                              <a:ext uri="{FF2B5EF4-FFF2-40B4-BE49-F238E27FC236}">
                                <a16:creationId xmlns:a16="http://schemas.microsoft.com/office/drawing/2014/main" id="{251DA5CD-9A2C-1716-7390-4CF9F7FE5FA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1" name="Rectangle 60">
                            <a:extLst>
                              <a:ext uri="{FF2B5EF4-FFF2-40B4-BE49-F238E27FC236}">
                                <a16:creationId xmlns:a16="http://schemas.microsoft.com/office/drawing/2014/main" id="{563E7A1D-EA89-29BD-301D-3385197B513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44" name="Group 43">
                        <a:extLst>
                          <a:ext uri="{FF2B5EF4-FFF2-40B4-BE49-F238E27FC236}">
                            <a16:creationId xmlns:a16="http://schemas.microsoft.com/office/drawing/2014/main" id="{3F03E808-9C24-C334-856A-3AF613303F02}"/>
                          </a:ext>
                        </a:extLst>
                      </p:cNvPr>
                      <p:cNvGrpSpPr/>
                      <p:nvPr/>
                    </p:nvGrpSpPr>
                    <p:grpSpPr>
                      <a:xfrm>
                        <a:off x="2970212" y="5455920"/>
                        <a:ext cx="1463040" cy="731520"/>
                        <a:chOff x="2970212" y="4724400"/>
                        <a:chExt cx="1463040" cy="731520"/>
                      </a:xfrm>
                    </p:grpSpPr>
                    <p:grpSp>
                      <p:nvGrpSpPr>
                        <p:cNvPr id="45" name="Group 44">
                          <a:extLst>
                            <a:ext uri="{FF2B5EF4-FFF2-40B4-BE49-F238E27FC236}">
                              <a16:creationId xmlns:a16="http://schemas.microsoft.com/office/drawing/2014/main" id="{F7A39F38-820C-4B63-0005-B627346FCF22}"/>
                            </a:ext>
                          </a:extLst>
                        </p:cNvPr>
                        <p:cNvGrpSpPr/>
                        <p:nvPr/>
                      </p:nvGrpSpPr>
                      <p:grpSpPr>
                        <a:xfrm>
                          <a:off x="2970212" y="4724400"/>
                          <a:ext cx="731520" cy="731520"/>
                          <a:chOff x="2970212" y="4724400"/>
                          <a:chExt cx="731520" cy="731520"/>
                        </a:xfrm>
                      </p:grpSpPr>
                      <p:grpSp>
                        <p:nvGrpSpPr>
                          <p:cNvPr id="52" name="Group 51">
                            <a:extLst>
                              <a:ext uri="{FF2B5EF4-FFF2-40B4-BE49-F238E27FC236}">
                                <a16:creationId xmlns:a16="http://schemas.microsoft.com/office/drawing/2014/main" id="{F1758ADC-828F-B3B2-3659-EBD8EC5426E7}"/>
                              </a:ext>
                            </a:extLst>
                          </p:cNvPr>
                          <p:cNvGrpSpPr/>
                          <p:nvPr/>
                        </p:nvGrpSpPr>
                        <p:grpSpPr>
                          <a:xfrm>
                            <a:off x="2970212" y="4724400"/>
                            <a:ext cx="731520" cy="365760"/>
                            <a:chOff x="2970212" y="4724400"/>
                            <a:chExt cx="731520" cy="365760"/>
                          </a:xfrm>
                        </p:grpSpPr>
                        <p:sp>
                          <p:nvSpPr>
                            <p:cNvPr id="55" name="Rectangle 54">
                              <a:extLst>
                                <a:ext uri="{FF2B5EF4-FFF2-40B4-BE49-F238E27FC236}">
                                  <a16:creationId xmlns:a16="http://schemas.microsoft.com/office/drawing/2014/main" id="{5F54D3B5-1228-CD52-8DE6-24916633AC3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6" name="Rectangle 55">
                              <a:extLst>
                                <a:ext uri="{FF2B5EF4-FFF2-40B4-BE49-F238E27FC236}">
                                  <a16:creationId xmlns:a16="http://schemas.microsoft.com/office/drawing/2014/main" id="{297F7C33-C433-C621-F5EF-CB8A73500DB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53" name="Rectangle 52">
                            <a:extLst>
                              <a:ext uri="{FF2B5EF4-FFF2-40B4-BE49-F238E27FC236}">
                                <a16:creationId xmlns:a16="http://schemas.microsoft.com/office/drawing/2014/main" id="{041D8961-5A58-EAC7-4F60-37E2F065010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4" name="Rectangle 53">
                            <a:extLst>
                              <a:ext uri="{FF2B5EF4-FFF2-40B4-BE49-F238E27FC236}">
                                <a16:creationId xmlns:a16="http://schemas.microsoft.com/office/drawing/2014/main" id="{43D832B5-98C0-9773-46AC-B4F4808D74EC}"/>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46" name="Group 45">
                          <a:extLst>
                            <a:ext uri="{FF2B5EF4-FFF2-40B4-BE49-F238E27FC236}">
                              <a16:creationId xmlns:a16="http://schemas.microsoft.com/office/drawing/2014/main" id="{CE22E725-4FAF-F456-61B3-1AD9FD78B673}"/>
                            </a:ext>
                          </a:extLst>
                        </p:cNvPr>
                        <p:cNvGrpSpPr/>
                        <p:nvPr/>
                      </p:nvGrpSpPr>
                      <p:grpSpPr>
                        <a:xfrm>
                          <a:off x="3701732" y="4724400"/>
                          <a:ext cx="731520" cy="731520"/>
                          <a:chOff x="2970212" y="4724400"/>
                          <a:chExt cx="731520" cy="731520"/>
                        </a:xfrm>
                      </p:grpSpPr>
                      <p:grpSp>
                        <p:nvGrpSpPr>
                          <p:cNvPr id="47" name="Group 46">
                            <a:extLst>
                              <a:ext uri="{FF2B5EF4-FFF2-40B4-BE49-F238E27FC236}">
                                <a16:creationId xmlns:a16="http://schemas.microsoft.com/office/drawing/2014/main" id="{299BEFDF-8275-E8F6-6CD0-5064A6D17B4C}"/>
                              </a:ext>
                            </a:extLst>
                          </p:cNvPr>
                          <p:cNvGrpSpPr/>
                          <p:nvPr/>
                        </p:nvGrpSpPr>
                        <p:grpSpPr>
                          <a:xfrm>
                            <a:off x="2970212" y="4724400"/>
                            <a:ext cx="731520" cy="365760"/>
                            <a:chOff x="2970212" y="4724400"/>
                            <a:chExt cx="731520" cy="365760"/>
                          </a:xfrm>
                        </p:grpSpPr>
                        <p:sp>
                          <p:nvSpPr>
                            <p:cNvPr id="50" name="Rectangle 49">
                              <a:extLst>
                                <a:ext uri="{FF2B5EF4-FFF2-40B4-BE49-F238E27FC236}">
                                  <a16:creationId xmlns:a16="http://schemas.microsoft.com/office/drawing/2014/main" id="{0A617FE3-F397-5B24-3183-B268F92FC3E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1" name="Rectangle 50">
                              <a:extLst>
                                <a:ext uri="{FF2B5EF4-FFF2-40B4-BE49-F238E27FC236}">
                                  <a16:creationId xmlns:a16="http://schemas.microsoft.com/office/drawing/2014/main" id="{683B4162-9B1A-98EB-80B3-CCAB33FFE7D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48" name="Rectangle 47">
                            <a:extLst>
                              <a:ext uri="{FF2B5EF4-FFF2-40B4-BE49-F238E27FC236}">
                                <a16:creationId xmlns:a16="http://schemas.microsoft.com/office/drawing/2014/main" id="{AC91D1CB-EDC8-AE8C-73C6-97463B4845F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9" name="Rectangle 48">
                            <a:extLst>
                              <a:ext uri="{FF2B5EF4-FFF2-40B4-BE49-F238E27FC236}">
                                <a16:creationId xmlns:a16="http://schemas.microsoft.com/office/drawing/2014/main" id="{CF654491-3515-DDCB-8697-EBAD8A13ECE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70" name="Group 69">
                    <a:extLst>
                      <a:ext uri="{FF2B5EF4-FFF2-40B4-BE49-F238E27FC236}">
                        <a16:creationId xmlns:a16="http://schemas.microsoft.com/office/drawing/2014/main" id="{E95469E0-711B-401E-894B-91041B2AF119}"/>
                      </a:ext>
                    </a:extLst>
                  </p:cNvPr>
                  <p:cNvGrpSpPr/>
                  <p:nvPr/>
                </p:nvGrpSpPr>
                <p:grpSpPr>
                  <a:xfrm>
                    <a:off x="2132012" y="4587240"/>
                    <a:ext cx="2926080" cy="1463040"/>
                    <a:chOff x="2970212" y="4724400"/>
                    <a:chExt cx="2926080" cy="1463040"/>
                  </a:xfrm>
                </p:grpSpPr>
                <p:grpSp>
                  <p:nvGrpSpPr>
                    <p:cNvPr id="71" name="Group 70">
                      <a:extLst>
                        <a:ext uri="{FF2B5EF4-FFF2-40B4-BE49-F238E27FC236}">
                          <a16:creationId xmlns:a16="http://schemas.microsoft.com/office/drawing/2014/main" id="{6063D257-015D-E24A-EA83-C81CD94D8E19}"/>
                        </a:ext>
                      </a:extLst>
                    </p:cNvPr>
                    <p:cNvGrpSpPr/>
                    <p:nvPr/>
                  </p:nvGrpSpPr>
                  <p:grpSpPr>
                    <a:xfrm>
                      <a:off x="2970212" y="4724400"/>
                      <a:ext cx="1463040" cy="1463040"/>
                      <a:chOff x="2970212" y="4724400"/>
                      <a:chExt cx="1463040" cy="1463040"/>
                    </a:xfrm>
                  </p:grpSpPr>
                  <p:grpSp>
                    <p:nvGrpSpPr>
                      <p:cNvPr id="99" name="Group 98">
                        <a:extLst>
                          <a:ext uri="{FF2B5EF4-FFF2-40B4-BE49-F238E27FC236}">
                            <a16:creationId xmlns:a16="http://schemas.microsoft.com/office/drawing/2014/main" id="{3EDDBEC6-7846-E653-FD8E-B3C71DCC2E4D}"/>
                          </a:ext>
                        </a:extLst>
                      </p:cNvPr>
                      <p:cNvGrpSpPr/>
                      <p:nvPr/>
                    </p:nvGrpSpPr>
                    <p:grpSpPr>
                      <a:xfrm>
                        <a:off x="2970212" y="4724400"/>
                        <a:ext cx="1463040" cy="731520"/>
                        <a:chOff x="2970212" y="4724400"/>
                        <a:chExt cx="1463040" cy="731520"/>
                      </a:xfrm>
                    </p:grpSpPr>
                    <p:grpSp>
                      <p:nvGrpSpPr>
                        <p:cNvPr id="113" name="Group 112">
                          <a:extLst>
                            <a:ext uri="{FF2B5EF4-FFF2-40B4-BE49-F238E27FC236}">
                              <a16:creationId xmlns:a16="http://schemas.microsoft.com/office/drawing/2014/main" id="{A3F75599-EAA3-FFBF-E7B8-D987A8832813}"/>
                            </a:ext>
                          </a:extLst>
                        </p:cNvPr>
                        <p:cNvGrpSpPr/>
                        <p:nvPr/>
                      </p:nvGrpSpPr>
                      <p:grpSpPr>
                        <a:xfrm>
                          <a:off x="2970212" y="4724400"/>
                          <a:ext cx="731520" cy="731520"/>
                          <a:chOff x="2970212" y="4724400"/>
                          <a:chExt cx="731520" cy="731520"/>
                        </a:xfrm>
                      </p:grpSpPr>
                      <p:grpSp>
                        <p:nvGrpSpPr>
                          <p:cNvPr id="120" name="Group 119">
                            <a:extLst>
                              <a:ext uri="{FF2B5EF4-FFF2-40B4-BE49-F238E27FC236}">
                                <a16:creationId xmlns:a16="http://schemas.microsoft.com/office/drawing/2014/main" id="{CDE596BE-B4E6-1733-084F-28E76F7CA6F9}"/>
                              </a:ext>
                            </a:extLst>
                          </p:cNvPr>
                          <p:cNvGrpSpPr/>
                          <p:nvPr/>
                        </p:nvGrpSpPr>
                        <p:grpSpPr>
                          <a:xfrm>
                            <a:off x="2970212" y="4724400"/>
                            <a:ext cx="731520" cy="365760"/>
                            <a:chOff x="2970212" y="4724400"/>
                            <a:chExt cx="731520" cy="365760"/>
                          </a:xfrm>
                        </p:grpSpPr>
                        <p:sp>
                          <p:nvSpPr>
                            <p:cNvPr id="123" name="Rectangle 122">
                              <a:extLst>
                                <a:ext uri="{FF2B5EF4-FFF2-40B4-BE49-F238E27FC236}">
                                  <a16:creationId xmlns:a16="http://schemas.microsoft.com/office/drawing/2014/main" id="{B0D96188-04A0-22D5-D874-095A052F9AB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4" name="Rectangle 123">
                              <a:extLst>
                                <a:ext uri="{FF2B5EF4-FFF2-40B4-BE49-F238E27FC236}">
                                  <a16:creationId xmlns:a16="http://schemas.microsoft.com/office/drawing/2014/main" id="{BC6B740B-A72F-B611-6CF9-D4CBE8D9054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21" name="Rectangle 120">
                            <a:extLst>
                              <a:ext uri="{FF2B5EF4-FFF2-40B4-BE49-F238E27FC236}">
                                <a16:creationId xmlns:a16="http://schemas.microsoft.com/office/drawing/2014/main" id="{B507DF56-15B3-21BF-23DF-27625BC533B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2" name="Rectangle 121">
                            <a:extLst>
                              <a:ext uri="{FF2B5EF4-FFF2-40B4-BE49-F238E27FC236}">
                                <a16:creationId xmlns:a16="http://schemas.microsoft.com/office/drawing/2014/main" id="{A15750D7-5656-46D8-7720-FE6AE66AAD7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14" name="Group 113">
                          <a:extLst>
                            <a:ext uri="{FF2B5EF4-FFF2-40B4-BE49-F238E27FC236}">
                              <a16:creationId xmlns:a16="http://schemas.microsoft.com/office/drawing/2014/main" id="{167AE103-F7A8-D8EE-786D-03E04FDEC31A}"/>
                            </a:ext>
                          </a:extLst>
                        </p:cNvPr>
                        <p:cNvGrpSpPr/>
                        <p:nvPr/>
                      </p:nvGrpSpPr>
                      <p:grpSpPr>
                        <a:xfrm>
                          <a:off x="3701732" y="4724400"/>
                          <a:ext cx="731520" cy="731520"/>
                          <a:chOff x="2970212" y="4724400"/>
                          <a:chExt cx="731520" cy="731520"/>
                        </a:xfrm>
                      </p:grpSpPr>
                      <p:grpSp>
                        <p:nvGrpSpPr>
                          <p:cNvPr id="115" name="Group 114">
                            <a:extLst>
                              <a:ext uri="{FF2B5EF4-FFF2-40B4-BE49-F238E27FC236}">
                                <a16:creationId xmlns:a16="http://schemas.microsoft.com/office/drawing/2014/main" id="{6848AAFC-3591-A12C-4B2F-CF6C1ACA0D30}"/>
                              </a:ext>
                            </a:extLst>
                          </p:cNvPr>
                          <p:cNvGrpSpPr/>
                          <p:nvPr/>
                        </p:nvGrpSpPr>
                        <p:grpSpPr>
                          <a:xfrm>
                            <a:off x="2970212" y="4724400"/>
                            <a:ext cx="731520" cy="365760"/>
                            <a:chOff x="2970212" y="4724400"/>
                            <a:chExt cx="731520" cy="365760"/>
                          </a:xfrm>
                        </p:grpSpPr>
                        <p:sp>
                          <p:nvSpPr>
                            <p:cNvPr id="118" name="Rectangle 117">
                              <a:extLst>
                                <a:ext uri="{FF2B5EF4-FFF2-40B4-BE49-F238E27FC236}">
                                  <a16:creationId xmlns:a16="http://schemas.microsoft.com/office/drawing/2014/main" id="{2F4780AA-FB05-B79A-D9E9-DD6E1A217F3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9" name="Rectangle 118">
                              <a:extLst>
                                <a:ext uri="{FF2B5EF4-FFF2-40B4-BE49-F238E27FC236}">
                                  <a16:creationId xmlns:a16="http://schemas.microsoft.com/office/drawing/2014/main" id="{EEABC3C4-7E4E-0B81-F1B1-C3F11EA2DD96}"/>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16" name="Rectangle 115">
                            <a:extLst>
                              <a:ext uri="{FF2B5EF4-FFF2-40B4-BE49-F238E27FC236}">
                                <a16:creationId xmlns:a16="http://schemas.microsoft.com/office/drawing/2014/main" id="{BF7B9303-2F8C-3562-0912-D58F5147790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7" name="Rectangle 116">
                            <a:extLst>
                              <a:ext uri="{FF2B5EF4-FFF2-40B4-BE49-F238E27FC236}">
                                <a16:creationId xmlns:a16="http://schemas.microsoft.com/office/drawing/2014/main" id="{D4A37911-CC9A-07C1-0DB1-DC3FA199BCEA}"/>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100" name="Group 99">
                        <a:extLst>
                          <a:ext uri="{FF2B5EF4-FFF2-40B4-BE49-F238E27FC236}">
                            <a16:creationId xmlns:a16="http://schemas.microsoft.com/office/drawing/2014/main" id="{CF544DE0-89E8-BAC0-9C76-D7FA94F9E538}"/>
                          </a:ext>
                        </a:extLst>
                      </p:cNvPr>
                      <p:cNvGrpSpPr/>
                      <p:nvPr/>
                    </p:nvGrpSpPr>
                    <p:grpSpPr>
                      <a:xfrm>
                        <a:off x="2970212" y="5455920"/>
                        <a:ext cx="1463040" cy="731520"/>
                        <a:chOff x="2970212" y="4724400"/>
                        <a:chExt cx="1463040" cy="731520"/>
                      </a:xfrm>
                    </p:grpSpPr>
                    <p:grpSp>
                      <p:nvGrpSpPr>
                        <p:cNvPr id="101" name="Group 100">
                          <a:extLst>
                            <a:ext uri="{FF2B5EF4-FFF2-40B4-BE49-F238E27FC236}">
                              <a16:creationId xmlns:a16="http://schemas.microsoft.com/office/drawing/2014/main" id="{4FC06795-F10A-E9E6-F495-F56590495C49}"/>
                            </a:ext>
                          </a:extLst>
                        </p:cNvPr>
                        <p:cNvGrpSpPr/>
                        <p:nvPr/>
                      </p:nvGrpSpPr>
                      <p:grpSpPr>
                        <a:xfrm>
                          <a:off x="2970212" y="4724400"/>
                          <a:ext cx="731520" cy="731520"/>
                          <a:chOff x="2970212" y="4724400"/>
                          <a:chExt cx="731520" cy="731520"/>
                        </a:xfrm>
                      </p:grpSpPr>
                      <p:grpSp>
                        <p:nvGrpSpPr>
                          <p:cNvPr id="108" name="Group 107">
                            <a:extLst>
                              <a:ext uri="{FF2B5EF4-FFF2-40B4-BE49-F238E27FC236}">
                                <a16:creationId xmlns:a16="http://schemas.microsoft.com/office/drawing/2014/main" id="{1C19B01F-A570-89E8-C3CC-59F0A0FBCE7B}"/>
                              </a:ext>
                            </a:extLst>
                          </p:cNvPr>
                          <p:cNvGrpSpPr/>
                          <p:nvPr/>
                        </p:nvGrpSpPr>
                        <p:grpSpPr>
                          <a:xfrm>
                            <a:off x="2970212" y="4724400"/>
                            <a:ext cx="731520" cy="365760"/>
                            <a:chOff x="2970212" y="4724400"/>
                            <a:chExt cx="731520" cy="365760"/>
                          </a:xfrm>
                        </p:grpSpPr>
                        <p:sp>
                          <p:nvSpPr>
                            <p:cNvPr id="111" name="Rectangle 110">
                              <a:extLst>
                                <a:ext uri="{FF2B5EF4-FFF2-40B4-BE49-F238E27FC236}">
                                  <a16:creationId xmlns:a16="http://schemas.microsoft.com/office/drawing/2014/main" id="{0475172F-A701-179F-3590-7EA1E0E9F06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2" name="Rectangle 111">
                              <a:extLst>
                                <a:ext uri="{FF2B5EF4-FFF2-40B4-BE49-F238E27FC236}">
                                  <a16:creationId xmlns:a16="http://schemas.microsoft.com/office/drawing/2014/main" id="{2A9B2116-36D4-2C79-5539-EF359C79CCC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9" name="Rectangle 108">
                            <a:extLst>
                              <a:ext uri="{FF2B5EF4-FFF2-40B4-BE49-F238E27FC236}">
                                <a16:creationId xmlns:a16="http://schemas.microsoft.com/office/drawing/2014/main" id="{67F3D780-72E5-E985-7072-9223AFB5490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0" name="Rectangle 109">
                            <a:extLst>
                              <a:ext uri="{FF2B5EF4-FFF2-40B4-BE49-F238E27FC236}">
                                <a16:creationId xmlns:a16="http://schemas.microsoft.com/office/drawing/2014/main" id="{5C5EE404-8C54-E591-73AD-0E202A91E85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02" name="Group 101">
                          <a:extLst>
                            <a:ext uri="{FF2B5EF4-FFF2-40B4-BE49-F238E27FC236}">
                              <a16:creationId xmlns:a16="http://schemas.microsoft.com/office/drawing/2014/main" id="{718540D2-5A18-4A15-6DBF-EC61EA8079A2}"/>
                            </a:ext>
                          </a:extLst>
                        </p:cNvPr>
                        <p:cNvGrpSpPr/>
                        <p:nvPr/>
                      </p:nvGrpSpPr>
                      <p:grpSpPr>
                        <a:xfrm>
                          <a:off x="3701732" y="4724400"/>
                          <a:ext cx="731520" cy="731520"/>
                          <a:chOff x="2970212" y="4724400"/>
                          <a:chExt cx="731520" cy="731520"/>
                        </a:xfrm>
                      </p:grpSpPr>
                      <p:grpSp>
                        <p:nvGrpSpPr>
                          <p:cNvPr id="103" name="Group 102">
                            <a:extLst>
                              <a:ext uri="{FF2B5EF4-FFF2-40B4-BE49-F238E27FC236}">
                                <a16:creationId xmlns:a16="http://schemas.microsoft.com/office/drawing/2014/main" id="{121E8F8B-F587-E153-9DE3-FF09F3CD7ACA}"/>
                              </a:ext>
                            </a:extLst>
                          </p:cNvPr>
                          <p:cNvGrpSpPr/>
                          <p:nvPr/>
                        </p:nvGrpSpPr>
                        <p:grpSpPr>
                          <a:xfrm>
                            <a:off x="2970212" y="4724400"/>
                            <a:ext cx="731520" cy="365760"/>
                            <a:chOff x="2970212" y="4724400"/>
                            <a:chExt cx="731520" cy="365760"/>
                          </a:xfrm>
                        </p:grpSpPr>
                        <p:sp>
                          <p:nvSpPr>
                            <p:cNvPr id="106" name="Rectangle 105">
                              <a:extLst>
                                <a:ext uri="{FF2B5EF4-FFF2-40B4-BE49-F238E27FC236}">
                                  <a16:creationId xmlns:a16="http://schemas.microsoft.com/office/drawing/2014/main" id="{59A0CDD8-3D30-ABC2-A14D-78C57C4E64F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7" name="Rectangle 106">
                              <a:extLst>
                                <a:ext uri="{FF2B5EF4-FFF2-40B4-BE49-F238E27FC236}">
                                  <a16:creationId xmlns:a16="http://schemas.microsoft.com/office/drawing/2014/main" id="{58B50FA8-F41E-47C8-8DA1-923FEB3C4336}"/>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4" name="Rectangle 103">
                            <a:extLst>
                              <a:ext uri="{FF2B5EF4-FFF2-40B4-BE49-F238E27FC236}">
                                <a16:creationId xmlns:a16="http://schemas.microsoft.com/office/drawing/2014/main" id="{D438CEEF-1996-ED72-0079-0828AABF86A7}"/>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5" name="Rectangle 104">
                            <a:extLst>
                              <a:ext uri="{FF2B5EF4-FFF2-40B4-BE49-F238E27FC236}">
                                <a16:creationId xmlns:a16="http://schemas.microsoft.com/office/drawing/2014/main" id="{DCBEBCE6-0EB8-FE07-2688-30DF0F9E07BA}"/>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72" name="Group 71">
                      <a:extLst>
                        <a:ext uri="{FF2B5EF4-FFF2-40B4-BE49-F238E27FC236}">
                          <a16:creationId xmlns:a16="http://schemas.microsoft.com/office/drawing/2014/main" id="{4C278C3C-E639-0FF7-0766-5BD33506231E}"/>
                        </a:ext>
                      </a:extLst>
                    </p:cNvPr>
                    <p:cNvGrpSpPr/>
                    <p:nvPr/>
                  </p:nvGrpSpPr>
                  <p:grpSpPr>
                    <a:xfrm>
                      <a:off x="4433252" y="4724400"/>
                      <a:ext cx="1463040" cy="1463040"/>
                      <a:chOff x="2970212" y="4724400"/>
                      <a:chExt cx="1463040" cy="1463040"/>
                    </a:xfrm>
                  </p:grpSpPr>
                  <p:grpSp>
                    <p:nvGrpSpPr>
                      <p:cNvPr id="73" name="Group 72">
                        <a:extLst>
                          <a:ext uri="{FF2B5EF4-FFF2-40B4-BE49-F238E27FC236}">
                            <a16:creationId xmlns:a16="http://schemas.microsoft.com/office/drawing/2014/main" id="{9836511F-9DD3-BD97-D57A-6C2193911599}"/>
                          </a:ext>
                        </a:extLst>
                      </p:cNvPr>
                      <p:cNvGrpSpPr/>
                      <p:nvPr/>
                    </p:nvGrpSpPr>
                    <p:grpSpPr>
                      <a:xfrm>
                        <a:off x="2970212" y="4724400"/>
                        <a:ext cx="1463040" cy="731520"/>
                        <a:chOff x="2970212" y="4724400"/>
                        <a:chExt cx="1463040" cy="731520"/>
                      </a:xfrm>
                    </p:grpSpPr>
                    <p:grpSp>
                      <p:nvGrpSpPr>
                        <p:cNvPr id="87" name="Group 86">
                          <a:extLst>
                            <a:ext uri="{FF2B5EF4-FFF2-40B4-BE49-F238E27FC236}">
                              <a16:creationId xmlns:a16="http://schemas.microsoft.com/office/drawing/2014/main" id="{1632F4D5-DFCB-BD94-A7E3-3D952CEDCE88}"/>
                            </a:ext>
                          </a:extLst>
                        </p:cNvPr>
                        <p:cNvGrpSpPr/>
                        <p:nvPr/>
                      </p:nvGrpSpPr>
                      <p:grpSpPr>
                        <a:xfrm>
                          <a:off x="2970212" y="4724400"/>
                          <a:ext cx="731520" cy="731520"/>
                          <a:chOff x="2970212" y="4724400"/>
                          <a:chExt cx="731520" cy="731520"/>
                        </a:xfrm>
                      </p:grpSpPr>
                      <p:grpSp>
                        <p:nvGrpSpPr>
                          <p:cNvPr id="94" name="Group 93">
                            <a:extLst>
                              <a:ext uri="{FF2B5EF4-FFF2-40B4-BE49-F238E27FC236}">
                                <a16:creationId xmlns:a16="http://schemas.microsoft.com/office/drawing/2014/main" id="{33544E49-7FAE-172F-4B0F-D0640360A780}"/>
                              </a:ext>
                            </a:extLst>
                          </p:cNvPr>
                          <p:cNvGrpSpPr/>
                          <p:nvPr/>
                        </p:nvGrpSpPr>
                        <p:grpSpPr>
                          <a:xfrm>
                            <a:off x="2970212" y="4724400"/>
                            <a:ext cx="731520" cy="365760"/>
                            <a:chOff x="2970212" y="4724400"/>
                            <a:chExt cx="731520" cy="365760"/>
                          </a:xfrm>
                        </p:grpSpPr>
                        <p:sp>
                          <p:nvSpPr>
                            <p:cNvPr id="97" name="Rectangle 96">
                              <a:extLst>
                                <a:ext uri="{FF2B5EF4-FFF2-40B4-BE49-F238E27FC236}">
                                  <a16:creationId xmlns:a16="http://schemas.microsoft.com/office/drawing/2014/main" id="{D63F5653-3FDF-6652-227C-DC33EB042D6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8" name="Rectangle 97">
                              <a:extLst>
                                <a:ext uri="{FF2B5EF4-FFF2-40B4-BE49-F238E27FC236}">
                                  <a16:creationId xmlns:a16="http://schemas.microsoft.com/office/drawing/2014/main" id="{65619C36-BEA1-4657-12B7-CEC8A1EA805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95" name="Rectangle 94">
                            <a:extLst>
                              <a:ext uri="{FF2B5EF4-FFF2-40B4-BE49-F238E27FC236}">
                                <a16:creationId xmlns:a16="http://schemas.microsoft.com/office/drawing/2014/main" id="{694E9D81-48B5-8521-BBEC-C690EE038CC7}"/>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6" name="Rectangle 95">
                            <a:extLst>
                              <a:ext uri="{FF2B5EF4-FFF2-40B4-BE49-F238E27FC236}">
                                <a16:creationId xmlns:a16="http://schemas.microsoft.com/office/drawing/2014/main" id="{CA2C897E-11CA-5E93-05EF-17A51BF39A6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88" name="Group 87">
                          <a:extLst>
                            <a:ext uri="{FF2B5EF4-FFF2-40B4-BE49-F238E27FC236}">
                              <a16:creationId xmlns:a16="http://schemas.microsoft.com/office/drawing/2014/main" id="{4D913862-B20B-01D7-BA7A-23DF0FC8A023}"/>
                            </a:ext>
                          </a:extLst>
                        </p:cNvPr>
                        <p:cNvGrpSpPr/>
                        <p:nvPr/>
                      </p:nvGrpSpPr>
                      <p:grpSpPr>
                        <a:xfrm>
                          <a:off x="3701732" y="4724400"/>
                          <a:ext cx="731520" cy="731520"/>
                          <a:chOff x="2970212" y="4724400"/>
                          <a:chExt cx="731520" cy="731520"/>
                        </a:xfrm>
                      </p:grpSpPr>
                      <p:grpSp>
                        <p:nvGrpSpPr>
                          <p:cNvPr id="89" name="Group 88">
                            <a:extLst>
                              <a:ext uri="{FF2B5EF4-FFF2-40B4-BE49-F238E27FC236}">
                                <a16:creationId xmlns:a16="http://schemas.microsoft.com/office/drawing/2014/main" id="{8FE2F16A-FBA6-3715-9FAF-DA5B91918AC5}"/>
                              </a:ext>
                            </a:extLst>
                          </p:cNvPr>
                          <p:cNvGrpSpPr/>
                          <p:nvPr/>
                        </p:nvGrpSpPr>
                        <p:grpSpPr>
                          <a:xfrm>
                            <a:off x="2970212" y="4724400"/>
                            <a:ext cx="731520" cy="365760"/>
                            <a:chOff x="2970212" y="4724400"/>
                            <a:chExt cx="731520" cy="365760"/>
                          </a:xfrm>
                        </p:grpSpPr>
                        <p:sp>
                          <p:nvSpPr>
                            <p:cNvPr id="92" name="Rectangle 91">
                              <a:extLst>
                                <a:ext uri="{FF2B5EF4-FFF2-40B4-BE49-F238E27FC236}">
                                  <a16:creationId xmlns:a16="http://schemas.microsoft.com/office/drawing/2014/main" id="{7C349BBE-B81B-E489-1F04-39B66BA09B8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3" name="Rectangle 92">
                              <a:extLst>
                                <a:ext uri="{FF2B5EF4-FFF2-40B4-BE49-F238E27FC236}">
                                  <a16:creationId xmlns:a16="http://schemas.microsoft.com/office/drawing/2014/main" id="{9A19E765-3F13-4EA2-D03C-B67F297007D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90" name="Rectangle 89">
                            <a:extLst>
                              <a:ext uri="{FF2B5EF4-FFF2-40B4-BE49-F238E27FC236}">
                                <a16:creationId xmlns:a16="http://schemas.microsoft.com/office/drawing/2014/main" id="{51623074-FD5A-5EDB-3E7F-3D6C29E935A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1" name="Rectangle 90">
                            <a:extLst>
                              <a:ext uri="{FF2B5EF4-FFF2-40B4-BE49-F238E27FC236}">
                                <a16:creationId xmlns:a16="http://schemas.microsoft.com/office/drawing/2014/main" id="{11CD845C-BA43-1456-DD19-FF5C701D362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74" name="Group 73">
                        <a:extLst>
                          <a:ext uri="{FF2B5EF4-FFF2-40B4-BE49-F238E27FC236}">
                            <a16:creationId xmlns:a16="http://schemas.microsoft.com/office/drawing/2014/main" id="{2B9F4068-F64E-9A70-0942-B4FAC9D7D943}"/>
                          </a:ext>
                        </a:extLst>
                      </p:cNvPr>
                      <p:cNvGrpSpPr/>
                      <p:nvPr/>
                    </p:nvGrpSpPr>
                    <p:grpSpPr>
                      <a:xfrm>
                        <a:off x="2970212" y="5455920"/>
                        <a:ext cx="1463040" cy="731520"/>
                        <a:chOff x="2970212" y="4724400"/>
                        <a:chExt cx="1463040" cy="731520"/>
                      </a:xfrm>
                    </p:grpSpPr>
                    <p:grpSp>
                      <p:nvGrpSpPr>
                        <p:cNvPr id="75" name="Group 74">
                          <a:extLst>
                            <a:ext uri="{FF2B5EF4-FFF2-40B4-BE49-F238E27FC236}">
                              <a16:creationId xmlns:a16="http://schemas.microsoft.com/office/drawing/2014/main" id="{D05932E0-B12B-BF27-A4A8-8D2D063F6019}"/>
                            </a:ext>
                          </a:extLst>
                        </p:cNvPr>
                        <p:cNvGrpSpPr/>
                        <p:nvPr/>
                      </p:nvGrpSpPr>
                      <p:grpSpPr>
                        <a:xfrm>
                          <a:off x="2970212" y="4724400"/>
                          <a:ext cx="731520" cy="731520"/>
                          <a:chOff x="2970212" y="4724400"/>
                          <a:chExt cx="731520" cy="731520"/>
                        </a:xfrm>
                      </p:grpSpPr>
                      <p:grpSp>
                        <p:nvGrpSpPr>
                          <p:cNvPr id="82" name="Group 81">
                            <a:extLst>
                              <a:ext uri="{FF2B5EF4-FFF2-40B4-BE49-F238E27FC236}">
                                <a16:creationId xmlns:a16="http://schemas.microsoft.com/office/drawing/2014/main" id="{F84CB894-33FE-A944-BCC7-B251CCA6ACA0}"/>
                              </a:ext>
                            </a:extLst>
                          </p:cNvPr>
                          <p:cNvGrpSpPr/>
                          <p:nvPr/>
                        </p:nvGrpSpPr>
                        <p:grpSpPr>
                          <a:xfrm>
                            <a:off x="2970212" y="4724400"/>
                            <a:ext cx="731520" cy="365760"/>
                            <a:chOff x="2970212" y="4724400"/>
                            <a:chExt cx="731520" cy="365760"/>
                          </a:xfrm>
                        </p:grpSpPr>
                        <p:sp>
                          <p:nvSpPr>
                            <p:cNvPr id="85" name="Rectangle 84">
                              <a:extLst>
                                <a:ext uri="{FF2B5EF4-FFF2-40B4-BE49-F238E27FC236}">
                                  <a16:creationId xmlns:a16="http://schemas.microsoft.com/office/drawing/2014/main" id="{2FC057C4-C309-A93E-094C-71B40536744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6" name="Rectangle 85">
                              <a:extLst>
                                <a:ext uri="{FF2B5EF4-FFF2-40B4-BE49-F238E27FC236}">
                                  <a16:creationId xmlns:a16="http://schemas.microsoft.com/office/drawing/2014/main" id="{800F61F2-C59A-0FE9-1E91-693D88C10F3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83" name="Rectangle 82">
                            <a:extLst>
                              <a:ext uri="{FF2B5EF4-FFF2-40B4-BE49-F238E27FC236}">
                                <a16:creationId xmlns:a16="http://schemas.microsoft.com/office/drawing/2014/main" id="{61CFD236-CD48-896A-9EAB-7C866808564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4" name="Rectangle 83">
                            <a:extLst>
                              <a:ext uri="{FF2B5EF4-FFF2-40B4-BE49-F238E27FC236}">
                                <a16:creationId xmlns:a16="http://schemas.microsoft.com/office/drawing/2014/main" id="{8344BEDB-3286-D01F-7BCA-DD23A6A2337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76" name="Group 75">
                          <a:extLst>
                            <a:ext uri="{FF2B5EF4-FFF2-40B4-BE49-F238E27FC236}">
                              <a16:creationId xmlns:a16="http://schemas.microsoft.com/office/drawing/2014/main" id="{7EC9B7F6-C063-F80F-8D0C-AF776D5C6DFD}"/>
                            </a:ext>
                          </a:extLst>
                        </p:cNvPr>
                        <p:cNvGrpSpPr/>
                        <p:nvPr/>
                      </p:nvGrpSpPr>
                      <p:grpSpPr>
                        <a:xfrm>
                          <a:off x="3701732" y="4724400"/>
                          <a:ext cx="731520" cy="731520"/>
                          <a:chOff x="2970212" y="4724400"/>
                          <a:chExt cx="731520" cy="731520"/>
                        </a:xfrm>
                      </p:grpSpPr>
                      <p:grpSp>
                        <p:nvGrpSpPr>
                          <p:cNvPr id="77" name="Group 76">
                            <a:extLst>
                              <a:ext uri="{FF2B5EF4-FFF2-40B4-BE49-F238E27FC236}">
                                <a16:creationId xmlns:a16="http://schemas.microsoft.com/office/drawing/2014/main" id="{A7DE8B47-9940-81D4-7876-55E49B9E78DD}"/>
                              </a:ext>
                            </a:extLst>
                          </p:cNvPr>
                          <p:cNvGrpSpPr/>
                          <p:nvPr/>
                        </p:nvGrpSpPr>
                        <p:grpSpPr>
                          <a:xfrm>
                            <a:off x="2970212" y="4724400"/>
                            <a:ext cx="731520" cy="365760"/>
                            <a:chOff x="2970212" y="4724400"/>
                            <a:chExt cx="731520" cy="365760"/>
                          </a:xfrm>
                        </p:grpSpPr>
                        <p:sp>
                          <p:nvSpPr>
                            <p:cNvPr id="80" name="Rectangle 79">
                              <a:extLst>
                                <a:ext uri="{FF2B5EF4-FFF2-40B4-BE49-F238E27FC236}">
                                  <a16:creationId xmlns:a16="http://schemas.microsoft.com/office/drawing/2014/main" id="{BFCFA2A4-EB6B-5304-F901-6BC569403A2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1" name="Rectangle 80">
                              <a:extLst>
                                <a:ext uri="{FF2B5EF4-FFF2-40B4-BE49-F238E27FC236}">
                                  <a16:creationId xmlns:a16="http://schemas.microsoft.com/office/drawing/2014/main" id="{D8E8473B-5331-52DD-3334-6863996B64F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78" name="Rectangle 77">
                            <a:extLst>
                              <a:ext uri="{FF2B5EF4-FFF2-40B4-BE49-F238E27FC236}">
                                <a16:creationId xmlns:a16="http://schemas.microsoft.com/office/drawing/2014/main" id="{541AA220-D7DC-C29F-8842-8D4920CB6CA0}"/>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9" name="Rectangle 78">
                            <a:extLst>
                              <a:ext uri="{FF2B5EF4-FFF2-40B4-BE49-F238E27FC236}">
                                <a16:creationId xmlns:a16="http://schemas.microsoft.com/office/drawing/2014/main" id="{804BD431-E88F-82F7-5245-C271B0D2D15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nvGrpSpPr>
                <p:cNvPr id="181" name="Group 180">
                  <a:extLst>
                    <a:ext uri="{FF2B5EF4-FFF2-40B4-BE49-F238E27FC236}">
                      <a16:creationId xmlns:a16="http://schemas.microsoft.com/office/drawing/2014/main" id="{DC3D0616-E758-97E1-EE77-8AD5F2BBC1A3}"/>
                    </a:ext>
                  </a:extLst>
                </p:cNvPr>
                <p:cNvGrpSpPr/>
                <p:nvPr/>
              </p:nvGrpSpPr>
              <p:grpSpPr>
                <a:xfrm>
                  <a:off x="5058092" y="3124200"/>
                  <a:ext cx="2926080" cy="2926080"/>
                  <a:chOff x="2132012" y="3124200"/>
                  <a:chExt cx="2926080" cy="2926080"/>
                </a:xfrm>
              </p:grpSpPr>
              <p:grpSp>
                <p:nvGrpSpPr>
                  <p:cNvPr id="182" name="Group 181">
                    <a:extLst>
                      <a:ext uri="{FF2B5EF4-FFF2-40B4-BE49-F238E27FC236}">
                        <a16:creationId xmlns:a16="http://schemas.microsoft.com/office/drawing/2014/main" id="{F06B89F4-01E6-A43C-2504-750C1E31021A}"/>
                      </a:ext>
                    </a:extLst>
                  </p:cNvPr>
                  <p:cNvGrpSpPr/>
                  <p:nvPr/>
                </p:nvGrpSpPr>
                <p:grpSpPr>
                  <a:xfrm>
                    <a:off x="2132012" y="3124200"/>
                    <a:ext cx="2926080" cy="1463040"/>
                    <a:chOff x="2970212" y="4724400"/>
                    <a:chExt cx="2926080" cy="1463040"/>
                  </a:xfrm>
                </p:grpSpPr>
                <p:grpSp>
                  <p:nvGrpSpPr>
                    <p:cNvPr id="238" name="Group 237">
                      <a:extLst>
                        <a:ext uri="{FF2B5EF4-FFF2-40B4-BE49-F238E27FC236}">
                          <a16:creationId xmlns:a16="http://schemas.microsoft.com/office/drawing/2014/main" id="{78C991A3-893D-D3CD-A7DC-B34F40F69B61}"/>
                        </a:ext>
                      </a:extLst>
                    </p:cNvPr>
                    <p:cNvGrpSpPr/>
                    <p:nvPr/>
                  </p:nvGrpSpPr>
                  <p:grpSpPr>
                    <a:xfrm>
                      <a:off x="2970212" y="4724400"/>
                      <a:ext cx="1463040" cy="1463040"/>
                      <a:chOff x="2970212" y="4724400"/>
                      <a:chExt cx="1463040" cy="1463040"/>
                    </a:xfrm>
                  </p:grpSpPr>
                  <p:grpSp>
                    <p:nvGrpSpPr>
                      <p:cNvPr id="266" name="Group 265">
                        <a:extLst>
                          <a:ext uri="{FF2B5EF4-FFF2-40B4-BE49-F238E27FC236}">
                            <a16:creationId xmlns:a16="http://schemas.microsoft.com/office/drawing/2014/main" id="{2787BC15-B479-CF21-7757-4CBB886A24A5}"/>
                          </a:ext>
                        </a:extLst>
                      </p:cNvPr>
                      <p:cNvGrpSpPr/>
                      <p:nvPr/>
                    </p:nvGrpSpPr>
                    <p:grpSpPr>
                      <a:xfrm>
                        <a:off x="2970212" y="4724400"/>
                        <a:ext cx="1463040" cy="731520"/>
                        <a:chOff x="2970212" y="4724400"/>
                        <a:chExt cx="1463040" cy="731520"/>
                      </a:xfrm>
                    </p:grpSpPr>
                    <p:grpSp>
                      <p:nvGrpSpPr>
                        <p:cNvPr id="280" name="Group 279">
                          <a:extLst>
                            <a:ext uri="{FF2B5EF4-FFF2-40B4-BE49-F238E27FC236}">
                              <a16:creationId xmlns:a16="http://schemas.microsoft.com/office/drawing/2014/main" id="{876C5508-5B98-848C-CDF0-F370F117916D}"/>
                            </a:ext>
                          </a:extLst>
                        </p:cNvPr>
                        <p:cNvGrpSpPr/>
                        <p:nvPr/>
                      </p:nvGrpSpPr>
                      <p:grpSpPr>
                        <a:xfrm>
                          <a:off x="2970212" y="4724400"/>
                          <a:ext cx="731520" cy="731520"/>
                          <a:chOff x="2970212" y="4724400"/>
                          <a:chExt cx="731520" cy="731520"/>
                        </a:xfrm>
                      </p:grpSpPr>
                      <p:grpSp>
                        <p:nvGrpSpPr>
                          <p:cNvPr id="287" name="Group 286">
                            <a:extLst>
                              <a:ext uri="{FF2B5EF4-FFF2-40B4-BE49-F238E27FC236}">
                                <a16:creationId xmlns:a16="http://schemas.microsoft.com/office/drawing/2014/main" id="{07144071-E423-9C4E-9470-4C6BD293EB40}"/>
                              </a:ext>
                            </a:extLst>
                          </p:cNvPr>
                          <p:cNvGrpSpPr/>
                          <p:nvPr/>
                        </p:nvGrpSpPr>
                        <p:grpSpPr>
                          <a:xfrm>
                            <a:off x="2970212" y="4724400"/>
                            <a:ext cx="731520" cy="365760"/>
                            <a:chOff x="2970212" y="4724400"/>
                            <a:chExt cx="731520" cy="365760"/>
                          </a:xfrm>
                        </p:grpSpPr>
                        <p:sp>
                          <p:nvSpPr>
                            <p:cNvPr id="290" name="Rectangle 289">
                              <a:extLst>
                                <a:ext uri="{FF2B5EF4-FFF2-40B4-BE49-F238E27FC236}">
                                  <a16:creationId xmlns:a16="http://schemas.microsoft.com/office/drawing/2014/main" id="{B010B432-2113-B26F-24B6-7208657D33C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91" name="Rectangle 290">
                              <a:extLst>
                                <a:ext uri="{FF2B5EF4-FFF2-40B4-BE49-F238E27FC236}">
                                  <a16:creationId xmlns:a16="http://schemas.microsoft.com/office/drawing/2014/main" id="{E19D5EA8-43A0-79E1-D937-EA62E5322CA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88" name="Rectangle 287">
                            <a:extLst>
                              <a:ext uri="{FF2B5EF4-FFF2-40B4-BE49-F238E27FC236}">
                                <a16:creationId xmlns:a16="http://schemas.microsoft.com/office/drawing/2014/main" id="{A5058DF3-5E54-4859-1A63-7872E210CC1C}"/>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9" name="Rectangle 288">
                            <a:extLst>
                              <a:ext uri="{FF2B5EF4-FFF2-40B4-BE49-F238E27FC236}">
                                <a16:creationId xmlns:a16="http://schemas.microsoft.com/office/drawing/2014/main" id="{8565FE7E-7DC7-5AF4-DEFA-07F709EDB6E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81" name="Group 280">
                          <a:extLst>
                            <a:ext uri="{FF2B5EF4-FFF2-40B4-BE49-F238E27FC236}">
                              <a16:creationId xmlns:a16="http://schemas.microsoft.com/office/drawing/2014/main" id="{49C2ED1B-3F1F-4C1E-C7E7-31CD0D519B1F}"/>
                            </a:ext>
                          </a:extLst>
                        </p:cNvPr>
                        <p:cNvGrpSpPr/>
                        <p:nvPr/>
                      </p:nvGrpSpPr>
                      <p:grpSpPr>
                        <a:xfrm>
                          <a:off x="3701732" y="4724400"/>
                          <a:ext cx="731520" cy="731520"/>
                          <a:chOff x="2970212" y="4724400"/>
                          <a:chExt cx="731520" cy="731520"/>
                        </a:xfrm>
                      </p:grpSpPr>
                      <p:grpSp>
                        <p:nvGrpSpPr>
                          <p:cNvPr id="282" name="Group 281">
                            <a:extLst>
                              <a:ext uri="{FF2B5EF4-FFF2-40B4-BE49-F238E27FC236}">
                                <a16:creationId xmlns:a16="http://schemas.microsoft.com/office/drawing/2014/main" id="{2978EB4B-0DC1-7DBD-F1A0-1547A4D4F64B}"/>
                              </a:ext>
                            </a:extLst>
                          </p:cNvPr>
                          <p:cNvGrpSpPr/>
                          <p:nvPr/>
                        </p:nvGrpSpPr>
                        <p:grpSpPr>
                          <a:xfrm>
                            <a:off x="2970212" y="4724400"/>
                            <a:ext cx="731520" cy="365760"/>
                            <a:chOff x="2970212" y="4724400"/>
                            <a:chExt cx="731520" cy="365760"/>
                          </a:xfrm>
                        </p:grpSpPr>
                        <p:sp>
                          <p:nvSpPr>
                            <p:cNvPr id="285" name="Rectangle 284">
                              <a:extLst>
                                <a:ext uri="{FF2B5EF4-FFF2-40B4-BE49-F238E27FC236}">
                                  <a16:creationId xmlns:a16="http://schemas.microsoft.com/office/drawing/2014/main" id="{FAFC5B12-716C-477A-36AC-ADB5F86E879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6" name="Rectangle 285">
                              <a:extLst>
                                <a:ext uri="{FF2B5EF4-FFF2-40B4-BE49-F238E27FC236}">
                                  <a16:creationId xmlns:a16="http://schemas.microsoft.com/office/drawing/2014/main" id="{E7B48678-0225-5359-AA4A-B137C846BBC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83" name="Rectangle 282">
                            <a:extLst>
                              <a:ext uri="{FF2B5EF4-FFF2-40B4-BE49-F238E27FC236}">
                                <a16:creationId xmlns:a16="http://schemas.microsoft.com/office/drawing/2014/main" id="{BD8B3835-0D6A-1174-47EE-AFEA62BA53E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4" name="Rectangle 283">
                            <a:extLst>
                              <a:ext uri="{FF2B5EF4-FFF2-40B4-BE49-F238E27FC236}">
                                <a16:creationId xmlns:a16="http://schemas.microsoft.com/office/drawing/2014/main" id="{EFEB1AE6-BE0E-A801-5A18-467AD824F5D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67" name="Group 266">
                        <a:extLst>
                          <a:ext uri="{FF2B5EF4-FFF2-40B4-BE49-F238E27FC236}">
                            <a16:creationId xmlns:a16="http://schemas.microsoft.com/office/drawing/2014/main" id="{071986B0-447A-921E-557A-6CCA97D14542}"/>
                          </a:ext>
                        </a:extLst>
                      </p:cNvPr>
                      <p:cNvGrpSpPr/>
                      <p:nvPr/>
                    </p:nvGrpSpPr>
                    <p:grpSpPr>
                      <a:xfrm>
                        <a:off x="2970212" y="5455920"/>
                        <a:ext cx="1463040" cy="731520"/>
                        <a:chOff x="2970212" y="4724400"/>
                        <a:chExt cx="1463040" cy="731520"/>
                      </a:xfrm>
                    </p:grpSpPr>
                    <p:grpSp>
                      <p:nvGrpSpPr>
                        <p:cNvPr id="268" name="Group 267">
                          <a:extLst>
                            <a:ext uri="{FF2B5EF4-FFF2-40B4-BE49-F238E27FC236}">
                              <a16:creationId xmlns:a16="http://schemas.microsoft.com/office/drawing/2014/main" id="{EFB211DF-2A08-6CB9-C86F-6F2DCEDB4685}"/>
                            </a:ext>
                          </a:extLst>
                        </p:cNvPr>
                        <p:cNvGrpSpPr/>
                        <p:nvPr/>
                      </p:nvGrpSpPr>
                      <p:grpSpPr>
                        <a:xfrm>
                          <a:off x="2970212" y="4724400"/>
                          <a:ext cx="731520" cy="731520"/>
                          <a:chOff x="2970212" y="4724400"/>
                          <a:chExt cx="731520" cy="731520"/>
                        </a:xfrm>
                      </p:grpSpPr>
                      <p:grpSp>
                        <p:nvGrpSpPr>
                          <p:cNvPr id="275" name="Group 274">
                            <a:extLst>
                              <a:ext uri="{FF2B5EF4-FFF2-40B4-BE49-F238E27FC236}">
                                <a16:creationId xmlns:a16="http://schemas.microsoft.com/office/drawing/2014/main" id="{A85EE5F4-E22E-E8F8-EF12-5F8315CF9889}"/>
                              </a:ext>
                            </a:extLst>
                          </p:cNvPr>
                          <p:cNvGrpSpPr/>
                          <p:nvPr/>
                        </p:nvGrpSpPr>
                        <p:grpSpPr>
                          <a:xfrm>
                            <a:off x="2970212" y="4724400"/>
                            <a:ext cx="731520" cy="365760"/>
                            <a:chOff x="2970212" y="4724400"/>
                            <a:chExt cx="731520" cy="365760"/>
                          </a:xfrm>
                        </p:grpSpPr>
                        <p:sp>
                          <p:nvSpPr>
                            <p:cNvPr id="278" name="Rectangle 277">
                              <a:extLst>
                                <a:ext uri="{FF2B5EF4-FFF2-40B4-BE49-F238E27FC236}">
                                  <a16:creationId xmlns:a16="http://schemas.microsoft.com/office/drawing/2014/main" id="{6C611188-8953-97A4-ED6F-178BB5FA7E07}"/>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9" name="Rectangle 278">
                              <a:extLst>
                                <a:ext uri="{FF2B5EF4-FFF2-40B4-BE49-F238E27FC236}">
                                  <a16:creationId xmlns:a16="http://schemas.microsoft.com/office/drawing/2014/main" id="{F5A46E83-135B-D62B-2B16-C122280AB6C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76" name="Rectangle 275">
                            <a:extLst>
                              <a:ext uri="{FF2B5EF4-FFF2-40B4-BE49-F238E27FC236}">
                                <a16:creationId xmlns:a16="http://schemas.microsoft.com/office/drawing/2014/main" id="{19B23F0B-B8D1-B662-D1C4-69672FBE502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7" name="Rectangle 276">
                            <a:extLst>
                              <a:ext uri="{FF2B5EF4-FFF2-40B4-BE49-F238E27FC236}">
                                <a16:creationId xmlns:a16="http://schemas.microsoft.com/office/drawing/2014/main" id="{2A5A7DDF-F545-16FB-C728-A746B195758B}"/>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69" name="Group 268">
                          <a:extLst>
                            <a:ext uri="{FF2B5EF4-FFF2-40B4-BE49-F238E27FC236}">
                              <a16:creationId xmlns:a16="http://schemas.microsoft.com/office/drawing/2014/main" id="{588BE228-6797-A1E0-A456-B24B6C4BD76D}"/>
                            </a:ext>
                          </a:extLst>
                        </p:cNvPr>
                        <p:cNvGrpSpPr/>
                        <p:nvPr/>
                      </p:nvGrpSpPr>
                      <p:grpSpPr>
                        <a:xfrm>
                          <a:off x="3701732" y="4724400"/>
                          <a:ext cx="731520" cy="731520"/>
                          <a:chOff x="2970212" y="4724400"/>
                          <a:chExt cx="731520" cy="731520"/>
                        </a:xfrm>
                      </p:grpSpPr>
                      <p:grpSp>
                        <p:nvGrpSpPr>
                          <p:cNvPr id="270" name="Group 269">
                            <a:extLst>
                              <a:ext uri="{FF2B5EF4-FFF2-40B4-BE49-F238E27FC236}">
                                <a16:creationId xmlns:a16="http://schemas.microsoft.com/office/drawing/2014/main" id="{78054DE0-5E3B-8153-258D-6ED6DE5EE80E}"/>
                              </a:ext>
                            </a:extLst>
                          </p:cNvPr>
                          <p:cNvGrpSpPr/>
                          <p:nvPr/>
                        </p:nvGrpSpPr>
                        <p:grpSpPr>
                          <a:xfrm>
                            <a:off x="2970212" y="4724400"/>
                            <a:ext cx="731520" cy="365760"/>
                            <a:chOff x="2970212" y="4724400"/>
                            <a:chExt cx="731520" cy="365760"/>
                          </a:xfrm>
                        </p:grpSpPr>
                        <p:sp>
                          <p:nvSpPr>
                            <p:cNvPr id="273" name="Rectangle 272">
                              <a:extLst>
                                <a:ext uri="{FF2B5EF4-FFF2-40B4-BE49-F238E27FC236}">
                                  <a16:creationId xmlns:a16="http://schemas.microsoft.com/office/drawing/2014/main" id="{8B63F195-FC93-799F-4E9C-666188BF1DB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4" name="Rectangle 273">
                              <a:extLst>
                                <a:ext uri="{FF2B5EF4-FFF2-40B4-BE49-F238E27FC236}">
                                  <a16:creationId xmlns:a16="http://schemas.microsoft.com/office/drawing/2014/main" id="{34280049-4FA0-A093-3E18-56589B332D1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71" name="Rectangle 270">
                            <a:extLst>
                              <a:ext uri="{FF2B5EF4-FFF2-40B4-BE49-F238E27FC236}">
                                <a16:creationId xmlns:a16="http://schemas.microsoft.com/office/drawing/2014/main" id="{31788E8B-0114-0C7B-6F3F-067CCFD242D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2" name="Rectangle 271">
                            <a:extLst>
                              <a:ext uri="{FF2B5EF4-FFF2-40B4-BE49-F238E27FC236}">
                                <a16:creationId xmlns:a16="http://schemas.microsoft.com/office/drawing/2014/main" id="{B6C959A2-ABE6-8432-B404-7622E173C18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239" name="Group 238">
                      <a:extLst>
                        <a:ext uri="{FF2B5EF4-FFF2-40B4-BE49-F238E27FC236}">
                          <a16:creationId xmlns:a16="http://schemas.microsoft.com/office/drawing/2014/main" id="{B3D34467-F1B7-985F-034E-1992C3D0F268}"/>
                        </a:ext>
                      </a:extLst>
                    </p:cNvPr>
                    <p:cNvGrpSpPr/>
                    <p:nvPr/>
                  </p:nvGrpSpPr>
                  <p:grpSpPr>
                    <a:xfrm>
                      <a:off x="4433252" y="4724400"/>
                      <a:ext cx="1463040" cy="1463040"/>
                      <a:chOff x="2970212" y="4724400"/>
                      <a:chExt cx="1463040" cy="1463040"/>
                    </a:xfrm>
                  </p:grpSpPr>
                  <p:grpSp>
                    <p:nvGrpSpPr>
                      <p:cNvPr id="240" name="Group 239">
                        <a:extLst>
                          <a:ext uri="{FF2B5EF4-FFF2-40B4-BE49-F238E27FC236}">
                            <a16:creationId xmlns:a16="http://schemas.microsoft.com/office/drawing/2014/main" id="{5E87856B-EC4C-4781-5205-4DE446506F41}"/>
                          </a:ext>
                        </a:extLst>
                      </p:cNvPr>
                      <p:cNvGrpSpPr/>
                      <p:nvPr/>
                    </p:nvGrpSpPr>
                    <p:grpSpPr>
                      <a:xfrm>
                        <a:off x="2970212" y="4724400"/>
                        <a:ext cx="1463040" cy="731520"/>
                        <a:chOff x="2970212" y="4724400"/>
                        <a:chExt cx="1463040" cy="731520"/>
                      </a:xfrm>
                    </p:grpSpPr>
                    <p:grpSp>
                      <p:nvGrpSpPr>
                        <p:cNvPr id="254" name="Group 253">
                          <a:extLst>
                            <a:ext uri="{FF2B5EF4-FFF2-40B4-BE49-F238E27FC236}">
                              <a16:creationId xmlns:a16="http://schemas.microsoft.com/office/drawing/2014/main" id="{2587CCBD-7E3A-042B-1109-9E3186989C92}"/>
                            </a:ext>
                          </a:extLst>
                        </p:cNvPr>
                        <p:cNvGrpSpPr/>
                        <p:nvPr/>
                      </p:nvGrpSpPr>
                      <p:grpSpPr>
                        <a:xfrm>
                          <a:off x="2970212" y="4724400"/>
                          <a:ext cx="731520" cy="731520"/>
                          <a:chOff x="2970212" y="4724400"/>
                          <a:chExt cx="731520" cy="731520"/>
                        </a:xfrm>
                      </p:grpSpPr>
                      <p:grpSp>
                        <p:nvGrpSpPr>
                          <p:cNvPr id="261" name="Group 260">
                            <a:extLst>
                              <a:ext uri="{FF2B5EF4-FFF2-40B4-BE49-F238E27FC236}">
                                <a16:creationId xmlns:a16="http://schemas.microsoft.com/office/drawing/2014/main" id="{CBBA38B7-68D9-19A7-4CA7-9A09F38A8015}"/>
                              </a:ext>
                            </a:extLst>
                          </p:cNvPr>
                          <p:cNvGrpSpPr/>
                          <p:nvPr/>
                        </p:nvGrpSpPr>
                        <p:grpSpPr>
                          <a:xfrm>
                            <a:off x="2970212" y="4724400"/>
                            <a:ext cx="731520" cy="365760"/>
                            <a:chOff x="2970212" y="4724400"/>
                            <a:chExt cx="731520" cy="365760"/>
                          </a:xfrm>
                        </p:grpSpPr>
                        <p:sp>
                          <p:nvSpPr>
                            <p:cNvPr id="264" name="Rectangle 263">
                              <a:extLst>
                                <a:ext uri="{FF2B5EF4-FFF2-40B4-BE49-F238E27FC236}">
                                  <a16:creationId xmlns:a16="http://schemas.microsoft.com/office/drawing/2014/main" id="{264446B1-6D98-F141-7F43-56954B2B053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5" name="Rectangle 264">
                              <a:extLst>
                                <a:ext uri="{FF2B5EF4-FFF2-40B4-BE49-F238E27FC236}">
                                  <a16:creationId xmlns:a16="http://schemas.microsoft.com/office/drawing/2014/main" id="{B4D1F769-4F9C-E829-0648-D371699F6B9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62" name="Rectangle 261">
                            <a:extLst>
                              <a:ext uri="{FF2B5EF4-FFF2-40B4-BE49-F238E27FC236}">
                                <a16:creationId xmlns:a16="http://schemas.microsoft.com/office/drawing/2014/main" id="{DB1FB918-DE23-E60E-8F80-FC468EDC14A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3" name="Rectangle 262">
                            <a:extLst>
                              <a:ext uri="{FF2B5EF4-FFF2-40B4-BE49-F238E27FC236}">
                                <a16:creationId xmlns:a16="http://schemas.microsoft.com/office/drawing/2014/main" id="{8E7ADF55-AA35-5432-2576-C5030A649C1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55" name="Group 254">
                          <a:extLst>
                            <a:ext uri="{FF2B5EF4-FFF2-40B4-BE49-F238E27FC236}">
                              <a16:creationId xmlns:a16="http://schemas.microsoft.com/office/drawing/2014/main" id="{C8755F6E-1C89-C9EA-E55A-435864B688A1}"/>
                            </a:ext>
                          </a:extLst>
                        </p:cNvPr>
                        <p:cNvGrpSpPr/>
                        <p:nvPr/>
                      </p:nvGrpSpPr>
                      <p:grpSpPr>
                        <a:xfrm>
                          <a:off x="3701732" y="4724400"/>
                          <a:ext cx="731520" cy="731520"/>
                          <a:chOff x="2970212" y="4724400"/>
                          <a:chExt cx="731520" cy="731520"/>
                        </a:xfrm>
                      </p:grpSpPr>
                      <p:grpSp>
                        <p:nvGrpSpPr>
                          <p:cNvPr id="256" name="Group 255">
                            <a:extLst>
                              <a:ext uri="{FF2B5EF4-FFF2-40B4-BE49-F238E27FC236}">
                                <a16:creationId xmlns:a16="http://schemas.microsoft.com/office/drawing/2014/main" id="{8A86C341-AE0C-5902-E7B9-39E4850134E8}"/>
                              </a:ext>
                            </a:extLst>
                          </p:cNvPr>
                          <p:cNvGrpSpPr/>
                          <p:nvPr/>
                        </p:nvGrpSpPr>
                        <p:grpSpPr>
                          <a:xfrm>
                            <a:off x="2970212" y="4724400"/>
                            <a:ext cx="731520" cy="365760"/>
                            <a:chOff x="2970212" y="4724400"/>
                            <a:chExt cx="731520" cy="365760"/>
                          </a:xfrm>
                        </p:grpSpPr>
                        <p:sp>
                          <p:nvSpPr>
                            <p:cNvPr id="259" name="Rectangle 258">
                              <a:extLst>
                                <a:ext uri="{FF2B5EF4-FFF2-40B4-BE49-F238E27FC236}">
                                  <a16:creationId xmlns:a16="http://schemas.microsoft.com/office/drawing/2014/main" id="{FA21437E-DDA2-F45F-072A-5FD0E6D35B09}"/>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0" name="Rectangle 259">
                              <a:extLst>
                                <a:ext uri="{FF2B5EF4-FFF2-40B4-BE49-F238E27FC236}">
                                  <a16:creationId xmlns:a16="http://schemas.microsoft.com/office/drawing/2014/main" id="{FCDD2D23-B866-0163-ABE1-503089837F87}"/>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57" name="Rectangle 256">
                            <a:extLst>
                              <a:ext uri="{FF2B5EF4-FFF2-40B4-BE49-F238E27FC236}">
                                <a16:creationId xmlns:a16="http://schemas.microsoft.com/office/drawing/2014/main" id="{023012C2-AB95-0B97-A2A9-12C9A91CC68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8" name="Rectangle 257">
                            <a:extLst>
                              <a:ext uri="{FF2B5EF4-FFF2-40B4-BE49-F238E27FC236}">
                                <a16:creationId xmlns:a16="http://schemas.microsoft.com/office/drawing/2014/main" id="{F34BFE23-5358-5F1E-5B8D-38AC7CA7800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41" name="Group 240">
                        <a:extLst>
                          <a:ext uri="{FF2B5EF4-FFF2-40B4-BE49-F238E27FC236}">
                            <a16:creationId xmlns:a16="http://schemas.microsoft.com/office/drawing/2014/main" id="{79CB21ED-3D2B-116E-BA79-56BF88E306AF}"/>
                          </a:ext>
                        </a:extLst>
                      </p:cNvPr>
                      <p:cNvGrpSpPr/>
                      <p:nvPr/>
                    </p:nvGrpSpPr>
                    <p:grpSpPr>
                      <a:xfrm>
                        <a:off x="2970212" y="5455920"/>
                        <a:ext cx="1463040" cy="731520"/>
                        <a:chOff x="2970212" y="4724400"/>
                        <a:chExt cx="1463040" cy="731520"/>
                      </a:xfrm>
                    </p:grpSpPr>
                    <p:grpSp>
                      <p:nvGrpSpPr>
                        <p:cNvPr id="242" name="Group 241">
                          <a:extLst>
                            <a:ext uri="{FF2B5EF4-FFF2-40B4-BE49-F238E27FC236}">
                              <a16:creationId xmlns:a16="http://schemas.microsoft.com/office/drawing/2014/main" id="{8652529F-CAC1-1CBE-0797-BD3366C518E3}"/>
                            </a:ext>
                          </a:extLst>
                        </p:cNvPr>
                        <p:cNvGrpSpPr/>
                        <p:nvPr/>
                      </p:nvGrpSpPr>
                      <p:grpSpPr>
                        <a:xfrm>
                          <a:off x="2970212" y="4724400"/>
                          <a:ext cx="731520" cy="731520"/>
                          <a:chOff x="2970212" y="4724400"/>
                          <a:chExt cx="731520" cy="731520"/>
                        </a:xfrm>
                      </p:grpSpPr>
                      <p:grpSp>
                        <p:nvGrpSpPr>
                          <p:cNvPr id="249" name="Group 248">
                            <a:extLst>
                              <a:ext uri="{FF2B5EF4-FFF2-40B4-BE49-F238E27FC236}">
                                <a16:creationId xmlns:a16="http://schemas.microsoft.com/office/drawing/2014/main" id="{8582BD87-C3B3-4A0F-8BDC-FA0EF67D0CDB}"/>
                              </a:ext>
                            </a:extLst>
                          </p:cNvPr>
                          <p:cNvGrpSpPr/>
                          <p:nvPr/>
                        </p:nvGrpSpPr>
                        <p:grpSpPr>
                          <a:xfrm>
                            <a:off x="2970212" y="4724400"/>
                            <a:ext cx="731520" cy="365760"/>
                            <a:chOff x="2970212" y="4724400"/>
                            <a:chExt cx="731520" cy="365760"/>
                          </a:xfrm>
                        </p:grpSpPr>
                        <p:sp>
                          <p:nvSpPr>
                            <p:cNvPr id="252" name="Rectangle 251">
                              <a:extLst>
                                <a:ext uri="{FF2B5EF4-FFF2-40B4-BE49-F238E27FC236}">
                                  <a16:creationId xmlns:a16="http://schemas.microsoft.com/office/drawing/2014/main" id="{AF5C351D-5C0B-7366-6F34-6DE343D6851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3" name="Rectangle 252">
                              <a:extLst>
                                <a:ext uri="{FF2B5EF4-FFF2-40B4-BE49-F238E27FC236}">
                                  <a16:creationId xmlns:a16="http://schemas.microsoft.com/office/drawing/2014/main" id="{10122B2F-5E40-32E1-D434-AFE4D68650B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50" name="Rectangle 249">
                            <a:extLst>
                              <a:ext uri="{FF2B5EF4-FFF2-40B4-BE49-F238E27FC236}">
                                <a16:creationId xmlns:a16="http://schemas.microsoft.com/office/drawing/2014/main" id="{D073A017-3A2F-28A8-4FCD-D2CF2341C32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1" name="Rectangle 250">
                            <a:extLst>
                              <a:ext uri="{FF2B5EF4-FFF2-40B4-BE49-F238E27FC236}">
                                <a16:creationId xmlns:a16="http://schemas.microsoft.com/office/drawing/2014/main" id="{4BFB7C9F-3F8B-359D-8FE3-FED6F53A1E7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43" name="Group 242">
                          <a:extLst>
                            <a:ext uri="{FF2B5EF4-FFF2-40B4-BE49-F238E27FC236}">
                              <a16:creationId xmlns:a16="http://schemas.microsoft.com/office/drawing/2014/main" id="{8EA054F7-FBB2-7B72-FC80-92E5A2E04E55}"/>
                            </a:ext>
                          </a:extLst>
                        </p:cNvPr>
                        <p:cNvGrpSpPr/>
                        <p:nvPr/>
                      </p:nvGrpSpPr>
                      <p:grpSpPr>
                        <a:xfrm>
                          <a:off x="3701732" y="4724400"/>
                          <a:ext cx="731520" cy="731520"/>
                          <a:chOff x="2970212" y="4724400"/>
                          <a:chExt cx="731520" cy="731520"/>
                        </a:xfrm>
                      </p:grpSpPr>
                      <p:grpSp>
                        <p:nvGrpSpPr>
                          <p:cNvPr id="244" name="Group 243">
                            <a:extLst>
                              <a:ext uri="{FF2B5EF4-FFF2-40B4-BE49-F238E27FC236}">
                                <a16:creationId xmlns:a16="http://schemas.microsoft.com/office/drawing/2014/main" id="{FEA67C01-F60F-F1C9-ABAF-495746A53636}"/>
                              </a:ext>
                            </a:extLst>
                          </p:cNvPr>
                          <p:cNvGrpSpPr/>
                          <p:nvPr/>
                        </p:nvGrpSpPr>
                        <p:grpSpPr>
                          <a:xfrm>
                            <a:off x="2970212" y="4724400"/>
                            <a:ext cx="731520" cy="365760"/>
                            <a:chOff x="2970212" y="4724400"/>
                            <a:chExt cx="731520" cy="365760"/>
                          </a:xfrm>
                        </p:grpSpPr>
                        <p:sp>
                          <p:nvSpPr>
                            <p:cNvPr id="247" name="Rectangle 246">
                              <a:extLst>
                                <a:ext uri="{FF2B5EF4-FFF2-40B4-BE49-F238E27FC236}">
                                  <a16:creationId xmlns:a16="http://schemas.microsoft.com/office/drawing/2014/main" id="{2BF4B444-D457-6117-CCCD-FA1277B3AEC1}"/>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48" name="Rectangle 247">
                              <a:extLst>
                                <a:ext uri="{FF2B5EF4-FFF2-40B4-BE49-F238E27FC236}">
                                  <a16:creationId xmlns:a16="http://schemas.microsoft.com/office/drawing/2014/main" id="{119EB92C-3BC8-071A-F148-B82ECA1B755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45" name="Rectangle 244">
                            <a:extLst>
                              <a:ext uri="{FF2B5EF4-FFF2-40B4-BE49-F238E27FC236}">
                                <a16:creationId xmlns:a16="http://schemas.microsoft.com/office/drawing/2014/main" id="{BCBADC26-9D47-0A93-CA59-9FEF5F5BF10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46" name="Rectangle 245">
                            <a:extLst>
                              <a:ext uri="{FF2B5EF4-FFF2-40B4-BE49-F238E27FC236}">
                                <a16:creationId xmlns:a16="http://schemas.microsoft.com/office/drawing/2014/main" id="{E2612721-7B41-CB38-C157-F01E3420D10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183" name="Group 182">
                    <a:extLst>
                      <a:ext uri="{FF2B5EF4-FFF2-40B4-BE49-F238E27FC236}">
                        <a16:creationId xmlns:a16="http://schemas.microsoft.com/office/drawing/2014/main" id="{53397187-12D2-E839-0DCD-8DE5AA7EE8FC}"/>
                      </a:ext>
                    </a:extLst>
                  </p:cNvPr>
                  <p:cNvGrpSpPr/>
                  <p:nvPr/>
                </p:nvGrpSpPr>
                <p:grpSpPr>
                  <a:xfrm>
                    <a:off x="2132012" y="4587240"/>
                    <a:ext cx="2926080" cy="1463040"/>
                    <a:chOff x="2970212" y="4724400"/>
                    <a:chExt cx="2926080" cy="1463040"/>
                  </a:xfrm>
                </p:grpSpPr>
                <p:grpSp>
                  <p:nvGrpSpPr>
                    <p:cNvPr id="184" name="Group 183">
                      <a:extLst>
                        <a:ext uri="{FF2B5EF4-FFF2-40B4-BE49-F238E27FC236}">
                          <a16:creationId xmlns:a16="http://schemas.microsoft.com/office/drawing/2014/main" id="{D9783632-CE2F-9CFB-5302-316C089447DA}"/>
                        </a:ext>
                      </a:extLst>
                    </p:cNvPr>
                    <p:cNvGrpSpPr/>
                    <p:nvPr/>
                  </p:nvGrpSpPr>
                  <p:grpSpPr>
                    <a:xfrm>
                      <a:off x="2970212" y="4724400"/>
                      <a:ext cx="1463040" cy="1463040"/>
                      <a:chOff x="2970212" y="4724400"/>
                      <a:chExt cx="1463040" cy="1463040"/>
                    </a:xfrm>
                  </p:grpSpPr>
                  <p:grpSp>
                    <p:nvGrpSpPr>
                      <p:cNvPr id="212" name="Group 211">
                        <a:extLst>
                          <a:ext uri="{FF2B5EF4-FFF2-40B4-BE49-F238E27FC236}">
                            <a16:creationId xmlns:a16="http://schemas.microsoft.com/office/drawing/2014/main" id="{88F3AB9A-D1BA-9EFB-3EC2-AD6424327E57}"/>
                          </a:ext>
                        </a:extLst>
                      </p:cNvPr>
                      <p:cNvGrpSpPr/>
                      <p:nvPr/>
                    </p:nvGrpSpPr>
                    <p:grpSpPr>
                      <a:xfrm>
                        <a:off x="2970212" y="4724400"/>
                        <a:ext cx="1463040" cy="731520"/>
                        <a:chOff x="2970212" y="4724400"/>
                        <a:chExt cx="1463040" cy="731520"/>
                      </a:xfrm>
                    </p:grpSpPr>
                    <p:grpSp>
                      <p:nvGrpSpPr>
                        <p:cNvPr id="226" name="Group 225">
                          <a:extLst>
                            <a:ext uri="{FF2B5EF4-FFF2-40B4-BE49-F238E27FC236}">
                              <a16:creationId xmlns:a16="http://schemas.microsoft.com/office/drawing/2014/main" id="{C5CE6062-4693-19CA-850B-68013B9FED14}"/>
                            </a:ext>
                          </a:extLst>
                        </p:cNvPr>
                        <p:cNvGrpSpPr/>
                        <p:nvPr/>
                      </p:nvGrpSpPr>
                      <p:grpSpPr>
                        <a:xfrm>
                          <a:off x="2970212" y="4724400"/>
                          <a:ext cx="731520" cy="731520"/>
                          <a:chOff x="2970212" y="4724400"/>
                          <a:chExt cx="731520" cy="731520"/>
                        </a:xfrm>
                      </p:grpSpPr>
                      <p:grpSp>
                        <p:nvGrpSpPr>
                          <p:cNvPr id="233" name="Group 232">
                            <a:extLst>
                              <a:ext uri="{FF2B5EF4-FFF2-40B4-BE49-F238E27FC236}">
                                <a16:creationId xmlns:a16="http://schemas.microsoft.com/office/drawing/2014/main" id="{6FB93103-0740-5159-5CA2-33FEA2B7CE5D}"/>
                              </a:ext>
                            </a:extLst>
                          </p:cNvPr>
                          <p:cNvGrpSpPr/>
                          <p:nvPr/>
                        </p:nvGrpSpPr>
                        <p:grpSpPr>
                          <a:xfrm>
                            <a:off x="2970212" y="4724400"/>
                            <a:ext cx="731520" cy="365760"/>
                            <a:chOff x="2970212" y="4724400"/>
                            <a:chExt cx="731520" cy="365760"/>
                          </a:xfrm>
                        </p:grpSpPr>
                        <p:sp>
                          <p:nvSpPr>
                            <p:cNvPr id="236" name="Rectangle 235">
                              <a:extLst>
                                <a:ext uri="{FF2B5EF4-FFF2-40B4-BE49-F238E27FC236}">
                                  <a16:creationId xmlns:a16="http://schemas.microsoft.com/office/drawing/2014/main" id="{9B23085A-5D9D-43F4-A871-33929DA9143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7" name="Rectangle 236">
                              <a:extLst>
                                <a:ext uri="{FF2B5EF4-FFF2-40B4-BE49-F238E27FC236}">
                                  <a16:creationId xmlns:a16="http://schemas.microsoft.com/office/drawing/2014/main" id="{3C569825-E9AF-BD58-22F9-B3376D0FCE2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34" name="Rectangle 233">
                            <a:extLst>
                              <a:ext uri="{FF2B5EF4-FFF2-40B4-BE49-F238E27FC236}">
                                <a16:creationId xmlns:a16="http://schemas.microsoft.com/office/drawing/2014/main" id="{32DD5094-1839-7863-90A6-5C54DAFCAF0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5" name="Rectangle 234">
                            <a:extLst>
                              <a:ext uri="{FF2B5EF4-FFF2-40B4-BE49-F238E27FC236}">
                                <a16:creationId xmlns:a16="http://schemas.microsoft.com/office/drawing/2014/main" id="{667A3AD8-919C-5DCC-6995-CF00B088D7A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27" name="Group 226">
                          <a:extLst>
                            <a:ext uri="{FF2B5EF4-FFF2-40B4-BE49-F238E27FC236}">
                              <a16:creationId xmlns:a16="http://schemas.microsoft.com/office/drawing/2014/main" id="{6310A9CE-891B-A044-D7FB-4A05CC1DE5BB}"/>
                            </a:ext>
                          </a:extLst>
                        </p:cNvPr>
                        <p:cNvGrpSpPr/>
                        <p:nvPr/>
                      </p:nvGrpSpPr>
                      <p:grpSpPr>
                        <a:xfrm>
                          <a:off x="3701732" y="4724400"/>
                          <a:ext cx="731520" cy="731520"/>
                          <a:chOff x="2970212" y="4724400"/>
                          <a:chExt cx="731520" cy="731520"/>
                        </a:xfrm>
                      </p:grpSpPr>
                      <p:grpSp>
                        <p:nvGrpSpPr>
                          <p:cNvPr id="228" name="Group 227">
                            <a:extLst>
                              <a:ext uri="{FF2B5EF4-FFF2-40B4-BE49-F238E27FC236}">
                                <a16:creationId xmlns:a16="http://schemas.microsoft.com/office/drawing/2014/main" id="{8D14F848-A6F6-A13B-559B-44C868AA023B}"/>
                              </a:ext>
                            </a:extLst>
                          </p:cNvPr>
                          <p:cNvGrpSpPr/>
                          <p:nvPr/>
                        </p:nvGrpSpPr>
                        <p:grpSpPr>
                          <a:xfrm>
                            <a:off x="2970212" y="4724400"/>
                            <a:ext cx="731520" cy="365760"/>
                            <a:chOff x="2970212" y="4724400"/>
                            <a:chExt cx="731520" cy="365760"/>
                          </a:xfrm>
                        </p:grpSpPr>
                        <p:sp>
                          <p:nvSpPr>
                            <p:cNvPr id="231" name="Rectangle 230">
                              <a:extLst>
                                <a:ext uri="{FF2B5EF4-FFF2-40B4-BE49-F238E27FC236}">
                                  <a16:creationId xmlns:a16="http://schemas.microsoft.com/office/drawing/2014/main" id="{33BBFF7B-9262-4C56-9DDC-E4F52DFAFE3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2" name="Rectangle 231">
                              <a:extLst>
                                <a:ext uri="{FF2B5EF4-FFF2-40B4-BE49-F238E27FC236}">
                                  <a16:creationId xmlns:a16="http://schemas.microsoft.com/office/drawing/2014/main" id="{CB191756-6C7E-3B3B-B768-A8358D54DB8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29" name="Rectangle 228">
                            <a:extLst>
                              <a:ext uri="{FF2B5EF4-FFF2-40B4-BE49-F238E27FC236}">
                                <a16:creationId xmlns:a16="http://schemas.microsoft.com/office/drawing/2014/main" id="{DAD1F42B-0A07-4FB6-3498-34AF0AD00A5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0" name="Rectangle 229">
                            <a:extLst>
                              <a:ext uri="{FF2B5EF4-FFF2-40B4-BE49-F238E27FC236}">
                                <a16:creationId xmlns:a16="http://schemas.microsoft.com/office/drawing/2014/main" id="{E6812FF4-3FCC-DCAC-1550-E31712AFA57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13" name="Group 212">
                        <a:extLst>
                          <a:ext uri="{FF2B5EF4-FFF2-40B4-BE49-F238E27FC236}">
                            <a16:creationId xmlns:a16="http://schemas.microsoft.com/office/drawing/2014/main" id="{98B1FC35-4864-03A9-8334-F027498F005A}"/>
                          </a:ext>
                        </a:extLst>
                      </p:cNvPr>
                      <p:cNvGrpSpPr/>
                      <p:nvPr/>
                    </p:nvGrpSpPr>
                    <p:grpSpPr>
                      <a:xfrm>
                        <a:off x="2970212" y="5455920"/>
                        <a:ext cx="1463040" cy="731520"/>
                        <a:chOff x="2970212" y="4724400"/>
                        <a:chExt cx="1463040" cy="731520"/>
                      </a:xfrm>
                    </p:grpSpPr>
                    <p:grpSp>
                      <p:nvGrpSpPr>
                        <p:cNvPr id="214" name="Group 213">
                          <a:extLst>
                            <a:ext uri="{FF2B5EF4-FFF2-40B4-BE49-F238E27FC236}">
                              <a16:creationId xmlns:a16="http://schemas.microsoft.com/office/drawing/2014/main" id="{E42E776E-00A3-3BFF-1E2F-F6AF972BAFC4}"/>
                            </a:ext>
                          </a:extLst>
                        </p:cNvPr>
                        <p:cNvGrpSpPr/>
                        <p:nvPr/>
                      </p:nvGrpSpPr>
                      <p:grpSpPr>
                        <a:xfrm>
                          <a:off x="2970212" y="4724400"/>
                          <a:ext cx="731520" cy="731520"/>
                          <a:chOff x="2970212" y="4724400"/>
                          <a:chExt cx="731520" cy="731520"/>
                        </a:xfrm>
                      </p:grpSpPr>
                      <p:grpSp>
                        <p:nvGrpSpPr>
                          <p:cNvPr id="221" name="Group 220">
                            <a:extLst>
                              <a:ext uri="{FF2B5EF4-FFF2-40B4-BE49-F238E27FC236}">
                                <a16:creationId xmlns:a16="http://schemas.microsoft.com/office/drawing/2014/main" id="{CAF35A9E-EB52-B741-69DE-89548F783E22}"/>
                              </a:ext>
                            </a:extLst>
                          </p:cNvPr>
                          <p:cNvGrpSpPr/>
                          <p:nvPr/>
                        </p:nvGrpSpPr>
                        <p:grpSpPr>
                          <a:xfrm>
                            <a:off x="2970212" y="4724400"/>
                            <a:ext cx="731520" cy="365760"/>
                            <a:chOff x="2970212" y="4724400"/>
                            <a:chExt cx="731520" cy="365760"/>
                          </a:xfrm>
                        </p:grpSpPr>
                        <p:sp>
                          <p:nvSpPr>
                            <p:cNvPr id="224" name="Rectangle 223">
                              <a:extLst>
                                <a:ext uri="{FF2B5EF4-FFF2-40B4-BE49-F238E27FC236}">
                                  <a16:creationId xmlns:a16="http://schemas.microsoft.com/office/drawing/2014/main" id="{1EF638FF-A509-B8FE-426B-79B50BFA808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5" name="Rectangle 224">
                              <a:extLst>
                                <a:ext uri="{FF2B5EF4-FFF2-40B4-BE49-F238E27FC236}">
                                  <a16:creationId xmlns:a16="http://schemas.microsoft.com/office/drawing/2014/main" id="{93BE3AD1-DA43-84BC-E8B3-F8B0CC4F5B1F}"/>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22" name="Rectangle 221">
                            <a:extLst>
                              <a:ext uri="{FF2B5EF4-FFF2-40B4-BE49-F238E27FC236}">
                                <a16:creationId xmlns:a16="http://schemas.microsoft.com/office/drawing/2014/main" id="{927A241D-C740-B28B-B2B3-65205FB5B5A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3" name="Rectangle 222">
                            <a:extLst>
                              <a:ext uri="{FF2B5EF4-FFF2-40B4-BE49-F238E27FC236}">
                                <a16:creationId xmlns:a16="http://schemas.microsoft.com/office/drawing/2014/main" id="{310BB661-784E-E9A6-4432-03C7A7D7EAA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15" name="Group 214">
                          <a:extLst>
                            <a:ext uri="{FF2B5EF4-FFF2-40B4-BE49-F238E27FC236}">
                              <a16:creationId xmlns:a16="http://schemas.microsoft.com/office/drawing/2014/main" id="{70485CB6-EE14-332D-AB07-99341F4FE5B8}"/>
                            </a:ext>
                          </a:extLst>
                        </p:cNvPr>
                        <p:cNvGrpSpPr/>
                        <p:nvPr/>
                      </p:nvGrpSpPr>
                      <p:grpSpPr>
                        <a:xfrm>
                          <a:off x="3701732" y="4724400"/>
                          <a:ext cx="731520" cy="731520"/>
                          <a:chOff x="2970212" y="4724400"/>
                          <a:chExt cx="731520" cy="731520"/>
                        </a:xfrm>
                      </p:grpSpPr>
                      <p:grpSp>
                        <p:nvGrpSpPr>
                          <p:cNvPr id="216" name="Group 215">
                            <a:extLst>
                              <a:ext uri="{FF2B5EF4-FFF2-40B4-BE49-F238E27FC236}">
                                <a16:creationId xmlns:a16="http://schemas.microsoft.com/office/drawing/2014/main" id="{3CE3202D-95F9-DA61-8A6D-A63E7416ACD1}"/>
                              </a:ext>
                            </a:extLst>
                          </p:cNvPr>
                          <p:cNvGrpSpPr/>
                          <p:nvPr/>
                        </p:nvGrpSpPr>
                        <p:grpSpPr>
                          <a:xfrm>
                            <a:off x="2970212" y="4724400"/>
                            <a:ext cx="731520" cy="365760"/>
                            <a:chOff x="2970212" y="4724400"/>
                            <a:chExt cx="731520" cy="365760"/>
                          </a:xfrm>
                        </p:grpSpPr>
                        <p:sp>
                          <p:nvSpPr>
                            <p:cNvPr id="219" name="Rectangle 218">
                              <a:extLst>
                                <a:ext uri="{FF2B5EF4-FFF2-40B4-BE49-F238E27FC236}">
                                  <a16:creationId xmlns:a16="http://schemas.microsoft.com/office/drawing/2014/main" id="{DC04123A-4526-25B3-75B9-3408BAF3349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0" name="Rectangle 219">
                              <a:extLst>
                                <a:ext uri="{FF2B5EF4-FFF2-40B4-BE49-F238E27FC236}">
                                  <a16:creationId xmlns:a16="http://schemas.microsoft.com/office/drawing/2014/main" id="{10F7056C-63D6-7EB1-7A85-00D35573BCC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17" name="Rectangle 216">
                            <a:extLst>
                              <a:ext uri="{FF2B5EF4-FFF2-40B4-BE49-F238E27FC236}">
                                <a16:creationId xmlns:a16="http://schemas.microsoft.com/office/drawing/2014/main" id="{7F2F2FAF-E672-FE6D-001E-577D103F6D8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18" name="Rectangle 217">
                            <a:extLst>
                              <a:ext uri="{FF2B5EF4-FFF2-40B4-BE49-F238E27FC236}">
                                <a16:creationId xmlns:a16="http://schemas.microsoft.com/office/drawing/2014/main" id="{06318D3F-157E-57C4-775C-612E8AE426D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185" name="Group 184">
                      <a:extLst>
                        <a:ext uri="{FF2B5EF4-FFF2-40B4-BE49-F238E27FC236}">
                          <a16:creationId xmlns:a16="http://schemas.microsoft.com/office/drawing/2014/main" id="{60E248E5-6AC8-BD4D-060A-F470234BE41E}"/>
                        </a:ext>
                      </a:extLst>
                    </p:cNvPr>
                    <p:cNvGrpSpPr/>
                    <p:nvPr/>
                  </p:nvGrpSpPr>
                  <p:grpSpPr>
                    <a:xfrm>
                      <a:off x="4433252" y="4724400"/>
                      <a:ext cx="1463040" cy="1463040"/>
                      <a:chOff x="2970212" y="4724400"/>
                      <a:chExt cx="1463040" cy="1463040"/>
                    </a:xfrm>
                  </p:grpSpPr>
                  <p:grpSp>
                    <p:nvGrpSpPr>
                      <p:cNvPr id="186" name="Group 185">
                        <a:extLst>
                          <a:ext uri="{FF2B5EF4-FFF2-40B4-BE49-F238E27FC236}">
                            <a16:creationId xmlns:a16="http://schemas.microsoft.com/office/drawing/2014/main" id="{C12CCAB5-445F-F567-7524-8F2EA703405B}"/>
                          </a:ext>
                        </a:extLst>
                      </p:cNvPr>
                      <p:cNvGrpSpPr/>
                      <p:nvPr/>
                    </p:nvGrpSpPr>
                    <p:grpSpPr>
                      <a:xfrm>
                        <a:off x="2970212" y="4724400"/>
                        <a:ext cx="1463040" cy="731520"/>
                        <a:chOff x="2970212" y="4724400"/>
                        <a:chExt cx="1463040" cy="731520"/>
                      </a:xfrm>
                    </p:grpSpPr>
                    <p:grpSp>
                      <p:nvGrpSpPr>
                        <p:cNvPr id="200" name="Group 199">
                          <a:extLst>
                            <a:ext uri="{FF2B5EF4-FFF2-40B4-BE49-F238E27FC236}">
                              <a16:creationId xmlns:a16="http://schemas.microsoft.com/office/drawing/2014/main" id="{C5CB87FC-005A-7549-FD4D-4137C9228AE5}"/>
                            </a:ext>
                          </a:extLst>
                        </p:cNvPr>
                        <p:cNvGrpSpPr/>
                        <p:nvPr/>
                      </p:nvGrpSpPr>
                      <p:grpSpPr>
                        <a:xfrm>
                          <a:off x="2970212" y="4724400"/>
                          <a:ext cx="731520" cy="731520"/>
                          <a:chOff x="2970212" y="4724400"/>
                          <a:chExt cx="731520" cy="731520"/>
                        </a:xfrm>
                      </p:grpSpPr>
                      <p:grpSp>
                        <p:nvGrpSpPr>
                          <p:cNvPr id="207" name="Group 206">
                            <a:extLst>
                              <a:ext uri="{FF2B5EF4-FFF2-40B4-BE49-F238E27FC236}">
                                <a16:creationId xmlns:a16="http://schemas.microsoft.com/office/drawing/2014/main" id="{DCA11C85-3325-E478-62C3-A0A903955368}"/>
                              </a:ext>
                            </a:extLst>
                          </p:cNvPr>
                          <p:cNvGrpSpPr/>
                          <p:nvPr/>
                        </p:nvGrpSpPr>
                        <p:grpSpPr>
                          <a:xfrm>
                            <a:off x="2970212" y="4724400"/>
                            <a:ext cx="731520" cy="365760"/>
                            <a:chOff x="2970212" y="4724400"/>
                            <a:chExt cx="731520" cy="365760"/>
                          </a:xfrm>
                        </p:grpSpPr>
                        <p:sp>
                          <p:nvSpPr>
                            <p:cNvPr id="210" name="Rectangle 209">
                              <a:extLst>
                                <a:ext uri="{FF2B5EF4-FFF2-40B4-BE49-F238E27FC236}">
                                  <a16:creationId xmlns:a16="http://schemas.microsoft.com/office/drawing/2014/main" id="{AE78BA34-6FBA-85C9-3C2A-D2646C117796}"/>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11" name="Rectangle 210">
                              <a:extLst>
                                <a:ext uri="{FF2B5EF4-FFF2-40B4-BE49-F238E27FC236}">
                                  <a16:creationId xmlns:a16="http://schemas.microsoft.com/office/drawing/2014/main" id="{1EB005B4-D971-FA3B-7289-F002D23846A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08" name="Rectangle 207">
                            <a:extLst>
                              <a:ext uri="{FF2B5EF4-FFF2-40B4-BE49-F238E27FC236}">
                                <a16:creationId xmlns:a16="http://schemas.microsoft.com/office/drawing/2014/main" id="{51C0C08B-0833-B7A2-9E34-7DE7439D209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9" name="Rectangle 208">
                            <a:extLst>
                              <a:ext uri="{FF2B5EF4-FFF2-40B4-BE49-F238E27FC236}">
                                <a16:creationId xmlns:a16="http://schemas.microsoft.com/office/drawing/2014/main" id="{2CAF787D-5D64-E453-3538-F677EA6F842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01" name="Group 200">
                          <a:extLst>
                            <a:ext uri="{FF2B5EF4-FFF2-40B4-BE49-F238E27FC236}">
                              <a16:creationId xmlns:a16="http://schemas.microsoft.com/office/drawing/2014/main" id="{7BF417C7-BEE9-2D2B-8DAA-A91B4BC4B8D3}"/>
                            </a:ext>
                          </a:extLst>
                        </p:cNvPr>
                        <p:cNvGrpSpPr/>
                        <p:nvPr/>
                      </p:nvGrpSpPr>
                      <p:grpSpPr>
                        <a:xfrm>
                          <a:off x="3701732" y="4724400"/>
                          <a:ext cx="731520" cy="731520"/>
                          <a:chOff x="2970212" y="4724400"/>
                          <a:chExt cx="731520" cy="731520"/>
                        </a:xfrm>
                      </p:grpSpPr>
                      <p:grpSp>
                        <p:nvGrpSpPr>
                          <p:cNvPr id="202" name="Group 201">
                            <a:extLst>
                              <a:ext uri="{FF2B5EF4-FFF2-40B4-BE49-F238E27FC236}">
                                <a16:creationId xmlns:a16="http://schemas.microsoft.com/office/drawing/2014/main" id="{17C1BCDC-53E9-3687-1FE1-DB03A610FCB5}"/>
                              </a:ext>
                            </a:extLst>
                          </p:cNvPr>
                          <p:cNvGrpSpPr/>
                          <p:nvPr/>
                        </p:nvGrpSpPr>
                        <p:grpSpPr>
                          <a:xfrm>
                            <a:off x="2970212" y="4724400"/>
                            <a:ext cx="731520" cy="365760"/>
                            <a:chOff x="2970212" y="4724400"/>
                            <a:chExt cx="731520" cy="365760"/>
                          </a:xfrm>
                        </p:grpSpPr>
                        <p:sp>
                          <p:nvSpPr>
                            <p:cNvPr id="205" name="Rectangle 204">
                              <a:extLst>
                                <a:ext uri="{FF2B5EF4-FFF2-40B4-BE49-F238E27FC236}">
                                  <a16:creationId xmlns:a16="http://schemas.microsoft.com/office/drawing/2014/main" id="{B68B986C-4063-B479-9585-9DEFF2B1ED5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6" name="Rectangle 205">
                              <a:extLst>
                                <a:ext uri="{FF2B5EF4-FFF2-40B4-BE49-F238E27FC236}">
                                  <a16:creationId xmlns:a16="http://schemas.microsoft.com/office/drawing/2014/main" id="{BC09C458-4FEC-A50C-6937-0FD9E6869E4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03" name="Rectangle 202">
                            <a:extLst>
                              <a:ext uri="{FF2B5EF4-FFF2-40B4-BE49-F238E27FC236}">
                                <a16:creationId xmlns:a16="http://schemas.microsoft.com/office/drawing/2014/main" id="{921106FE-F12E-5E15-FA37-2B9396FC4A0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4" name="Rectangle 203">
                            <a:extLst>
                              <a:ext uri="{FF2B5EF4-FFF2-40B4-BE49-F238E27FC236}">
                                <a16:creationId xmlns:a16="http://schemas.microsoft.com/office/drawing/2014/main" id="{35331B61-0F33-C8DD-E89C-D5DF3D555957}"/>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187" name="Group 186">
                        <a:extLst>
                          <a:ext uri="{FF2B5EF4-FFF2-40B4-BE49-F238E27FC236}">
                            <a16:creationId xmlns:a16="http://schemas.microsoft.com/office/drawing/2014/main" id="{0AE928AE-CE2D-9E83-87AA-61C9C8704C00}"/>
                          </a:ext>
                        </a:extLst>
                      </p:cNvPr>
                      <p:cNvGrpSpPr/>
                      <p:nvPr/>
                    </p:nvGrpSpPr>
                    <p:grpSpPr>
                      <a:xfrm>
                        <a:off x="2970212" y="5455920"/>
                        <a:ext cx="1463040" cy="731520"/>
                        <a:chOff x="2970212" y="4724400"/>
                        <a:chExt cx="1463040" cy="731520"/>
                      </a:xfrm>
                    </p:grpSpPr>
                    <p:grpSp>
                      <p:nvGrpSpPr>
                        <p:cNvPr id="188" name="Group 187">
                          <a:extLst>
                            <a:ext uri="{FF2B5EF4-FFF2-40B4-BE49-F238E27FC236}">
                              <a16:creationId xmlns:a16="http://schemas.microsoft.com/office/drawing/2014/main" id="{AEBF79D0-D4B6-EA37-F87D-A71FC386F019}"/>
                            </a:ext>
                          </a:extLst>
                        </p:cNvPr>
                        <p:cNvGrpSpPr/>
                        <p:nvPr/>
                      </p:nvGrpSpPr>
                      <p:grpSpPr>
                        <a:xfrm>
                          <a:off x="2970212" y="4724400"/>
                          <a:ext cx="731520" cy="731520"/>
                          <a:chOff x="2970212" y="4724400"/>
                          <a:chExt cx="731520" cy="731520"/>
                        </a:xfrm>
                      </p:grpSpPr>
                      <p:grpSp>
                        <p:nvGrpSpPr>
                          <p:cNvPr id="195" name="Group 194">
                            <a:extLst>
                              <a:ext uri="{FF2B5EF4-FFF2-40B4-BE49-F238E27FC236}">
                                <a16:creationId xmlns:a16="http://schemas.microsoft.com/office/drawing/2014/main" id="{431D042F-A84F-CA68-88CA-0AD3A36590DC}"/>
                              </a:ext>
                            </a:extLst>
                          </p:cNvPr>
                          <p:cNvGrpSpPr/>
                          <p:nvPr/>
                        </p:nvGrpSpPr>
                        <p:grpSpPr>
                          <a:xfrm>
                            <a:off x="2970212" y="4724400"/>
                            <a:ext cx="731520" cy="365760"/>
                            <a:chOff x="2970212" y="4724400"/>
                            <a:chExt cx="731520" cy="365760"/>
                          </a:xfrm>
                        </p:grpSpPr>
                        <p:sp>
                          <p:nvSpPr>
                            <p:cNvPr id="198" name="Rectangle 197">
                              <a:extLst>
                                <a:ext uri="{FF2B5EF4-FFF2-40B4-BE49-F238E27FC236}">
                                  <a16:creationId xmlns:a16="http://schemas.microsoft.com/office/drawing/2014/main" id="{CC2DEEA2-3C2C-B5FE-1EC3-1B7202F1DBA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9" name="Rectangle 198">
                              <a:extLst>
                                <a:ext uri="{FF2B5EF4-FFF2-40B4-BE49-F238E27FC236}">
                                  <a16:creationId xmlns:a16="http://schemas.microsoft.com/office/drawing/2014/main" id="{1017E713-0627-DEAD-B247-2E4AEB8C4F6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96" name="Rectangle 195">
                            <a:extLst>
                              <a:ext uri="{FF2B5EF4-FFF2-40B4-BE49-F238E27FC236}">
                                <a16:creationId xmlns:a16="http://schemas.microsoft.com/office/drawing/2014/main" id="{A97A5EC1-CCC0-FF66-87CF-011BF6811F5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7" name="Rectangle 196">
                            <a:extLst>
                              <a:ext uri="{FF2B5EF4-FFF2-40B4-BE49-F238E27FC236}">
                                <a16:creationId xmlns:a16="http://schemas.microsoft.com/office/drawing/2014/main" id="{E2A63448-01BF-F7A2-4095-E5ABBCC3E0EC}"/>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89" name="Group 188">
                          <a:extLst>
                            <a:ext uri="{FF2B5EF4-FFF2-40B4-BE49-F238E27FC236}">
                              <a16:creationId xmlns:a16="http://schemas.microsoft.com/office/drawing/2014/main" id="{4A707F49-16A4-0C88-EE34-107A4B1EEA5C}"/>
                            </a:ext>
                          </a:extLst>
                        </p:cNvPr>
                        <p:cNvGrpSpPr/>
                        <p:nvPr/>
                      </p:nvGrpSpPr>
                      <p:grpSpPr>
                        <a:xfrm>
                          <a:off x="3701732" y="4724400"/>
                          <a:ext cx="731520" cy="731520"/>
                          <a:chOff x="2970212" y="4724400"/>
                          <a:chExt cx="731520" cy="731520"/>
                        </a:xfrm>
                      </p:grpSpPr>
                      <p:grpSp>
                        <p:nvGrpSpPr>
                          <p:cNvPr id="190" name="Group 189">
                            <a:extLst>
                              <a:ext uri="{FF2B5EF4-FFF2-40B4-BE49-F238E27FC236}">
                                <a16:creationId xmlns:a16="http://schemas.microsoft.com/office/drawing/2014/main" id="{C93437FD-810A-D71F-E7CA-C296E74AF877}"/>
                              </a:ext>
                            </a:extLst>
                          </p:cNvPr>
                          <p:cNvGrpSpPr/>
                          <p:nvPr/>
                        </p:nvGrpSpPr>
                        <p:grpSpPr>
                          <a:xfrm>
                            <a:off x="2970212" y="4724400"/>
                            <a:ext cx="731520" cy="365760"/>
                            <a:chOff x="2970212" y="4724400"/>
                            <a:chExt cx="731520" cy="365760"/>
                          </a:xfrm>
                        </p:grpSpPr>
                        <p:sp>
                          <p:nvSpPr>
                            <p:cNvPr id="193" name="Rectangle 192">
                              <a:extLst>
                                <a:ext uri="{FF2B5EF4-FFF2-40B4-BE49-F238E27FC236}">
                                  <a16:creationId xmlns:a16="http://schemas.microsoft.com/office/drawing/2014/main" id="{16601E4F-752C-67A7-9203-F21ED3F49F2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4" name="Rectangle 193">
                              <a:extLst>
                                <a:ext uri="{FF2B5EF4-FFF2-40B4-BE49-F238E27FC236}">
                                  <a16:creationId xmlns:a16="http://schemas.microsoft.com/office/drawing/2014/main" id="{EFA43D22-31DC-83B0-C0B3-3E8C77A1781D}"/>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91" name="Rectangle 190">
                            <a:extLst>
                              <a:ext uri="{FF2B5EF4-FFF2-40B4-BE49-F238E27FC236}">
                                <a16:creationId xmlns:a16="http://schemas.microsoft.com/office/drawing/2014/main" id="{2F2B9DD5-4336-DEF7-8B49-8150F6272C2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2" name="Rectangle 191">
                            <a:extLst>
                              <a:ext uri="{FF2B5EF4-FFF2-40B4-BE49-F238E27FC236}">
                                <a16:creationId xmlns:a16="http://schemas.microsoft.com/office/drawing/2014/main" id="{B52364F4-A4B9-A06E-9F6F-FC2250A327B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nvGrpSpPr>
                <p:cNvPr id="292" name="Group 291">
                  <a:extLst>
                    <a:ext uri="{FF2B5EF4-FFF2-40B4-BE49-F238E27FC236}">
                      <a16:creationId xmlns:a16="http://schemas.microsoft.com/office/drawing/2014/main" id="{9A6CA6B9-AA75-0505-799F-E25C7B1B8AD0}"/>
                    </a:ext>
                  </a:extLst>
                </p:cNvPr>
                <p:cNvGrpSpPr/>
                <p:nvPr/>
              </p:nvGrpSpPr>
              <p:grpSpPr>
                <a:xfrm>
                  <a:off x="7984172" y="3124200"/>
                  <a:ext cx="2926080" cy="2926080"/>
                  <a:chOff x="2132012" y="3124200"/>
                  <a:chExt cx="2926080" cy="2926080"/>
                </a:xfrm>
              </p:grpSpPr>
              <p:grpSp>
                <p:nvGrpSpPr>
                  <p:cNvPr id="293" name="Group 292">
                    <a:extLst>
                      <a:ext uri="{FF2B5EF4-FFF2-40B4-BE49-F238E27FC236}">
                        <a16:creationId xmlns:a16="http://schemas.microsoft.com/office/drawing/2014/main" id="{BE73FA84-4F6B-A398-FEB9-8BF7CD332373}"/>
                      </a:ext>
                    </a:extLst>
                  </p:cNvPr>
                  <p:cNvGrpSpPr/>
                  <p:nvPr/>
                </p:nvGrpSpPr>
                <p:grpSpPr>
                  <a:xfrm>
                    <a:off x="2132012" y="3124200"/>
                    <a:ext cx="2926080" cy="1463040"/>
                    <a:chOff x="2970212" y="4724400"/>
                    <a:chExt cx="2926080" cy="1463040"/>
                  </a:xfrm>
                </p:grpSpPr>
                <p:grpSp>
                  <p:nvGrpSpPr>
                    <p:cNvPr id="349" name="Group 348">
                      <a:extLst>
                        <a:ext uri="{FF2B5EF4-FFF2-40B4-BE49-F238E27FC236}">
                          <a16:creationId xmlns:a16="http://schemas.microsoft.com/office/drawing/2014/main" id="{5BDCFEAC-65E5-AC9D-FC54-D921B8B50B47}"/>
                        </a:ext>
                      </a:extLst>
                    </p:cNvPr>
                    <p:cNvGrpSpPr/>
                    <p:nvPr/>
                  </p:nvGrpSpPr>
                  <p:grpSpPr>
                    <a:xfrm>
                      <a:off x="2970212" y="4724400"/>
                      <a:ext cx="1463040" cy="1463040"/>
                      <a:chOff x="2970212" y="4724400"/>
                      <a:chExt cx="1463040" cy="1463040"/>
                    </a:xfrm>
                  </p:grpSpPr>
                  <p:grpSp>
                    <p:nvGrpSpPr>
                      <p:cNvPr id="377" name="Group 376">
                        <a:extLst>
                          <a:ext uri="{FF2B5EF4-FFF2-40B4-BE49-F238E27FC236}">
                            <a16:creationId xmlns:a16="http://schemas.microsoft.com/office/drawing/2014/main" id="{B8A4190C-5F72-3BC2-DCDD-A52C26582A76}"/>
                          </a:ext>
                        </a:extLst>
                      </p:cNvPr>
                      <p:cNvGrpSpPr/>
                      <p:nvPr/>
                    </p:nvGrpSpPr>
                    <p:grpSpPr>
                      <a:xfrm>
                        <a:off x="2970212" y="4724400"/>
                        <a:ext cx="1463040" cy="731520"/>
                        <a:chOff x="2970212" y="4724400"/>
                        <a:chExt cx="1463040" cy="731520"/>
                      </a:xfrm>
                    </p:grpSpPr>
                    <p:grpSp>
                      <p:nvGrpSpPr>
                        <p:cNvPr id="391" name="Group 390">
                          <a:extLst>
                            <a:ext uri="{FF2B5EF4-FFF2-40B4-BE49-F238E27FC236}">
                              <a16:creationId xmlns:a16="http://schemas.microsoft.com/office/drawing/2014/main" id="{2DAF74F5-B8ED-4C8C-D3F4-BCA6A6CAB990}"/>
                            </a:ext>
                          </a:extLst>
                        </p:cNvPr>
                        <p:cNvGrpSpPr/>
                        <p:nvPr/>
                      </p:nvGrpSpPr>
                      <p:grpSpPr>
                        <a:xfrm>
                          <a:off x="2970212" y="4724400"/>
                          <a:ext cx="731520" cy="731520"/>
                          <a:chOff x="2970212" y="4724400"/>
                          <a:chExt cx="731520" cy="731520"/>
                        </a:xfrm>
                      </p:grpSpPr>
                      <p:grpSp>
                        <p:nvGrpSpPr>
                          <p:cNvPr id="398" name="Group 397">
                            <a:extLst>
                              <a:ext uri="{FF2B5EF4-FFF2-40B4-BE49-F238E27FC236}">
                                <a16:creationId xmlns:a16="http://schemas.microsoft.com/office/drawing/2014/main" id="{13FF7777-03CD-BE93-EDCE-ADE3B51B783B}"/>
                              </a:ext>
                            </a:extLst>
                          </p:cNvPr>
                          <p:cNvGrpSpPr/>
                          <p:nvPr/>
                        </p:nvGrpSpPr>
                        <p:grpSpPr>
                          <a:xfrm>
                            <a:off x="2970212" y="4724400"/>
                            <a:ext cx="731520" cy="365760"/>
                            <a:chOff x="2970212" y="4724400"/>
                            <a:chExt cx="731520" cy="365760"/>
                          </a:xfrm>
                        </p:grpSpPr>
                        <p:sp>
                          <p:nvSpPr>
                            <p:cNvPr id="401" name="Rectangle 400">
                              <a:extLst>
                                <a:ext uri="{FF2B5EF4-FFF2-40B4-BE49-F238E27FC236}">
                                  <a16:creationId xmlns:a16="http://schemas.microsoft.com/office/drawing/2014/main" id="{F316A1F2-8BAE-6B56-346A-6FC89A018E0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2" name="Rectangle 401">
                              <a:extLst>
                                <a:ext uri="{FF2B5EF4-FFF2-40B4-BE49-F238E27FC236}">
                                  <a16:creationId xmlns:a16="http://schemas.microsoft.com/office/drawing/2014/main" id="{36A571F7-B78E-96BC-6864-5899B4B86FF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99" name="Rectangle 398">
                            <a:extLst>
                              <a:ext uri="{FF2B5EF4-FFF2-40B4-BE49-F238E27FC236}">
                                <a16:creationId xmlns:a16="http://schemas.microsoft.com/office/drawing/2014/main" id="{60505AAF-5D19-BBD8-3F97-4BFC04A395B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0" name="Rectangle 399">
                            <a:extLst>
                              <a:ext uri="{FF2B5EF4-FFF2-40B4-BE49-F238E27FC236}">
                                <a16:creationId xmlns:a16="http://schemas.microsoft.com/office/drawing/2014/main" id="{E0BEE075-9657-665A-829B-B43D45A9890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92" name="Group 391">
                          <a:extLst>
                            <a:ext uri="{FF2B5EF4-FFF2-40B4-BE49-F238E27FC236}">
                              <a16:creationId xmlns:a16="http://schemas.microsoft.com/office/drawing/2014/main" id="{C3D63536-57E3-D868-63B8-0791ACC52D2E}"/>
                            </a:ext>
                          </a:extLst>
                        </p:cNvPr>
                        <p:cNvGrpSpPr/>
                        <p:nvPr/>
                      </p:nvGrpSpPr>
                      <p:grpSpPr>
                        <a:xfrm>
                          <a:off x="3701732" y="4724400"/>
                          <a:ext cx="731520" cy="731520"/>
                          <a:chOff x="2970212" y="4724400"/>
                          <a:chExt cx="731520" cy="731520"/>
                        </a:xfrm>
                      </p:grpSpPr>
                      <p:grpSp>
                        <p:nvGrpSpPr>
                          <p:cNvPr id="393" name="Group 392">
                            <a:extLst>
                              <a:ext uri="{FF2B5EF4-FFF2-40B4-BE49-F238E27FC236}">
                                <a16:creationId xmlns:a16="http://schemas.microsoft.com/office/drawing/2014/main" id="{F822152E-34A9-1241-EA83-2C799FAC253F}"/>
                              </a:ext>
                            </a:extLst>
                          </p:cNvPr>
                          <p:cNvGrpSpPr/>
                          <p:nvPr/>
                        </p:nvGrpSpPr>
                        <p:grpSpPr>
                          <a:xfrm>
                            <a:off x="2970212" y="4724400"/>
                            <a:ext cx="731520" cy="365760"/>
                            <a:chOff x="2970212" y="4724400"/>
                            <a:chExt cx="731520" cy="365760"/>
                          </a:xfrm>
                        </p:grpSpPr>
                        <p:sp>
                          <p:nvSpPr>
                            <p:cNvPr id="396" name="Rectangle 395">
                              <a:extLst>
                                <a:ext uri="{FF2B5EF4-FFF2-40B4-BE49-F238E27FC236}">
                                  <a16:creationId xmlns:a16="http://schemas.microsoft.com/office/drawing/2014/main" id="{2DC70C7C-B482-A82F-281F-8A76FA53D48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7" name="Rectangle 396">
                              <a:extLst>
                                <a:ext uri="{FF2B5EF4-FFF2-40B4-BE49-F238E27FC236}">
                                  <a16:creationId xmlns:a16="http://schemas.microsoft.com/office/drawing/2014/main" id="{AF9CFDD6-53BE-D84F-651A-E1A2AA27155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94" name="Rectangle 393">
                            <a:extLst>
                              <a:ext uri="{FF2B5EF4-FFF2-40B4-BE49-F238E27FC236}">
                                <a16:creationId xmlns:a16="http://schemas.microsoft.com/office/drawing/2014/main" id="{9A4C9636-090F-430B-B70A-CF02D3D2788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5" name="Rectangle 394">
                            <a:extLst>
                              <a:ext uri="{FF2B5EF4-FFF2-40B4-BE49-F238E27FC236}">
                                <a16:creationId xmlns:a16="http://schemas.microsoft.com/office/drawing/2014/main" id="{A0CC7B8E-F661-4EC0-D85F-98828284FD6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78" name="Group 377">
                        <a:extLst>
                          <a:ext uri="{FF2B5EF4-FFF2-40B4-BE49-F238E27FC236}">
                            <a16:creationId xmlns:a16="http://schemas.microsoft.com/office/drawing/2014/main" id="{F4A11FD2-21BA-D543-3022-338CB20E8BE2}"/>
                          </a:ext>
                        </a:extLst>
                      </p:cNvPr>
                      <p:cNvGrpSpPr/>
                      <p:nvPr/>
                    </p:nvGrpSpPr>
                    <p:grpSpPr>
                      <a:xfrm>
                        <a:off x="2970212" y="5455920"/>
                        <a:ext cx="1463040" cy="731520"/>
                        <a:chOff x="2970212" y="4724400"/>
                        <a:chExt cx="1463040" cy="731520"/>
                      </a:xfrm>
                    </p:grpSpPr>
                    <p:grpSp>
                      <p:nvGrpSpPr>
                        <p:cNvPr id="379" name="Group 378">
                          <a:extLst>
                            <a:ext uri="{FF2B5EF4-FFF2-40B4-BE49-F238E27FC236}">
                              <a16:creationId xmlns:a16="http://schemas.microsoft.com/office/drawing/2014/main" id="{BA6EB5DA-66E0-0998-25BD-5287BBE4F5D3}"/>
                            </a:ext>
                          </a:extLst>
                        </p:cNvPr>
                        <p:cNvGrpSpPr/>
                        <p:nvPr/>
                      </p:nvGrpSpPr>
                      <p:grpSpPr>
                        <a:xfrm>
                          <a:off x="2970212" y="4724400"/>
                          <a:ext cx="731520" cy="731520"/>
                          <a:chOff x="2970212" y="4724400"/>
                          <a:chExt cx="731520" cy="731520"/>
                        </a:xfrm>
                      </p:grpSpPr>
                      <p:grpSp>
                        <p:nvGrpSpPr>
                          <p:cNvPr id="386" name="Group 385">
                            <a:extLst>
                              <a:ext uri="{FF2B5EF4-FFF2-40B4-BE49-F238E27FC236}">
                                <a16:creationId xmlns:a16="http://schemas.microsoft.com/office/drawing/2014/main" id="{5D069E1C-B0CB-B7E8-F740-1224A3294B86}"/>
                              </a:ext>
                            </a:extLst>
                          </p:cNvPr>
                          <p:cNvGrpSpPr/>
                          <p:nvPr/>
                        </p:nvGrpSpPr>
                        <p:grpSpPr>
                          <a:xfrm>
                            <a:off x="2970212" y="4724400"/>
                            <a:ext cx="731520" cy="365760"/>
                            <a:chOff x="2970212" y="4724400"/>
                            <a:chExt cx="731520" cy="365760"/>
                          </a:xfrm>
                        </p:grpSpPr>
                        <p:sp>
                          <p:nvSpPr>
                            <p:cNvPr id="389" name="Rectangle 388">
                              <a:extLst>
                                <a:ext uri="{FF2B5EF4-FFF2-40B4-BE49-F238E27FC236}">
                                  <a16:creationId xmlns:a16="http://schemas.microsoft.com/office/drawing/2014/main" id="{6607725D-D756-3920-5FA8-095D78E37AC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0" name="Rectangle 389">
                              <a:extLst>
                                <a:ext uri="{FF2B5EF4-FFF2-40B4-BE49-F238E27FC236}">
                                  <a16:creationId xmlns:a16="http://schemas.microsoft.com/office/drawing/2014/main" id="{9275EBFB-26D0-091F-53C9-30512CD7461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87" name="Rectangle 386">
                            <a:extLst>
                              <a:ext uri="{FF2B5EF4-FFF2-40B4-BE49-F238E27FC236}">
                                <a16:creationId xmlns:a16="http://schemas.microsoft.com/office/drawing/2014/main" id="{560F52C2-B682-86CA-B2F8-4FB5A512B193}"/>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8" name="Rectangle 387">
                            <a:extLst>
                              <a:ext uri="{FF2B5EF4-FFF2-40B4-BE49-F238E27FC236}">
                                <a16:creationId xmlns:a16="http://schemas.microsoft.com/office/drawing/2014/main" id="{C943F446-36F0-27DC-95A4-2EACD181801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80" name="Group 379">
                          <a:extLst>
                            <a:ext uri="{FF2B5EF4-FFF2-40B4-BE49-F238E27FC236}">
                              <a16:creationId xmlns:a16="http://schemas.microsoft.com/office/drawing/2014/main" id="{7D6BCE38-1A21-0331-B86F-377FCDFE9287}"/>
                            </a:ext>
                          </a:extLst>
                        </p:cNvPr>
                        <p:cNvGrpSpPr/>
                        <p:nvPr/>
                      </p:nvGrpSpPr>
                      <p:grpSpPr>
                        <a:xfrm>
                          <a:off x="3701732" y="4724400"/>
                          <a:ext cx="731520" cy="731520"/>
                          <a:chOff x="2970212" y="4724400"/>
                          <a:chExt cx="731520" cy="731520"/>
                        </a:xfrm>
                      </p:grpSpPr>
                      <p:grpSp>
                        <p:nvGrpSpPr>
                          <p:cNvPr id="381" name="Group 380">
                            <a:extLst>
                              <a:ext uri="{FF2B5EF4-FFF2-40B4-BE49-F238E27FC236}">
                                <a16:creationId xmlns:a16="http://schemas.microsoft.com/office/drawing/2014/main" id="{1859EC56-9B41-69AD-6D9B-DB7BBB37E567}"/>
                              </a:ext>
                            </a:extLst>
                          </p:cNvPr>
                          <p:cNvGrpSpPr/>
                          <p:nvPr/>
                        </p:nvGrpSpPr>
                        <p:grpSpPr>
                          <a:xfrm>
                            <a:off x="2970212" y="4724400"/>
                            <a:ext cx="731520" cy="365760"/>
                            <a:chOff x="2970212" y="4724400"/>
                            <a:chExt cx="731520" cy="365760"/>
                          </a:xfrm>
                        </p:grpSpPr>
                        <p:sp>
                          <p:nvSpPr>
                            <p:cNvPr id="384" name="Rectangle 383">
                              <a:extLst>
                                <a:ext uri="{FF2B5EF4-FFF2-40B4-BE49-F238E27FC236}">
                                  <a16:creationId xmlns:a16="http://schemas.microsoft.com/office/drawing/2014/main" id="{5BB634CA-CB51-74D5-9389-6E20167AA89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5" name="Rectangle 384">
                              <a:extLst>
                                <a:ext uri="{FF2B5EF4-FFF2-40B4-BE49-F238E27FC236}">
                                  <a16:creationId xmlns:a16="http://schemas.microsoft.com/office/drawing/2014/main" id="{416B7B37-87B6-651D-3521-BEE2C3587E8F}"/>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82" name="Rectangle 381">
                            <a:extLst>
                              <a:ext uri="{FF2B5EF4-FFF2-40B4-BE49-F238E27FC236}">
                                <a16:creationId xmlns:a16="http://schemas.microsoft.com/office/drawing/2014/main" id="{8E4DB480-2577-37FD-5E5F-7AA80551929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3" name="Rectangle 382">
                            <a:extLst>
                              <a:ext uri="{FF2B5EF4-FFF2-40B4-BE49-F238E27FC236}">
                                <a16:creationId xmlns:a16="http://schemas.microsoft.com/office/drawing/2014/main" id="{E2294DD4-93DB-C6A2-3A77-73802302BCF3}"/>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350" name="Group 349">
                      <a:extLst>
                        <a:ext uri="{FF2B5EF4-FFF2-40B4-BE49-F238E27FC236}">
                          <a16:creationId xmlns:a16="http://schemas.microsoft.com/office/drawing/2014/main" id="{453F4548-23AC-F4DB-F10B-796F61381B20}"/>
                        </a:ext>
                      </a:extLst>
                    </p:cNvPr>
                    <p:cNvGrpSpPr/>
                    <p:nvPr/>
                  </p:nvGrpSpPr>
                  <p:grpSpPr>
                    <a:xfrm>
                      <a:off x="4433252" y="4724400"/>
                      <a:ext cx="1463040" cy="1463040"/>
                      <a:chOff x="2970212" y="4724400"/>
                      <a:chExt cx="1463040" cy="1463040"/>
                    </a:xfrm>
                  </p:grpSpPr>
                  <p:grpSp>
                    <p:nvGrpSpPr>
                      <p:cNvPr id="351" name="Group 350">
                        <a:extLst>
                          <a:ext uri="{FF2B5EF4-FFF2-40B4-BE49-F238E27FC236}">
                            <a16:creationId xmlns:a16="http://schemas.microsoft.com/office/drawing/2014/main" id="{7ACF60A2-B443-8C6F-EE3E-46EC70F2990D}"/>
                          </a:ext>
                        </a:extLst>
                      </p:cNvPr>
                      <p:cNvGrpSpPr/>
                      <p:nvPr/>
                    </p:nvGrpSpPr>
                    <p:grpSpPr>
                      <a:xfrm>
                        <a:off x="2970212" y="4724400"/>
                        <a:ext cx="1463040" cy="731520"/>
                        <a:chOff x="2970212" y="4724400"/>
                        <a:chExt cx="1463040" cy="731520"/>
                      </a:xfrm>
                    </p:grpSpPr>
                    <p:grpSp>
                      <p:nvGrpSpPr>
                        <p:cNvPr id="365" name="Group 364">
                          <a:extLst>
                            <a:ext uri="{FF2B5EF4-FFF2-40B4-BE49-F238E27FC236}">
                              <a16:creationId xmlns:a16="http://schemas.microsoft.com/office/drawing/2014/main" id="{17E3139F-1247-8F81-B35F-02E061C4DAD9}"/>
                            </a:ext>
                          </a:extLst>
                        </p:cNvPr>
                        <p:cNvGrpSpPr/>
                        <p:nvPr/>
                      </p:nvGrpSpPr>
                      <p:grpSpPr>
                        <a:xfrm>
                          <a:off x="2970212" y="4724400"/>
                          <a:ext cx="731520" cy="731520"/>
                          <a:chOff x="2970212" y="4724400"/>
                          <a:chExt cx="731520" cy="731520"/>
                        </a:xfrm>
                      </p:grpSpPr>
                      <p:grpSp>
                        <p:nvGrpSpPr>
                          <p:cNvPr id="372" name="Group 371">
                            <a:extLst>
                              <a:ext uri="{FF2B5EF4-FFF2-40B4-BE49-F238E27FC236}">
                                <a16:creationId xmlns:a16="http://schemas.microsoft.com/office/drawing/2014/main" id="{88E53927-6D2F-7585-98A1-04FD2DC6F5A1}"/>
                              </a:ext>
                            </a:extLst>
                          </p:cNvPr>
                          <p:cNvGrpSpPr/>
                          <p:nvPr/>
                        </p:nvGrpSpPr>
                        <p:grpSpPr>
                          <a:xfrm>
                            <a:off x="2970212" y="4724400"/>
                            <a:ext cx="731520" cy="365760"/>
                            <a:chOff x="2970212" y="4724400"/>
                            <a:chExt cx="731520" cy="365760"/>
                          </a:xfrm>
                        </p:grpSpPr>
                        <p:sp>
                          <p:nvSpPr>
                            <p:cNvPr id="375" name="Rectangle 374">
                              <a:extLst>
                                <a:ext uri="{FF2B5EF4-FFF2-40B4-BE49-F238E27FC236}">
                                  <a16:creationId xmlns:a16="http://schemas.microsoft.com/office/drawing/2014/main" id="{7DC2E484-268E-BD11-63A2-A309CC8FAAFA}"/>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6" name="Rectangle 375">
                              <a:extLst>
                                <a:ext uri="{FF2B5EF4-FFF2-40B4-BE49-F238E27FC236}">
                                  <a16:creationId xmlns:a16="http://schemas.microsoft.com/office/drawing/2014/main" id="{235834B4-4132-5003-FFB6-D6109A87DF8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73" name="Rectangle 372">
                            <a:extLst>
                              <a:ext uri="{FF2B5EF4-FFF2-40B4-BE49-F238E27FC236}">
                                <a16:creationId xmlns:a16="http://schemas.microsoft.com/office/drawing/2014/main" id="{52CEE0EC-F4DE-F72F-5528-C4C7A9764660}"/>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4" name="Rectangle 373">
                            <a:extLst>
                              <a:ext uri="{FF2B5EF4-FFF2-40B4-BE49-F238E27FC236}">
                                <a16:creationId xmlns:a16="http://schemas.microsoft.com/office/drawing/2014/main" id="{F3580D2A-9868-C365-6AC8-0C9BF9D1AE5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66" name="Group 365">
                          <a:extLst>
                            <a:ext uri="{FF2B5EF4-FFF2-40B4-BE49-F238E27FC236}">
                              <a16:creationId xmlns:a16="http://schemas.microsoft.com/office/drawing/2014/main" id="{98275637-279B-BE65-398B-1AA77DD9ED96}"/>
                            </a:ext>
                          </a:extLst>
                        </p:cNvPr>
                        <p:cNvGrpSpPr/>
                        <p:nvPr/>
                      </p:nvGrpSpPr>
                      <p:grpSpPr>
                        <a:xfrm>
                          <a:off x="3701732" y="4724400"/>
                          <a:ext cx="731520" cy="731520"/>
                          <a:chOff x="2970212" y="4724400"/>
                          <a:chExt cx="731520" cy="731520"/>
                        </a:xfrm>
                      </p:grpSpPr>
                      <p:grpSp>
                        <p:nvGrpSpPr>
                          <p:cNvPr id="367" name="Group 366">
                            <a:extLst>
                              <a:ext uri="{FF2B5EF4-FFF2-40B4-BE49-F238E27FC236}">
                                <a16:creationId xmlns:a16="http://schemas.microsoft.com/office/drawing/2014/main" id="{0D8E0C1A-AF3A-642E-A58D-AD40A8AB4D09}"/>
                              </a:ext>
                            </a:extLst>
                          </p:cNvPr>
                          <p:cNvGrpSpPr/>
                          <p:nvPr/>
                        </p:nvGrpSpPr>
                        <p:grpSpPr>
                          <a:xfrm>
                            <a:off x="2970212" y="4724400"/>
                            <a:ext cx="731520" cy="365760"/>
                            <a:chOff x="2970212" y="4724400"/>
                            <a:chExt cx="731520" cy="365760"/>
                          </a:xfrm>
                        </p:grpSpPr>
                        <p:sp>
                          <p:nvSpPr>
                            <p:cNvPr id="370" name="Rectangle 369">
                              <a:extLst>
                                <a:ext uri="{FF2B5EF4-FFF2-40B4-BE49-F238E27FC236}">
                                  <a16:creationId xmlns:a16="http://schemas.microsoft.com/office/drawing/2014/main" id="{BFF05082-E114-63E9-8FE7-4AAF69AD70B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1" name="Rectangle 370">
                              <a:extLst>
                                <a:ext uri="{FF2B5EF4-FFF2-40B4-BE49-F238E27FC236}">
                                  <a16:creationId xmlns:a16="http://schemas.microsoft.com/office/drawing/2014/main" id="{07B88583-F2EF-79A6-03D2-F8644FC0189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68" name="Rectangle 367">
                            <a:extLst>
                              <a:ext uri="{FF2B5EF4-FFF2-40B4-BE49-F238E27FC236}">
                                <a16:creationId xmlns:a16="http://schemas.microsoft.com/office/drawing/2014/main" id="{DE9577D5-D7A0-578F-F831-C1866C6FA1B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9" name="Rectangle 368">
                            <a:extLst>
                              <a:ext uri="{FF2B5EF4-FFF2-40B4-BE49-F238E27FC236}">
                                <a16:creationId xmlns:a16="http://schemas.microsoft.com/office/drawing/2014/main" id="{3AE89D77-6E20-D332-8A1C-3AB80B9E223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52" name="Group 351">
                        <a:extLst>
                          <a:ext uri="{FF2B5EF4-FFF2-40B4-BE49-F238E27FC236}">
                            <a16:creationId xmlns:a16="http://schemas.microsoft.com/office/drawing/2014/main" id="{C6FAB756-3C0B-33CD-7F1F-F0495C5196AB}"/>
                          </a:ext>
                        </a:extLst>
                      </p:cNvPr>
                      <p:cNvGrpSpPr/>
                      <p:nvPr/>
                    </p:nvGrpSpPr>
                    <p:grpSpPr>
                      <a:xfrm>
                        <a:off x="2970212" y="5455920"/>
                        <a:ext cx="1463040" cy="731520"/>
                        <a:chOff x="2970212" y="4724400"/>
                        <a:chExt cx="1463040" cy="731520"/>
                      </a:xfrm>
                    </p:grpSpPr>
                    <p:grpSp>
                      <p:nvGrpSpPr>
                        <p:cNvPr id="353" name="Group 352">
                          <a:extLst>
                            <a:ext uri="{FF2B5EF4-FFF2-40B4-BE49-F238E27FC236}">
                              <a16:creationId xmlns:a16="http://schemas.microsoft.com/office/drawing/2014/main" id="{02A84719-1F98-74E3-82DB-C4B7E2096DDB}"/>
                            </a:ext>
                          </a:extLst>
                        </p:cNvPr>
                        <p:cNvGrpSpPr/>
                        <p:nvPr/>
                      </p:nvGrpSpPr>
                      <p:grpSpPr>
                        <a:xfrm>
                          <a:off x="2970212" y="4724400"/>
                          <a:ext cx="731520" cy="731520"/>
                          <a:chOff x="2970212" y="4724400"/>
                          <a:chExt cx="731520" cy="731520"/>
                        </a:xfrm>
                      </p:grpSpPr>
                      <p:grpSp>
                        <p:nvGrpSpPr>
                          <p:cNvPr id="360" name="Group 359">
                            <a:extLst>
                              <a:ext uri="{FF2B5EF4-FFF2-40B4-BE49-F238E27FC236}">
                                <a16:creationId xmlns:a16="http://schemas.microsoft.com/office/drawing/2014/main" id="{C21AD923-A8C0-8EC9-389F-729BD1EFAAA5}"/>
                              </a:ext>
                            </a:extLst>
                          </p:cNvPr>
                          <p:cNvGrpSpPr/>
                          <p:nvPr/>
                        </p:nvGrpSpPr>
                        <p:grpSpPr>
                          <a:xfrm>
                            <a:off x="2970212" y="4724400"/>
                            <a:ext cx="731520" cy="365760"/>
                            <a:chOff x="2970212" y="4724400"/>
                            <a:chExt cx="731520" cy="365760"/>
                          </a:xfrm>
                        </p:grpSpPr>
                        <p:sp>
                          <p:nvSpPr>
                            <p:cNvPr id="363" name="Rectangle 362">
                              <a:extLst>
                                <a:ext uri="{FF2B5EF4-FFF2-40B4-BE49-F238E27FC236}">
                                  <a16:creationId xmlns:a16="http://schemas.microsoft.com/office/drawing/2014/main" id="{4B964868-AD90-F1A2-79BE-AB54B0275EE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4" name="Rectangle 363">
                              <a:extLst>
                                <a:ext uri="{FF2B5EF4-FFF2-40B4-BE49-F238E27FC236}">
                                  <a16:creationId xmlns:a16="http://schemas.microsoft.com/office/drawing/2014/main" id="{CC9ABC8F-7EBA-53FC-E452-9DFD63819AC4}"/>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61" name="Rectangle 360">
                            <a:extLst>
                              <a:ext uri="{FF2B5EF4-FFF2-40B4-BE49-F238E27FC236}">
                                <a16:creationId xmlns:a16="http://schemas.microsoft.com/office/drawing/2014/main" id="{9AE2B285-E514-6E6A-1A0B-110053E7950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2" name="Rectangle 361">
                            <a:extLst>
                              <a:ext uri="{FF2B5EF4-FFF2-40B4-BE49-F238E27FC236}">
                                <a16:creationId xmlns:a16="http://schemas.microsoft.com/office/drawing/2014/main" id="{5B431E27-5DA0-62CD-4C40-FDA68E264B6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54" name="Group 353">
                          <a:extLst>
                            <a:ext uri="{FF2B5EF4-FFF2-40B4-BE49-F238E27FC236}">
                              <a16:creationId xmlns:a16="http://schemas.microsoft.com/office/drawing/2014/main" id="{0A36CF56-80CA-9082-5040-81CA79E367D1}"/>
                            </a:ext>
                          </a:extLst>
                        </p:cNvPr>
                        <p:cNvGrpSpPr/>
                        <p:nvPr/>
                      </p:nvGrpSpPr>
                      <p:grpSpPr>
                        <a:xfrm>
                          <a:off x="3701732" y="4724400"/>
                          <a:ext cx="731520" cy="731520"/>
                          <a:chOff x="2970212" y="4724400"/>
                          <a:chExt cx="731520" cy="731520"/>
                        </a:xfrm>
                      </p:grpSpPr>
                      <p:grpSp>
                        <p:nvGrpSpPr>
                          <p:cNvPr id="355" name="Group 354">
                            <a:extLst>
                              <a:ext uri="{FF2B5EF4-FFF2-40B4-BE49-F238E27FC236}">
                                <a16:creationId xmlns:a16="http://schemas.microsoft.com/office/drawing/2014/main" id="{FDE87C27-78E5-F363-BBD1-26D2D62C7146}"/>
                              </a:ext>
                            </a:extLst>
                          </p:cNvPr>
                          <p:cNvGrpSpPr/>
                          <p:nvPr/>
                        </p:nvGrpSpPr>
                        <p:grpSpPr>
                          <a:xfrm>
                            <a:off x="2970212" y="4724400"/>
                            <a:ext cx="731520" cy="365760"/>
                            <a:chOff x="2970212" y="4724400"/>
                            <a:chExt cx="731520" cy="365760"/>
                          </a:xfrm>
                        </p:grpSpPr>
                        <p:sp>
                          <p:nvSpPr>
                            <p:cNvPr id="358" name="Rectangle 357">
                              <a:extLst>
                                <a:ext uri="{FF2B5EF4-FFF2-40B4-BE49-F238E27FC236}">
                                  <a16:creationId xmlns:a16="http://schemas.microsoft.com/office/drawing/2014/main" id="{69A22D26-EBFA-567F-D5F6-C330536859B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9" name="Rectangle 358">
                              <a:extLst>
                                <a:ext uri="{FF2B5EF4-FFF2-40B4-BE49-F238E27FC236}">
                                  <a16:creationId xmlns:a16="http://schemas.microsoft.com/office/drawing/2014/main" id="{34316F32-3A27-5E17-F713-4EC9085168E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56" name="Rectangle 355">
                            <a:extLst>
                              <a:ext uri="{FF2B5EF4-FFF2-40B4-BE49-F238E27FC236}">
                                <a16:creationId xmlns:a16="http://schemas.microsoft.com/office/drawing/2014/main" id="{FE2C0F78-456E-0051-D42D-86A0B1A2255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7" name="Rectangle 356">
                            <a:extLst>
                              <a:ext uri="{FF2B5EF4-FFF2-40B4-BE49-F238E27FC236}">
                                <a16:creationId xmlns:a16="http://schemas.microsoft.com/office/drawing/2014/main" id="{C22C50E3-881B-86FA-2F2B-0D98B3F7250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294" name="Group 293">
                    <a:extLst>
                      <a:ext uri="{FF2B5EF4-FFF2-40B4-BE49-F238E27FC236}">
                        <a16:creationId xmlns:a16="http://schemas.microsoft.com/office/drawing/2014/main" id="{5451AC70-07A6-B65D-B13C-E69A7F9742E3}"/>
                      </a:ext>
                    </a:extLst>
                  </p:cNvPr>
                  <p:cNvGrpSpPr/>
                  <p:nvPr/>
                </p:nvGrpSpPr>
                <p:grpSpPr>
                  <a:xfrm>
                    <a:off x="2132012" y="4587240"/>
                    <a:ext cx="2926080" cy="1463040"/>
                    <a:chOff x="2970212" y="4724400"/>
                    <a:chExt cx="2926080" cy="1463040"/>
                  </a:xfrm>
                </p:grpSpPr>
                <p:grpSp>
                  <p:nvGrpSpPr>
                    <p:cNvPr id="295" name="Group 294">
                      <a:extLst>
                        <a:ext uri="{FF2B5EF4-FFF2-40B4-BE49-F238E27FC236}">
                          <a16:creationId xmlns:a16="http://schemas.microsoft.com/office/drawing/2014/main" id="{06173395-B9A0-3C95-FFF3-F148C19A8B25}"/>
                        </a:ext>
                      </a:extLst>
                    </p:cNvPr>
                    <p:cNvGrpSpPr/>
                    <p:nvPr/>
                  </p:nvGrpSpPr>
                  <p:grpSpPr>
                    <a:xfrm>
                      <a:off x="2970212" y="4724400"/>
                      <a:ext cx="1463040" cy="1463040"/>
                      <a:chOff x="2970212" y="4724400"/>
                      <a:chExt cx="1463040" cy="1463040"/>
                    </a:xfrm>
                  </p:grpSpPr>
                  <p:grpSp>
                    <p:nvGrpSpPr>
                      <p:cNvPr id="323" name="Group 322">
                        <a:extLst>
                          <a:ext uri="{FF2B5EF4-FFF2-40B4-BE49-F238E27FC236}">
                            <a16:creationId xmlns:a16="http://schemas.microsoft.com/office/drawing/2014/main" id="{2455AEB1-56BC-CEBC-665B-2614B79DE65C}"/>
                          </a:ext>
                        </a:extLst>
                      </p:cNvPr>
                      <p:cNvGrpSpPr/>
                      <p:nvPr/>
                    </p:nvGrpSpPr>
                    <p:grpSpPr>
                      <a:xfrm>
                        <a:off x="2970212" y="4724400"/>
                        <a:ext cx="1463040" cy="731520"/>
                        <a:chOff x="2970212" y="4724400"/>
                        <a:chExt cx="1463040" cy="731520"/>
                      </a:xfrm>
                    </p:grpSpPr>
                    <p:grpSp>
                      <p:nvGrpSpPr>
                        <p:cNvPr id="337" name="Group 336">
                          <a:extLst>
                            <a:ext uri="{FF2B5EF4-FFF2-40B4-BE49-F238E27FC236}">
                              <a16:creationId xmlns:a16="http://schemas.microsoft.com/office/drawing/2014/main" id="{2701E8B9-D83E-E01A-23A7-AAC933CFCCB1}"/>
                            </a:ext>
                          </a:extLst>
                        </p:cNvPr>
                        <p:cNvGrpSpPr/>
                        <p:nvPr/>
                      </p:nvGrpSpPr>
                      <p:grpSpPr>
                        <a:xfrm>
                          <a:off x="2970212" y="4724400"/>
                          <a:ext cx="731520" cy="731520"/>
                          <a:chOff x="2970212" y="4724400"/>
                          <a:chExt cx="731520" cy="731520"/>
                        </a:xfrm>
                      </p:grpSpPr>
                      <p:grpSp>
                        <p:nvGrpSpPr>
                          <p:cNvPr id="344" name="Group 343">
                            <a:extLst>
                              <a:ext uri="{FF2B5EF4-FFF2-40B4-BE49-F238E27FC236}">
                                <a16:creationId xmlns:a16="http://schemas.microsoft.com/office/drawing/2014/main" id="{5458F26F-F6A9-690D-1DD5-AEBF39CA03A9}"/>
                              </a:ext>
                            </a:extLst>
                          </p:cNvPr>
                          <p:cNvGrpSpPr/>
                          <p:nvPr/>
                        </p:nvGrpSpPr>
                        <p:grpSpPr>
                          <a:xfrm>
                            <a:off x="2970212" y="4724400"/>
                            <a:ext cx="731520" cy="365760"/>
                            <a:chOff x="2970212" y="4724400"/>
                            <a:chExt cx="731520" cy="365760"/>
                          </a:xfrm>
                        </p:grpSpPr>
                        <p:sp>
                          <p:nvSpPr>
                            <p:cNvPr id="347" name="Rectangle 346">
                              <a:extLst>
                                <a:ext uri="{FF2B5EF4-FFF2-40B4-BE49-F238E27FC236}">
                                  <a16:creationId xmlns:a16="http://schemas.microsoft.com/office/drawing/2014/main" id="{EB02430E-D1ED-67E1-8F5A-65020847896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8" name="Rectangle 347">
                              <a:extLst>
                                <a:ext uri="{FF2B5EF4-FFF2-40B4-BE49-F238E27FC236}">
                                  <a16:creationId xmlns:a16="http://schemas.microsoft.com/office/drawing/2014/main" id="{F6D154C0-AC3C-9F20-02B3-D7F4D91F630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45" name="Rectangle 344">
                            <a:extLst>
                              <a:ext uri="{FF2B5EF4-FFF2-40B4-BE49-F238E27FC236}">
                                <a16:creationId xmlns:a16="http://schemas.microsoft.com/office/drawing/2014/main" id="{0B70A6CC-4B35-0AA0-E8C9-EB22FF46F89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6" name="Rectangle 345">
                            <a:extLst>
                              <a:ext uri="{FF2B5EF4-FFF2-40B4-BE49-F238E27FC236}">
                                <a16:creationId xmlns:a16="http://schemas.microsoft.com/office/drawing/2014/main" id="{756B6BF9-D4BB-D4C2-7F11-CED8E5FF50B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38" name="Group 337">
                          <a:extLst>
                            <a:ext uri="{FF2B5EF4-FFF2-40B4-BE49-F238E27FC236}">
                              <a16:creationId xmlns:a16="http://schemas.microsoft.com/office/drawing/2014/main" id="{1D9A6073-B6CA-B769-1D4E-28A35F9B428C}"/>
                            </a:ext>
                          </a:extLst>
                        </p:cNvPr>
                        <p:cNvGrpSpPr/>
                        <p:nvPr/>
                      </p:nvGrpSpPr>
                      <p:grpSpPr>
                        <a:xfrm>
                          <a:off x="3701732" y="4724400"/>
                          <a:ext cx="731520" cy="731520"/>
                          <a:chOff x="2970212" y="4724400"/>
                          <a:chExt cx="731520" cy="731520"/>
                        </a:xfrm>
                      </p:grpSpPr>
                      <p:grpSp>
                        <p:nvGrpSpPr>
                          <p:cNvPr id="339" name="Group 338">
                            <a:extLst>
                              <a:ext uri="{FF2B5EF4-FFF2-40B4-BE49-F238E27FC236}">
                                <a16:creationId xmlns:a16="http://schemas.microsoft.com/office/drawing/2014/main" id="{A4466672-A05A-3222-6E18-B5BA17A2AA49}"/>
                              </a:ext>
                            </a:extLst>
                          </p:cNvPr>
                          <p:cNvGrpSpPr/>
                          <p:nvPr/>
                        </p:nvGrpSpPr>
                        <p:grpSpPr>
                          <a:xfrm>
                            <a:off x="2970212" y="4724400"/>
                            <a:ext cx="731520" cy="365760"/>
                            <a:chOff x="2970212" y="4724400"/>
                            <a:chExt cx="731520" cy="365760"/>
                          </a:xfrm>
                        </p:grpSpPr>
                        <p:sp>
                          <p:nvSpPr>
                            <p:cNvPr id="342" name="Rectangle 341">
                              <a:extLst>
                                <a:ext uri="{FF2B5EF4-FFF2-40B4-BE49-F238E27FC236}">
                                  <a16:creationId xmlns:a16="http://schemas.microsoft.com/office/drawing/2014/main" id="{A6501194-9B2A-E124-7C59-A6FE53CAD23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3" name="Rectangle 342">
                              <a:extLst>
                                <a:ext uri="{FF2B5EF4-FFF2-40B4-BE49-F238E27FC236}">
                                  <a16:creationId xmlns:a16="http://schemas.microsoft.com/office/drawing/2014/main" id="{CFB1315C-90B4-99BC-BF07-2BFCCA3BC28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40" name="Rectangle 339">
                            <a:extLst>
                              <a:ext uri="{FF2B5EF4-FFF2-40B4-BE49-F238E27FC236}">
                                <a16:creationId xmlns:a16="http://schemas.microsoft.com/office/drawing/2014/main" id="{85516523-061D-EA21-8320-01804C9E638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1" name="Rectangle 340">
                            <a:extLst>
                              <a:ext uri="{FF2B5EF4-FFF2-40B4-BE49-F238E27FC236}">
                                <a16:creationId xmlns:a16="http://schemas.microsoft.com/office/drawing/2014/main" id="{D320154C-8C11-B490-91F5-2D081A1260C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24" name="Group 323">
                        <a:extLst>
                          <a:ext uri="{FF2B5EF4-FFF2-40B4-BE49-F238E27FC236}">
                            <a16:creationId xmlns:a16="http://schemas.microsoft.com/office/drawing/2014/main" id="{A9D98002-DBBB-A9BC-4B62-9C7B8B1FB5A3}"/>
                          </a:ext>
                        </a:extLst>
                      </p:cNvPr>
                      <p:cNvGrpSpPr/>
                      <p:nvPr/>
                    </p:nvGrpSpPr>
                    <p:grpSpPr>
                      <a:xfrm>
                        <a:off x="2970212" y="5455920"/>
                        <a:ext cx="1463040" cy="731520"/>
                        <a:chOff x="2970212" y="4724400"/>
                        <a:chExt cx="1463040" cy="731520"/>
                      </a:xfrm>
                    </p:grpSpPr>
                    <p:grpSp>
                      <p:nvGrpSpPr>
                        <p:cNvPr id="325" name="Group 324">
                          <a:extLst>
                            <a:ext uri="{FF2B5EF4-FFF2-40B4-BE49-F238E27FC236}">
                              <a16:creationId xmlns:a16="http://schemas.microsoft.com/office/drawing/2014/main" id="{BDD5C11D-2433-684C-553A-3E7DBDFA009B}"/>
                            </a:ext>
                          </a:extLst>
                        </p:cNvPr>
                        <p:cNvGrpSpPr/>
                        <p:nvPr/>
                      </p:nvGrpSpPr>
                      <p:grpSpPr>
                        <a:xfrm>
                          <a:off x="2970212" y="4724400"/>
                          <a:ext cx="731520" cy="731520"/>
                          <a:chOff x="2970212" y="4724400"/>
                          <a:chExt cx="731520" cy="731520"/>
                        </a:xfrm>
                      </p:grpSpPr>
                      <p:grpSp>
                        <p:nvGrpSpPr>
                          <p:cNvPr id="332" name="Group 331">
                            <a:extLst>
                              <a:ext uri="{FF2B5EF4-FFF2-40B4-BE49-F238E27FC236}">
                                <a16:creationId xmlns:a16="http://schemas.microsoft.com/office/drawing/2014/main" id="{FFB74A87-85CA-1E84-8D44-1250D1051DF8}"/>
                              </a:ext>
                            </a:extLst>
                          </p:cNvPr>
                          <p:cNvGrpSpPr/>
                          <p:nvPr/>
                        </p:nvGrpSpPr>
                        <p:grpSpPr>
                          <a:xfrm>
                            <a:off x="2970212" y="4724400"/>
                            <a:ext cx="731520" cy="365760"/>
                            <a:chOff x="2970212" y="4724400"/>
                            <a:chExt cx="731520" cy="365760"/>
                          </a:xfrm>
                        </p:grpSpPr>
                        <p:sp>
                          <p:nvSpPr>
                            <p:cNvPr id="335" name="Rectangle 334">
                              <a:extLst>
                                <a:ext uri="{FF2B5EF4-FFF2-40B4-BE49-F238E27FC236}">
                                  <a16:creationId xmlns:a16="http://schemas.microsoft.com/office/drawing/2014/main" id="{8BA4ACA3-FAFF-A371-9DB4-0DA8D29A274D}"/>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6" name="Rectangle 335">
                              <a:extLst>
                                <a:ext uri="{FF2B5EF4-FFF2-40B4-BE49-F238E27FC236}">
                                  <a16:creationId xmlns:a16="http://schemas.microsoft.com/office/drawing/2014/main" id="{311E5514-BEB1-7E94-3DDE-01345309A2F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33" name="Rectangle 332">
                            <a:extLst>
                              <a:ext uri="{FF2B5EF4-FFF2-40B4-BE49-F238E27FC236}">
                                <a16:creationId xmlns:a16="http://schemas.microsoft.com/office/drawing/2014/main" id="{46B6A354-D0F9-EE61-98F1-877D769A536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4" name="Rectangle 333">
                            <a:extLst>
                              <a:ext uri="{FF2B5EF4-FFF2-40B4-BE49-F238E27FC236}">
                                <a16:creationId xmlns:a16="http://schemas.microsoft.com/office/drawing/2014/main" id="{268BAD6F-0701-3DDE-52C5-D681153CD02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26" name="Group 325">
                          <a:extLst>
                            <a:ext uri="{FF2B5EF4-FFF2-40B4-BE49-F238E27FC236}">
                              <a16:creationId xmlns:a16="http://schemas.microsoft.com/office/drawing/2014/main" id="{4278590D-3427-D9F7-7BD3-AE8A551498BD}"/>
                            </a:ext>
                          </a:extLst>
                        </p:cNvPr>
                        <p:cNvGrpSpPr/>
                        <p:nvPr/>
                      </p:nvGrpSpPr>
                      <p:grpSpPr>
                        <a:xfrm>
                          <a:off x="3701732" y="4724400"/>
                          <a:ext cx="731520" cy="731520"/>
                          <a:chOff x="2970212" y="4724400"/>
                          <a:chExt cx="731520" cy="731520"/>
                        </a:xfrm>
                      </p:grpSpPr>
                      <p:grpSp>
                        <p:nvGrpSpPr>
                          <p:cNvPr id="327" name="Group 326">
                            <a:extLst>
                              <a:ext uri="{FF2B5EF4-FFF2-40B4-BE49-F238E27FC236}">
                                <a16:creationId xmlns:a16="http://schemas.microsoft.com/office/drawing/2014/main" id="{3B46B4A4-B20E-27E5-B2CE-DE8869109430}"/>
                              </a:ext>
                            </a:extLst>
                          </p:cNvPr>
                          <p:cNvGrpSpPr/>
                          <p:nvPr/>
                        </p:nvGrpSpPr>
                        <p:grpSpPr>
                          <a:xfrm>
                            <a:off x="2970212" y="4724400"/>
                            <a:ext cx="731520" cy="365760"/>
                            <a:chOff x="2970212" y="4724400"/>
                            <a:chExt cx="731520" cy="365760"/>
                          </a:xfrm>
                        </p:grpSpPr>
                        <p:sp>
                          <p:nvSpPr>
                            <p:cNvPr id="330" name="Rectangle 329">
                              <a:extLst>
                                <a:ext uri="{FF2B5EF4-FFF2-40B4-BE49-F238E27FC236}">
                                  <a16:creationId xmlns:a16="http://schemas.microsoft.com/office/drawing/2014/main" id="{3AB71A41-CFBE-DBC6-D0F3-9EB306DCBC6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1" name="Rectangle 330">
                              <a:extLst>
                                <a:ext uri="{FF2B5EF4-FFF2-40B4-BE49-F238E27FC236}">
                                  <a16:creationId xmlns:a16="http://schemas.microsoft.com/office/drawing/2014/main" id="{BF6689A3-CB33-1991-0E03-707B5BD0AEF3}"/>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28" name="Rectangle 327">
                            <a:extLst>
                              <a:ext uri="{FF2B5EF4-FFF2-40B4-BE49-F238E27FC236}">
                                <a16:creationId xmlns:a16="http://schemas.microsoft.com/office/drawing/2014/main" id="{9529BED3-2D6D-60FB-A624-4C87047B1D1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9" name="Rectangle 328">
                            <a:extLst>
                              <a:ext uri="{FF2B5EF4-FFF2-40B4-BE49-F238E27FC236}">
                                <a16:creationId xmlns:a16="http://schemas.microsoft.com/office/drawing/2014/main" id="{C41BA0B4-1B84-E2E5-13DA-BE2D7F997751}"/>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296" name="Group 295">
                      <a:extLst>
                        <a:ext uri="{FF2B5EF4-FFF2-40B4-BE49-F238E27FC236}">
                          <a16:creationId xmlns:a16="http://schemas.microsoft.com/office/drawing/2014/main" id="{DEEB281F-6698-9259-3FBF-C6B8E3AB9938}"/>
                        </a:ext>
                      </a:extLst>
                    </p:cNvPr>
                    <p:cNvGrpSpPr/>
                    <p:nvPr/>
                  </p:nvGrpSpPr>
                  <p:grpSpPr>
                    <a:xfrm>
                      <a:off x="4433252" y="4724400"/>
                      <a:ext cx="1463040" cy="1463040"/>
                      <a:chOff x="2970212" y="4724400"/>
                      <a:chExt cx="1463040" cy="1463040"/>
                    </a:xfrm>
                  </p:grpSpPr>
                  <p:grpSp>
                    <p:nvGrpSpPr>
                      <p:cNvPr id="297" name="Group 296">
                        <a:extLst>
                          <a:ext uri="{FF2B5EF4-FFF2-40B4-BE49-F238E27FC236}">
                            <a16:creationId xmlns:a16="http://schemas.microsoft.com/office/drawing/2014/main" id="{1411D1E4-12C1-D189-77B9-10103FF5A610}"/>
                          </a:ext>
                        </a:extLst>
                      </p:cNvPr>
                      <p:cNvGrpSpPr/>
                      <p:nvPr/>
                    </p:nvGrpSpPr>
                    <p:grpSpPr>
                      <a:xfrm>
                        <a:off x="2970212" y="4724400"/>
                        <a:ext cx="1463040" cy="731520"/>
                        <a:chOff x="2970212" y="4724400"/>
                        <a:chExt cx="1463040" cy="731520"/>
                      </a:xfrm>
                    </p:grpSpPr>
                    <p:grpSp>
                      <p:nvGrpSpPr>
                        <p:cNvPr id="311" name="Group 310">
                          <a:extLst>
                            <a:ext uri="{FF2B5EF4-FFF2-40B4-BE49-F238E27FC236}">
                              <a16:creationId xmlns:a16="http://schemas.microsoft.com/office/drawing/2014/main" id="{BD770330-CF11-5128-C663-F757922E8482}"/>
                            </a:ext>
                          </a:extLst>
                        </p:cNvPr>
                        <p:cNvGrpSpPr/>
                        <p:nvPr/>
                      </p:nvGrpSpPr>
                      <p:grpSpPr>
                        <a:xfrm>
                          <a:off x="2970212" y="4724400"/>
                          <a:ext cx="731520" cy="731520"/>
                          <a:chOff x="2970212" y="4724400"/>
                          <a:chExt cx="731520" cy="731520"/>
                        </a:xfrm>
                      </p:grpSpPr>
                      <p:grpSp>
                        <p:nvGrpSpPr>
                          <p:cNvPr id="318" name="Group 317">
                            <a:extLst>
                              <a:ext uri="{FF2B5EF4-FFF2-40B4-BE49-F238E27FC236}">
                                <a16:creationId xmlns:a16="http://schemas.microsoft.com/office/drawing/2014/main" id="{1C3E6BFB-DCBF-FECB-1336-B1B1C4270490}"/>
                              </a:ext>
                            </a:extLst>
                          </p:cNvPr>
                          <p:cNvGrpSpPr/>
                          <p:nvPr/>
                        </p:nvGrpSpPr>
                        <p:grpSpPr>
                          <a:xfrm>
                            <a:off x="2970212" y="4724400"/>
                            <a:ext cx="731520" cy="365760"/>
                            <a:chOff x="2970212" y="4724400"/>
                            <a:chExt cx="731520" cy="365760"/>
                          </a:xfrm>
                        </p:grpSpPr>
                        <p:sp>
                          <p:nvSpPr>
                            <p:cNvPr id="321" name="Rectangle 320">
                              <a:extLst>
                                <a:ext uri="{FF2B5EF4-FFF2-40B4-BE49-F238E27FC236}">
                                  <a16:creationId xmlns:a16="http://schemas.microsoft.com/office/drawing/2014/main" id="{681E0BC1-D5B1-5DF4-C193-AC8EB532F39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2" name="Rectangle 321">
                              <a:extLst>
                                <a:ext uri="{FF2B5EF4-FFF2-40B4-BE49-F238E27FC236}">
                                  <a16:creationId xmlns:a16="http://schemas.microsoft.com/office/drawing/2014/main" id="{82F0BD83-AB5D-3A34-C4A5-E25F7EC0ED8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19" name="Rectangle 318">
                            <a:extLst>
                              <a:ext uri="{FF2B5EF4-FFF2-40B4-BE49-F238E27FC236}">
                                <a16:creationId xmlns:a16="http://schemas.microsoft.com/office/drawing/2014/main" id="{475EF8B7-6E21-716B-C1E8-1ACDDA05E13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0" name="Rectangle 319">
                            <a:extLst>
                              <a:ext uri="{FF2B5EF4-FFF2-40B4-BE49-F238E27FC236}">
                                <a16:creationId xmlns:a16="http://schemas.microsoft.com/office/drawing/2014/main" id="{0E20E345-1670-F19D-5806-65F8321E7C87}"/>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12" name="Group 311">
                          <a:extLst>
                            <a:ext uri="{FF2B5EF4-FFF2-40B4-BE49-F238E27FC236}">
                              <a16:creationId xmlns:a16="http://schemas.microsoft.com/office/drawing/2014/main" id="{EEBEB632-2CB1-A8BA-C6E1-A637CE50A8DE}"/>
                            </a:ext>
                          </a:extLst>
                        </p:cNvPr>
                        <p:cNvGrpSpPr/>
                        <p:nvPr/>
                      </p:nvGrpSpPr>
                      <p:grpSpPr>
                        <a:xfrm>
                          <a:off x="3701732" y="4724400"/>
                          <a:ext cx="731520" cy="731520"/>
                          <a:chOff x="2970212" y="4724400"/>
                          <a:chExt cx="731520" cy="731520"/>
                        </a:xfrm>
                      </p:grpSpPr>
                      <p:grpSp>
                        <p:nvGrpSpPr>
                          <p:cNvPr id="313" name="Group 312">
                            <a:extLst>
                              <a:ext uri="{FF2B5EF4-FFF2-40B4-BE49-F238E27FC236}">
                                <a16:creationId xmlns:a16="http://schemas.microsoft.com/office/drawing/2014/main" id="{D2C33FBF-5DA0-AD99-B0FB-5859312EAFA3}"/>
                              </a:ext>
                            </a:extLst>
                          </p:cNvPr>
                          <p:cNvGrpSpPr/>
                          <p:nvPr/>
                        </p:nvGrpSpPr>
                        <p:grpSpPr>
                          <a:xfrm>
                            <a:off x="2970212" y="4724400"/>
                            <a:ext cx="731520" cy="365760"/>
                            <a:chOff x="2970212" y="4724400"/>
                            <a:chExt cx="731520" cy="365760"/>
                          </a:xfrm>
                        </p:grpSpPr>
                        <p:sp>
                          <p:nvSpPr>
                            <p:cNvPr id="316" name="Rectangle 315">
                              <a:extLst>
                                <a:ext uri="{FF2B5EF4-FFF2-40B4-BE49-F238E27FC236}">
                                  <a16:creationId xmlns:a16="http://schemas.microsoft.com/office/drawing/2014/main" id="{A4C11039-B6BB-1D78-973D-30C3F2F4853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7" name="Rectangle 316">
                              <a:extLst>
                                <a:ext uri="{FF2B5EF4-FFF2-40B4-BE49-F238E27FC236}">
                                  <a16:creationId xmlns:a16="http://schemas.microsoft.com/office/drawing/2014/main" id="{E0569F04-CC95-6A4E-6930-2BDF71D1F99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14" name="Rectangle 313">
                            <a:extLst>
                              <a:ext uri="{FF2B5EF4-FFF2-40B4-BE49-F238E27FC236}">
                                <a16:creationId xmlns:a16="http://schemas.microsoft.com/office/drawing/2014/main" id="{6DF28B24-88D1-5ED1-A381-77BCF4D9708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5" name="Rectangle 314">
                            <a:extLst>
                              <a:ext uri="{FF2B5EF4-FFF2-40B4-BE49-F238E27FC236}">
                                <a16:creationId xmlns:a16="http://schemas.microsoft.com/office/drawing/2014/main" id="{0C132725-FB26-40D1-4363-2D60DCC47A62}"/>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98" name="Group 297">
                        <a:extLst>
                          <a:ext uri="{FF2B5EF4-FFF2-40B4-BE49-F238E27FC236}">
                            <a16:creationId xmlns:a16="http://schemas.microsoft.com/office/drawing/2014/main" id="{48264E53-F1DA-9973-CEF8-DE33263BBE0F}"/>
                          </a:ext>
                        </a:extLst>
                      </p:cNvPr>
                      <p:cNvGrpSpPr/>
                      <p:nvPr/>
                    </p:nvGrpSpPr>
                    <p:grpSpPr>
                      <a:xfrm>
                        <a:off x="2970212" y="5455920"/>
                        <a:ext cx="1463040" cy="731520"/>
                        <a:chOff x="2970212" y="4724400"/>
                        <a:chExt cx="1463040" cy="731520"/>
                      </a:xfrm>
                    </p:grpSpPr>
                    <p:grpSp>
                      <p:nvGrpSpPr>
                        <p:cNvPr id="299" name="Group 298">
                          <a:extLst>
                            <a:ext uri="{FF2B5EF4-FFF2-40B4-BE49-F238E27FC236}">
                              <a16:creationId xmlns:a16="http://schemas.microsoft.com/office/drawing/2014/main" id="{ED41ABCF-792A-862A-5726-5A7B9F5F6E64}"/>
                            </a:ext>
                          </a:extLst>
                        </p:cNvPr>
                        <p:cNvGrpSpPr/>
                        <p:nvPr/>
                      </p:nvGrpSpPr>
                      <p:grpSpPr>
                        <a:xfrm>
                          <a:off x="2970212" y="4724400"/>
                          <a:ext cx="731520" cy="731520"/>
                          <a:chOff x="2970212" y="4724400"/>
                          <a:chExt cx="731520" cy="731520"/>
                        </a:xfrm>
                      </p:grpSpPr>
                      <p:grpSp>
                        <p:nvGrpSpPr>
                          <p:cNvPr id="306" name="Group 305">
                            <a:extLst>
                              <a:ext uri="{FF2B5EF4-FFF2-40B4-BE49-F238E27FC236}">
                                <a16:creationId xmlns:a16="http://schemas.microsoft.com/office/drawing/2014/main" id="{1AD52840-8332-36FC-0F0E-1597509FF1B6}"/>
                              </a:ext>
                            </a:extLst>
                          </p:cNvPr>
                          <p:cNvGrpSpPr/>
                          <p:nvPr/>
                        </p:nvGrpSpPr>
                        <p:grpSpPr>
                          <a:xfrm>
                            <a:off x="2970212" y="4724400"/>
                            <a:ext cx="731520" cy="365760"/>
                            <a:chOff x="2970212" y="4724400"/>
                            <a:chExt cx="731520" cy="365760"/>
                          </a:xfrm>
                        </p:grpSpPr>
                        <p:sp>
                          <p:nvSpPr>
                            <p:cNvPr id="309" name="Rectangle 308">
                              <a:extLst>
                                <a:ext uri="{FF2B5EF4-FFF2-40B4-BE49-F238E27FC236}">
                                  <a16:creationId xmlns:a16="http://schemas.microsoft.com/office/drawing/2014/main" id="{14D55F2C-4E81-96B4-6F55-6E311A5189B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0" name="Rectangle 309">
                              <a:extLst>
                                <a:ext uri="{FF2B5EF4-FFF2-40B4-BE49-F238E27FC236}">
                                  <a16:creationId xmlns:a16="http://schemas.microsoft.com/office/drawing/2014/main" id="{01F9F6C4-FC46-E227-3944-4CBDA809535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07" name="Rectangle 306">
                            <a:extLst>
                              <a:ext uri="{FF2B5EF4-FFF2-40B4-BE49-F238E27FC236}">
                                <a16:creationId xmlns:a16="http://schemas.microsoft.com/office/drawing/2014/main" id="{854F6AF1-7E81-B774-95AA-C5ECEDAF9DC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8" name="Rectangle 307">
                            <a:extLst>
                              <a:ext uri="{FF2B5EF4-FFF2-40B4-BE49-F238E27FC236}">
                                <a16:creationId xmlns:a16="http://schemas.microsoft.com/office/drawing/2014/main" id="{1F63942F-61D2-DB9C-F0DD-087CF5B56F2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00" name="Group 299">
                          <a:extLst>
                            <a:ext uri="{FF2B5EF4-FFF2-40B4-BE49-F238E27FC236}">
                              <a16:creationId xmlns:a16="http://schemas.microsoft.com/office/drawing/2014/main" id="{4CFE56AF-B608-3A45-E5A6-E401BC7EB744}"/>
                            </a:ext>
                          </a:extLst>
                        </p:cNvPr>
                        <p:cNvGrpSpPr/>
                        <p:nvPr/>
                      </p:nvGrpSpPr>
                      <p:grpSpPr>
                        <a:xfrm>
                          <a:off x="3701732" y="4724400"/>
                          <a:ext cx="731520" cy="731520"/>
                          <a:chOff x="2970212" y="4724400"/>
                          <a:chExt cx="731520" cy="731520"/>
                        </a:xfrm>
                      </p:grpSpPr>
                      <p:grpSp>
                        <p:nvGrpSpPr>
                          <p:cNvPr id="301" name="Group 300">
                            <a:extLst>
                              <a:ext uri="{FF2B5EF4-FFF2-40B4-BE49-F238E27FC236}">
                                <a16:creationId xmlns:a16="http://schemas.microsoft.com/office/drawing/2014/main" id="{DB8E16CF-635D-B96E-5C5B-92F10C826203}"/>
                              </a:ext>
                            </a:extLst>
                          </p:cNvPr>
                          <p:cNvGrpSpPr/>
                          <p:nvPr/>
                        </p:nvGrpSpPr>
                        <p:grpSpPr>
                          <a:xfrm>
                            <a:off x="2970212" y="4724400"/>
                            <a:ext cx="731520" cy="365760"/>
                            <a:chOff x="2970212" y="4724400"/>
                            <a:chExt cx="731520" cy="365760"/>
                          </a:xfrm>
                        </p:grpSpPr>
                        <p:sp>
                          <p:nvSpPr>
                            <p:cNvPr id="304" name="Rectangle 303">
                              <a:extLst>
                                <a:ext uri="{FF2B5EF4-FFF2-40B4-BE49-F238E27FC236}">
                                  <a16:creationId xmlns:a16="http://schemas.microsoft.com/office/drawing/2014/main" id="{C07C0057-0255-DFAD-0A86-9DC63797B38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5" name="Rectangle 304">
                              <a:extLst>
                                <a:ext uri="{FF2B5EF4-FFF2-40B4-BE49-F238E27FC236}">
                                  <a16:creationId xmlns:a16="http://schemas.microsoft.com/office/drawing/2014/main" id="{6A65D2B8-7E4D-64B6-4A84-5B00541736C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02" name="Rectangle 301">
                            <a:extLst>
                              <a:ext uri="{FF2B5EF4-FFF2-40B4-BE49-F238E27FC236}">
                                <a16:creationId xmlns:a16="http://schemas.microsoft.com/office/drawing/2014/main" id="{AEBE97B2-6C3D-DA20-AF5B-0A93B4C8301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3" name="Rectangle 302">
                            <a:extLst>
                              <a:ext uri="{FF2B5EF4-FFF2-40B4-BE49-F238E27FC236}">
                                <a16:creationId xmlns:a16="http://schemas.microsoft.com/office/drawing/2014/main" id="{13C9DF93-7235-F0D8-A785-1B07686747D3}"/>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cxnSp>
            <p:nvCxnSpPr>
              <p:cNvPr id="405" name="Straight Connector 404">
                <a:extLst>
                  <a:ext uri="{FF2B5EF4-FFF2-40B4-BE49-F238E27FC236}">
                    <a16:creationId xmlns:a16="http://schemas.microsoft.com/office/drawing/2014/main" id="{1272C31A-973A-2F6C-E70D-4AD2E8448450}"/>
                  </a:ext>
                </a:extLst>
              </p:cNvPr>
              <p:cNvCxnSpPr>
                <a:cxnSpLocks/>
              </p:cNvCxnSpPr>
              <p:nvPr/>
            </p:nvCxnSpPr>
            <p:spPr>
              <a:xfrm flipV="1">
                <a:off x="2132012" y="4572000"/>
                <a:ext cx="8778240" cy="15240"/>
              </a:xfrm>
              <a:prstGeom prst="line">
                <a:avLst/>
              </a:prstGeom>
            </p:spPr>
            <p:style>
              <a:lnRef idx="3">
                <a:schemeClr val="dk1"/>
              </a:lnRef>
              <a:fillRef idx="0">
                <a:schemeClr val="dk1"/>
              </a:fillRef>
              <a:effectRef idx="2">
                <a:schemeClr val="dk1"/>
              </a:effectRef>
              <a:fontRef idx="minor">
                <a:schemeClr val="tx1"/>
              </a:fontRef>
            </p:style>
          </p:cxnSp>
          <p:cxnSp>
            <p:nvCxnSpPr>
              <p:cNvPr id="409" name="Straight Connector 408">
                <a:extLst>
                  <a:ext uri="{FF2B5EF4-FFF2-40B4-BE49-F238E27FC236}">
                    <a16:creationId xmlns:a16="http://schemas.microsoft.com/office/drawing/2014/main" id="{210A4E37-53AA-A2F6-D12A-5B8A3E602D9C}"/>
                  </a:ext>
                </a:extLst>
              </p:cNvPr>
              <p:cNvCxnSpPr/>
              <p:nvPr/>
            </p:nvCxnSpPr>
            <p:spPr>
              <a:xfrm>
                <a:off x="6537011" y="3124200"/>
                <a:ext cx="0" cy="2971800"/>
              </a:xfrm>
              <a:prstGeom prst="line">
                <a:avLst/>
              </a:prstGeom>
            </p:spPr>
            <p:style>
              <a:lnRef idx="3">
                <a:schemeClr val="dk1"/>
              </a:lnRef>
              <a:fillRef idx="0">
                <a:schemeClr val="dk1"/>
              </a:fillRef>
              <a:effectRef idx="2">
                <a:schemeClr val="dk1"/>
              </a:effectRef>
              <a:fontRef idx="minor">
                <a:schemeClr val="tx1"/>
              </a:fontRef>
            </p:style>
          </p:cxnSp>
        </p:grpSp>
        <p:cxnSp>
          <p:nvCxnSpPr>
            <p:cNvPr id="412" name="Straight Connector 411">
              <a:extLst>
                <a:ext uri="{FF2B5EF4-FFF2-40B4-BE49-F238E27FC236}">
                  <a16:creationId xmlns:a16="http://schemas.microsoft.com/office/drawing/2014/main" id="{F8A5C81F-A37A-E1F8-4B38-2C146ED62806}"/>
                </a:ext>
              </a:extLst>
            </p:cNvPr>
            <p:cNvCxnSpPr>
              <a:cxnSpLocks/>
            </p:cNvCxnSpPr>
            <p:nvPr/>
          </p:nvCxnSpPr>
          <p:spPr>
            <a:xfrm flipV="1">
              <a:off x="2031696" y="3733800"/>
              <a:ext cx="8802356" cy="2225040"/>
            </a:xfrm>
            <a:prstGeom prst="line">
              <a:avLst/>
            </a:prstGeom>
            <a:ln w="38100"/>
          </p:spPr>
          <p:style>
            <a:lnRef idx="3">
              <a:schemeClr val="accent4"/>
            </a:lnRef>
            <a:fillRef idx="0">
              <a:schemeClr val="accent4"/>
            </a:fillRef>
            <a:effectRef idx="2">
              <a:schemeClr val="accent4"/>
            </a:effectRef>
            <a:fontRef idx="minor">
              <a:schemeClr val="tx1"/>
            </a:fontRef>
          </p:style>
        </p:cxnSp>
        <p:sp>
          <p:nvSpPr>
            <p:cNvPr id="2" name="TextBox 1">
              <a:extLst>
                <a:ext uri="{FF2B5EF4-FFF2-40B4-BE49-F238E27FC236}">
                  <a16:creationId xmlns:a16="http://schemas.microsoft.com/office/drawing/2014/main" id="{BEC2A244-326D-1AE4-C330-AB3583817238}"/>
                </a:ext>
              </a:extLst>
            </p:cNvPr>
            <p:cNvSpPr txBox="1"/>
            <p:nvPr/>
          </p:nvSpPr>
          <p:spPr>
            <a:xfrm>
              <a:off x="2055813" y="3240009"/>
              <a:ext cx="8778238" cy="369332"/>
            </a:xfrm>
            <a:prstGeom prst="rect">
              <a:avLst/>
            </a:prstGeom>
            <a:noFill/>
          </p:spPr>
          <p:txBody>
            <a:bodyPr wrap="square" rtlCol="0">
              <a:spAutoFit/>
            </a:bodyPr>
            <a:lstStyle/>
            <a:p>
              <a:pPr algn="ctr"/>
              <a:r>
                <a:rPr lang="en-US" dirty="0">
                  <a:solidFill>
                    <a:schemeClr val="bg1"/>
                  </a:solidFill>
                  <a:latin typeface="Consolas" panose="020B0609020204030204" pitchFamily="49" charset="0"/>
                </a:rPr>
                <a:t>-9 -8 -7 -6 -5 -4 -3 -2 -1 0 +1 +2 +3 +4 +5 +6 +7 +8 +9</a:t>
              </a:r>
            </a:p>
          </p:txBody>
        </p:sp>
        <p:sp>
          <p:nvSpPr>
            <p:cNvPr id="3" name="TextBox 2">
              <a:extLst>
                <a:ext uri="{FF2B5EF4-FFF2-40B4-BE49-F238E27FC236}">
                  <a16:creationId xmlns:a16="http://schemas.microsoft.com/office/drawing/2014/main" id="{A76A89A7-7886-E351-1396-C566B9EFA6DF}"/>
                </a:ext>
              </a:extLst>
            </p:cNvPr>
            <p:cNvSpPr txBox="1"/>
            <p:nvPr/>
          </p:nvSpPr>
          <p:spPr>
            <a:xfrm>
              <a:off x="1516718" y="3412480"/>
              <a:ext cx="527036" cy="3416320"/>
            </a:xfrm>
            <a:prstGeom prst="rect">
              <a:avLst/>
            </a:prstGeom>
            <a:noFill/>
          </p:spPr>
          <p:txBody>
            <a:bodyPr wrap="square" rtlCol="0">
              <a:spAutoFit/>
            </a:bodyPr>
            <a:lstStyle/>
            <a:p>
              <a:pPr algn="r"/>
              <a:r>
                <a:rPr lang="en-US" sz="2400" dirty="0">
                  <a:solidFill>
                    <a:schemeClr val="bg1"/>
                  </a:solidFill>
                  <a:latin typeface="Consolas" panose="020B0609020204030204" pitchFamily="49" charset="0"/>
                </a:rPr>
                <a:t>+4</a:t>
              </a:r>
            </a:p>
            <a:p>
              <a:pPr algn="r"/>
              <a:r>
                <a:rPr lang="en-US" sz="2400" dirty="0">
                  <a:solidFill>
                    <a:schemeClr val="bg1"/>
                  </a:solidFill>
                  <a:latin typeface="Consolas" panose="020B0609020204030204" pitchFamily="49" charset="0"/>
                </a:rPr>
                <a:t>+3</a:t>
              </a:r>
            </a:p>
            <a:p>
              <a:pPr algn="r"/>
              <a:r>
                <a:rPr lang="en-US" sz="2400" dirty="0">
                  <a:solidFill>
                    <a:schemeClr val="bg1"/>
                  </a:solidFill>
                  <a:latin typeface="Consolas" panose="020B0609020204030204" pitchFamily="49" charset="0"/>
                </a:rPr>
                <a:t>+2</a:t>
              </a:r>
            </a:p>
            <a:p>
              <a:pPr algn="r"/>
              <a:r>
                <a:rPr lang="en-US" sz="2400" dirty="0">
                  <a:solidFill>
                    <a:schemeClr val="bg1"/>
                  </a:solidFill>
                  <a:latin typeface="Consolas" panose="020B0609020204030204" pitchFamily="49" charset="0"/>
                </a:rPr>
                <a:t>+1</a:t>
              </a:r>
            </a:p>
            <a:p>
              <a:pPr algn="r"/>
              <a:r>
                <a:rPr lang="en-US" sz="2400" dirty="0">
                  <a:solidFill>
                    <a:schemeClr val="bg1"/>
                  </a:solidFill>
                  <a:latin typeface="Consolas" panose="020B0609020204030204" pitchFamily="49" charset="0"/>
                </a:rPr>
                <a:t>0</a:t>
              </a:r>
            </a:p>
            <a:p>
              <a:pPr algn="r"/>
              <a:r>
                <a:rPr lang="en-US" sz="2400" dirty="0">
                  <a:solidFill>
                    <a:schemeClr val="bg1"/>
                  </a:solidFill>
                  <a:latin typeface="Consolas" panose="020B0609020204030204" pitchFamily="49" charset="0"/>
                </a:rPr>
                <a:t>-1</a:t>
              </a:r>
            </a:p>
            <a:p>
              <a:pPr algn="r"/>
              <a:r>
                <a:rPr lang="en-US" sz="2400" dirty="0">
                  <a:solidFill>
                    <a:schemeClr val="bg1"/>
                  </a:solidFill>
                  <a:latin typeface="Consolas" panose="020B0609020204030204" pitchFamily="49" charset="0"/>
                </a:rPr>
                <a:t>-2</a:t>
              </a:r>
            </a:p>
            <a:p>
              <a:pPr algn="r"/>
              <a:r>
                <a:rPr lang="en-US" sz="2400" dirty="0">
                  <a:solidFill>
                    <a:schemeClr val="bg1"/>
                  </a:solidFill>
                  <a:latin typeface="Consolas" panose="020B0609020204030204" pitchFamily="49" charset="0"/>
                </a:rPr>
                <a:t>-3</a:t>
              </a:r>
            </a:p>
            <a:p>
              <a:pPr algn="r"/>
              <a:r>
                <a:rPr lang="en-US" sz="2400" dirty="0">
                  <a:solidFill>
                    <a:schemeClr val="bg1"/>
                  </a:solidFill>
                  <a:latin typeface="Consolas" panose="020B0609020204030204" pitchFamily="49" charset="0"/>
                </a:rPr>
                <a:t>-4</a:t>
              </a:r>
            </a:p>
          </p:txBody>
        </p:sp>
      </p:grpSp>
      <p:sp>
        <p:nvSpPr>
          <p:cNvPr id="13" name="Rectangle 12">
            <a:extLst>
              <a:ext uri="{FF2B5EF4-FFF2-40B4-BE49-F238E27FC236}">
                <a16:creationId xmlns:a16="http://schemas.microsoft.com/office/drawing/2014/main" id="{1B48997F-FB7E-3FF7-4F38-7DD0B1C05260}"/>
              </a:ext>
            </a:extLst>
          </p:cNvPr>
          <p:cNvSpPr/>
          <p:nvPr/>
        </p:nvSpPr>
        <p:spPr>
          <a:xfrm>
            <a:off x="2089201" y="1981200"/>
            <a:ext cx="7010400" cy="423332"/>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01489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randombar(horizontal)">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Algorithm</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859001" cy="1676400"/>
              </a:xfrm>
            </p:spPr>
            <p:txBody>
              <a:bodyPr/>
              <a:lstStyle/>
              <a:p>
                <a:pPr marL="0" indent="0">
                  <a:buNone/>
                </a:pPr>
                <a:r>
                  <a:rPr lang="en-US" b="0" dirty="0">
                    <a:latin typeface="Cambria Math" panose="02040503050406030204" pitchFamily="18" charset="0"/>
                    <a:cs typeface="Arial" panose="020B0604020202020204" pitchFamily="34" charset="0"/>
                  </a:rPr>
                  <a:t>To understand the meaning of </a:t>
                </a:r>
                <a:r>
                  <a:rPr lang="en-US" dirty="0">
                    <a:latin typeface="Cambria Math" panose="02040503050406030204" pitchFamily="18" charset="0"/>
                    <a:cs typeface="Arial" panose="020B0604020202020204" pitchFamily="34" charset="0"/>
                  </a:rPr>
                  <a:t>the equation, </a:t>
                </a:r>
                <a:r>
                  <a:rPr lang="en-US" b="0" dirty="0">
                    <a:latin typeface="Cambria Math" panose="02040503050406030204" pitchFamily="18" charset="0"/>
                    <a:cs typeface="Arial" panose="020B0604020202020204" pitchFamily="34" charset="0"/>
                  </a:rPr>
                  <a:t>lets consider the following line: </a:t>
                </a:r>
                <a14:m>
                  <m:oMath xmlns:m="http://schemas.openxmlformats.org/officeDocument/2006/math">
                    <m:r>
                      <a:rPr lang="en-US" b="0" i="0" smtClean="0">
                        <a:latin typeface="Cambria Math" panose="02040503050406030204" pitchFamily="18" charset="0"/>
                        <a:cs typeface="Arial" panose="020B0604020202020204" pitchFamily="34" charset="0"/>
                      </a:rPr>
                      <m:t>1</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𝒙</m:t>
                    </m:r>
                    <m:r>
                      <a:rPr lang="en-US" b="1" i="1" smtClean="0">
                        <a:latin typeface="Cambria Math" panose="02040503050406030204" pitchFamily="18" charset="0"/>
                        <a:cs typeface="Arial" panose="020B0604020202020204" pitchFamily="34" charset="0"/>
                      </a:rPr>
                      <m:t>+</m:t>
                    </m:r>
                    <m:d>
                      <m:dPr>
                        <m:ctrlPr>
                          <a:rPr lang="en-US" b="1" i="1" smtClean="0">
                            <a:latin typeface="Cambria Math" panose="02040503050406030204" pitchFamily="18" charset="0"/>
                            <a:cs typeface="Arial" panose="020B0604020202020204" pitchFamily="34" charset="0"/>
                          </a:rPr>
                        </m:ctrlPr>
                      </m:dPr>
                      <m:e>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𝟒</m:t>
                        </m:r>
                      </m:e>
                    </m:d>
                    <m:r>
                      <a:rPr lang="en-US" b="1" i="1" smtClean="0">
                        <a:latin typeface="Cambria Math" panose="02040503050406030204" pitchFamily="18" charset="0"/>
                        <a:ea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𝒚</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𝟑</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𝟎</m:t>
                    </m:r>
                    <m:r>
                      <a:rPr lang="en-US" b="1" i="1" smtClean="0">
                        <a:latin typeface="Cambria Math" panose="02040503050406030204" pitchFamily="18" charset="0"/>
                        <a:cs typeface="Arial" panose="020B0604020202020204" pitchFamily="34" charset="0"/>
                      </a:rPr>
                      <m:t>, </m:t>
                    </m:r>
                    <m:r>
                      <a:rPr lang="en-US" b="1" i="1" smtClean="0">
                        <a:latin typeface="Cambria Math" panose="02040503050406030204" pitchFamily="18" charset="0"/>
                        <a:cs typeface="Arial" panose="020B0604020202020204" pitchFamily="34" charset="0"/>
                      </a:rPr>
                      <m:t>𝒂</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𝟏</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𝒃</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𝟒</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𝒄</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𝟑</m:t>
                    </m:r>
                  </m:oMath>
                </a14:m>
                <a:r>
                  <a:rPr lang="en-US" b="1" dirty="0">
                    <a:latin typeface="Cambria Math" panose="02040503050406030204" pitchFamily="18" charset="0"/>
                    <a:cs typeface="Arial" panose="020B0604020202020204" pitchFamily="34" charset="0"/>
                  </a:rPr>
                  <a:t>  </a:t>
                </a:r>
                <a:r>
                  <a:rPr lang="en-US" b="0" dirty="0">
                    <a:latin typeface="Cambria Math" panose="02040503050406030204" pitchFamily="18" charset="0"/>
                    <a:cs typeface="Arial" panose="020B0604020202020204" pitchFamily="34" charset="0"/>
                  </a:rPr>
                  <a:t>as described in the below picture.</a:t>
                </a:r>
              </a:p>
            </p:txBody>
          </p:sp>
        </mc:Choice>
        <mc:Fallback xmlns="">
          <p:sp>
            <p:nvSpPr>
              <p:cNvPr id="6" name="Content Placeholder 5">
                <a:extLst>
                  <a:ext uri="{FF2B5EF4-FFF2-40B4-BE49-F238E27FC236}">
                    <a16:creationId xmlns:a16="http://schemas.microsoft.com/office/drawing/2014/main" id="{75C8F42D-68F5-9BC0-5FC5-9D26B76AB49A}"/>
                  </a:ext>
                </a:extLst>
              </p:cNvPr>
              <p:cNvSpPr>
                <a:spLocks noGrp="1" noRot="1" noChangeAspect="1" noMove="1" noResize="1" noEditPoints="1" noAdjustHandles="1" noChangeArrowheads="1" noChangeShapeType="1" noTextEdit="1"/>
              </p:cNvSpPr>
              <p:nvPr>
                <p:ph idx="1"/>
              </p:nvPr>
            </p:nvSpPr>
            <p:spPr>
              <a:xfrm>
                <a:off x="1645611" y="1600200"/>
                <a:ext cx="9859001" cy="1676400"/>
              </a:xfrm>
              <a:blipFill>
                <a:blip r:embed="rId2"/>
                <a:stretch>
                  <a:fillRect l="-1030" t="-4511"/>
                </a:stretch>
              </a:blipFill>
            </p:spPr>
            <p:txBody>
              <a:bodyPr/>
              <a:lstStyle/>
              <a:p>
                <a:r>
                  <a:rPr lang="en-US">
                    <a:noFill/>
                  </a:rPr>
                  <a:t> </a:t>
                </a:r>
              </a:p>
            </p:txBody>
          </p:sp>
        </mc:Fallback>
      </mc:AlternateContent>
      <p:grpSp>
        <p:nvGrpSpPr>
          <p:cNvPr id="7" name="Group 6">
            <a:extLst>
              <a:ext uri="{FF2B5EF4-FFF2-40B4-BE49-F238E27FC236}">
                <a16:creationId xmlns:a16="http://schemas.microsoft.com/office/drawing/2014/main" id="{42B32645-CD4E-18D8-DF6F-45FC0DF5D1D8}"/>
              </a:ext>
            </a:extLst>
          </p:cNvPr>
          <p:cNvGrpSpPr/>
          <p:nvPr/>
        </p:nvGrpSpPr>
        <p:grpSpPr>
          <a:xfrm>
            <a:off x="1516718" y="3240009"/>
            <a:ext cx="9317334" cy="3588791"/>
            <a:chOff x="1516718" y="3240009"/>
            <a:chExt cx="9317334" cy="3588791"/>
          </a:xfrm>
        </p:grpSpPr>
        <p:grpSp>
          <p:nvGrpSpPr>
            <p:cNvPr id="410" name="Group 409">
              <a:extLst>
                <a:ext uri="{FF2B5EF4-FFF2-40B4-BE49-F238E27FC236}">
                  <a16:creationId xmlns:a16="http://schemas.microsoft.com/office/drawing/2014/main" id="{88B3EBF7-C9A2-D9F2-3358-428A949F3CD4}"/>
                </a:ext>
              </a:extLst>
            </p:cNvPr>
            <p:cNvGrpSpPr/>
            <p:nvPr/>
          </p:nvGrpSpPr>
          <p:grpSpPr>
            <a:xfrm>
              <a:off x="2055812" y="3657600"/>
              <a:ext cx="8778240" cy="2971800"/>
              <a:chOff x="2132012" y="3124200"/>
              <a:chExt cx="8778240" cy="2971800"/>
            </a:xfrm>
          </p:grpSpPr>
          <p:grpSp>
            <p:nvGrpSpPr>
              <p:cNvPr id="403" name="Group 402">
                <a:extLst>
                  <a:ext uri="{FF2B5EF4-FFF2-40B4-BE49-F238E27FC236}">
                    <a16:creationId xmlns:a16="http://schemas.microsoft.com/office/drawing/2014/main" id="{17AB6608-F51E-D44B-5D04-5ADBEFBA3C28}"/>
                  </a:ext>
                </a:extLst>
              </p:cNvPr>
              <p:cNvGrpSpPr/>
              <p:nvPr/>
            </p:nvGrpSpPr>
            <p:grpSpPr>
              <a:xfrm>
                <a:off x="2132012" y="3124200"/>
                <a:ext cx="8778240" cy="2926080"/>
                <a:chOff x="2132012" y="3124200"/>
                <a:chExt cx="8778240" cy="2926080"/>
              </a:xfrm>
            </p:grpSpPr>
            <p:grpSp>
              <p:nvGrpSpPr>
                <p:cNvPr id="125" name="Group 124">
                  <a:extLst>
                    <a:ext uri="{FF2B5EF4-FFF2-40B4-BE49-F238E27FC236}">
                      <a16:creationId xmlns:a16="http://schemas.microsoft.com/office/drawing/2014/main" id="{9CBAC667-CF1B-92BF-8137-C3B66C320A63}"/>
                    </a:ext>
                  </a:extLst>
                </p:cNvPr>
                <p:cNvGrpSpPr/>
                <p:nvPr/>
              </p:nvGrpSpPr>
              <p:grpSpPr>
                <a:xfrm>
                  <a:off x="2132012" y="3124200"/>
                  <a:ext cx="2926080" cy="2926080"/>
                  <a:chOff x="2132012" y="3124200"/>
                  <a:chExt cx="2926080" cy="2926080"/>
                </a:xfrm>
              </p:grpSpPr>
              <p:grpSp>
                <p:nvGrpSpPr>
                  <p:cNvPr id="69" name="Group 68">
                    <a:extLst>
                      <a:ext uri="{FF2B5EF4-FFF2-40B4-BE49-F238E27FC236}">
                        <a16:creationId xmlns:a16="http://schemas.microsoft.com/office/drawing/2014/main" id="{57CE3321-BDA9-BC9D-4458-5A9FDFCC9279}"/>
                      </a:ext>
                    </a:extLst>
                  </p:cNvPr>
                  <p:cNvGrpSpPr/>
                  <p:nvPr/>
                </p:nvGrpSpPr>
                <p:grpSpPr>
                  <a:xfrm>
                    <a:off x="2132012" y="3124200"/>
                    <a:ext cx="2926080" cy="1463040"/>
                    <a:chOff x="2970212" y="4724400"/>
                    <a:chExt cx="2926080" cy="1463040"/>
                  </a:xfrm>
                </p:grpSpPr>
                <p:grpSp>
                  <p:nvGrpSpPr>
                    <p:cNvPr id="41" name="Group 40">
                      <a:extLst>
                        <a:ext uri="{FF2B5EF4-FFF2-40B4-BE49-F238E27FC236}">
                          <a16:creationId xmlns:a16="http://schemas.microsoft.com/office/drawing/2014/main" id="{E591D691-764B-040E-1287-F2E1AFEE5A49}"/>
                        </a:ext>
                      </a:extLst>
                    </p:cNvPr>
                    <p:cNvGrpSpPr/>
                    <p:nvPr/>
                  </p:nvGrpSpPr>
                  <p:grpSpPr>
                    <a:xfrm>
                      <a:off x="2970212" y="4724400"/>
                      <a:ext cx="1463040" cy="1463040"/>
                      <a:chOff x="2970212" y="4724400"/>
                      <a:chExt cx="1463040" cy="1463040"/>
                    </a:xfrm>
                  </p:grpSpPr>
                  <p:grpSp>
                    <p:nvGrpSpPr>
                      <p:cNvPr id="21" name="Group 20">
                        <a:extLst>
                          <a:ext uri="{FF2B5EF4-FFF2-40B4-BE49-F238E27FC236}">
                            <a16:creationId xmlns:a16="http://schemas.microsoft.com/office/drawing/2014/main" id="{3FE1A9B0-E26D-384A-8587-D9FB00A3D72B}"/>
                          </a:ext>
                        </a:extLst>
                      </p:cNvPr>
                      <p:cNvGrpSpPr/>
                      <p:nvPr/>
                    </p:nvGrpSpPr>
                    <p:grpSpPr>
                      <a:xfrm>
                        <a:off x="2970212" y="4724400"/>
                        <a:ext cx="1463040" cy="731520"/>
                        <a:chOff x="2970212" y="4724400"/>
                        <a:chExt cx="1463040" cy="731520"/>
                      </a:xfrm>
                    </p:grpSpPr>
                    <p:grpSp>
                      <p:nvGrpSpPr>
                        <p:cNvPr id="12" name="Group 11">
                          <a:extLst>
                            <a:ext uri="{FF2B5EF4-FFF2-40B4-BE49-F238E27FC236}">
                              <a16:creationId xmlns:a16="http://schemas.microsoft.com/office/drawing/2014/main" id="{D8B94FAE-1D6F-221E-9C77-92A447977311}"/>
                            </a:ext>
                          </a:extLst>
                        </p:cNvPr>
                        <p:cNvGrpSpPr/>
                        <p:nvPr/>
                      </p:nvGrpSpPr>
                      <p:grpSpPr>
                        <a:xfrm>
                          <a:off x="2970212" y="4724400"/>
                          <a:ext cx="731520" cy="731520"/>
                          <a:chOff x="2970212" y="4724400"/>
                          <a:chExt cx="731520" cy="731520"/>
                        </a:xfrm>
                      </p:grpSpPr>
                      <p:grpSp>
                        <p:nvGrpSpPr>
                          <p:cNvPr id="9" name="Group 8">
                            <a:extLst>
                              <a:ext uri="{FF2B5EF4-FFF2-40B4-BE49-F238E27FC236}">
                                <a16:creationId xmlns:a16="http://schemas.microsoft.com/office/drawing/2014/main" id="{FDA4200E-7308-5745-D397-42C3A1941F97}"/>
                              </a:ext>
                            </a:extLst>
                          </p:cNvPr>
                          <p:cNvGrpSpPr/>
                          <p:nvPr/>
                        </p:nvGrpSpPr>
                        <p:grpSpPr>
                          <a:xfrm>
                            <a:off x="2970212" y="4724400"/>
                            <a:ext cx="731520" cy="365760"/>
                            <a:chOff x="2970212" y="4724400"/>
                            <a:chExt cx="731520" cy="365760"/>
                          </a:xfrm>
                        </p:grpSpPr>
                        <p:sp>
                          <p:nvSpPr>
                            <p:cNvPr id="4" name="Rectangle 3">
                              <a:extLst>
                                <a:ext uri="{FF2B5EF4-FFF2-40B4-BE49-F238E27FC236}">
                                  <a16:creationId xmlns:a16="http://schemas.microsoft.com/office/drawing/2014/main" id="{40A1CE94-EFD3-2136-E072-F672753A679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AA4C45E6-FCD4-0567-B532-9A52124BA01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 name="Rectangle 9">
                            <a:extLst>
                              <a:ext uri="{FF2B5EF4-FFF2-40B4-BE49-F238E27FC236}">
                                <a16:creationId xmlns:a16="http://schemas.microsoft.com/office/drawing/2014/main" id="{A0B5002B-6CF4-9256-9D80-1757C55991E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 name="Rectangle 10">
                            <a:extLst>
                              <a:ext uri="{FF2B5EF4-FFF2-40B4-BE49-F238E27FC236}">
                                <a16:creationId xmlns:a16="http://schemas.microsoft.com/office/drawing/2014/main" id="{7948705D-8B21-7B36-379C-C3D1BF9047A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F8F5FDF1-4199-1447-6130-7EB6BD3D2F1D}"/>
                            </a:ext>
                          </a:extLst>
                        </p:cNvPr>
                        <p:cNvGrpSpPr/>
                        <p:nvPr/>
                      </p:nvGrpSpPr>
                      <p:grpSpPr>
                        <a:xfrm>
                          <a:off x="3701732" y="4724400"/>
                          <a:ext cx="731520" cy="731520"/>
                          <a:chOff x="2970212" y="4724400"/>
                          <a:chExt cx="731520" cy="731520"/>
                        </a:xfrm>
                      </p:grpSpPr>
                      <p:grpSp>
                        <p:nvGrpSpPr>
                          <p:cNvPr id="16" name="Group 15">
                            <a:extLst>
                              <a:ext uri="{FF2B5EF4-FFF2-40B4-BE49-F238E27FC236}">
                                <a16:creationId xmlns:a16="http://schemas.microsoft.com/office/drawing/2014/main" id="{78EF4743-9A9F-A0A7-0608-53590E58AF48}"/>
                              </a:ext>
                            </a:extLst>
                          </p:cNvPr>
                          <p:cNvGrpSpPr/>
                          <p:nvPr/>
                        </p:nvGrpSpPr>
                        <p:grpSpPr>
                          <a:xfrm>
                            <a:off x="2970212" y="4724400"/>
                            <a:ext cx="731520" cy="365760"/>
                            <a:chOff x="2970212" y="4724400"/>
                            <a:chExt cx="731520" cy="365760"/>
                          </a:xfrm>
                        </p:grpSpPr>
                        <p:sp>
                          <p:nvSpPr>
                            <p:cNvPr id="19" name="Rectangle 18">
                              <a:extLst>
                                <a:ext uri="{FF2B5EF4-FFF2-40B4-BE49-F238E27FC236}">
                                  <a16:creationId xmlns:a16="http://schemas.microsoft.com/office/drawing/2014/main" id="{EA711D48-D6C3-65ED-4089-C8498EEAB111}"/>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 name="Rectangle 19">
                              <a:extLst>
                                <a:ext uri="{FF2B5EF4-FFF2-40B4-BE49-F238E27FC236}">
                                  <a16:creationId xmlns:a16="http://schemas.microsoft.com/office/drawing/2014/main" id="{6F418835-1B9D-65D8-0266-23456CAAF174}"/>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ABFAFC10-8BDA-1167-B0C6-EFB75A83681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8" name="Rectangle 17">
                            <a:extLst>
                              <a:ext uri="{FF2B5EF4-FFF2-40B4-BE49-F238E27FC236}">
                                <a16:creationId xmlns:a16="http://schemas.microsoft.com/office/drawing/2014/main" id="{5C71C587-4D6E-565C-9679-F5FAFD607D0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8" name="Group 27">
                        <a:extLst>
                          <a:ext uri="{FF2B5EF4-FFF2-40B4-BE49-F238E27FC236}">
                            <a16:creationId xmlns:a16="http://schemas.microsoft.com/office/drawing/2014/main" id="{49373B72-7E08-2D1A-F813-2A9786513C90}"/>
                          </a:ext>
                        </a:extLst>
                      </p:cNvPr>
                      <p:cNvGrpSpPr/>
                      <p:nvPr/>
                    </p:nvGrpSpPr>
                    <p:grpSpPr>
                      <a:xfrm>
                        <a:off x="2970212" y="5455920"/>
                        <a:ext cx="1463040" cy="731520"/>
                        <a:chOff x="2970212" y="4724400"/>
                        <a:chExt cx="1463040" cy="731520"/>
                      </a:xfrm>
                    </p:grpSpPr>
                    <p:grpSp>
                      <p:nvGrpSpPr>
                        <p:cNvPr id="29" name="Group 28">
                          <a:extLst>
                            <a:ext uri="{FF2B5EF4-FFF2-40B4-BE49-F238E27FC236}">
                              <a16:creationId xmlns:a16="http://schemas.microsoft.com/office/drawing/2014/main" id="{5718B21C-F6A5-7D68-5C18-101867B9D4A3}"/>
                            </a:ext>
                          </a:extLst>
                        </p:cNvPr>
                        <p:cNvGrpSpPr/>
                        <p:nvPr/>
                      </p:nvGrpSpPr>
                      <p:grpSpPr>
                        <a:xfrm>
                          <a:off x="2970212" y="4724400"/>
                          <a:ext cx="731520" cy="731520"/>
                          <a:chOff x="2970212" y="4724400"/>
                          <a:chExt cx="731520" cy="731520"/>
                        </a:xfrm>
                      </p:grpSpPr>
                      <p:grpSp>
                        <p:nvGrpSpPr>
                          <p:cNvPr id="36" name="Group 35">
                            <a:extLst>
                              <a:ext uri="{FF2B5EF4-FFF2-40B4-BE49-F238E27FC236}">
                                <a16:creationId xmlns:a16="http://schemas.microsoft.com/office/drawing/2014/main" id="{3B278792-A4BC-D4E5-0966-FE8BB6FDDF9B}"/>
                              </a:ext>
                            </a:extLst>
                          </p:cNvPr>
                          <p:cNvGrpSpPr/>
                          <p:nvPr/>
                        </p:nvGrpSpPr>
                        <p:grpSpPr>
                          <a:xfrm>
                            <a:off x="2970212" y="4724400"/>
                            <a:ext cx="731520" cy="365760"/>
                            <a:chOff x="2970212" y="4724400"/>
                            <a:chExt cx="731520" cy="365760"/>
                          </a:xfrm>
                        </p:grpSpPr>
                        <p:sp>
                          <p:nvSpPr>
                            <p:cNvPr id="39" name="Rectangle 38">
                              <a:extLst>
                                <a:ext uri="{FF2B5EF4-FFF2-40B4-BE49-F238E27FC236}">
                                  <a16:creationId xmlns:a16="http://schemas.microsoft.com/office/drawing/2014/main" id="{13A8CF73-5EB4-9A75-6143-563910E97BF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 name="Rectangle 39">
                              <a:extLst>
                                <a:ext uri="{FF2B5EF4-FFF2-40B4-BE49-F238E27FC236}">
                                  <a16:creationId xmlns:a16="http://schemas.microsoft.com/office/drawing/2014/main" id="{9D4E0F80-DD44-E107-7159-2C4A9C649327}"/>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7" name="Rectangle 36">
                            <a:extLst>
                              <a:ext uri="{FF2B5EF4-FFF2-40B4-BE49-F238E27FC236}">
                                <a16:creationId xmlns:a16="http://schemas.microsoft.com/office/drawing/2014/main" id="{260A1155-EDF9-E4A7-6C6C-E9E13E59295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 name="Rectangle 37">
                            <a:extLst>
                              <a:ext uri="{FF2B5EF4-FFF2-40B4-BE49-F238E27FC236}">
                                <a16:creationId xmlns:a16="http://schemas.microsoft.com/office/drawing/2014/main" id="{25B1D993-EE4A-69DE-A5FA-47373AFFE06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2E2EF1A7-9B43-2820-2A53-D0C1CDDEF949}"/>
                            </a:ext>
                          </a:extLst>
                        </p:cNvPr>
                        <p:cNvGrpSpPr/>
                        <p:nvPr/>
                      </p:nvGrpSpPr>
                      <p:grpSpPr>
                        <a:xfrm>
                          <a:off x="3701732" y="4724400"/>
                          <a:ext cx="731520" cy="731520"/>
                          <a:chOff x="2970212" y="4724400"/>
                          <a:chExt cx="731520" cy="731520"/>
                        </a:xfrm>
                      </p:grpSpPr>
                      <p:grpSp>
                        <p:nvGrpSpPr>
                          <p:cNvPr id="31" name="Group 30">
                            <a:extLst>
                              <a:ext uri="{FF2B5EF4-FFF2-40B4-BE49-F238E27FC236}">
                                <a16:creationId xmlns:a16="http://schemas.microsoft.com/office/drawing/2014/main" id="{A18F52D0-B7F7-C731-7DE7-6883F2C935CD}"/>
                              </a:ext>
                            </a:extLst>
                          </p:cNvPr>
                          <p:cNvGrpSpPr/>
                          <p:nvPr/>
                        </p:nvGrpSpPr>
                        <p:grpSpPr>
                          <a:xfrm>
                            <a:off x="2970212" y="4724400"/>
                            <a:ext cx="731520" cy="365760"/>
                            <a:chOff x="2970212" y="4724400"/>
                            <a:chExt cx="731520" cy="365760"/>
                          </a:xfrm>
                        </p:grpSpPr>
                        <p:sp>
                          <p:nvSpPr>
                            <p:cNvPr id="34" name="Rectangle 33">
                              <a:extLst>
                                <a:ext uri="{FF2B5EF4-FFF2-40B4-BE49-F238E27FC236}">
                                  <a16:creationId xmlns:a16="http://schemas.microsoft.com/office/drawing/2014/main" id="{8437F47D-5007-6290-FFE2-C4DEA9740CA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 name="Rectangle 34">
                              <a:extLst>
                                <a:ext uri="{FF2B5EF4-FFF2-40B4-BE49-F238E27FC236}">
                                  <a16:creationId xmlns:a16="http://schemas.microsoft.com/office/drawing/2014/main" id="{036B0E81-F778-8426-B1F3-DFC4B751109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2" name="Rectangle 31">
                            <a:extLst>
                              <a:ext uri="{FF2B5EF4-FFF2-40B4-BE49-F238E27FC236}">
                                <a16:creationId xmlns:a16="http://schemas.microsoft.com/office/drawing/2014/main" id="{DA846111-1FC3-30BC-794A-5430619991D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 name="Rectangle 32">
                            <a:extLst>
                              <a:ext uri="{FF2B5EF4-FFF2-40B4-BE49-F238E27FC236}">
                                <a16:creationId xmlns:a16="http://schemas.microsoft.com/office/drawing/2014/main" id="{948700FF-46EE-7304-FD9E-9ADE26AE2AEB}"/>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42" name="Group 41">
                      <a:extLst>
                        <a:ext uri="{FF2B5EF4-FFF2-40B4-BE49-F238E27FC236}">
                          <a16:creationId xmlns:a16="http://schemas.microsoft.com/office/drawing/2014/main" id="{172ABDE7-1C1D-2911-7658-525298CE9549}"/>
                        </a:ext>
                      </a:extLst>
                    </p:cNvPr>
                    <p:cNvGrpSpPr/>
                    <p:nvPr/>
                  </p:nvGrpSpPr>
                  <p:grpSpPr>
                    <a:xfrm>
                      <a:off x="4433252" y="4724400"/>
                      <a:ext cx="1463040" cy="1463040"/>
                      <a:chOff x="2970212" y="4724400"/>
                      <a:chExt cx="1463040" cy="1463040"/>
                    </a:xfrm>
                  </p:grpSpPr>
                  <p:grpSp>
                    <p:nvGrpSpPr>
                      <p:cNvPr id="43" name="Group 42">
                        <a:extLst>
                          <a:ext uri="{FF2B5EF4-FFF2-40B4-BE49-F238E27FC236}">
                            <a16:creationId xmlns:a16="http://schemas.microsoft.com/office/drawing/2014/main" id="{0B454B95-6AED-5998-C509-C0BAC8087CE0}"/>
                          </a:ext>
                        </a:extLst>
                      </p:cNvPr>
                      <p:cNvGrpSpPr/>
                      <p:nvPr/>
                    </p:nvGrpSpPr>
                    <p:grpSpPr>
                      <a:xfrm>
                        <a:off x="2970212" y="4724400"/>
                        <a:ext cx="1463040" cy="731520"/>
                        <a:chOff x="2970212" y="4724400"/>
                        <a:chExt cx="1463040" cy="731520"/>
                      </a:xfrm>
                    </p:grpSpPr>
                    <p:grpSp>
                      <p:nvGrpSpPr>
                        <p:cNvPr id="57" name="Group 56">
                          <a:extLst>
                            <a:ext uri="{FF2B5EF4-FFF2-40B4-BE49-F238E27FC236}">
                              <a16:creationId xmlns:a16="http://schemas.microsoft.com/office/drawing/2014/main" id="{CE03F92E-45A3-4EB2-EC57-2A11F3AE20CF}"/>
                            </a:ext>
                          </a:extLst>
                        </p:cNvPr>
                        <p:cNvGrpSpPr/>
                        <p:nvPr/>
                      </p:nvGrpSpPr>
                      <p:grpSpPr>
                        <a:xfrm>
                          <a:off x="2970212" y="4724400"/>
                          <a:ext cx="731520" cy="731520"/>
                          <a:chOff x="2970212" y="4724400"/>
                          <a:chExt cx="731520" cy="731520"/>
                        </a:xfrm>
                      </p:grpSpPr>
                      <p:grpSp>
                        <p:nvGrpSpPr>
                          <p:cNvPr id="64" name="Group 63">
                            <a:extLst>
                              <a:ext uri="{FF2B5EF4-FFF2-40B4-BE49-F238E27FC236}">
                                <a16:creationId xmlns:a16="http://schemas.microsoft.com/office/drawing/2014/main" id="{B1920F4D-A5A2-27FE-AEB3-9AD7FC1BAED2}"/>
                              </a:ext>
                            </a:extLst>
                          </p:cNvPr>
                          <p:cNvGrpSpPr/>
                          <p:nvPr/>
                        </p:nvGrpSpPr>
                        <p:grpSpPr>
                          <a:xfrm>
                            <a:off x="2970212" y="4724400"/>
                            <a:ext cx="731520" cy="365760"/>
                            <a:chOff x="2970212" y="4724400"/>
                            <a:chExt cx="731520" cy="365760"/>
                          </a:xfrm>
                        </p:grpSpPr>
                        <p:sp>
                          <p:nvSpPr>
                            <p:cNvPr id="67" name="Rectangle 66">
                              <a:extLst>
                                <a:ext uri="{FF2B5EF4-FFF2-40B4-BE49-F238E27FC236}">
                                  <a16:creationId xmlns:a16="http://schemas.microsoft.com/office/drawing/2014/main" id="{1B96144B-3BC7-5C9C-7EA3-9C021A70CB7F}"/>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8" name="Rectangle 67">
                              <a:extLst>
                                <a:ext uri="{FF2B5EF4-FFF2-40B4-BE49-F238E27FC236}">
                                  <a16:creationId xmlns:a16="http://schemas.microsoft.com/office/drawing/2014/main" id="{05B0656E-5999-0B70-7CE7-274773257D6E}"/>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65" name="Rectangle 64">
                            <a:extLst>
                              <a:ext uri="{FF2B5EF4-FFF2-40B4-BE49-F238E27FC236}">
                                <a16:creationId xmlns:a16="http://schemas.microsoft.com/office/drawing/2014/main" id="{5F464F21-5061-D038-E819-C7DF0BE7261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6" name="Rectangle 65">
                            <a:extLst>
                              <a:ext uri="{FF2B5EF4-FFF2-40B4-BE49-F238E27FC236}">
                                <a16:creationId xmlns:a16="http://schemas.microsoft.com/office/drawing/2014/main" id="{933FEF85-2585-0566-D089-AD52D2C61DC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58" name="Group 57">
                          <a:extLst>
                            <a:ext uri="{FF2B5EF4-FFF2-40B4-BE49-F238E27FC236}">
                              <a16:creationId xmlns:a16="http://schemas.microsoft.com/office/drawing/2014/main" id="{6EE20B55-F3DE-4BA5-4002-4C8F7847D116}"/>
                            </a:ext>
                          </a:extLst>
                        </p:cNvPr>
                        <p:cNvGrpSpPr/>
                        <p:nvPr/>
                      </p:nvGrpSpPr>
                      <p:grpSpPr>
                        <a:xfrm>
                          <a:off x="3701732" y="4724400"/>
                          <a:ext cx="731520" cy="731520"/>
                          <a:chOff x="2970212" y="4724400"/>
                          <a:chExt cx="731520" cy="731520"/>
                        </a:xfrm>
                      </p:grpSpPr>
                      <p:grpSp>
                        <p:nvGrpSpPr>
                          <p:cNvPr id="59" name="Group 58">
                            <a:extLst>
                              <a:ext uri="{FF2B5EF4-FFF2-40B4-BE49-F238E27FC236}">
                                <a16:creationId xmlns:a16="http://schemas.microsoft.com/office/drawing/2014/main" id="{3255FB4D-5554-8B8E-0C7A-28F863B6B67B}"/>
                              </a:ext>
                            </a:extLst>
                          </p:cNvPr>
                          <p:cNvGrpSpPr/>
                          <p:nvPr/>
                        </p:nvGrpSpPr>
                        <p:grpSpPr>
                          <a:xfrm>
                            <a:off x="2970212" y="4724400"/>
                            <a:ext cx="731520" cy="365760"/>
                            <a:chOff x="2970212" y="4724400"/>
                            <a:chExt cx="731520" cy="365760"/>
                          </a:xfrm>
                        </p:grpSpPr>
                        <p:sp>
                          <p:nvSpPr>
                            <p:cNvPr id="62" name="Rectangle 61">
                              <a:extLst>
                                <a:ext uri="{FF2B5EF4-FFF2-40B4-BE49-F238E27FC236}">
                                  <a16:creationId xmlns:a16="http://schemas.microsoft.com/office/drawing/2014/main" id="{6387A1E8-475B-82DC-CC51-10242640AF9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3" name="Rectangle 62">
                              <a:extLst>
                                <a:ext uri="{FF2B5EF4-FFF2-40B4-BE49-F238E27FC236}">
                                  <a16:creationId xmlns:a16="http://schemas.microsoft.com/office/drawing/2014/main" id="{E1262F7B-14BA-BC08-8254-4E74B858383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60" name="Rectangle 59">
                            <a:extLst>
                              <a:ext uri="{FF2B5EF4-FFF2-40B4-BE49-F238E27FC236}">
                                <a16:creationId xmlns:a16="http://schemas.microsoft.com/office/drawing/2014/main" id="{251DA5CD-9A2C-1716-7390-4CF9F7FE5FA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1" name="Rectangle 60">
                            <a:extLst>
                              <a:ext uri="{FF2B5EF4-FFF2-40B4-BE49-F238E27FC236}">
                                <a16:creationId xmlns:a16="http://schemas.microsoft.com/office/drawing/2014/main" id="{563E7A1D-EA89-29BD-301D-3385197B513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44" name="Group 43">
                        <a:extLst>
                          <a:ext uri="{FF2B5EF4-FFF2-40B4-BE49-F238E27FC236}">
                            <a16:creationId xmlns:a16="http://schemas.microsoft.com/office/drawing/2014/main" id="{3F03E808-9C24-C334-856A-3AF613303F02}"/>
                          </a:ext>
                        </a:extLst>
                      </p:cNvPr>
                      <p:cNvGrpSpPr/>
                      <p:nvPr/>
                    </p:nvGrpSpPr>
                    <p:grpSpPr>
                      <a:xfrm>
                        <a:off x="2970212" y="5455920"/>
                        <a:ext cx="1463040" cy="731520"/>
                        <a:chOff x="2970212" y="4724400"/>
                        <a:chExt cx="1463040" cy="731520"/>
                      </a:xfrm>
                    </p:grpSpPr>
                    <p:grpSp>
                      <p:nvGrpSpPr>
                        <p:cNvPr id="45" name="Group 44">
                          <a:extLst>
                            <a:ext uri="{FF2B5EF4-FFF2-40B4-BE49-F238E27FC236}">
                              <a16:creationId xmlns:a16="http://schemas.microsoft.com/office/drawing/2014/main" id="{F7A39F38-820C-4B63-0005-B627346FCF22}"/>
                            </a:ext>
                          </a:extLst>
                        </p:cNvPr>
                        <p:cNvGrpSpPr/>
                        <p:nvPr/>
                      </p:nvGrpSpPr>
                      <p:grpSpPr>
                        <a:xfrm>
                          <a:off x="2970212" y="4724400"/>
                          <a:ext cx="731520" cy="731520"/>
                          <a:chOff x="2970212" y="4724400"/>
                          <a:chExt cx="731520" cy="731520"/>
                        </a:xfrm>
                      </p:grpSpPr>
                      <p:grpSp>
                        <p:nvGrpSpPr>
                          <p:cNvPr id="52" name="Group 51">
                            <a:extLst>
                              <a:ext uri="{FF2B5EF4-FFF2-40B4-BE49-F238E27FC236}">
                                <a16:creationId xmlns:a16="http://schemas.microsoft.com/office/drawing/2014/main" id="{F1758ADC-828F-B3B2-3659-EBD8EC5426E7}"/>
                              </a:ext>
                            </a:extLst>
                          </p:cNvPr>
                          <p:cNvGrpSpPr/>
                          <p:nvPr/>
                        </p:nvGrpSpPr>
                        <p:grpSpPr>
                          <a:xfrm>
                            <a:off x="2970212" y="4724400"/>
                            <a:ext cx="731520" cy="365760"/>
                            <a:chOff x="2970212" y="4724400"/>
                            <a:chExt cx="731520" cy="365760"/>
                          </a:xfrm>
                        </p:grpSpPr>
                        <p:sp>
                          <p:nvSpPr>
                            <p:cNvPr id="55" name="Rectangle 54">
                              <a:extLst>
                                <a:ext uri="{FF2B5EF4-FFF2-40B4-BE49-F238E27FC236}">
                                  <a16:creationId xmlns:a16="http://schemas.microsoft.com/office/drawing/2014/main" id="{5F54D3B5-1228-CD52-8DE6-24916633AC3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6" name="Rectangle 55">
                              <a:extLst>
                                <a:ext uri="{FF2B5EF4-FFF2-40B4-BE49-F238E27FC236}">
                                  <a16:creationId xmlns:a16="http://schemas.microsoft.com/office/drawing/2014/main" id="{297F7C33-C433-C621-F5EF-CB8A73500DB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53" name="Rectangle 52">
                            <a:extLst>
                              <a:ext uri="{FF2B5EF4-FFF2-40B4-BE49-F238E27FC236}">
                                <a16:creationId xmlns:a16="http://schemas.microsoft.com/office/drawing/2014/main" id="{041D8961-5A58-EAC7-4F60-37E2F065010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4" name="Rectangle 53">
                            <a:extLst>
                              <a:ext uri="{FF2B5EF4-FFF2-40B4-BE49-F238E27FC236}">
                                <a16:creationId xmlns:a16="http://schemas.microsoft.com/office/drawing/2014/main" id="{43D832B5-98C0-9773-46AC-B4F4808D74EC}"/>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46" name="Group 45">
                          <a:extLst>
                            <a:ext uri="{FF2B5EF4-FFF2-40B4-BE49-F238E27FC236}">
                              <a16:creationId xmlns:a16="http://schemas.microsoft.com/office/drawing/2014/main" id="{CE22E725-4FAF-F456-61B3-1AD9FD78B673}"/>
                            </a:ext>
                          </a:extLst>
                        </p:cNvPr>
                        <p:cNvGrpSpPr/>
                        <p:nvPr/>
                      </p:nvGrpSpPr>
                      <p:grpSpPr>
                        <a:xfrm>
                          <a:off x="3701732" y="4724400"/>
                          <a:ext cx="731520" cy="731520"/>
                          <a:chOff x="2970212" y="4724400"/>
                          <a:chExt cx="731520" cy="731520"/>
                        </a:xfrm>
                      </p:grpSpPr>
                      <p:grpSp>
                        <p:nvGrpSpPr>
                          <p:cNvPr id="47" name="Group 46">
                            <a:extLst>
                              <a:ext uri="{FF2B5EF4-FFF2-40B4-BE49-F238E27FC236}">
                                <a16:creationId xmlns:a16="http://schemas.microsoft.com/office/drawing/2014/main" id="{299BEFDF-8275-E8F6-6CD0-5064A6D17B4C}"/>
                              </a:ext>
                            </a:extLst>
                          </p:cNvPr>
                          <p:cNvGrpSpPr/>
                          <p:nvPr/>
                        </p:nvGrpSpPr>
                        <p:grpSpPr>
                          <a:xfrm>
                            <a:off x="2970212" y="4724400"/>
                            <a:ext cx="731520" cy="365760"/>
                            <a:chOff x="2970212" y="4724400"/>
                            <a:chExt cx="731520" cy="365760"/>
                          </a:xfrm>
                        </p:grpSpPr>
                        <p:sp>
                          <p:nvSpPr>
                            <p:cNvPr id="50" name="Rectangle 49">
                              <a:extLst>
                                <a:ext uri="{FF2B5EF4-FFF2-40B4-BE49-F238E27FC236}">
                                  <a16:creationId xmlns:a16="http://schemas.microsoft.com/office/drawing/2014/main" id="{0A617FE3-F397-5B24-3183-B268F92FC3E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1" name="Rectangle 50">
                              <a:extLst>
                                <a:ext uri="{FF2B5EF4-FFF2-40B4-BE49-F238E27FC236}">
                                  <a16:creationId xmlns:a16="http://schemas.microsoft.com/office/drawing/2014/main" id="{683B4162-9B1A-98EB-80B3-CCAB33FFE7D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48" name="Rectangle 47">
                            <a:extLst>
                              <a:ext uri="{FF2B5EF4-FFF2-40B4-BE49-F238E27FC236}">
                                <a16:creationId xmlns:a16="http://schemas.microsoft.com/office/drawing/2014/main" id="{AC91D1CB-EDC8-AE8C-73C6-97463B4845F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9" name="Rectangle 48">
                            <a:extLst>
                              <a:ext uri="{FF2B5EF4-FFF2-40B4-BE49-F238E27FC236}">
                                <a16:creationId xmlns:a16="http://schemas.microsoft.com/office/drawing/2014/main" id="{CF654491-3515-DDCB-8697-EBAD8A13ECE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70" name="Group 69">
                    <a:extLst>
                      <a:ext uri="{FF2B5EF4-FFF2-40B4-BE49-F238E27FC236}">
                        <a16:creationId xmlns:a16="http://schemas.microsoft.com/office/drawing/2014/main" id="{E95469E0-711B-401E-894B-91041B2AF119}"/>
                      </a:ext>
                    </a:extLst>
                  </p:cNvPr>
                  <p:cNvGrpSpPr/>
                  <p:nvPr/>
                </p:nvGrpSpPr>
                <p:grpSpPr>
                  <a:xfrm>
                    <a:off x="2132012" y="4587240"/>
                    <a:ext cx="2926080" cy="1463040"/>
                    <a:chOff x="2970212" y="4724400"/>
                    <a:chExt cx="2926080" cy="1463040"/>
                  </a:xfrm>
                </p:grpSpPr>
                <p:grpSp>
                  <p:nvGrpSpPr>
                    <p:cNvPr id="71" name="Group 70">
                      <a:extLst>
                        <a:ext uri="{FF2B5EF4-FFF2-40B4-BE49-F238E27FC236}">
                          <a16:creationId xmlns:a16="http://schemas.microsoft.com/office/drawing/2014/main" id="{6063D257-015D-E24A-EA83-C81CD94D8E19}"/>
                        </a:ext>
                      </a:extLst>
                    </p:cNvPr>
                    <p:cNvGrpSpPr/>
                    <p:nvPr/>
                  </p:nvGrpSpPr>
                  <p:grpSpPr>
                    <a:xfrm>
                      <a:off x="2970212" y="4724400"/>
                      <a:ext cx="1463040" cy="1463040"/>
                      <a:chOff x="2970212" y="4724400"/>
                      <a:chExt cx="1463040" cy="1463040"/>
                    </a:xfrm>
                  </p:grpSpPr>
                  <p:grpSp>
                    <p:nvGrpSpPr>
                      <p:cNvPr id="99" name="Group 98">
                        <a:extLst>
                          <a:ext uri="{FF2B5EF4-FFF2-40B4-BE49-F238E27FC236}">
                            <a16:creationId xmlns:a16="http://schemas.microsoft.com/office/drawing/2014/main" id="{3EDDBEC6-7846-E653-FD8E-B3C71DCC2E4D}"/>
                          </a:ext>
                        </a:extLst>
                      </p:cNvPr>
                      <p:cNvGrpSpPr/>
                      <p:nvPr/>
                    </p:nvGrpSpPr>
                    <p:grpSpPr>
                      <a:xfrm>
                        <a:off x="2970212" y="4724400"/>
                        <a:ext cx="1463040" cy="731520"/>
                        <a:chOff x="2970212" y="4724400"/>
                        <a:chExt cx="1463040" cy="731520"/>
                      </a:xfrm>
                    </p:grpSpPr>
                    <p:grpSp>
                      <p:nvGrpSpPr>
                        <p:cNvPr id="113" name="Group 112">
                          <a:extLst>
                            <a:ext uri="{FF2B5EF4-FFF2-40B4-BE49-F238E27FC236}">
                              <a16:creationId xmlns:a16="http://schemas.microsoft.com/office/drawing/2014/main" id="{A3F75599-EAA3-FFBF-E7B8-D987A8832813}"/>
                            </a:ext>
                          </a:extLst>
                        </p:cNvPr>
                        <p:cNvGrpSpPr/>
                        <p:nvPr/>
                      </p:nvGrpSpPr>
                      <p:grpSpPr>
                        <a:xfrm>
                          <a:off x="2970212" y="4724400"/>
                          <a:ext cx="731520" cy="731520"/>
                          <a:chOff x="2970212" y="4724400"/>
                          <a:chExt cx="731520" cy="731520"/>
                        </a:xfrm>
                      </p:grpSpPr>
                      <p:grpSp>
                        <p:nvGrpSpPr>
                          <p:cNvPr id="120" name="Group 119">
                            <a:extLst>
                              <a:ext uri="{FF2B5EF4-FFF2-40B4-BE49-F238E27FC236}">
                                <a16:creationId xmlns:a16="http://schemas.microsoft.com/office/drawing/2014/main" id="{CDE596BE-B4E6-1733-084F-28E76F7CA6F9}"/>
                              </a:ext>
                            </a:extLst>
                          </p:cNvPr>
                          <p:cNvGrpSpPr/>
                          <p:nvPr/>
                        </p:nvGrpSpPr>
                        <p:grpSpPr>
                          <a:xfrm>
                            <a:off x="2970212" y="4724400"/>
                            <a:ext cx="731520" cy="365760"/>
                            <a:chOff x="2970212" y="4724400"/>
                            <a:chExt cx="731520" cy="365760"/>
                          </a:xfrm>
                        </p:grpSpPr>
                        <p:sp>
                          <p:nvSpPr>
                            <p:cNvPr id="123" name="Rectangle 122">
                              <a:extLst>
                                <a:ext uri="{FF2B5EF4-FFF2-40B4-BE49-F238E27FC236}">
                                  <a16:creationId xmlns:a16="http://schemas.microsoft.com/office/drawing/2014/main" id="{B0D96188-04A0-22D5-D874-095A052F9AB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4" name="Rectangle 123">
                              <a:extLst>
                                <a:ext uri="{FF2B5EF4-FFF2-40B4-BE49-F238E27FC236}">
                                  <a16:creationId xmlns:a16="http://schemas.microsoft.com/office/drawing/2014/main" id="{BC6B740B-A72F-B611-6CF9-D4CBE8D9054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21" name="Rectangle 120">
                            <a:extLst>
                              <a:ext uri="{FF2B5EF4-FFF2-40B4-BE49-F238E27FC236}">
                                <a16:creationId xmlns:a16="http://schemas.microsoft.com/office/drawing/2014/main" id="{B507DF56-15B3-21BF-23DF-27625BC533B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2" name="Rectangle 121">
                            <a:extLst>
                              <a:ext uri="{FF2B5EF4-FFF2-40B4-BE49-F238E27FC236}">
                                <a16:creationId xmlns:a16="http://schemas.microsoft.com/office/drawing/2014/main" id="{A15750D7-5656-46D8-7720-FE6AE66AAD7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14" name="Group 113">
                          <a:extLst>
                            <a:ext uri="{FF2B5EF4-FFF2-40B4-BE49-F238E27FC236}">
                              <a16:creationId xmlns:a16="http://schemas.microsoft.com/office/drawing/2014/main" id="{167AE103-F7A8-D8EE-786D-03E04FDEC31A}"/>
                            </a:ext>
                          </a:extLst>
                        </p:cNvPr>
                        <p:cNvGrpSpPr/>
                        <p:nvPr/>
                      </p:nvGrpSpPr>
                      <p:grpSpPr>
                        <a:xfrm>
                          <a:off x="3701732" y="4724400"/>
                          <a:ext cx="731520" cy="731520"/>
                          <a:chOff x="2970212" y="4724400"/>
                          <a:chExt cx="731520" cy="731520"/>
                        </a:xfrm>
                      </p:grpSpPr>
                      <p:grpSp>
                        <p:nvGrpSpPr>
                          <p:cNvPr id="115" name="Group 114">
                            <a:extLst>
                              <a:ext uri="{FF2B5EF4-FFF2-40B4-BE49-F238E27FC236}">
                                <a16:creationId xmlns:a16="http://schemas.microsoft.com/office/drawing/2014/main" id="{6848AAFC-3591-A12C-4B2F-CF6C1ACA0D30}"/>
                              </a:ext>
                            </a:extLst>
                          </p:cNvPr>
                          <p:cNvGrpSpPr/>
                          <p:nvPr/>
                        </p:nvGrpSpPr>
                        <p:grpSpPr>
                          <a:xfrm>
                            <a:off x="2970212" y="4724400"/>
                            <a:ext cx="731520" cy="365760"/>
                            <a:chOff x="2970212" y="4724400"/>
                            <a:chExt cx="731520" cy="365760"/>
                          </a:xfrm>
                        </p:grpSpPr>
                        <p:sp>
                          <p:nvSpPr>
                            <p:cNvPr id="118" name="Rectangle 117">
                              <a:extLst>
                                <a:ext uri="{FF2B5EF4-FFF2-40B4-BE49-F238E27FC236}">
                                  <a16:creationId xmlns:a16="http://schemas.microsoft.com/office/drawing/2014/main" id="{2F4780AA-FB05-B79A-D9E9-DD6E1A217F3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9" name="Rectangle 118">
                              <a:extLst>
                                <a:ext uri="{FF2B5EF4-FFF2-40B4-BE49-F238E27FC236}">
                                  <a16:creationId xmlns:a16="http://schemas.microsoft.com/office/drawing/2014/main" id="{EEABC3C4-7E4E-0B81-F1B1-C3F11EA2DD96}"/>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16" name="Rectangle 115">
                            <a:extLst>
                              <a:ext uri="{FF2B5EF4-FFF2-40B4-BE49-F238E27FC236}">
                                <a16:creationId xmlns:a16="http://schemas.microsoft.com/office/drawing/2014/main" id="{BF7B9303-2F8C-3562-0912-D58F5147790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7" name="Rectangle 116">
                            <a:extLst>
                              <a:ext uri="{FF2B5EF4-FFF2-40B4-BE49-F238E27FC236}">
                                <a16:creationId xmlns:a16="http://schemas.microsoft.com/office/drawing/2014/main" id="{D4A37911-CC9A-07C1-0DB1-DC3FA199BCEA}"/>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100" name="Group 99">
                        <a:extLst>
                          <a:ext uri="{FF2B5EF4-FFF2-40B4-BE49-F238E27FC236}">
                            <a16:creationId xmlns:a16="http://schemas.microsoft.com/office/drawing/2014/main" id="{CF544DE0-89E8-BAC0-9C76-D7FA94F9E538}"/>
                          </a:ext>
                        </a:extLst>
                      </p:cNvPr>
                      <p:cNvGrpSpPr/>
                      <p:nvPr/>
                    </p:nvGrpSpPr>
                    <p:grpSpPr>
                      <a:xfrm>
                        <a:off x="2970212" y="5455920"/>
                        <a:ext cx="1463040" cy="731520"/>
                        <a:chOff x="2970212" y="4724400"/>
                        <a:chExt cx="1463040" cy="731520"/>
                      </a:xfrm>
                    </p:grpSpPr>
                    <p:grpSp>
                      <p:nvGrpSpPr>
                        <p:cNvPr id="101" name="Group 100">
                          <a:extLst>
                            <a:ext uri="{FF2B5EF4-FFF2-40B4-BE49-F238E27FC236}">
                              <a16:creationId xmlns:a16="http://schemas.microsoft.com/office/drawing/2014/main" id="{4FC06795-F10A-E9E6-F495-F56590495C49}"/>
                            </a:ext>
                          </a:extLst>
                        </p:cNvPr>
                        <p:cNvGrpSpPr/>
                        <p:nvPr/>
                      </p:nvGrpSpPr>
                      <p:grpSpPr>
                        <a:xfrm>
                          <a:off x="2970212" y="4724400"/>
                          <a:ext cx="731520" cy="731520"/>
                          <a:chOff x="2970212" y="4724400"/>
                          <a:chExt cx="731520" cy="731520"/>
                        </a:xfrm>
                      </p:grpSpPr>
                      <p:grpSp>
                        <p:nvGrpSpPr>
                          <p:cNvPr id="108" name="Group 107">
                            <a:extLst>
                              <a:ext uri="{FF2B5EF4-FFF2-40B4-BE49-F238E27FC236}">
                                <a16:creationId xmlns:a16="http://schemas.microsoft.com/office/drawing/2014/main" id="{1C19B01F-A570-89E8-C3CC-59F0A0FBCE7B}"/>
                              </a:ext>
                            </a:extLst>
                          </p:cNvPr>
                          <p:cNvGrpSpPr/>
                          <p:nvPr/>
                        </p:nvGrpSpPr>
                        <p:grpSpPr>
                          <a:xfrm>
                            <a:off x="2970212" y="4724400"/>
                            <a:ext cx="731520" cy="365760"/>
                            <a:chOff x="2970212" y="4724400"/>
                            <a:chExt cx="731520" cy="365760"/>
                          </a:xfrm>
                        </p:grpSpPr>
                        <p:sp>
                          <p:nvSpPr>
                            <p:cNvPr id="111" name="Rectangle 110">
                              <a:extLst>
                                <a:ext uri="{FF2B5EF4-FFF2-40B4-BE49-F238E27FC236}">
                                  <a16:creationId xmlns:a16="http://schemas.microsoft.com/office/drawing/2014/main" id="{0475172F-A701-179F-3590-7EA1E0E9F06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2" name="Rectangle 111">
                              <a:extLst>
                                <a:ext uri="{FF2B5EF4-FFF2-40B4-BE49-F238E27FC236}">
                                  <a16:creationId xmlns:a16="http://schemas.microsoft.com/office/drawing/2014/main" id="{2A9B2116-36D4-2C79-5539-EF359C79CCC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9" name="Rectangle 108">
                            <a:extLst>
                              <a:ext uri="{FF2B5EF4-FFF2-40B4-BE49-F238E27FC236}">
                                <a16:creationId xmlns:a16="http://schemas.microsoft.com/office/drawing/2014/main" id="{67F3D780-72E5-E985-7072-9223AFB5490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0" name="Rectangle 109">
                            <a:extLst>
                              <a:ext uri="{FF2B5EF4-FFF2-40B4-BE49-F238E27FC236}">
                                <a16:creationId xmlns:a16="http://schemas.microsoft.com/office/drawing/2014/main" id="{5C5EE404-8C54-E591-73AD-0E202A91E85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02" name="Group 101">
                          <a:extLst>
                            <a:ext uri="{FF2B5EF4-FFF2-40B4-BE49-F238E27FC236}">
                              <a16:creationId xmlns:a16="http://schemas.microsoft.com/office/drawing/2014/main" id="{718540D2-5A18-4A15-6DBF-EC61EA8079A2}"/>
                            </a:ext>
                          </a:extLst>
                        </p:cNvPr>
                        <p:cNvGrpSpPr/>
                        <p:nvPr/>
                      </p:nvGrpSpPr>
                      <p:grpSpPr>
                        <a:xfrm>
                          <a:off x="3701732" y="4724400"/>
                          <a:ext cx="731520" cy="731520"/>
                          <a:chOff x="2970212" y="4724400"/>
                          <a:chExt cx="731520" cy="731520"/>
                        </a:xfrm>
                      </p:grpSpPr>
                      <p:grpSp>
                        <p:nvGrpSpPr>
                          <p:cNvPr id="103" name="Group 102">
                            <a:extLst>
                              <a:ext uri="{FF2B5EF4-FFF2-40B4-BE49-F238E27FC236}">
                                <a16:creationId xmlns:a16="http://schemas.microsoft.com/office/drawing/2014/main" id="{121E8F8B-F587-E153-9DE3-FF09F3CD7ACA}"/>
                              </a:ext>
                            </a:extLst>
                          </p:cNvPr>
                          <p:cNvGrpSpPr/>
                          <p:nvPr/>
                        </p:nvGrpSpPr>
                        <p:grpSpPr>
                          <a:xfrm>
                            <a:off x="2970212" y="4724400"/>
                            <a:ext cx="731520" cy="365760"/>
                            <a:chOff x="2970212" y="4724400"/>
                            <a:chExt cx="731520" cy="365760"/>
                          </a:xfrm>
                        </p:grpSpPr>
                        <p:sp>
                          <p:nvSpPr>
                            <p:cNvPr id="106" name="Rectangle 105">
                              <a:extLst>
                                <a:ext uri="{FF2B5EF4-FFF2-40B4-BE49-F238E27FC236}">
                                  <a16:creationId xmlns:a16="http://schemas.microsoft.com/office/drawing/2014/main" id="{59A0CDD8-3D30-ABC2-A14D-78C57C4E64F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7" name="Rectangle 106">
                              <a:extLst>
                                <a:ext uri="{FF2B5EF4-FFF2-40B4-BE49-F238E27FC236}">
                                  <a16:creationId xmlns:a16="http://schemas.microsoft.com/office/drawing/2014/main" id="{58B50FA8-F41E-47C8-8DA1-923FEB3C4336}"/>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4" name="Rectangle 103">
                            <a:extLst>
                              <a:ext uri="{FF2B5EF4-FFF2-40B4-BE49-F238E27FC236}">
                                <a16:creationId xmlns:a16="http://schemas.microsoft.com/office/drawing/2014/main" id="{D438CEEF-1996-ED72-0079-0828AABF86A7}"/>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5" name="Rectangle 104">
                            <a:extLst>
                              <a:ext uri="{FF2B5EF4-FFF2-40B4-BE49-F238E27FC236}">
                                <a16:creationId xmlns:a16="http://schemas.microsoft.com/office/drawing/2014/main" id="{DCBEBCE6-0EB8-FE07-2688-30DF0F9E07BA}"/>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72" name="Group 71">
                      <a:extLst>
                        <a:ext uri="{FF2B5EF4-FFF2-40B4-BE49-F238E27FC236}">
                          <a16:creationId xmlns:a16="http://schemas.microsoft.com/office/drawing/2014/main" id="{4C278C3C-E639-0FF7-0766-5BD33506231E}"/>
                        </a:ext>
                      </a:extLst>
                    </p:cNvPr>
                    <p:cNvGrpSpPr/>
                    <p:nvPr/>
                  </p:nvGrpSpPr>
                  <p:grpSpPr>
                    <a:xfrm>
                      <a:off x="4433252" y="4724400"/>
                      <a:ext cx="1463040" cy="1463040"/>
                      <a:chOff x="2970212" y="4724400"/>
                      <a:chExt cx="1463040" cy="1463040"/>
                    </a:xfrm>
                  </p:grpSpPr>
                  <p:grpSp>
                    <p:nvGrpSpPr>
                      <p:cNvPr id="73" name="Group 72">
                        <a:extLst>
                          <a:ext uri="{FF2B5EF4-FFF2-40B4-BE49-F238E27FC236}">
                            <a16:creationId xmlns:a16="http://schemas.microsoft.com/office/drawing/2014/main" id="{9836511F-9DD3-BD97-D57A-6C2193911599}"/>
                          </a:ext>
                        </a:extLst>
                      </p:cNvPr>
                      <p:cNvGrpSpPr/>
                      <p:nvPr/>
                    </p:nvGrpSpPr>
                    <p:grpSpPr>
                      <a:xfrm>
                        <a:off x="2970212" y="4724400"/>
                        <a:ext cx="1463040" cy="731520"/>
                        <a:chOff x="2970212" y="4724400"/>
                        <a:chExt cx="1463040" cy="731520"/>
                      </a:xfrm>
                    </p:grpSpPr>
                    <p:grpSp>
                      <p:nvGrpSpPr>
                        <p:cNvPr id="87" name="Group 86">
                          <a:extLst>
                            <a:ext uri="{FF2B5EF4-FFF2-40B4-BE49-F238E27FC236}">
                              <a16:creationId xmlns:a16="http://schemas.microsoft.com/office/drawing/2014/main" id="{1632F4D5-DFCB-BD94-A7E3-3D952CEDCE88}"/>
                            </a:ext>
                          </a:extLst>
                        </p:cNvPr>
                        <p:cNvGrpSpPr/>
                        <p:nvPr/>
                      </p:nvGrpSpPr>
                      <p:grpSpPr>
                        <a:xfrm>
                          <a:off x="2970212" y="4724400"/>
                          <a:ext cx="731520" cy="731520"/>
                          <a:chOff x="2970212" y="4724400"/>
                          <a:chExt cx="731520" cy="731520"/>
                        </a:xfrm>
                      </p:grpSpPr>
                      <p:grpSp>
                        <p:nvGrpSpPr>
                          <p:cNvPr id="94" name="Group 93">
                            <a:extLst>
                              <a:ext uri="{FF2B5EF4-FFF2-40B4-BE49-F238E27FC236}">
                                <a16:creationId xmlns:a16="http://schemas.microsoft.com/office/drawing/2014/main" id="{33544E49-7FAE-172F-4B0F-D0640360A780}"/>
                              </a:ext>
                            </a:extLst>
                          </p:cNvPr>
                          <p:cNvGrpSpPr/>
                          <p:nvPr/>
                        </p:nvGrpSpPr>
                        <p:grpSpPr>
                          <a:xfrm>
                            <a:off x="2970212" y="4724400"/>
                            <a:ext cx="731520" cy="365760"/>
                            <a:chOff x="2970212" y="4724400"/>
                            <a:chExt cx="731520" cy="365760"/>
                          </a:xfrm>
                        </p:grpSpPr>
                        <p:sp>
                          <p:nvSpPr>
                            <p:cNvPr id="97" name="Rectangle 96">
                              <a:extLst>
                                <a:ext uri="{FF2B5EF4-FFF2-40B4-BE49-F238E27FC236}">
                                  <a16:creationId xmlns:a16="http://schemas.microsoft.com/office/drawing/2014/main" id="{D63F5653-3FDF-6652-227C-DC33EB042D6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8" name="Rectangle 97">
                              <a:extLst>
                                <a:ext uri="{FF2B5EF4-FFF2-40B4-BE49-F238E27FC236}">
                                  <a16:creationId xmlns:a16="http://schemas.microsoft.com/office/drawing/2014/main" id="{65619C36-BEA1-4657-12B7-CEC8A1EA805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95" name="Rectangle 94">
                            <a:extLst>
                              <a:ext uri="{FF2B5EF4-FFF2-40B4-BE49-F238E27FC236}">
                                <a16:creationId xmlns:a16="http://schemas.microsoft.com/office/drawing/2014/main" id="{694E9D81-48B5-8521-BBEC-C690EE038CC7}"/>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6" name="Rectangle 95">
                            <a:extLst>
                              <a:ext uri="{FF2B5EF4-FFF2-40B4-BE49-F238E27FC236}">
                                <a16:creationId xmlns:a16="http://schemas.microsoft.com/office/drawing/2014/main" id="{CA2C897E-11CA-5E93-05EF-17A51BF39A6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88" name="Group 87">
                          <a:extLst>
                            <a:ext uri="{FF2B5EF4-FFF2-40B4-BE49-F238E27FC236}">
                              <a16:creationId xmlns:a16="http://schemas.microsoft.com/office/drawing/2014/main" id="{4D913862-B20B-01D7-BA7A-23DF0FC8A023}"/>
                            </a:ext>
                          </a:extLst>
                        </p:cNvPr>
                        <p:cNvGrpSpPr/>
                        <p:nvPr/>
                      </p:nvGrpSpPr>
                      <p:grpSpPr>
                        <a:xfrm>
                          <a:off x="3701732" y="4724400"/>
                          <a:ext cx="731520" cy="731520"/>
                          <a:chOff x="2970212" y="4724400"/>
                          <a:chExt cx="731520" cy="731520"/>
                        </a:xfrm>
                      </p:grpSpPr>
                      <p:grpSp>
                        <p:nvGrpSpPr>
                          <p:cNvPr id="89" name="Group 88">
                            <a:extLst>
                              <a:ext uri="{FF2B5EF4-FFF2-40B4-BE49-F238E27FC236}">
                                <a16:creationId xmlns:a16="http://schemas.microsoft.com/office/drawing/2014/main" id="{8FE2F16A-FBA6-3715-9FAF-DA5B91918AC5}"/>
                              </a:ext>
                            </a:extLst>
                          </p:cNvPr>
                          <p:cNvGrpSpPr/>
                          <p:nvPr/>
                        </p:nvGrpSpPr>
                        <p:grpSpPr>
                          <a:xfrm>
                            <a:off x="2970212" y="4724400"/>
                            <a:ext cx="731520" cy="365760"/>
                            <a:chOff x="2970212" y="4724400"/>
                            <a:chExt cx="731520" cy="365760"/>
                          </a:xfrm>
                        </p:grpSpPr>
                        <p:sp>
                          <p:nvSpPr>
                            <p:cNvPr id="92" name="Rectangle 91">
                              <a:extLst>
                                <a:ext uri="{FF2B5EF4-FFF2-40B4-BE49-F238E27FC236}">
                                  <a16:creationId xmlns:a16="http://schemas.microsoft.com/office/drawing/2014/main" id="{7C349BBE-B81B-E489-1F04-39B66BA09B8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3" name="Rectangle 92">
                              <a:extLst>
                                <a:ext uri="{FF2B5EF4-FFF2-40B4-BE49-F238E27FC236}">
                                  <a16:creationId xmlns:a16="http://schemas.microsoft.com/office/drawing/2014/main" id="{9A19E765-3F13-4EA2-D03C-B67F297007D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90" name="Rectangle 89">
                            <a:extLst>
                              <a:ext uri="{FF2B5EF4-FFF2-40B4-BE49-F238E27FC236}">
                                <a16:creationId xmlns:a16="http://schemas.microsoft.com/office/drawing/2014/main" id="{51623074-FD5A-5EDB-3E7F-3D6C29E935A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1" name="Rectangle 90">
                            <a:extLst>
                              <a:ext uri="{FF2B5EF4-FFF2-40B4-BE49-F238E27FC236}">
                                <a16:creationId xmlns:a16="http://schemas.microsoft.com/office/drawing/2014/main" id="{11CD845C-BA43-1456-DD19-FF5C701D362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74" name="Group 73">
                        <a:extLst>
                          <a:ext uri="{FF2B5EF4-FFF2-40B4-BE49-F238E27FC236}">
                            <a16:creationId xmlns:a16="http://schemas.microsoft.com/office/drawing/2014/main" id="{2B9F4068-F64E-9A70-0942-B4FAC9D7D943}"/>
                          </a:ext>
                        </a:extLst>
                      </p:cNvPr>
                      <p:cNvGrpSpPr/>
                      <p:nvPr/>
                    </p:nvGrpSpPr>
                    <p:grpSpPr>
                      <a:xfrm>
                        <a:off x="2970212" y="5455920"/>
                        <a:ext cx="1463040" cy="731520"/>
                        <a:chOff x="2970212" y="4724400"/>
                        <a:chExt cx="1463040" cy="731520"/>
                      </a:xfrm>
                    </p:grpSpPr>
                    <p:grpSp>
                      <p:nvGrpSpPr>
                        <p:cNvPr id="75" name="Group 74">
                          <a:extLst>
                            <a:ext uri="{FF2B5EF4-FFF2-40B4-BE49-F238E27FC236}">
                              <a16:creationId xmlns:a16="http://schemas.microsoft.com/office/drawing/2014/main" id="{D05932E0-B12B-BF27-A4A8-8D2D063F6019}"/>
                            </a:ext>
                          </a:extLst>
                        </p:cNvPr>
                        <p:cNvGrpSpPr/>
                        <p:nvPr/>
                      </p:nvGrpSpPr>
                      <p:grpSpPr>
                        <a:xfrm>
                          <a:off x="2970212" y="4724400"/>
                          <a:ext cx="731520" cy="731520"/>
                          <a:chOff x="2970212" y="4724400"/>
                          <a:chExt cx="731520" cy="731520"/>
                        </a:xfrm>
                      </p:grpSpPr>
                      <p:grpSp>
                        <p:nvGrpSpPr>
                          <p:cNvPr id="82" name="Group 81">
                            <a:extLst>
                              <a:ext uri="{FF2B5EF4-FFF2-40B4-BE49-F238E27FC236}">
                                <a16:creationId xmlns:a16="http://schemas.microsoft.com/office/drawing/2014/main" id="{F84CB894-33FE-A944-BCC7-B251CCA6ACA0}"/>
                              </a:ext>
                            </a:extLst>
                          </p:cNvPr>
                          <p:cNvGrpSpPr/>
                          <p:nvPr/>
                        </p:nvGrpSpPr>
                        <p:grpSpPr>
                          <a:xfrm>
                            <a:off x="2970212" y="4724400"/>
                            <a:ext cx="731520" cy="365760"/>
                            <a:chOff x="2970212" y="4724400"/>
                            <a:chExt cx="731520" cy="365760"/>
                          </a:xfrm>
                        </p:grpSpPr>
                        <p:sp>
                          <p:nvSpPr>
                            <p:cNvPr id="85" name="Rectangle 84">
                              <a:extLst>
                                <a:ext uri="{FF2B5EF4-FFF2-40B4-BE49-F238E27FC236}">
                                  <a16:creationId xmlns:a16="http://schemas.microsoft.com/office/drawing/2014/main" id="{2FC057C4-C309-A93E-094C-71B40536744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6" name="Rectangle 85">
                              <a:extLst>
                                <a:ext uri="{FF2B5EF4-FFF2-40B4-BE49-F238E27FC236}">
                                  <a16:creationId xmlns:a16="http://schemas.microsoft.com/office/drawing/2014/main" id="{800F61F2-C59A-0FE9-1E91-693D88C10F3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83" name="Rectangle 82">
                            <a:extLst>
                              <a:ext uri="{FF2B5EF4-FFF2-40B4-BE49-F238E27FC236}">
                                <a16:creationId xmlns:a16="http://schemas.microsoft.com/office/drawing/2014/main" id="{61CFD236-CD48-896A-9EAB-7C866808564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4" name="Rectangle 83">
                            <a:extLst>
                              <a:ext uri="{FF2B5EF4-FFF2-40B4-BE49-F238E27FC236}">
                                <a16:creationId xmlns:a16="http://schemas.microsoft.com/office/drawing/2014/main" id="{8344BEDB-3286-D01F-7BCA-DD23A6A2337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76" name="Group 75">
                          <a:extLst>
                            <a:ext uri="{FF2B5EF4-FFF2-40B4-BE49-F238E27FC236}">
                              <a16:creationId xmlns:a16="http://schemas.microsoft.com/office/drawing/2014/main" id="{7EC9B7F6-C063-F80F-8D0C-AF776D5C6DFD}"/>
                            </a:ext>
                          </a:extLst>
                        </p:cNvPr>
                        <p:cNvGrpSpPr/>
                        <p:nvPr/>
                      </p:nvGrpSpPr>
                      <p:grpSpPr>
                        <a:xfrm>
                          <a:off x="3701732" y="4724400"/>
                          <a:ext cx="731520" cy="731520"/>
                          <a:chOff x="2970212" y="4724400"/>
                          <a:chExt cx="731520" cy="731520"/>
                        </a:xfrm>
                      </p:grpSpPr>
                      <p:grpSp>
                        <p:nvGrpSpPr>
                          <p:cNvPr id="77" name="Group 76">
                            <a:extLst>
                              <a:ext uri="{FF2B5EF4-FFF2-40B4-BE49-F238E27FC236}">
                                <a16:creationId xmlns:a16="http://schemas.microsoft.com/office/drawing/2014/main" id="{A7DE8B47-9940-81D4-7876-55E49B9E78DD}"/>
                              </a:ext>
                            </a:extLst>
                          </p:cNvPr>
                          <p:cNvGrpSpPr/>
                          <p:nvPr/>
                        </p:nvGrpSpPr>
                        <p:grpSpPr>
                          <a:xfrm>
                            <a:off x="2970212" y="4724400"/>
                            <a:ext cx="731520" cy="365760"/>
                            <a:chOff x="2970212" y="4724400"/>
                            <a:chExt cx="731520" cy="365760"/>
                          </a:xfrm>
                        </p:grpSpPr>
                        <p:sp>
                          <p:nvSpPr>
                            <p:cNvPr id="80" name="Rectangle 79">
                              <a:extLst>
                                <a:ext uri="{FF2B5EF4-FFF2-40B4-BE49-F238E27FC236}">
                                  <a16:creationId xmlns:a16="http://schemas.microsoft.com/office/drawing/2014/main" id="{BFCFA2A4-EB6B-5304-F901-6BC569403A2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1" name="Rectangle 80">
                              <a:extLst>
                                <a:ext uri="{FF2B5EF4-FFF2-40B4-BE49-F238E27FC236}">
                                  <a16:creationId xmlns:a16="http://schemas.microsoft.com/office/drawing/2014/main" id="{D8E8473B-5331-52DD-3334-6863996B64F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78" name="Rectangle 77">
                            <a:extLst>
                              <a:ext uri="{FF2B5EF4-FFF2-40B4-BE49-F238E27FC236}">
                                <a16:creationId xmlns:a16="http://schemas.microsoft.com/office/drawing/2014/main" id="{541AA220-D7DC-C29F-8842-8D4920CB6CA0}"/>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9" name="Rectangle 78">
                            <a:extLst>
                              <a:ext uri="{FF2B5EF4-FFF2-40B4-BE49-F238E27FC236}">
                                <a16:creationId xmlns:a16="http://schemas.microsoft.com/office/drawing/2014/main" id="{804BD431-E88F-82F7-5245-C271B0D2D15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nvGrpSpPr>
                <p:cNvPr id="181" name="Group 180">
                  <a:extLst>
                    <a:ext uri="{FF2B5EF4-FFF2-40B4-BE49-F238E27FC236}">
                      <a16:creationId xmlns:a16="http://schemas.microsoft.com/office/drawing/2014/main" id="{DC3D0616-E758-97E1-EE77-8AD5F2BBC1A3}"/>
                    </a:ext>
                  </a:extLst>
                </p:cNvPr>
                <p:cNvGrpSpPr/>
                <p:nvPr/>
              </p:nvGrpSpPr>
              <p:grpSpPr>
                <a:xfrm>
                  <a:off x="5058092" y="3124200"/>
                  <a:ext cx="2926080" cy="2926080"/>
                  <a:chOff x="2132012" y="3124200"/>
                  <a:chExt cx="2926080" cy="2926080"/>
                </a:xfrm>
              </p:grpSpPr>
              <p:grpSp>
                <p:nvGrpSpPr>
                  <p:cNvPr id="182" name="Group 181">
                    <a:extLst>
                      <a:ext uri="{FF2B5EF4-FFF2-40B4-BE49-F238E27FC236}">
                        <a16:creationId xmlns:a16="http://schemas.microsoft.com/office/drawing/2014/main" id="{F06B89F4-01E6-A43C-2504-750C1E31021A}"/>
                      </a:ext>
                    </a:extLst>
                  </p:cNvPr>
                  <p:cNvGrpSpPr/>
                  <p:nvPr/>
                </p:nvGrpSpPr>
                <p:grpSpPr>
                  <a:xfrm>
                    <a:off x="2132012" y="3124200"/>
                    <a:ext cx="2926080" cy="1463040"/>
                    <a:chOff x="2970212" y="4724400"/>
                    <a:chExt cx="2926080" cy="1463040"/>
                  </a:xfrm>
                </p:grpSpPr>
                <p:grpSp>
                  <p:nvGrpSpPr>
                    <p:cNvPr id="238" name="Group 237">
                      <a:extLst>
                        <a:ext uri="{FF2B5EF4-FFF2-40B4-BE49-F238E27FC236}">
                          <a16:creationId xmlns:a16="http://schemas.microsoft.com/office/drawing/2014/main" id="{78C991A3-893D-D3CD-A7DC-B34F40F69B61}"/>
                        </a:ext>
                      </a:extLst>
                    </p:cNvPr>
                    <p:cNvGrpSpPr/>
                    <p:nvPr/>
                  </p:nvGrpSpPr>
                  <p:grpSpPr>
                    <a:xfrm>
                      <a:off x="2970212" y="4724400"/>
                      <a:ext cx="1463040" cy="1463040"/>
                      <a:chOff x="2970212" y="4724400"/>
                      <a:chExt cx="1463040" cy="1463040"/>
                    </a:xfrm>
                  </p:grpSpPr>
                  <p:grpSp>
                    <p:nvGrpSpPr>
                      <p:cNvPr id="266" name="Group 265">
                        <a:extLst>
                          <a:ext uri="{FF2B5EF4-FFF2-40B4-BE49-F238E27FC236}">
                            <a16:creationId xmlns:a16="http://schemas.microsoft.com/office/drawing/2014/main" id="{2787BC15-B479-CF21-7757-4CBB886A24A5}"/>
                          </a:ext>
                        </a:extLst>
                      </p:cNvPr>
                      <p:cNvGrpSpPr/>
                      <p:nvPr/>
                    </p:nvGrpSpPr>
                    <p:grpSpPr>
                      <a:xfrm>
                        <a:off x="2970212" y="4724400"/>
                        <a:ext cx="1463040" cy="731520"/>
                        <a:chOff x="2970212" y="4724400"/>
                        <a:chExt cx="1463040" cy="731520"/>
                      </a:xfrm>
                    </p:grpSpPr>
                    <p:grpSp>
                      <p:nvGrpSpPr>
                        <p:cNvPr id="280" name="Group 279">
                          <a:extLst>
                            <a:ext uri="{FF2B5EF4-FFF2-40B4-BE49-F238E27FC236}">
                              <a16:creationId xmlns:a16="http://schemas.microsoft.com/office/drawing/2014/main" id="{876C5508-5B98-848C-CDF0-F370F117916D}"/>
                            </a:ext>
                          </a:extLst>
                        </p:cNvPr>
                        <p:cNvGrpSpPr/>
                        <p:nvPr/>
                      </p:nvGrpSpPr>
                      <p:grpSpPr>
                        <a:xfrm>
                          <a:off x="2970212" y="4724400"/>
                          <a:ext cx="731520" cy="731520"/>
                          <a:chOff x="2970212" y="4724400"/>
                          <a:chExt cx="731520" cy="731520"/>
                        </a:xfrm>
                      </p:grpSpPr>
                      <p:grpSp>
                        <p:nvGrpSpPr>
                          <p:cNvPr id="287" name="Group 286">
                            <a:extLst>
                              <a:ext uri="{FF2B5EF4-FFF2-40B4-BE49-F238E27FC236}">
                                <a16:creationId xmlns:a16="http://schemas.microsoft.com/office/drawing/2014/main" id="{07144071-E423-9C4E-9470-4C6BD293EB40}"/>
                              </a:ext>
                            </a:extLst>
                          </p:cNvPr>
                          <p:cNvGrpSpPr/>
                          <p:nvPr/>
                        </p:nvGrpSpPr>
                        <p:grpSpPr>
                          <a:xfrm>
                            <a:off x="2970212" y="4724400"/>
                            <a:ext cx="731520" cy="365760"/>
                            <a:chOff x="2970212" y="4724400"/>
                            <a:chExt cx="731520" cy="365760"/>
                          </a:xfrm>
                        </p:grpSpPr>
                        <p:sp>
                          <p:nvSpPr>
                            <p:cNvPr id="290" name="Rectangle 289">
                              <a:extLst>
                                <a:ext uri="{FF2B5EF4-FFF2-40B4-BE49-F238E27FC236}">
                                  <a16:creationId xmlns:a16="http://schemas.microsoft.com/office/drawing/2014/main" id="{B010B432-2113-B26F-24B6-7208657D33C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91" name="Rectangle 290">
                              <a:extLst>
                                <a:ext uri="{FF2B5EF4-FFF2-40B4-BE49-F238E27FC236}">
                                  <a16:creationId xmlns:a16="http://schemas.microsoft.com/office/drawing/2014/main" id="{E19D5EA8-43A0-79E1-D937-EA62E5322CA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88" name="Rectangle 287">
                            <a:extLst>
                              <a:ext uri="{FF2B5EF4-FFF2-40B4-BE49-F238E27FC236}">
                                <a16:creationId xmlns:a16="http://schemas.microsoft.com/office/drawing/2014/main" id="{A5058DF3-5E54-4859-1A63-7872E210CC1C}"/>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9" name="Rectangle 288">
                            <a:extLst>
                              <a:ext uri="{FF2B5EF4-FFF2-40B4-BE49-F238E27FC236}">
                                <a16:creationId xmlns:a16="http://schemas.microsoft.com/office/drawing/2014/main" id="{8565FE7E-7DC7-5AF4-DEFA-07F709EDB6E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81" name="Group 280">
                          <a:extLst>
                            <a:ext uri="{FF2B5EF4-FFF2-40B4-BE49-F238E27FC236}">
                              <a16:creationId xmlns:a16="http://schemas.microsoft.com/office/drawing/2014/main" id="{49C2ED1B-3F1F-4C1E-C7E7-31CD0D519B1F}"/>
                            </a:ext>
                          </a:extLst>
                        </p:cNvPr>
                        <p:cNvGrpSpPr/>
                        <p:nvPr/>
                      </p:nvGrpSpPr>
                      <p:grpSpPr>
                        <a:xfrm>
                          <a:off x="3701732" y="4724400"/>
                          <a:ext cx="731520" cy="731520"/>
                          <a:chOff x="2970212" y="4724400"/>
                          <a:chExt cx="731520" cy="731520"/>
                        </a:xfrm>
                      </p:grpSpPr>
                      <p:grpSp>
                        <p:nvGrpSpPr>
                          <p:cNvPr id="282" name="Group 281">
                            <a:extLst>
                              <a:ext uri="{FF2B5EF4-FFF2-40B4-BE49-F238E27FC236}">
                                <a16:creationId xmlns:a16="http://schemas.microsoft.com/office/drawing/2014/main" id="{2978EB4B-0DC1-7DBD-F1A0-1547A4D4F64B}"/>
                              </a:ext>
                            </a:extLst>
                          </p:cNvPr>
                          <p:cNvGrpSpPr/>
                          <p:nvPr/>
                        </p:nvGrpSpPr>
                        <p:grpSpPr>
                          <a:xfrm>
                            <a:off x="2970212" y="4724400"/>
                            <a:ext cx="731520" cy="365760"/>
                            <a:chOff x="2970212" y="4724400"/>
                            <a:chExt cx="731520" cy="365760"/>
                          </a:xfrm>
                        </p:grpSpPr>
                        <p:sp>
                          <p:nvSpPr>
                            <p:cNvPr id="285" name="Rectangle 284">
                              <a:extLst>
                                <a:ext uri="{FF2B5EF4-FFF2-40B4-BE49-F238E27FC236}">
                                  <a16:creationId xmlns:a16="http://schemas.microsoft.com/office/drawing/2014/main" id="{FAFC5B12-716C-477A-36AC-ADB5F86E879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6" name="Rectangle 285">
                              <a:extLst>
                                <a:ext uri="{FF2B5EF4-FFF2-40B4-BE49-F238E27FC236}">
                                  <a16:creationId xmlns:a16="http://schemas.microsoft.com/office/drawing/2014/main" id="{E7B48678-0225-5359-AA4A-B137C846BBC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83" name="Rectangle 282">
                            <a:extLst>
                              <a:ext uri="{FF2B5EF4-FFF2-40B4-BE49-F238E27FC236}">
                                <a16:creationId xmlns:a16="http://schemas.microsoft.com/office/drawing/2014/main" id="{BD8B3835-0D6A-1174-47EE-AFEA62BA53E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4" name="Rectangle 283">
                            <a:extLst>
                              <a:ext uri="{FF2B5EF4-FFF2-40B4-BE49-F238E27FC236}">
                                <a16:creationId xmlns:a16="http://schemas.microsoft.com/office/drawing/2014/main" id="{EFEB1AE6-BE0E-A801-5A18-467AD824F5D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67" name="Group 266">
                        <a:extLst>
                          <a:ext uri="{FF2B5EF4-FFF2-40B4-BE49-F238E27FC236}">
                            <a16:creationId xmlns:a16="http://schemas.microsoft.com/office/drawing/2014/main" id="{071986B0-447A-921E-557A-6CCA97D14542}"/>
                          </a:ext>
                        </a:extLst>
                      </p:cNvPr>
                      <p:cNvGrpSpPr/>
                      <p:nvPr/>
                    </p:nvGrpSpPr>
                    <p:grpSpPr>
                      <a:xfrm>
                        <a:off x="2970212" y="5455920"/>
                        <a:ext cx="1463040" cy="731520"/>
                        <a:chOff x="2970212" y="4724400"/>
                        <a:chExt cx="1463040" cy="731520"/>
                      </a:xfrm>
                    </p:grpSpPr>
                    <p:grpSp>
                      <p:nvGrpSpPr>
                        <p:cNvPr id="268" name="Group 267">
                          <a:extLst>
                            <a:ext uri="{FF2B5EF4-FFF2-40B4-BE49-F238E27FC236}">
                              <a16:creationId xmlns:a16="http://schemas.microsoft.com/office/drawing/2014/main" id="{EFB211DF-2A08-6CB9-C86F-6F2DCEDB4685}"/>
                            </a:ext>
                          </a:extLst>
                        </p:cNvPr>
                        <p:cNvGrpSpPr/>
                        <p:nvPr/>
                      </p:nvGrpSpPr>
                      <p:grpSpPr>
                        <a:xfrm>
                          <a:off x="2970212" y="4724400"/>
                          <a:ext cx="731520" cy="731520"/>
                          <a:chOff x="2970212" y="4724400"/>
                          <a:chExt cx="731520" cy="731520"/>
                        </a:xfrm>
                      </p:grpSpPr>
                      <p:grpSp>
                        <p:nvGrpSpPr>
                          <p:cNvPr id="275" name="Group 274">
                            <a:extLst>
                              <a:ext uri="{FF2B5EF4-FFF2-40B4-BE49-F238E27FC236}">
                                <a16:creationId xmlns:a16="http://schemas.microsoft.com/office/drawing/2014/main" id="{A85EE5F4-E22E-E8F8-EF12-5F8315CF9889}"/>
                              </a:ext>
                            </a:extLst>
                          </p:cNvPr>
                          <p:cNvGrpSpPr/>
                          <p:nvPr/>
                        </p:nvGrpSpPr>
                        <p:grpSpPr>
                          <a:xfrm>
                            <a:off x="2970212" y="4724400"/>
                            <a:ext cx="731520" cy="365760"/>
                            <a:chOff x="2970212" y="4724400"/>
                            <a:chExt cx="731520" cy="365760"/>
                          </a:xfrm>
                        </p:grpSpPr>
                        <p:sp>
                          <p:nvSpPr>
                            <p:cNvPr id="278" name="Rectangle 277">
                              <a:extLst>
                                <a:ext uri="{FF2B5EF4-FFF2-40B4-BE49-F238E27FC236}">
                                  <a16:creationId xmlns:a16="http://schemas.microsoft.com/office/drawing/2014/main" id="{6C611188-8953-97A4-ED6F-178BB5FA7E07}"/>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9" name="Rectangle 278">
                              <a:extLst>
                                <a:ext uri="{FF2B5EF4-FFF2-40B4-BE49-F238E27FC236}">
                                  <a16:creationId xmlns:a16="http://schemas.microsoft.com/office/drawing/2014/main" id="{F5A46E83-135B-D62B-2B16-C122280AB6C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76" name="Rectangle 275">
                            <a:extLst>
                              <a:ext uri="{FF2B5EF4-FFF2-40B4-BE49-F238E27FC236}">
                                <a16:creationId xmlns:a16="http://schemas.microsoft.com/office/drawing/2014/main" id="{19B23F0B-B8D1-B662-D1C4-69672FBE502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7" name="Rectangle 276">
                            <a:extLst>
                              <a:ext uri="{FF2B5EF4-FFF2-40B4-BE49-F238E27FC236}">
                                <a16:creationId xmlns:a16="http://schemas.microsoft.com/office/drawing/2014/main" id="{2A5A7DDF-F545-16FB-C728-A746B195758B}"/>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69" name="Group 268">
                          <a:extLst>
                            <a:ext uri="{FF2B5EF4-FFF2-40B4-BE49-F238E27FC236}">
                              <a16:creationId xmlns:a16="http://schemas.microsoft.com/office/drawing/2014/main" id="{588BE228-6797-A1E0-A456-B24B6C4BD76D}"/>
                            </a:ext>
                          </a:extLst>
                        </p:cNvPr>
                        <p:cNvGrpSpPr/>
                        <p:nvPr/>
                      </p:nvGrpSpPr>
                      <p:grpSpPr>
                        <a:xfrm>
                          <a:off x="3701732" y="4724400"/>
                          <a:ext cx="731520" cy="731520"/>
                          <a:chOff x="2970212" y="4724400"/>
                          <a:chExt cx="731520" cy="731520"/>
                        </a:xfrm>
                      </p:grpSpPr>
                      <p:grpSp>
                        <p:nvGrpSpPr>
                          <p:cNvPr id="270" name="Group 269">
                            <a:extLst>
                              <a:ext uri="{FF2B5EF4-FFF2-40B4-BE49-F238E27FC236}">
                                <a16:creationId xmlns:a16="http://schemas.microsoft.com/office/drawing/2014/main" id="{78054DE0-5E3B-8153-258D-6ED6DE5EE80E}"/>
                              </a:ext>
                            </a:extLst>
                          </p:cNvPr>
                          <p:cNvGrpSpPr/>
                          <p:nvPr/>
                        </p:nvGrpSpPr>
                        <p:grpSpPr>
                          <a:xfrm>
                            <a:off x="2970212" y="4724400"/>
                            <a:ext cx="731520" cy="365760"/>
                            <a:chOff x="2970212" y="4724400"/>
                            <a:chExt cx="731520" cy="365760"/>
                          </a:xfrm>
                        </p:grpSpPr>
                        <p:sp>
                          <p:nvSpPr>
                            <p:cNvPr id="273" name="Rectangle 272">
                              <a:extLst>
                                <a:ext uri="{FF2B5EF4-FFF2-40B4-BE49-F238E27FC236}">
                                  <a16:creationId xmlns:a16="http://schemas.microsoft.com/office/drawing/2014/main" id="{8B63F195-FC93-799F-4E9C-666188BF1DB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4" name="Rectangle 273">
                              <a:extLst>
                                <a:ext uri="{FF2B5EF4-FFF2-40B4-BE49-F238E27FC236}">
                                  <a16:creationId xmlns:a16="http://schemas.microsoft.com/office/drawing/2014/main" id="{34280049-4FA0-A093-3E18-56589B332D1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71" name="Rectangle 270">
                            <a:extLst>
                              <a:ext uri="{FF2B5EF4-FFF2-40B4-BE49-F238E27FC236}">
                                <a16:creationId xmlns:a16="http://schemas.microsoft.com/office/drawing/2014/main" id="{31788E8B-0114-0C7B-6F3F-067CCFD242D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2" name="Rectangle 271">
                            <a:extLst>
                              <a:ext uri="{FF2B5EF4-FFF2-40B4-BE49-F238E27FC236}">
                                <a16:creationId xmlns:a16="http://schemas.microsoft.com/office/drawing/2014/main" id="{B6C959A2-ABE6-8432-B404-7622E173C18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239" name="Group 238">
                      <a:extLst>
                        <a:ext uri="{FF2B5EF4-FFF2-40B4-BE49-F238E27FC236}">
                          <a16:creationId xmlns:a16="http://schemas.microsoft.com/office/drawing/2014/main" id="{B3D34467-F1B7-985F-034E-1992C3D0F268}"/>
                        </a:ext>
                      </a:extLst>
                    </p:cNvPr>
                    <p:cNvGrpSpPr/>
                    <p:nvPr/>
                  </p:nvGrpSpPr>
                  <p:grpSpPr>
                    <a:xfrm>
                      <a:off x="4433252" y="4724400"/>
                      <a:ext cx="1463040" cy="1463040"/>
                      <a:chOff x="2970212" y="4724400"/>
                      <a:chExt cx="1463040" cy="1463040"/>
                    </a:xfrm>
                  </p:grpSpPr>
                  <p:grpSp>
                    <p:nvGrpSpPr>
                      <p:cNvPr id="240" name="Group 239">
                        <a:extLst>
                          <a:ext uri="{FF2B5EF4-FFF2-40B4-BE49-F238E27FC236}">
                            <a16:creationId xmlns:a16="http://schemas.microsoft.com/office/drawing/2014/main" id="{5E87856B-EC4C-4781-5205-4DE446506F41}"/>
                          </a:ext>
                        </a:extLst>
                      </p:cNvPr>
                      <p:cNvGrpSpPr/>
                      <p:nvPr/>
                    </p:nvGrpSpPr>
                    <p:grpSpPr>
                      <a:xfrm>
                        <a:off x="2970212" y="4724400"/>
                        <a:ext cx="1463040" cy="731520"/>
                        <a:chOff x="2970212" y="4724400"/>
                        <a:chExt cx="1463040" cy="731520"/>
                      </a:xfrm>
                    </p:grpSpPr>
                    <p:grpSp>
                      <p:nvGrpSpPr>
                        <p:cNvPr id="254" name="Group 253">
                          <a:extLst>
                            <a:ext uri="{FF2B5EF4-FFF2-40B4-BE49-F238E27FC236}">
                              <a16:creationId xmlns:a16="http://schemas.microsoft.com/office/drawing/2014/main" id="{2587CCBD-7E3A-042B-1109-9E3186989C92}"/>
                            </a:ext>
                          </a:extLst>
                        </p:cNvPr>
                        <p:cNvGrpSpPr/>
                        <p:nvPr/>
                      </p:nvGrpSpPr>
                      <p:grpSpPr>
                        <a:xfrm>
                          <a:off x="2970212" y="4724400"/>
                          <a:ext cx="731520" cy="731520"/>
                          <a:chOff x="2970212" y="4724400"/>
                          <a:chExt cx="731520" cy="731520"/>
                        </a:xfrm>
                      </p:grpSpPr>
                      <p:grpSp>
                        <p:nvGrpSpPr>
                          <p:cNvPr id="261" name="Group 260">
                            <a:extLst>
                              <a:ext uri="{FF2B5EF4-FFF2-40B4-BE49-F238E27FC236}">
                                <a16:creationId xmlns:a16="http://schemas.microsoft.com/office/drawing/2014/main" id="{CBBA38B7-68D9-19A7-4CA7-9A09F38A8015}"/>
                              </a:ext>
                            </a:extLst>
                          </p:cNvPr>
                          <p:cNvGrpSpPr/>
                          <p:nvPr/>
                        </p:nvGrpSpPr>
                        <p:grpSpPr>
                          <a:xfrm>
                            <a:off x="2970212" y="4724400"/>
                            <a:ext cx="731520" cy="365760"/>
                            <a:chOff x="2970212" y="4724400"/>
                            <a:chExt cx="731520" cy="365760"/>
                          </a:xfrm>
                        </p:grpSpPr>
                        <p:sp>
                          <p:nvSpPr>
                            <p:cNvPr id="264" name="Rectangle 263">
                              <a:extLst>
                                <a:ext uri="{FF2B5EF4-FFF2-40B4-BE49-F238E27FC236}">
                                  <a16:creationId xmlns:a16="http://schemas.microsoft.com/office/drawing/2014/main" id="{264446B1-6D98-F141-7F43-56954B2B053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5" name="Rectangle 264">
                              <a:extLst>
                                <a:ext uri="{FF2B5EF4-FFF2-40B4-BE49-F238E27FC236}">
                                  <a16:creationId xmlns:a16="http://schemas.microsoft.com/office/drawing/2014/main" id="{B4D1F769-4F9C-E829-0648-D371699F6B9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62" name="Rectangle 261">
                            <a:extLst>
                              <a:ext uri="{FF2B5EF4-FFF2-40B4-BE49-F238E27FC236}">
                                <a16:creationId xmlns:a16="http://schemas.microsoft.com/office/drawing/2014/main" id="{DB1FB918-DE23-E60E-8F80-FC468EDC14A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3" name="Rectangle 262">
                            <a:extLst>
                              <a:ext uri="{FF2B5EF4-FFF2-40B4-BE49-F238E27FC236}">
                                <a16:creationId xmlns:a16="http://schemas.microsoft.com/office/drawing/2014/main" id="{8E7ADF55-AA35-5432-2576-C5030A649C1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55" name="Group 254">
                          <a:extLst>
                            <a:ext uri="{FF2B5EF4-FFF2-40B4-BE49-F238E27FC236}">
                              <a16:creationId xmlns:a16="http://schemas.microsoft.com/office/drawing/2014/main" id="{C8755F6E-1C89-C9EA-E55A-435864B688A1}"/>
                            </a:ext>
                          </a:extLst>
                        </p:cNvPr>
                        <p:cNvGrpSpPr/>
                        <p:nvPr/>
                      </p:nvGrpSpPr>
                      <p:grpSpPr>
                        <a:xfrm>
                          <a:off x="3701732" y="4724400"/>
                          <a:ext cx="731520" cy="731520"/>
                          <a:chOff x="2970212" y="4724400"/>
                          <a:chExt cx="731520" cy="731520"/>
                        </a:xfrm>
                      </p:grpSpPr>
                      <p:grpSp>
                        <p:nvGrpSpPr>
                          <p:cNvPr id="256" name="Group 255">
                            <a:extLst>
                              <a:ext uri="{FF2B5EF4-FFF2-40B4-BE49-F238E27FC236}">
                                <a16:creationId xmlns:a16="http://schemas.microsoft.com/office/drawing/2014/main" id="{8A86C341-AE0C-5902-E7B9-39E4850134E8}"/>
                              </a:ext>
                            </a:extLst>
                          </p:cNvPr>
                          <p:cNvGrpSpPr/>
                          <p:nvPr/>
                        </p:nvGrpSpPr>
                        <p:grpSpPr>
                          <a:xfrm>
                            <a:off x="2970212" y="4724400"/>
                            <a:ext cx="731520" cy="365760"/>
                            <a:chOff x="2970212" y="4724400"/>
                            <a:chExt cx="731520" cy="365760"/>
                          </a:xfrm>
                        </p:grpSpPr>
                        <p:sp>
                          <p:nvSpPr>
                            <p:cNvPr id="259" name="Rectangle 258">
                              <a:extLst>
                                <a:ext uri="{FF2B5EF4-FFF2-40B4-BE49-F238E27FC236}">
                                  <a16:creationId xmlns:a16="http://schemas.microsoft.com/office/drawing/2014/main" id="{FA21437E-DDA2-F45F-072A-5FD0E6D35B09}"/>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0" name="Rectangle 259">
                              <a:extLst>
                                <a:ext uri="{FF2B5EF4-FFF2-40B4-BE49-F238E27FC236}">
                                  <a16:creationId xmlns:a16="http://schemas.microsoft.com/office/drawing/2014/main" id="{FCDD2D23-B866-0163-ABE1-503089837F87}"/>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57" name="Rectangle 256">
                            <a:extLst>
                              <a:ext uri="{FF2B5EF4-FFF2-40B4-BE49-F238E27FC236}">
                                <a16:creationId xmlns:a16="http://schemas.microsoft.com/office/drawing/2014/main" id="{023012C2-AB95-0B97-A2A9-12C9A91CC68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8" name="Rectangle 257">
                            <a:extLst>
                              <a:ext uri="{FF2B5EF4-FFF2-40B4-BE49-F238E27FC236}">
                                <a16:creationId xmlns:a16="http://schemas.microsoft.com/office/drawing/2014/main" id="{F34BFE23-5358-5F1E-5B8D-38AC7CA7800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41" name="Group 240">
                        <a:extLst>
                          <a:ext uri="{FF2B5EF4-FFF2-40B4-BE49-F238E27FC236}">
                            <a16:creationId xmlns:a16="http://schemas.microsoft.com/office/drawing/2014/main" id="{79CB21ED-3D2B-116E-BA79-56BF88E306AF}"/>
                          </a:ext>
                        </a:extLst>
                      </p:cNvPr>
                      <p:cNvGrpSpPr/>
                      <p:nvPr/>
                    </p:nvGrpSpPr>
                    <p:grpSpPr>
                      <a:xfrm>
                        <a:off x="2970212" y="5455920"/>
                        <a:ext cx="1463040" cy="731520"/>
                        <a:chOff x="2970212" y="4724400"/>
                        <a:chExt cx="1463040" cy="731520"/>
                      </a:xfrm>
                    </p:grpSpPr>
                    <p:grpSp>
                      <p:nvGrpSpPr>
                        <p:cNvPr id="242" name="Group 241">
                          <a:extLst>
                            <a:ext uri="{FF2B5EF4-FFF2-40B4-BE49-F238E27FC236}">
                              <a16:creationId xmlns:a16="http://schemas.microsoft.com/office/drawing/2014/main" id="{8652529F-CAC1-1CBE-0797-BD3366C518E3}"/>
                            </a:ext>
                          </a:extLst>
                        </p:cNvPr>
                        <p:cNvGrpSpPr/>
                        <p:nvPr/>
                      </p:nvGrpSpPr>
                      <p:grpSpPr>
                        <a:xfrm>
                          <a:off x="2970212" y="4724400"/>
                          <a:ext cx="731520" cy="731520"/>
                          <a:chOff x="2970212" y="4724400"/>
                          <a:chExt cx="731520" cy="731520"/>
                        </a:xfrm>
                      </p:grpSpPr>
                      <p:grpSp>
                        <p:nvGrpSpPr>
                          <p:cNvPr id="249" name="Group 248">
                            <a:extLst>
                              <a:ext uri="{FF2B5EF4-FFF2-40B4-BE49-F238E27FC236}">
                                <a16:creationId xmlns:a16="http://schemas.microsoft.com/office/drawing/2014/main" id="{8582BD87-C3B3-4A0F-8BDC-FA0EF67D0CDB}"/>
                              </a:ext>
                            </a:extLst>
                          </p:cNvPr>
                          <p:cNvGrpSpPr/>
                          <p:nvPr/>
                        </p:nvGrpSpPr>
                        <p:grpSpPr>
                          <a:xfrm>
                            <a:off x="2970212" y="4724400"/>
                            <a:ext cx="731520" cy="365760"/>
                            <a:chOff x="2970212" y="4724400"/>
                            <a:chExt cx="731520" cy="365760"/>
                          </a:xfrm>
                        </p:grpSpPr>
                        <p:sp>
                          <p:nvSpPr>
                            <p:cNvPr id="252" name="Rectangle 251">
                              <a:extLst>
                                <a:ext uri="{FF2B5EF4-FFF2-40B4-BE49-F238E27FC236}">
                                  <a16:creationId xmlns:a16="http://schemas.microsoft.com/office/drawing/2014/main" id="{AF5C351D-5C0B-7366-6F34-6DE343D6851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3" name="Rectangle 252">
                              <a:extLst>
                                <a:ext uri="{FF2B5EF4-FFF2-40B4-BE49-F238E27FC236}">
                                  <a16:creationId xmlns:a16="http://schemas.microsoft.com/office/drawing/2014/main" id="{10122B2F-5E40-32E1-D434-AFE4D68650B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50" name="Rectangle 249">
                            <a:extLst>
                              <a:ext uri="{FF2B5EF4-FFF2-40B4-BE49-F238E27FC236}">
                                <a16:creationId xmlns:a16="http://schemas.microsoft.com/office/drawing/2014/main" id="{D073A017-3A2F-28A8-4FCD-D2CF2341C32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1" name="Rectangle 250">
                            <a:extLst>
                              <a:ext uri="{FF2B5EF4-FFF2-40B4-BE49-F238E27FC236}">
                                <a16:creationId xmlns:a16="http://schemas.microsoft.com/office/drawing/2014/main" id="{4BFB7C9F-3F8B-359D-8FE3-FED6F53A1E7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43" name="Group 242">
                          <a:extLst>
                            <a:ext uri="{FF2B5EF4-FFF2-40B4-BE49-F238E27FC236}">
                              <a16:creationId xmlns:a16="http://schemas.microsoft.com/office/drawing/2014/main" id="{8EA054F7-FBB2-7B72-FC80-92E5A2E04E55}"/>
                            </a:ext>
                          </a:extLst>
                        </p:cNvPr>
                        <p:cNvGrpSpPr/>
                        <p:nvPr/>
                      </p:nvGrpSpPr>
                      <p:grpSpPr>
                        <a:xfrm>
                          <a:off x="3701732" y="4724400"/>
                          <a:ext cx="731520" cy="731520"/>
                          <a:chOff x="2970212" y="4724400"/>
                          <a:chExt cx="731520" cy="731520"/>
                        </a:xfrm>
                      </p:grpSpPr>
                      <p:grpSp>
                        <p:nvGrpSpPr>
                          <p:cNvPr id="244" name="Group 243">
                            <a:extLst>
                              <a:ext uri="{FF2B5EF4-FFF2-40B4-BE49-F238E27FC236}">
                                <a16:creationId xmlns:a16="http://schemas.microsoft.com/office/drawing/2014/main" id="{FEA67C01-F60F-F1C9-ABAF-495746A53636}"/>
                              </a:ext>
                            </a:extLst>
                          </p:cNvPr>
                          <p:cNvGrpSpPr/>
                          <p:nvPr/>
                        </p:nvGrpSpPr>
                        <p:grpSpPr>
                          <a:xfrm>
                            <a:off x="2970212" y="4724400"/>
                            <a:ext cx="731520" cy="365760"/>
                            <a:chOff x="2970212" y="4724400"/>
                            <a:chExt cx="731520" cy="365760"/>
                          </a:xfrm>
                        </p:grpSpPr>
                        <p:sp>
                          <p:nvSpPr>
                            <p:cNvPr id="247" name="Rectangle 246">
                              <a:extLst>
                                <a:ext uri="{FF2B5EF4-FFF2-40B4-BE49-F238E27FC236}">
                                  <a16:creationId xmlns:a16="http://schemas.microsoft.com/office/drawing/2014/main" id="{2BF4B444-D457-6117-CCCD-FA1277B3AEC1}"/>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48" name="Rectangle 247">
                              <a:extLst>
                                <a:ext uri="{FF2B5EF4-FFF2-40B4-BE49-F238E27FC236}">
                                  <a16:creationId xmlns:a16="http://schemas.microsoft.com/office/drawing/2014/main" id="{119EB92C-3BC8-071A-F148-B82ECA1B755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45" name="Rectangle 244">
                            <a:extLst>
                              <a:ext uri="{FF2B5EF4-FFF2-40B4-BE49-F238E27FC236}">
                                <a16:creationId xmlns:a16="http://schemas.microsoft.com/office/drawing/2014/main" id="{BCBADC26-9D47-0A93-CA59-9FEF5F5BF10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46" name="Rectangle 245">
                            <a:extLst>
                              <a:ext uri="{FF2B5EF4-FFF2-40B4-BE49-F238E27FC236}">
                                <a16:creationId xmlns:a16="http://schemas.microsoft.com/office/drawing/2014/main" id="{E2612721-7B41-CB38-C157-F01E3420D10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183" name="Group 182">
                    <a:extLst>
                      <a:ext uri="{FF2B5EF4-FFF2-40B4-BE49-F238E27FC236}">
                        <a16:creationId xmlns:a16="http://schemas.microsoft.com/office/drawing/2014/main" id="{53397187-12D2-E839-0DCD-8DE5AA7EE8FC}"/>
                      </a:ext>
                    </a:extLst>
                  </p:cNvPr>
                  <p:cNvGrpSpPr/>
                  <p:nvPr/>
                </p:nvGrpSpPr>
                <p:grpSpPr>
                  <a:xfrm>
                    <a:off x="2132012" y="4587240"/>
                    <a:ext cx="2926080" cy="1463040"/>
                    <a:chOff x="2970212" y="4724400"/>
                    <a:chExt cx="2926080" cy="1463040"/>
                  </a:xfrm>
                </p:grpSpPr>
                <p:grpSp>
                  <p:nvGrpSpPr>
                    <p:cNvPr id="184" name="Group 183">
                      <a:extLst>
                        <a:ext uri="{FF2B5EF4-FFF2-40B4-BE49-F238E27FC236}">
                          <a16:creationId xmlns:a16="http://schemas.microsoft.com/office/drawing/2014/main" id="{D9783632-CE2F-9CFB-5302-316C089447DA}"/>
                        </a:ext>
                      </a:extLst>
                    </p:cNvPr>
                    <p:cNvGrpSpPr/>
                    <p:nvPr/>
                  </p:nvGrpSpPr>
                  <p:grpSpPr>
                    <a:xfrm>
                      <a:off x="2970212" y="4724400"/>
                      <a:ext cx="1463040" cy="1463040"/>
                      <a:chOff x="2970212" y="4724400"/>
                      <a:chExt cx="1463040" cy="1463040"/>
                    </a:xfrm>
                  </p:grpSpPr>
                  <p:grpSp>
                    <p:nvGrpSpPr>
                      <p:cNvPr id="212" name="Group 211">
                        <a:extLst>
                          <a:ext uri="{FF2B5EF4-FFF2-40B4-BE49-F238E27FC236}">
                            <a16:creationId xmlns:a16="http://schemas.microsoft.com/office/drawing/2014/main" id="{88F3AB9A-D1BA-9EFB-3EC2-AD6424327E57}"/>
                          </a:ext>
                        </a:extLst>
                      </p:cNvPr>
                      <p:cNvGrpSpPr/>
                      <p:nvPr/>
                    </p:nvGrpSpPr>
                    <p:grpSpPr>
                      <a:xfrm>
                        <a:off x="2970212" y="4724400"/>
                        <a:ext cx="1463040" cy="731520"/>
                        <a:chOff x="2970212" y="4724400"/>
                        <a:chExt cx="1463040" cy="731520"/>
                      </a:xfrm>
                    </p:grpSpPr>
                    <p:grpSp>
                      <p:nvGrpSpPr>
                        <p:cNvPr id="226" name="Group 225">
                          <a:extLst>
                            <a:ext uri="{FF2B5EF4-FFF2-40B4-BE49-F238E27FC236}">
                              <a16:creationId xmlns:a16="http://schemas.microsoft.com/office/drawing/2014/main" id="{C5CE6062-4693-19CA-850B-68013B9FED14}"/>
                            </a:ext>
                          </a:extLst>
                        </p:cNvPr>
                        <p:cNvGrpSpPr/>
                        <p:nvPr/>
                      </p:nvGrpSpPr>
                      <p:grpSpPr>
                        <a:xfrm>
                          <a:off x="2970212" y="4724400"/>
                          <a:ext cx="731520" cy="731520"/>
                          <a:chOff x="2970212" y="4724400"/>
                          <a:chExt cx="731520" cy="731520"/>
                        </a:xfrm>
                      </p:grpSpPr>
                      <p:grpSp>
                        <p:nvGrpSpPr>
                          <p:cNvPr id="233" name="Group 232">
                            <a:extLst>
                              <a:ext uri="{FF2B5EF4-FFF2-40B4-BE49-F238E27FC236}">
                                <a16:creationId xmlns:a16="http://schemas.microsoft.com/office/drawing/2014/main" id="{6FB93103-0740-5159-5CA2-33FEA2B7CE5D}"/>
                              </a:ext>
                            </a:extLst>
                          </p:cNvPr>
                          <p:cNvGrpSpPr/>
                          <p:nvPr/>
                        </p:nvGrpSpPr>
                        <p:grpSpPr>
                          <a:xfrm>
                            <a:off x="2970212" y="4724400"/>
                            <a:ext cx="731520" cy="365760"/>
                            <a:chOff x="2970212" y="4724400"/>
                            <a:chExt cx="731520" cy="365760"/>
                          </a:xfrm>
                        </p:grpSpPr>
                        <p:sp>
                          <p:nvSpPr>
                            <p:cNvPr id="236" name="Rectangle 235">
                              <a:extLst>
                                <a:ext uri="{FF2B5EF4-FFF2-40B4-BE49-F238E27FC236}">
                                  <a16:creationId xmlns:a16="http://schemas.microsoft.com/office/drawing/2014/main" id="{9B23085A-5D9D-43F4-A871-33929DA9143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7" name="Rectangle 236">
                              <a:extLst>
                                <a:ext uri="{FF2B5EF4-FFF2-40B4-BE49-F238E27FC236}">
                                  <a16:creationId xmlns:a16="http://schemas.microsoft.com/office/drawing/2014/main" id="{3C569825-E9AF-BD58-22F9-B3376D0FCE2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34" name="Rectangle 233">
                            <a:extLst>
                              <a:ext uri="{FF2B5EF4-FFF2-40B4-BE49-F238E27FC236}">
                                <a16:creationId xmlns:a16="http://schemas.microsoft.com/office/drawing/2014/main" id="{32DD5094-1839-7863-90A6-5C54DAFCAF0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5" name="Rectangle 234">
                            <a:extLst>
                              <a:ext uri="{FF2B5EF4-FFF2-40B4-BE49-F238E27FC236}">
                                <a16:creationId xmlns:a16="http://schemas.microsoft.com/office/drawing/2014/main" id="{667A3AD8-919C-5DCC-6995-CF00B088D7A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27" name="Group 226">
                          <a:extLst>
                            <a:ext uri="{FF2B5EF4-FFF2-40B4-BE49-F238E27FC236}">
                              <a16:creationId xmlns:a16="http://schemas.microsoft.com/office/drawing/2014/main" id="{6310A9CE-891B-A044-D7FB-4A05CC1DE5BB}"/>
                            </a:ext>
                          </a:extLst>
                        </p:cNvPr>
                        <p:cNvGrpSpPr/>
                        <p:nvPr/>
                      </p:nvGrpSpPr>
                      <p:grpSpPr>
                        <a:xfrm>
                          <a:off x="3701732" y="4724400"/>
                          <a:ext cx="731520" cy="731520"/>
                          <a:chOff x="2970212" y="4724400"/>
                          <a:chExt cx="731520" cy="731520"/>
                        </a:xfrm>
                      </p:grpSpPr>
                      <p:grpSp>
                        <p:nvGrpSpPr>
                          <p:cNvPr id="228" name="Group 227">
                            <a:extLst>
                              <a:ext uri="{FF2B5EF4-FFF2-40B4-BE49-F238E27FC236}">
                                <a16:creationId xmlns:a16="http://schemas.microsoft.com/office/drawing/2014/main" id="{8D14F848-A6F6-A13B-559B-44C868AA023B}"/>
                              </a:ext>
                            </a:extLst>
                          </p:cNvPr>
                          <p:cNvGrpSpPr/>
                          <p:nvPr/>
                        </p:nvGrpSpPr>
                        <p:grpSpPr>
                          <a:xfrm>
                            <a:off x="2970212" y="4724400"/>
                            <a:ext cx="731520" cy="365760"/>
                            <a:chOff x="2970212" y="4724400"/>
                            <a:chExt cx="731520" cy="365760"/>
                          </a:xfrm>
                        </p:grpSpPr>
                        <p:sp>
                          <p:nvSpPr>
                            <p:cNvPr id="231" name="Rectangle 230">
                              <a:extLst>
                                <a:ext uri="{FF2B5EF4-FFF2-40B4-BE49-F238E27FC236}">
                                  <a16:creationId xmlns:a16="http://schemas.microsoft.com/office/drawing/2014/main" id="{33BBFF7B-9262-4C56-9DDC-E4F52DFAFE3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2" name="Rectangle 231">
                              <a:extLst>
                                <a:ext uri="{FF2B5EF4-FFF2-40B4-BE49-F238E27FC236}">
                                  <a16:creationId xmlns:a16="http://schemas.microsoft.com/office/drawing/2014/main" id="{CB191756-6C7E-3B3B-B768-A8358D54DB8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29" name="Rectangle 228">
                            <a:extLst>
                              <a:ext uri="{FF2B5EF4-FFF2-40B4-BE49-F238E27FC236}">
                                <a16:creationId xmlns:a16="http://schemas.microsoft.com/office/drawing/2014/main" id="{DAD1F42B-0A07-4FB6-3498-34AF0AD00A5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0" name="Rectangle 229">
                            <a:extLst>
                              <a:ext uri="{FF2B5EF4-FFF2-40B4-BE49-F238E27FC236}">
                                <a16:creationId xmlns:a16="http://schemas.microsoft.com/office/drawing/2014/main" id="{E6812FF4-3FCC-DCAC-1550-E31712AFA57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13" name="Group 212">
                        <a:extLst>
                          <a:ext uri="{FF2B5EF4-FFF2-40B4-BE49-F238E27FC236}">
                            <a16:creationId xmlns:a16="http://schemas.microsoft.com/office/drawing/2014/main" id="{98B1FC35-4864-03A9-8334-F027498F005A}"/>
                          </a:ext>
                        </a:extLst>
                      </p:cNvPr>
                      <p:cNvGrpSpPr/>
                      <p:nvPr/>
                    </p:nvGrpSpPr>
                    <p:grpSpPr>
                      <a:xfrm>
                        <a:off x="2970212" y="5455920"/>
                        <a:ext cx="1463040" cy="731520"/>
                        <a:chOff x="2970212" y="4724400"/>
                        <a:chExt cx="1463040" cy="731520"/>
                      </a:xfrm>
                    </p:grpSpPr>
                    <p:grpSp>
                      <p:nvGrpSpPr>
                        <p:cNvPr id="214" name="Group 213">
                          <a:extLst>
                            <a:ext uri="{FF2B5EF4-FFF2-40B4-BE49-F238E27FC236}">
                              <a16:creationId xmlns:a16="http://schemas.microsoft.com/office/drawing/2014/main" id="{E42E776E-00A3-3BFF-1E2F-F6AF972BAFC4}"/>
                            </a:ext>
                          </a:extLst>
                        </p:cNvPr>
                        <p:cNvGrpSpPr/>
                        <p:nvPr/>
                      </p:nvGrpSpPr>
                      <p:grpSpPr>
                        <a:xfrm>
                          <a:off x="2970212" y="4724400"/>
                          <a:ext cx="731520" cy="731520"/>
                          <a:chOff x="2970212" y="4724400"/>
                          <a:chExt cx="731520" cy="731520"/>
                        </a:xfrm>
                      </p:grpSpPr>
                      <p:grpSp>
                        <p:nvGrpSpPr>
                          <p:cNvPr id="221" name="Group 220">
                            <a:extLst>
                              <a:ext uri="{FF2B5EF4-FFF2-40B4-BE49-F238E27FC236}">
                                <a16:creationId xmlns:a16="http://schemas.microsoft.com/office/drawing/2014/main" id="{CAF35A9E-EB52-B741-69DE-89548F783E22}"/>
                              </a:ext>
                            </a:extLst>
                          </p:cNvPr>
                          <p:cNvGrpSpPr/>
                          <p:nvPr/>
                        </p:nvGrpSpPr>
                        <p:grpSpPr>
                          <a:xfrm>
                            <a:off x="2970212" y="4724400"/>
                            <a:ext cx="731520" cy="365760"/>
                            <a:chOff x="2970212" y="4724400"/>
                            <a:chExt cx="731520" cy="365760"/>
                          </a:xfrm>
                        </p:grpSpPr>
                        <p:sp>
                          <p:nvSpPr>
                            <p:cNvPr id="224" name="Rectangle 223">
                              <a:extLst>
                                <a:ext uri="{FF2B5EF4-FFF2-40B4-BE49-F238E27FC236}">
                                  <a16:creationId xmlns:a16="http://schemas.microsoft.com/office/drawing/2014/main" id="{1EF638FF-A509-B8FE-426B-79B50BFA808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5" name="Rectangle 224">
                              <a:extLst>
                                <a:ext uri="{FF2B5EF4-FFF2-40B4-BE49-F238E27FC236}">
                                  <a16:creationId xmlns:a16="http://schemas.microsoft.com/office/drawing/2014/main" id="{93BE3AD1-DA43-84BC-E8B3-F8B0CC4F5B1F}"/>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22" name="Rectangle 221">
                            <a:extLst>
                              <a:ext uri="{FF2B5EF4-FFF2-40B4-BE49-F238E27FC236}">
                                <a16:creationId xmlns:a16="http://schemas.microsoft.com/office/drawing/2014/main" id="{927A241D-C740-B28B-B2B3-65205FB5B5A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3" name="Rectangle 222">
                            <a:extLst>
                              <a:ext uri="{FF2B5EF4-FFF2-40B4-BE49-F238E27FC236}">
                                <a16:creationId xmlns:a16="http://schemas.microsoft.com/office/drawing/2014/main" id="{310BB661-784E-E9A6-4432-03C7A7D7EAA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15" name="Group 214">
                          <a:extLst>
                            <a:ext uri="{FF2B5EF4-FFF2-40B4-BE49-F238E27FC236}">
                              <a16:creationId xmlns:a16="http://schemas.microsoft.com/office/drawing/2014/main" id="{70485CB6-EE14-332D-AB07-99341F4FE5B8}"/>
                            </a:ext>
                          </a:extLst>
                        </p:cNvPr>
                        <p:cNvGrpSpPr/>
                        <p:nvPr/>
                      </p:nvGrpSpPr>
                      <p:grpSpPr>
                        <a:xfrm>
                          <a:off x="3701732" y="4724400"/>
                          <a:ext cx="731520" cy="731520"/>
                          <a:chOff x="2970212" y="4724400"/>
                          <a:chExt cx="731520" cy="731520"/>
                        </a:xfrm>
                      </p:grpSpPr>
                      <p:grpSp>
                        <p:nvGrpSpPr>
                          <p:cNvPr id="216" name="Group 215">
                            <a:extLst>
                              <a:ext uri="{FF2B5EF4-FFF2-40B4-BE49-F238E27FC236}">
                                <a16:creationId xmlns:a16="http://schemas.microsoft.com/office/drawing/2014/main" id="{3CE3202D-95F9-DA61-8A6D-A63E7416ACD1}"/>
                              </a:ext>
                            </a:extLst>
                          </p:cNvPr>
                          <p:cNvGrpSpPr/>
                          <p:nvPr/>
                        </p:nvGrpSpPr>
                        <p:grpSpPr>
                          <a:xfrm>
                            <a:off x="2970212" y="4724400"/>
                            <a:ext cx="731520" cy="365760"/>
                            <a:chOff x="2970212" y="4724400"/>
                            <a:chExt cx="731520" cy="365760"/>
                          </a:xfrm>
                        </p:grpSpPr>
                        <p:sp>
                          <p:nvSpPr>
                            <p:cNvPr id="219" name="Rectangle 218">
                              <a:extLst>
                                <a:ext uri="{FF2B5EF4-FFF2-40B4-BE49-F238E27FC236}">
                                  <a16:creationId xmlns:a16="http://schemas.microsoft.com/office/drawing/2014/main" id="{DC04123A-4526-25B3-75B9-3408BAF3349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0" name="Rectangle 219">
                              <a:extLst>
                                <a:ext uri="{FF2B5EF4-FFF2-40B4-BE49-F238E27FC236}">
                                  <a16:creationId xmlns:a16="http://schemas.microsoft.com/office/drawing/2014/main" id="{10F7056C-63D6-7EB1-7A85-00D35573BCC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17" name="Rectangle 216">
                            <a:extLst>
                              <a:ext uri="{FF2B5EF4-FFF2-40B4-BE49-F238E27FC236}">
                                <a16:creationId xmlns:a16="http://schemas.microsoft.com/office/drawing/2014/main" id="{7F2F2FAF-E672-FE6D-001E-577D103F6D8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18" name="Rectangle 217">
                            <a:extLst>
                              <a:ext uri="{FF2B5EF4-FFF2-40B4-BE49-F238E27FC236}">
                                <a16:creationId xmlns:a16="http://schemas.microsoft.com/office/drawing/2014/main" id="{06318D3F-157E-57C4-775C-612E8AE426D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185" name="Group 184">
                      <a:extLst>
                        <a:ext uri="{FF2B5EF4-FFF2-40B4-BE49-F238E27FC236}">
                          <a16:creationId xmlns:a16="http://schemas.microsoft.com/office/drawing/2014/main" id="{60E248E5-6AC8-BD4D-060A-F470234BE41E}"/>
                        </a:ext>
                      </a:extLst>
                    </p:cNvPr>
                    <p:cNvGrpSpPr/>
                    <p:nvPr/>
                  </p:nvGrpSpPr>
                  <p:grpSpPr>
                    <a:xfrm>
                      <a:off x="4433252" y="4724400"/>
                      <a:ext cx="1463040" cy="1463040"/>
                      <a:chOff x="2970212" y="4724400"/>
                      <a:chExt cx="1463040" cy="1463040"/>
                    </a:xfrm>
                  </p:grpSpPr>
                  <p:grpSp>
                    <p:nvGrpSpPr>
                      <p:cNvPr id="186" name="Group 185">
                        <a:extLst>
                          <a:ext uri="{FF2B5EF4-FFF2-40B4-BE49-F238E27FC236}">
                            <a16:creationId xmlns:a16="http://schemas.microsoft.com/office/drawing/2014/main" id="{C12CCAB5-445F-F567-7524-8F2EA703405B}"/>
                          </a:ext>
                        </a:extLst>
                      </p:cNvPr>
                      <p:cNvGrpSpPr/>
                      <p:nvPr/>
                    </p:nvGrpSpPr>
                    <p:grpSpPr>
                      <a:xfrm>
                        <a:off x="2970212" y="4724400"/>
                        <a:ext cx="1463040" cy="731520"/>
                        <a:chOff x="2970212" y="4724400"/>
                        <a:chExt cx="1463040" cy="731520"/>
                      </a:xfrm>
                    </p:grpSpPr>
                    <p:grpSp>
                      <p:nvGrpSpPr>
                        <p:cNvPr id="200" name="Group 199">
                          <a:extLst>
                            <a:ext uri="{FF2B5EF4-FFF2-40B4-BE49-F238E27FC236}">
                              <a16:creationId xmlns:a16="http://schemas.microsoft.com/office/drawing/2014/main" id="{C5CB87FC-005A-7549-FD4D-4137C9228AE5}"/>
                            </a:ext>
                          </a:extLst>
                        </p:cNvPr>
                        <p:cNvGrpSpPr/>
                        <p:nvPr/>
                      </p:nvGrpSpPr>
                      <p:grpSpPr>
                        <a:xfrm>
                          <a:off x="2970212" y="4724400"/>
                          <a:ext cx="731520" cy="731520"/>
                          <a:chOff x="2970212" y="4724400"/>
                          <a:chExt cx="731520" cy="731520"/>
                        </a:xfrm>
                      </p:grpSpPr>
                      <p:grpSp>
                        <p:nvGrpSpPr>
                          <p:cNvPr id="207" name="Group 206">
                            <a:extLst>
                              <a:ext uri="{FF2B5EF4-FFF2-40B4-BE49-F238E27FC236}">
                                <a16:creationId xmlns:a16="http://schemas.microsoft.com/office/drawing/2014/main" id="{DCA11C85-3325-E478-62C3-A0A903955368}"/>
                              </a:ext>
                            </a:extLst>
                          </p:cNvPr>
                          <p:cNvGrpSpPr/>
                          <p:nvPr/>
                        </p:nvGrpSpPr>
                        <p:grpSpPr>
                          <a:xfrm>
                            <a:off x="2970212" y="4724400"/>
                            <a:ext cx="731520" cy="365760"/>
                            <a:chOff x="2970212" y="4724400"/>
                            <a:chExt cx="731520" cy="365760"/>
                          </a:xfrm>
                        </p:grpSpPr>
                        <p:sp>
                          <p:nvSpPr>
                            <p:cNvPr id="210" name="Rectangle 209">
                              <a:extLst>
                                <a:ext uri="{FF2B5EF4-FFF2-40B4-BE49-F238E27FC236}">
                                  <a16:creationId xmlns:a16="http://schemas.microsoft.com/office/drawing/2014/main" id="{AE78BA34-6FBA-85C9-3C2A-D2646C117796}"/>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11" name="Rectangle 210">
                              <a:extLst>
                                <a:ext uri="{FF2B5EF4-FFF2-40B4-BE49-F238E27FC236}">
                                  <a16:creationId xmlns:a16="http://schemas.microsoft.com/office/drawing/2014/main" id="{1EB005B4-D971-FA3B-7289-F002D23846A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08" name="Rectangle 207">
                            <a:extLst>
                              <a:ext uri="{FF2B5EF4-FFF2-40B4-BE49-F238E27FC236}">
                                <a16:creationId xmlns:a16="http://schemas.microsoft.com/office/drawing/2014/main" id="{51C0C08B-0833-B7A2-9E34-7DE7439D209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9" name="Rectangle 208">
                            <a:extLst>
                              <a:ext uri="{FF2B5EF4-FFF2-40B4-BE49-F238E27FC236}">
                                <a16:creationId xmlns:a16="http://schemas.microsoft.com/office/drawing/2014/main" id="{2CAF787D-5D64-E453-3538-F677EA6F842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01" name="Group 200">
                          <a:extLst>
                            <a:ext uri="{FF2B5EF4-FFF2-40B4-BE49-F238E27FC236}">
                              <a16:creationId xmlns:a16="http://schemas.microsoft.com/office/drawing/2014/main" id="{7BF417C7-BEE9-2D2B-8DAA-A91B4BC4B8D3}"/>
                            </a:ext>
                          </a:extLst>
                        </p:cNvPr>
                        <p:cNvGrpSpPr/>
                        <p:nvPr/>
                      </p:nvGrpSpPr>
                      <p:grpSpPr>
                        <a:xfrm>
                          <a:off x="3701732" y="4724400"/>
                          <a:ext cx="731520" cy="731520"/>
                          <a:chOff x="2970212" y="4724400"/>
                          <a:chExt cx="731520" cy="731520"/>
                        </a:xfrm>
                      </p:grpSpPr>
                      <p:grpSp>
                        <p:nvGrpSpPr>
                          <p:cNvPr id="202" name="Group 201">
                            <a:extLst>
                              <a:ext uri="{FF2B5EF4-FFF2-40B4-BE49-F238E27FC236}">
                                <a16:creationId xmlns:a16="http://schemas.microsoft.com/office/drawing/2014/main" id="{17C1BCDC-53E9-3687-1FE1-DB03A610FCB5}"/>
                              </a:ext>
                            </a:extLst>
                          </p:cNvPr>
                          <p:cNvGrpSpPr/>
                          <p:nvPr/>
                        </p:nvGrpSpPr>
                        <p:grpSpPr>
                          <a:xfrm>
                            <a:off x="2970212" y="4724400"/>
                            <a:ext cx="731520" cy="365760"/>
                            <a:chOff x="2970212" y="4724400"/>
                            <a:chExt cx="731520" cy="365760"/>
                          </a:xfrm>
                        </p:grpSpPr>
                        <p:sp>
                          <p:nvSpPr>
                            <p:cNvPr id="205" name="Rectangle 204">
                              <a:extLst>
                                <a:ext uri="{FF2B5EF4-FFF2-40B4-BE49-F238E27FC236}">
                                  <a16:creationId xmlns:a16="http://schemas.microsoft.com/office/drawing/2014/main" id="{B68B986C-4063-B479-9585-9DEFF2B1ED5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6" name="Rectangle 205">
                              <a:extLst>
                                <a:ext uri="{FF2B5EF4-FFF2-40B4-BE49-F238E27FC236}">
                                  <a16:creationId xmlns:a16="http://schemas.microsoft.com/office/drawing/2014/main" id="{BC09C458-4FEC-A50C-6937-0FD9E6869E4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03" name="Rectangle 202">
                            <a:extLst>
                              <a:ext uri="{FF2B5EF4-FFF2-40B4-BE49-F238E27FC236}">
                                <a16:creationId xmlns:a16="http://schemas.microsoft.com/office/drawing/2014/main" id="{921106FE-F12E-5E15-FA37-2B9396FC4A0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4" name="Rectangle 203">
                            <a:extLst>
                              <a:ext uri="{FF2B5EF4-FFF2-40B4-BE49-F238E27FC236}">
                                <a16:creationId xmlns:a16="http://schemas.microsoft.com/office/drawing/2014/main" id="{35331B61-0F33-C8DD-E89C-D5DF3D555957}"/>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187" name="Group 186">
                        <a:extLst>
                          <a:ext uri="{FF2B5EF4-FFF2-40B4-BE49-F238E27FC236}">
                            <a16:creationId xmlns:a16="http://schemas.microsoft.com/office/drawing/2014/main" id="{0AE928AE-CE2D-9E83-87AA-61C9C8704C00}"/>
                          </a:ext>
                        </a:extLst>
                      </p:cNvPr>
                      <p:cNvGrpSpPr/>
                      <p:nvPr/>
                    </p:nvGrpSpPr>
                    <p:grpSpPr>
                      <a:xfrm>
                        <a:off x="2970212" y="5455920"/>
                        <a:ext cx="1463040" cy="731520"/>
                        <a:chOff x="2970212" y="4724400"/>
                        <a:chExt cx="1463040" cy="731520"/>
                      </a:xfrm>
                    </p:grpSpPr>
                    <p:grpSp>
                      <p:nvGrpSpPr>
                        <p:cNvPr id="188" name="Group 187">
                          <a:extLst>
                            <a:ext uri="{FF2B5EF4-FFF2-40B4-BE49-F238E27FC236}">
                              <a16:creationId xmlns:a16="http://schemas.microsoft.com/office/drawing/2014/main" id="{AEBF79D0-D4B6-EA37-F87D-A71FC386F019}"/>
                            </a:ext>
                          </a:extLst>
                        </p:cNvPr>
                        <p:cNvGrpSpPr/>
                        <p:nvPr/>
                      </p:nvGrpSpPr>
                      <p:grpSpPr>
                        <a:xfrm>
                          <a:off x="2970212" y="4724400"/>
                          <a:ext cx="731520" cy="731520"/>
                          <a:chOff x="2970212" y="4724400"/>
                          <a:chExt cx="731520" cy="731520"/>
                        </a:xfrm>
                      </p:grpSpPr>
                      <p:grpSp>
                        <p:nvGrpSpPr>
                          <p:cNvPr id="195" name="Group 194">
                            <a:extLst>
                              <a:ext uri="{FF2B5EF4-FFF2-40B4-BE49-F238E27FC236}">
                                <a16:creationId xmlns:a16="http://schemas.microsoft.com/office/drawing/2014/main" id="{431D042F-A84F-CA68-88CA-0AD3A36590DC}"/>
                              </a:ext>
                            </a:extLst>
                          </p:cNvPr>
                          <p:cNvGrpSpPr/>
                          <p:nvPr/>
                        </p:nvGrpSpPr>
                        <p:grpSpPr>
                          <a:xfrm>
                            <a:off x="2970212" y="4724400"/>
                            <a:ext cx="731520" cy="365760"/>
                            <a:chOff x="2970212" y="4724400"/>
                            <a:chExt cx="731520" cy="365760"/>
                          </a:xfrm>
                        </p:grpSpPr>
                        <p:sp>
                          <p:nvSpPr>
                            <p:cNvPr id="198" name="Rectangle 197">
                              <a:extLst>
                                <a:ext uri="{FF2B5EF4-FFF2-40B4-BE49-F238E27FC236}">
                                  <a16:creationId xmlns:a16="http://schemas.microsoft.com/office/drawing/2014/main" id="{CC2DEEA2-3C2C-B5FE-1EC3-1B7202F1DBA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9" name="Rectangle 198">
                              <a:extLst>
                                <a:ext uri="{FF2B5EF4-FFF2-40B4-BE49-F238E27FC236}">
                                  <a16:creationId xmlns:a16="http://schemas.microsoft.com/office/drawing/2014/main" id="{1017E713-0627-DEAD-B247-2E4AEB8C4F6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96" name="Rectangle 195">
                            <a:extLst>
                              <a:ext uri="{FF2B5EF4-FFF2-40B4-BE49-F238E27FC236}">
                                <a16:creationId xmlns:a16="http://schemas.microsoft.com/office/drawing/2014/main" id="{A97A5EC1-CCC0-FF66-87CF-011BF6811F5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7" name="Rectangle 196">
                            <a:extLst>
                              <a:ext uri="{FF2B5EF4-FFF2-40B4-BE49-F238E27FC236}">
                                <a16:creationId xmlns:a16="http://schemas.microsoft.com/office/drawing/2014/main" id="{E2A63448-01BF-F7A2-4095-E5ABBCC3E0EC}"/>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89" name="Group 188">
                          <a:extLst>
                            <a:ext uri="{FF2B5EF4-FFF2-40B4-BE49-F238E27FC236}">
                              <a16:creationId xmlns:a16="http://schemas.microsoft.com/office/drawing/2014/main" id="{4A707F49-16A4-0C88-EE34-107A4B1EEA5C}"/>
                            </a:ext>
                          </a:extLst>
                        </p:cNvPr>
                        <p:cNvGrpSpPr/>
                        <p:nvPr/>
                      </p:nvGrpSpPr>
                      <p:grpSpPr>
                        <a:xfrm>
                          <a:off x="3701732" y="4724400"/>
                          <a:ext cx="731520" cy="731520"/>
                          <a:chOff x="2970212" y="4724400"/>
                          <a:chExt cx="731520" cy="731520"/>
                        </a:xfrm>
                      </p:grpSpPr>
                      <p:grpSp>
                        <p:nvGrpSpPr>
                          <p:cNvPr id="190" name="Group 189">
                            <a:extLst>
                              <a:ext uri="{FF2B5EF4-FFF2-40B4-BE49-F238E27FC236}">
                                <a16:creationId xmlns:a16="http://schemas.microsoft.com/office/drawing/2014/main" id="{C93437FD-810A-D71F-E7CA-C296E74AF877}"/>
                              </a:ext>
                            </a:extLst>
                          </p:cNvPr>
                          <p:cNvGrpSpPr/>
                          <p:nvPr/>
                        </p:nvGrpSpPr>
                        <p:grpSpPr>
                          <a:xfrm>
                            <a:off x="2970212" y="4724400"/>
                            <a:ext cx="731520" cy="365760"/>
                            <a:chOff x="2970212" y="4724400"/>
                            <a:chExt cx="731520" cy="365760"/>
                          </a:xfrm>
                        </p:grpSpPr>
                        <p:sp>
                          <p:nvSpPr>
                            <p:cNvPr id="193" name="Rectangle 192">
                              <a:extLst>
                                <a:ext uri="{FF2B5EF4-FFF2-40B4-BE49-F238E27FC236}">
                                  <a16:creationId xmlns:a16="http://schemas.microsoft.com/office/drawing/2014/main" id="{16601E4F-752C-67A7-9203-F21ED3F49F2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4" name="Rectangle 193">
                              <a:extLst>
                                <a:ext uri="{FF2B5EF4-FFF2-40B4-BE49-F238E27FC236}">
                                  <a16:creationId xmlns:a16="http://schemas.microsoft.com/office/drawing/2014/main" id="{EFA43D22-31DC-83B0-C0B3-3E8C77A1781D}"/>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91" name="Rectangle 190">
                            <a:extLst>
                              <a:ext uri="{FF2B5EF4-FFF2-40B4-BE49-F238E27FC236}">
                                <a16:creationId xmlns:a16="http://schemas.microsoft.com/office/drawing/2014/main" id="{2F2B9DD5-4336-DEF7-8B49-8150F6272C2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2" name="Rectangle 191">
                            <a:extLst>
                              <a:ext uri="{FF2B5EF4-FFF2-40B4-BE49-F238E27FC236}">
                                <a16:creationId xmlns:a16="http://schemas.microsoft.com/office/drawing/2014/main" id="{B52364F4-A4B9-A06E-9F6F-FC2250A327B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nvGrpSpPr>
                <p:cNvPr id="292" name="Group 291">
                  <a:extLst>
                    <a:ext uri="{FF2B5EF4-FFF2-40B4-BE49-F238E27FC236}">
                      <a16:creationId xmlns:a16="http://schemas.microsoft.com/office/drawing/2014/main" id="{9A6CA6B9-AA75-0505-799F-E25C7B1B8AD0}"/>
                    </a:ext>
                  </a:extLst>
                </p:cNvPr>
                <p:cNvGrpSpPr/>
                <p:nvPr/>
              </p:nvGrpSpPr>
              <p:grpSpPr>
                <a:xfrm>
                  <a:off x="7984172" y="3124200"/>
                  <a:ext cx="2926080" cy="2926080"/>
                  <a:chOff x="2132012" y="3124200"/>
                  <a:chExt cx="2926080" cy="2926080"/>
                </a:xfrm>
              </p:grpSpPr>
              <p:grpSp>
                <p:nvGrpSpPr>
                  <p:cNvPr id="293" name="Group 292">
                    <a:extLst>
                      <a:ext uri="{FF2B5EF4-FFF2-40B4-BE49-F238E27FC236}">
                        <a16:creationId xmlns:a16="http://schemas.microsoft.com/office/drawing/2014/main" id="{BE73FA84-4F6B-A398-FEB9-8BF7CD332373}"/>
                      </a:ext>
                    </a:extLst>
                  </p:cNvPr>
                  <p:cNvGrpSpPr/>
                  <p:nvPr/>
                </p:nvGrpSpPr>
                <p:grpSpPr>
                  <a:xfrm>
                    <a:off x="2132012" y="3124200"/>
                    <a:ext cx="2926080" cy="1463040"/>
                    <a:chOff x="2970212" y="4724400"/>
                    <a:chExt cx="2926080" cy="1463040"/>
                  </a:xfrm>
                </p:grpSpPr>
                <p:grpSp>
                  <p:nvGrpSpPr>
                    <p:cNvPr id="349" name="Group 348">
                      <a:extLst>
                        <a:ext uri="{FF2B5EF4-FFF2-40B4-BE49-F238E27FC236}">
                          <a16:creationId xmlns:a16="http://schemas.microsoft.com/office/drawing/2014/main" id="{5BDCFEAC-65E5-AC9D-FC54-D921B8B50B47}"/>
                        </a:ext>
                      </a:extLst>
                    </p:cNvPr>
                    <p:cNvGrpSpPr/>
                    <p:nvPr/>
                  </p:nvGrpSpPr>
                  <p:grpSpPr>
                    <a:xfrm>
                      <a:off x="2970212" y="4724400"/>
                      <a:ext cx="1463040" cy="1463040"/>
                      <a:chOff x="2970212" y="4724400"/>
                      <a:chExt cx="1463040" cy="1463040"/>
                    </a:xfrm>
                  </p:grpSpPr>
                  <p:grpSp>
                    <p:nvGrpSpPr>
                      <p:cNvPr id="377" name="Group 376">
                        <a:extLst>
                          <a:ext uri="{FF2B5EF4-FFF2-40B4-BE49-F238E27FC236}">
                            <a16:creationId xmlns:a16="http://schemas.microsoft.com/office/drawing/2014/main" id="{B8A4190C-5F72-3BC2-DCDD-A52C26582A76}"/>
                          </a:ext>
                        </a:extLst>
                      </p:cNvPr>
                      <p:cNvGrpSpPr/>
                      <p:nvPr/>
                    </p:nvGrpSpPr>
                    <p:grpSpPr>
                      <a:xfrm>
                        <a:off x="2970212" y="4724400"/>
                        <a:ext cx="1463040" cy="731520"/>
                        <a:chOff x="2970212" y="4724400"/>
                        <a:chExt cx="1463040" cy="731520"/>
                      </a:xfrm>
                    </p:grpSpPr>
                    <p:grpSp>
                      <p:nvGrpSpPr>
                        <p:cNvPr id="391" name="Group 390">
                          <a:extLst>
                            <a:ext uri="{FF2B5EF4-FFF2-40B4-BE49-F238E27FC236}">
                              <a16:creationId xmlns:a16="http://schemas.microsoft.com/office/drawing/2014/main" id="{2DAF74F5-B8ED-4C8C-D3F4-BCA6A6CAB990}"/>
                            </a:ext>
                          </a:extLst>
                        </p:cNvPr>
                        <p:cNvGrpSpPr/>
                        <p:nvPr/>
                      </p:nvGrpSpPr>
                      <p:grpSpPr>
                        <a:xfrm>
                          <a:off x="2970212" y="4724400"/>
                          <a:ext cx="731520" cy="731520"/>
                          <a:chOff x="2970212" y="4724400"/>
                          <a:chExt cx="731520" cy="731520"/>
                        </a:xfrm>
                      </p:grpSpPr>
                      <p:grpSp>
                        <p:nvGrpSpPr>
                          <p:cNvPr id="398" name="Group 397">
                            <a:extLst>
                              <a:ext uri="{FF2B5EF4-FFF2-40B4-BE49-F238E27FC236}">
                                <a16:creationId xmlns:a16="http://schemas.microsoft.com/office/drawing/2014/main" id="{13FF7777-03CD-BE93-EDCE-ADE3B51B783B}"/>
                              </a:ext>
                            </a:extLst>
                          </p:cNvPr>
                          <p:cNvGrpSpPr/>
                          <p:nvPr/>
                        </p:nvGrpSpPr>
                        <p:grpSpPr>
                          <a:xfrm>
                            <a:off x="2970212" y="4724400"/>
                            <a:ext cx="731520" cy="365760"/>
                            <a:chOff x="2970212" y="4724400"/>
                            <a:chExt cx="731520" cy="365760"/>
                          </a:xfrm>
                        </p:grpSpPr>
                        <p:sp>
                          <p:nvSpPr>
                            <p:cNvPr id="401" name="Rectangle 400">
                              <a:extLst>
                                <a:ext uri="{FF2B5EF4-FFF2-40B4-BE49-F238E27FC236}">
                                  <a16:creationId xmlns:a16="http://schemas.microsoft.com/office/drawing/2014/main" id="{F316A1F2-8BAE-6B56-346A-6FC89A018E0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2" name="Rectangle 401">
                              <a:extLst>
                                <a:ext uri="{FF2B5EF4-FFF2-40B4-BE49-F238E27FC236}">
                                  <a16:creationId xmlns:a16="http://schemas.microsoft.com/office/drawing/2014/main" id="{36A571F7-B78E-96BC-6864-5899B4B86FF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99" name="Rectangle 398">
                            <a:extLst>
                              <a:ext uri="{FF2B5EF4-FFF2-40B4-BE49-F238E27FC236}">
                                <a16:creationId xmlns:a16="http://schemas.microsoft.com/office/drawing/2014/main" id="{60505AAF-5D19-BBD8-3F97-4BFC04A395B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0" name="Rectangle 399">
                            <a:extLst>
                              <a:ext uri="{FF2B5EF4-FFF2-40B4-BE49-F238E27FC236}">
                                <a16:creationId xmlns:a16="http://schemas.microsoft.com/office/drawing/2014/main" id="{E0BEE075-9657-665A-829B-B43D45A9890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92" name="Group 391">
                          <a:extLst>
                            <a:ext uri="{FF2B5EF4-FFF2-40B4-BE49-F238E27FC236}">
                              <a16:creationId xmlns:a16="http://schemas.microsoft.com/office/drawing/2014/main" id="{C3D63536-57E3-D868-63B8-0791ACC52D2E}"/>
                            </a:ext>
                          </a:extLst>
                        </p:cNvPr>
                        <p:cNvGrpSpPr/>
                        <p:nvPr/>
                      </p:nvGrpSpPr>
                      <p:grpSpPr>
                        <a:xfrm>
                          <a:off x="3701732" y="4724400"/>
                          <a:ext cx="731520" cy="731520"/>
                          <a:chOff x="2970212" y="4724400"/>
                          <a:chExt cx="731520" cy="731520"/>
                        </a:xfrm>
                      </p:grpSpPr>
                      <p:grpSp>
                        <p:nvGrpSpPr>
                          <p:cNvPr id="393" name="Group 392">
                            <a:extLst>
                              <a:ext uri="{FF2B5EF4-FFF2-40B4-BE49-F238E27FC236}">
                                <a16:creationId xmlns:a16="http://schemas.microsoft.com/office/drawing/2014/main" id="{F822152E-34A9-1241-EA83-2C799FAC253F}"/>
                              </a:ext>
                            </a:extLst>
                          </p:cNvPr>
                          <p:cNvGrpSpPr/>
                          <p:nvPr/>
                        </p:nvGrpSpPr>
                        <p:grpSpPr>
                          <a:xfrm>
                            <a:off x="2970212" y="4724400"/>
                            <a:ext cx="731520" cy="365760"/>
                            <a:chOff x="2970212" y="4724400"/>
                            <a:chExt cx="731520" cy="365760"/>
                          </a:xfrm>
                        </p:grpSpPr>
                        <p:sp>
                          <p:nvSpPr>
                            <p:cNvPr id="396" name="Rectangle 395">
                              <a:extLst>
                                <a:ext uri="{FF2B5EF4-FFF2-40B4-BE49-F238E27FC236}">
                                  <a16:creationId xmlns:a16="http://schemas.microsoft.com/office/drawing/2014/main" id="{2DC70C7C-B482-A82F-281F-8A76FA53D48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7" name="Rectangle 396">
                              <a:extLst>
                                <a:ext uri="{FF2B5EF4-FFF2-40B4-BE49-F238E27FC236}">
                                  <a16:creationId xmlns:a16="http://schemas.microsoft.com/office/drawing/2014/main" id="{AF9CFDD6-53BE-D84F-651A-E1A2AA27155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94" name="Rectangle 393">
                            <a:extLst>
                              <a:ext uri="{FF2B5EF4-FFF2-40B4-BE49-F238E27FC236}">
                                <a16:creationId xmlns:a16="http://schemas.microsoft.com/office/drawing/2014/main" id="{9A4C9636-090F-430B-B70A-CF02D3D2788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5" name="Rectangle 394">
                            <a:extLst>
                              <a:ext uri="{FF2B5EF4-FFF2-40B4-BE49-F238E27FC236}">
                                <a16:creationId xmlns:a16="http://schemas.microsoft.com/office/drawing/2014/main" id="{A0CC7B8E-F661-4EC0-D85F-98828284FD6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78" name="Group 377">
                        <a:extLst>
                          <a:ext uri="{FF2B5EF4-FFF2-40B4-BE49-F238E27FC236}">
                            <a16:creationId xmlns:a16="http://schemas.microsoft.com/office/drawing/2014/main" id="{F4A11FD2-21BA-D543-3022-338CB20E8BE2}"/>
                          </a:ext>
                        </a:extLst>
                      </p:cNvPr>
                      <p:cNvGrpSpPr/>
                      <p:nvPr/>
                    </p:nvGrpSpPr>
                    <p:grpSpPr>
                      <a:xfrm>
                        <a:off x="2970212" y="5455920"/>
                        <a:ext cx="1463040" cy="731520"/>
                        <a:chOff x="2970212" y="4724400"/>
                        <a:chExt cx="1463040" cy="731520"/>
                      </a:xfrm>
                    </p:grpSpPr>
                    <p:grpSp>
                      <p:nvGrpSpPr>
                        <p:cNvPr id="379" name="Group 378">
                          <a:extLst>
                            <a:ext uri="{FF2B5EF4-FFF2-40B4-BE49-F238E27FC236}">
                              <a16:creationId xmlns:a16="http://schemas.microsoft.com/office/drawing/2014/main" id="{BA6EB5DA-66E0-0998-25BD-5287BBE4F5D3}"/>
                            </a:ext>
                          </a:extLst>
                        </p:cNvPr>
                        <p:cNvGrpSpPr/>
                        <p:nvPr/>
                      </p:nvGrpSpPr>
                      <p:grpSpPr>
                        <a:xfrm>
                          <a:off x="2970212" y="4724400"/>
                          <a:ext cx="731520" cy="731520"/>
                          <a:chOff x="2970212" y="4724400"/>
                          <a:chExt cx="731520" cy="731520"/>
                        </a:xfrm>
                      </p:grpSpPr>
                      <p:grpSp>
                        <p:nvGrpSpPr>
                          <p:cNvPr id="386" name="Group 385">
                            <a:extLst>
                              <a:ext uri="{FF2B5EF4-FFF2-40B4-BE49-F238E27FC236}">
                                <a16:creationId xmlns:a16="http://schemas.microsoft.com/office/drawing/2014/main" id="{5D069E1C-B0CB-B7E8-F740-1224A3294B86}"/>
                              </a:ext>
                            </a:extLst>
                          </p:cNvPr>
                          <p:cNvGrpSpPr/>
                          <p:nvPr/>
                        </p:nvGrpSpPr>
                        <p:grpSpPr>
                          <a:xfrm>
                            <a:off x="2970212" y="4724400"/>
                            <a:ext cx="731520" cy="365760"/>
                            <a:chOff x="2970212" y="4724400"/>
                            <a:chExt cx="731520" cy="365760"/>
                          </a:xfrm>
                        </p:grpSpPr>
                        <p:sp>
                          <p:nvSpPr>
                            <p:cNvPr id="389" name="Rectangle 388">
                              <a:extLst>
                                <a:ext uri="{FF2B5EF4-FFF2-40B4-BE49-F238E27FC236}">
                                  <a16:creationId xmlns:a16="http://schemas.microsoft.com/office/drawing/2014/main" id="{6607725D-D756-3920-5FA8-095D78E37AC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0" name="Rectangle 389">
                              <a:extLst>
                                <a:ext uri="{FF2B5EF4-FFF2-40B4-BE49-F238E27FC236}">
                                  <a16:creationId xmlns:a16="http://schemas.microsoft.com/office/drawing/2014/main" id="{9275EBFB-26D0-091F-53C9-30512CD7461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87" name="Rectangle 386">
                            <a:extLst>
                              <a:ext uri="{FF2B5EF4-FFF2-40B4-BE49-F238E27FC236}">
                                <a16:creationId xmlns:a16="http://schemas.microsoft.com/office/drawing/2014/main" id="{560F52C2-B682-86CA-B2F8-4FB5A512B193}"/>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8" name="Rectangle 387">
                            <a:extLst>
                              <a:ext uri="{FF2B5EF4-FFF2-40B4-BE49-F238E27FC236}">
                                <a16:creationId xmlns:a16="http://schemas.microsoft.com/office/drawing/2014/main" id="{C943F446-36F0-27DC-95A4-2EACD181801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80" name="Group 379">
                          <a:extLst>
                            <a:ext uri="{FF2B5EF4-FFF2-40B4-BE49-F238E27FC236}">
                              <a16:creationId xmlns:a16="http://schemas.microsoft.com/office/drawing/2014/main" id="{7D6BCE38-1A21-0331-B86F-377FCDFE9287}"/>
                            </a:ext>
                          </a:extLst>
                        </p:cNvPr>
                        <p:cNvGrpSpPr/>
                        <p:nvPr/>
                      </p:nvGrpSpPr>
                      <p:grpSpPr>
                        <a:xfrm>
                          <a:off x="3701732" y="4724400"/>
                          <a:ext cx="731520" cy="731520"/>
                          <a:chOff x="2970212" y="4724400"/>
                          <a:chExt cx="731520" cy="731520"/>
                        </a:xfrm>
                      </p:grpSpPr>
                      <p:grpSp>
                        <p:nvGrpSpPr>
                          <p:cNvPr id="381" name="Group 380">
                            <a:extLst>
                              <a:ext uri="{FF2B5EF4-FFF2-40B4-BE49-F238E27FC236}">
                                <a16:creationId xmlns:a16="http://schemas.microsoft.com/office/drawing/2014/main" id="{1859EC56-9B41-69AD-6D9B-DB7BBB37E567}"/>
                              </a:ext>
                            </a:extLst>
                          </p:cNvPr>
                          <p:cNvGrpSpPr/>
                          <p:nvPr/>
                        </p:nvGrpSpPr>
                        <p:grpSpPr>
                          <a:xfrm>
                            <a:off x="2970212" y="4724400"/>
                            <a:ext cx="731520" cy="365760"/>
                            <a:chOff x="2970212" y="4724400"/>
                            <a:chExt cx="731520" cy="365760"/>
                          </a:xfrm>
                        </p:grpSpPr>
                        <p:sp>
                          <p:nvSpPr>
                            <p:cNvPr id="384" name="Rectangle 383">
                              <a:extLst>
                                <a:ext uri="{FF2B5EF4-FFF2-40B4-BE49-F238E27FC236}">
                                  <a16:creationId xmlns:a16="http://schemas.microsoft.com/office/drawing/2014/main" id="{5BB634CA-CB51-74D5-9389-6E20167AA89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5" name="Rectangle 384">
                              <a:extLst>
                                <a:ext uri="{FF2B5EF4-FFF2-40B4-BE49-F238E27FC236}">
                                  <a16:creationId xmlns:a16="http://schemas.microsoft.com/office/drawing/2014/main" id="{416B7B37-87B6-651D-3521-BEE2C3587E8F}"/>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82" name="Rectangle 381">
                            <a:extLst>
                              <a:ext uri="{FF2B5EF4-FFF2-40B4-BE49-F238E27FC236}">
                                <a16:creationId xmlns:a16="http://schemas.microsoft.com/office/drawing/2014/main" id="{8E4DB480-2577-37FD-5E5F-7AA80551929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3" name="Rectangle 382">
                            <a:extLst>
                              <a:ext uri="{FF2B5EF4-FFF2-40B4-BE49-F238E27FC236}">
                                <a16:creationId xmlns:a16="http://schemas.microsoft.com/office/drawing/2014/main" id="{E2294DD4-93DB-C6A2-3A77-73802302BCF3}"/>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350" name="Group 349">
                      <a:extLst>
                        <a:ext uri="{FF2B5EF4-FFF2-40B4-BE49-F238E27FC236}">
                          <a16:creationId xmlns:a16="http://schemas.microsoft.com/office/drawing/2014/main" id="{453F4548-23AC-F4DB-F10B-796F61381B20}"/>
                        </a:ext>
                      </a:extLst>
                    </p:cNvPr>
                    <p:cNvGrpSpPr/>
                    <p:nvPr/>
                  </p:nvGrpSpPr>
                  <p:grpSpPr>
                    <a:xfrm>
                      <a:off x="4433252" y="4724400"/>
                      <a:ext cx="1463040" cy="1463040"/>
                      <a:chOff x="2970212" y="4724400"/>
                      <a:chExt cx="1463040" cy="1463040"/>
                    </a:xfrm>
                  </p:grpSpPr>
                  <p:grpSp>
                    <p:nvGrpSpPr>
                      <p:cNvPr id="351" name="Group 350">
                        <a:extLst>
                          <a:ext uri="{FF2B5EF4-FFF2-40B4-BE49-F238E27FC236}">
                            <a16:creationId xmlns:a16="http://schemas.microsoft.com/office/drawing/2014/main" id="{7ACF60A2-B443-8C6F-EE3E-46EC70F2990D}"/>
                          </a:ext>
                        </a:extLst>
                      </p:cNvPr>
                      <p:cNvGrpSpPr/>
                      <p:nvPr/>
                    </p:nvGrpSpPr>
                    <p:grpSpPr>
                      <a:xfrm>
                        <a:off x="2970212" y="4724400"/>
                        <a:ext cx="1463040" cy="731520"/>
                        <a:chOff x="2970212" y="4724400"/>
                        <a:chExt cx="1463040" cy="731520"/>
                      </a:xfrm>
                    </p:grpSpPr>
                    <p:grpSp>
                      <p:nvGrpSpPr>
                        <p:cNvPr id="365" name="Group 364">
                          <a:extLst>
                            <a:ext uri="{FF2B5EF4-FFF2-40B4-BE49-F238E27FC236}">
                              <a16:creationId xmlns:a16="http://schemas.microsoft.com/office/drawing/2014/main" id="{17E3139F-1247-8F81-B35F-02E061C4DAD9}"/>
                            </a:ext>
                          </a:extLst>
                        </p:cNvPr>
                        <p:cNvGrpSpPr/>
                        <p:nvPr/>
                      </p:nvGrpSpPr>
                      <p:grpSpPr>
                        <a:xfrm>
                          <a:off x="2970212" y="4724400"/>
                          <a:ext cx="731520" cy="731520"/>
                          <a:chOff x="2970212" y="4724400"/>
                          <a:chExt cx="731520" cy="731520"/>
                        </a:xfrm>
                      </p:grpSpPr>
                      <p:grpSp>
                        <p:nvGrpSpPr>
                          <p:cNvPr id="372" name="Group 371">
                            <a:extLst>
                              <a:ext uri="{FF2B5EF4-FFF2-40B4-BE49-F238E27FC236}">
                                <a16:creationId xmlns:a16="http://schemas.microsoft.com/office/drawing/2014/main" id="{88E53927-6D2F-7585-98A1-04FD2DC6F5A1}"/>
                              </a:ext>
                            </a:extLst>
                          </p:cNvPr>
                          <p:cNvGrpSpPr/>
                          <p:nvPr/>
                        </p:nvGrpSpPr>
                        <p:grpSpPr>
                          <a:xfrm>
                            <a:off x="2970212" y="4724400"/>
                            <a:ext cx="731520" cy="365760"/>
                            <a:chOff x="2970212" y="4724400"/>
                            <a:chExt cx="731520" cy="365760"/>
                          </a:xfrm>
                        </p:grpSpPr>
                        <p:sp>
                          <p:nvSpPr>
                            <p:cNvPr id="375" name="Rectangle 374">
                              <a:extLst>
                                <a:ext uri="{FF2B5EF4-FFF2-40B4-BE49-F238E27FC236}">
                                  <a16:creationId xmlns:a16="http://schemas.microsoft.com/office/drawing/2014/main" id="{7DC2E484-268E-BD11-63A2-A309CC8FAAFA}"/>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6" name="Rectangle 375">
                              <a:extLst>
                                <a:ext uri="{FF2B5EF4-FFF2-40B4-BE49-F238E27FC236}">
                                  <a16:creationId xmlns:a16="http://schemas.microsoft.com/office/drawing/2014/main" id="{235834B4-4132-5003-FFB6-D6109A87DF8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73" name="Rectangle 372">
                            <a:extLst>
                              <a:ext uri="{FF2B5EF4-FFF2-40B4-BE49-F238E27FC236}">
                                <a16:creationId xmlns:a16="http://schemas.microsoft.com/office/drawing/2014/main" id="{52CEE0EC-F4DE-F72F-5528-C4C7A9764660}"/>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4" name="Rectangle 373">
                            <a:extLst>
                              <a:ext uri="{FF2B5EF4-FFF2-40B4-BE49-F238E27FC236}">
                                <a16:creationId xmlns:a16="http://schemas.microsoft.com/office/drawing/2014/main" id="{F3580D2A-9868-C365-6AC8-0C9BF9D1AE5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66" name="Group 365">
                          <a:extLst>
                            <a:ext uri="{FF2B5EF4-FFF2-40B4-BE49-F238E27FC236}">
                              <a16:creationId xmlns:a16="http://schemas.microsoft.com/office/drawing/2014/main" id="{98275637-279B-BE65-398B-1AA77DD9ED96}"/>
                            </a:ext>
                          </a:extLst>
                        </p:cNvPr>
                        <p:cNvGrpSpPr/>
                        <p:nvPr/>
                      </p:nvGrpSpPr>
                      <p:grpSpPr>
                        <a:xfrm>
                          <a:off x="3701732" y="4724400"/>
                          <a:ext cx="731520" cy="731520"/>
                          <a:chOff x="2970212" y="4724400"/>
                          <a:chExt cx="731520" cy="731520"/>
                        </a:xfrm>
                      </p:grpSpPr>
                      <p:grpSp>
                        <p:nvGrpSpPr>
                          <p:cNvPr id="367" name="Group 366">
                            <a:extLst>
                              <a:ext uri="{FF2B5EF4-FFF2-40B4-BE49-F238E27FC236}">
                                <a16:creationId xmlns:a16="http://schemas.microsoft.com/office/drawing/2014/main" id="{0D8E0C1A-AF3A-642E-A58D-AD40A8AB4D09}"/>
                              </a:ext>
                            </a:extLst>
                          </p:cNvPr>
                          <p:cNvGrpSpPr/>
                          <p:nvPr/>
                        </p:nvGrpSpPr>
                        <p:grpSpPr>
                          <a:xfrm>
                            <a:off x="2970212" y="4724400"/>
                            <a:ext cx="731520" cy="365760"/>
                            <a:chOff x="2970212" y="4724400"/>
                            <a:chExt cx="731520" cy="365760"/>
                          </a:xfrm>
                        </p:grpSpPr>
                        <p:sp>
                          <p:nvSpPr>
                            <p:cNvPr id="370" name="Rectangle 369">
                              <a:extLst>
                                <a:ext uri="{FF2B5EF4-FFF2-40B4-BE49-F238E27FC236}">
                                  <a16:creationId xmlns:a16="http://schemas.microsoft.com/office/drawing/2014/main" id="{BFF05082-E114-63E9-8FE7-4AAF69AD70B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1" name="Rectangle 370">
                              <a:extLst>
                                <a:ext uri="{FF2B5EF4-FFF2-40B4-BE49-F238E27FC236}">
                                  <a16:creationId xmlns:a16="http://schemas.microsoft.com/office/drawing/2014/main" id="{07B88583-F2EF-79A6-03D2-F8644FC0189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68" name="Rectangle 367">
                            <a:extLst>
                              <a:ext uri="{FF2B5EF4-FFF2-40B4-BE49-F238E27FC236}">
                                <a16:creationId xmlns:a16="http://schemas.microsoft.com/office/drawing/2014/main" id="{DE9577D5-D7A0-578F-F831-C1866C6FA1B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9" name="Rectangle 368">
                            <a:extLst>
                              <a:ext uri="{FF2B5EF4-FFF2-40B4-BE49-F238E27FC236}">
                                <a16:creationId xmlns:a16="http://schemas.microsoft.com/office/drawing/2014/main" id="{3AE89D77-6E20-D332-8A1C-3AB80B9E223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52" name="Group 351">
                        <a:extLst>
                          <a:ext uri="{FF2B5EF4-FFF2-40B4-BE49-F238E27FC236}">
                            <a16:creationId xmlns:a16="http://schemas.microsoft.com/office/drawing/2014/main" id="{C6FAB756-3C0B-33CD-7F1F-F0495C5196AB}"/>
                          </a:ext>
                        </a:extLst>
                      </p:cNvPr>
                      <p:cNvGrpSpPr/>
                      <p:nvPr/>
                    </p:nvGrpSpPr>
                    <p:grpSpPr>
                      <a:xfrm>
                        <a:off x="2970212" y="5455920"/>
                        <a:ext cx="1463040" cy="731520"/>
                        <a:chOff x="2970212" y="4724400"/>
                        <a:chExt cx="1463040" cy="731520"/>
                      </a:xfrm>
                    </p:grpSpPr>
                    <p:grpSp>
                      <p:nvGrpSpPr>
                        <p:cNvPr id="353" name="Group 352">
                          <a:extLst>
                            <a:ext uri="{FF2B5EF4-FFF2-40B4-BE49-F238E27FC236}">
                              <a16:creationId xmlns:a16="http://schemas.microsoft.com/office/drawing/2014/main" id="{02A84719-1F98-74E3-82DB-C4B7E2096DDB}"/>
                            </a:ext>
                          </a:extLst>
                        </p:cNvPr>
                        <p:cNvGrpSpPr/>
                        <p:nvPr/>
                      </p:nvGrpSpPr>
                      <p:grpSpPr>
                        <a:xfrm>
                          <a:off x="2970212" y="4724400"/>
                          <a:ext cx="731520" cy="731520"/>
                          <a:chOff x="2970212" y="4724400"/>
                          <a:chExt cx="731520" cy="731520"/>
                        </a:xfrm>
                      </p:grpSpPr>
                      <p:grpSp>
                        <p:nvGrpSpPr>
                          <p:cNvPr id="360" name="Group 359">
                            <a:extLst>
                              <a:ext uri="{FF2B5EF4-FFF2-40B4-BE49-F238E27FC236}">
                                <a16:creationId xmlns:a16="http://schemas.microsoft.com/office/drawing/2014/main" id="{C21AD923-A8C0-8EC9-389F-729BD1EFAAA5}"/>
                              </a:ext>
                            </a:extLst>
                          </p:cNvPr>
                          <p:cNvGrpSpPr/>
                          <p:nvPr/>
                        </p:nvGrpSpPr>
                        <p:grpSpPr>
                          <a:xfrm>
                            <a:off x="2970212" y="4724400"/>
                            <a:ext cx="731520" cy="365760"/>
                            <a:chOff x="2970212" y="4724400"/>
                            <a:chExt cx="731520" cy="365760"/>
                          </a:xfrm>
                        </p:grpSpPr>
                        <p:sp>
                          <p:nvSpPr>
                            <p:cNvPr id="363" name="Rectangle 362">
                              <a:extLst>
                                <a:ext uri="{FF2B5EF4-FFF2-40B4-BE49-F238E27FC236}">
                                  <a16:creationId xmlns:a16="http://schemas.microsoft.com/office/drawing/2014/main" id="{4B964868-AD90-F1A2-79BE-AB54B0275EE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4" name="Rectangle 363">
                              <a:extLst>
                                <a:ext uri="{FF2B5EF4-FFF2-40B4-BE49-F238E27FC236}">
                                  <a16:creationId xmlns:a16="http://schemas.microsoft.com/office/drawing/2014/main" id="{CC9ABC8F-7EBA-53FC-E452-9DFD63819AC4}"/>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61" name="Rectangle 360">
                            <a:extLst>
                              <a:ext uri="{FF2B5EF4-FFF2-40B4-BE49-F238E27FC236}">
                                <a16:creationId xmlns:a16="http://schemas.microsoft.com/office/drawing/2014/main" id="{9AE2B285-E514-6E6A-1A0B-110053E7950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2" name="Rectangle 361">
                            <a:extLst>
                              <a:ext uri="{FF2B5EF4-FFF2-40B4-BE49-F238E27FC236}">
                                <a16:creationId xmlns:a16="http://schemas.microsoft.com/office/drawing/2014/main" id="{5B431E27-5DA0-62CD-4C40-FDA68E264B6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54" name="Group 353">
                          <a:extLst>
                            <a:ext uri="{FF2B5EF4-FFF2-40B4-BE49-F238E27FC236}">
                              <a16:creationId xmlns:a16="http://schemas.microsoft.com/office/drawing/2014/main" id="{0A36CF56-80CA-9082-5040-81CA79E367D1}"/>
                            </a:ext>
                          </a:extLst>
                        </p:cNvPr>
                        <p:cNvGrpSpPr/>
                        <p:nvPr/>
                      </p:nvGrpSpPr>
                      <p:grpSpPr>
                        <a:xfrm>
                          <a:off x="3701732" y="4724400"/>
                          <a:ext cx="731520" cy="731520"/>
                          <a:chOff x="2970212" y="4724400"/>
                          <a:chExt cx="731520" cy="731520"/>
                        </a:xfrm>
                      </p:grpSpPr>
                      <p:grpSp>
                        <p:nvGrpSpPr>
                          <p:cNvPr id="355" name="Group 354">
                            <a:extLst>
                              <a:ext uri="{FF2B5EF4-FFF2-40B4-BE49-F238E27FC236}">
                                <a16:creationId xmlns:a16="http://schemas.microsoft.com/office/drawing/2014/main" id="{FDE87C27-78E5-F363-BBD1-26D2D62C7146}"/>
                              </a:ext>
                            </a:extLst>
                          </p:cNvPr>
                          <p:cNvGrpSpPr/>
                          <p:nvPr/>
                        </p:nvGrpSpPr>
                        <p:grpSpPr>
                          <a:xfrm>
                            <a:off x="2970212" y="4724400"/>
                            <a:ext cx="731520" cy="365760"/>
                            <a:chOff x="2970212" y="4724400"/>
                            <a:chExt cx="731520" cy="365760"/>
                          </a:xfrm>
                        </p:grpSpPr>
                        <p:sp>
                          <p:nvSpPr>
                            <p:cNvPr id="358" name="Rectangle 357">
                              <a:extLst>
                                <a:ext uri="{FF2B5EF4-FFF2-40B4-BE49-F238E27FC236}">
                                  <a16:creationId xmlns:a16="http://schemas.microsoft.com/office/drawing/2014/main" id="{69A22D26-EBFA-567F-D5F6-C330536859B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9" name="Rectangle 358">
                              <a:extLst>
                                <a:ext uri="{FF2B5EF4-FFF2-40B4-BE49-F238E27FC236}">
                                  <a16:creationId xmlns:a16="http://schemas.microsoft.com/office/drawing/2014/main" id="{34316F32-3A27-5E17-F713-4EC9085168E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56" name="Rectangle 355">
                            <a:extLst>
                              <a:ext uri="{FF2B5EF4-FFF2-40B4-BE49-F238E27FC236}">
                                <a16:creationId xmlns:a16="http://schemas.microsoft.com/office/drawing/2014/main" id="{FE2C0F78-456E-0051-D42D-86A0B1A2255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7" name="Rectangle 356">
                            <a:extLst>
                              <a:ext uri="{FF2B5EF4-FFF2-40B4-BE49-F238E27FC236}">
                                <a16:creationId xmlns:a16="http://schemas.microsoft.com/office/drawing/2014/main" id="{C22C50E3-881B-86FA-2F2B-0D98B3F7250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294" name="Group 293">
                    <a:extLst>
                      <a:ext uri="{FF2B5EF4-FFF2-40B4-BE49-F238E27FC236}">
                        <a16:creationId xmlns:a16="http://schemas.microsoft.com/office/drawing/2014/main" id="{5451AC70-07A6-B65D-B13C-E69A7F9742E3}"/>
                      </a:ext>
                    </a:extLst>
                  </p:cNvPr>
                  <p:cNvGrpSpPr/>
                  <p:nvPr/>
                </p:nvGrpSpPr>
                <p:grpSpPr>
                  <a:xfrm>
                    <a:off x="2132012" y="4587240"/>
                    <a:ext cx="2926080" cy="1463040"/>
                    <a:chOff x="2970212" y="4724400"/>
                    <a:chExt cx="2926080" cy="1463040"/>
                  </a:xfrm>
                </p:grpSpPr>
                <p:grpSp>
                  <p:nvGrpSpPr>
                    <p:cNvPr id="295" name="Group 294">
                      <a:extLst>
                        <a:ext uri="{FF2B5EF4-FFF2-40B4-BE49-F238E27FC236}">
                          <a16:creationId xmlns:a16="http://schemas.microsoft.com/office/drawing/2014/main" id="{06173395-B9A0-3C95-FFF3-F148C19A8B25}"/>
                        </a:ext>
                      </a:extLst>
                    </p:cNvPr>
                    <p:cNvGrpSpPr/>
                    <p:nvPr/>
                  </p:nvGrpSpPr>
                  <p:grpSpPr>
                    <a:xfrm>
                      <a:off x="2970212" y="4724400"/>
                      <a:ext cx="1463040" cy="1463040"/>
                      <a:chOff x="2970212" y="4724400"/>
                      <a:chExt cx="1463040" cy="1463040"/>
                    </a:xfrm>
                  </p:grpSpPr>
                  <p:grpSp>
                    <p:nvGrpSpPr>
                      <p:cNvPr id="323" name="Group 322">
                        <a:extLst>
                          <a:ext uri="{FF2B5EF4-FFF2-40B4-BE49-F238E27FC236}">
                            <a16:creationId xmlns:a16="http://schemas.microsoft.com/office/drawing/2014/main" id="{2455AEB1-56BC-CEBC-665B-2614B79DE65C}"/>
                          </a:ext>
                        </a:extLst>
                      </p:cNvPr>
                      <p:cNvGrpSpPr/>
                      <p:nvPr/>
                    </p:nvGrpSpPr>
                    <p:grpSpPr>
                      <a:xfrm>
                        <a:off x="2970212" y="4724400"/>
                        <a:ext cx="1463040" cy="731520"/>
                        <a:chOff x="2970212" y="4724400"/>
                        <a:chExt cx="1463040" cy="731520"/>
                      </a:xfrm>
                    </p:grpSpPr>
                    <p:grpSp>
                      <p:nvGrpSpPr>
                        <p:cNvPr id="337" name="Group 336">
                          <a:extLst>
                            <a:ext uri="{FF2B5EF4-FFF2-40B4-BE49-F238E27FC236}">
                              <a16:creationId xmlns:a16="http://schemas.microsoft.com/office/drawing/2014/main" id="{2701E8B9-D83E-E01A-23A7-AAC933CFCCB1}"/>
                            </a:ext>
                          </a:extLst>
                        </p:cNvPr>
                        <p:cNvGrpSpPr/>
                        <p:nvPr/>
                      </p:nvGrpSpPr>
                      <p:grpSpPr>
                        <a:xfrm>
                          <a:off x="2970212" y="4724400"/>
                          <a:ext cx="731520" cy="731520"/>
                          <a:chOff x="2970212" y="4724400"/>
                          <a:chExt cx="731520" cy="731520"/>
                        </a:xfrm>
                      </p:grpSpPr>
                      <p:grpSp>
                        <p:nvGrpSpPr>
                          <p:cNvPr id="344" name="Group 343">
                            <a:extLst>
                              <a:ext uri="{FF2B5EF4-FFF2-40B4-BE49-F238E27FC236}">
                                <a16:creationId xmlns:a16="http://schemas.microsoft.com/office/drawing/2014/main" id="{5458F26F-F6A9-690D-1DD5-AEBF39CA03A9}"/>
                              </a:ext>
                            </a:extLst>
                          </p:cNvPr>
                          <p:cNvGrpSpPr/>
                          <p:nvPr/>
                        </p:nvGrpSpPr>
                        <p:grpSpPr>
                          <a:xfrm>
                            <a:off x="2970212" y="4724400"/>
                            <a:ext cx="731520" cy="365760"/>
                            <a:chOff x="2970212" y="4724400"/>
                            <a:chExt cx="731520" cy="365760"/>
                          </a:xfrm>
                        </p:grpSpPr>
                        <p:sp>
                          <p:nvSpPr>
                            <p:cNvPr id="347" name="Rectangle 346">
                              <a:extLst>
                                <a:ext uri="{FF2B5EF4-FFF2-40B4-BE49-F238E27FC236}">
                                  <a16:creationId xmlns:a16="http://schemas.microsoft.com/office/drawing/2014/main" id="{EB02430E-D1ED-67E1-8F5A-65020847896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8" name="Rectangle 347">
                              <a:extLst>
                                <a:ext uri="{FF2B5EF4-FFF2-40B4-BE49-F238E27FC236}">
                                  <a16:creationId xmlns:a16="http://schemas.microsoft.com/office/drawing/2014/main" id="{F6D154C0-AC3C-9F20-02B3-D7F4D91F630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45" name="Rectangle 344">
                            <a:extLst>
                              <a:ext uri="{FF2B5EF4-FFF2-40B4-BE49-F238E27FC236}">
                                <a16:creationId xmlns:a16="http://schemas.microsoft.com/office/drawing/2014/main" id="{0B70A6CC-4B35-0AA0-E8C9-EB22FF46F89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6" name="Rectangle 345">
                            <a:extLst>
                              <a:ext uri="{FF2B5EF4-FFF2-40B4-BE49-F238E27FC236}">
                                <a16:creationId xmlns:a16="http://schemas.microsoft.com/office/drawing/2014/main" id="{756B6BF9-D4BB-D4C2-7F11-CED8E5FF50B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38" name="Group 337">
                          <a:extLst>
                            <a:ext uri="{FF2B5EF4-FFF2-40B4-BE49-F238E27FC236}">
                              <a16:creationId xmlns:a16="http://schemas.microsoft.com/office/drawing/2014/main" id="{1D9A6073-B6CA-B769-1D4E-28A35F9B428C}"/>
                            </a:ext>
                          </a:extLst>
                        </p:cNvPr>
                        <p:cNvGrpSpPr/>
                        <p:nvPr/>
                      </p:nvGrpSpPr>
                      <p:grpSpPr>
                        <a:xfrm>
                          <a:off x="3701732" y="4724400"/>
                          <a:ext cx="731520" cy="731520"/>
                          <a:chOff x="2970212" y="4724400"/>
                          <a:chExt cx="731520" cy="731520"/>
                        </a:xfrm>
                      </p:grpSpPr>
                      <p:grpSp>
                        <p:nvGrpSpPr>
                          <p:cNvPr id="339" name="Group 338">
                            <a:extLst>
                              <a:ext uri="{FF2B5EF4-FFF2-40B4-BE49-F238E27FC236}">
                                <a16:creationId xmlns:a16="http://schemas.microsoft.com/office/drawing/2014/main" id="{A4466672-A05A-3222-6E18-B5BA17A2AA49}"/>
                              </a:ext>
                            </a:extLst>
                          </p:cNvPr>
                          <p:cNvGrpSpPr/>
                          <p:nvPr/>
                        </p:nvGrpSpPr>
                        <p:grpSpPr>
                          <a:xfrm>
                            <a:off x="2970212" y="4724400"/>
                            <a:ext cx="731520" cy="365760"/>
                            <a:chOff x="2970212" y="4724400"/>
                            <a:chExt cx="731520" cy="365760"/>
                          </a:xfrm>
                        </p:grpSpPr>
                        <p:sp>
                          <p:nvSpPr>
                            <p:cNvPr id="342" name="Rectangle 341">
                              <a:extLst>
                                <a:ext uri="{FF2B5EF4-FFF2-40B4-BE49-F238E27FC236}">
                                  <a16:creationId xmlns:a16="http://schemas.microsoft.com/office/drawing/2014/main" id="{A6501194-9B2A-E124-7C59-A6FE53CAD23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3" name="Rectangle 342">
                              <a:extLst>
                                <a:ext uri="{FF2B5EF4-FFF2-40B4-BE49-F238E27FC236}">
                                  <a16:creationId xmlns:a16="http://schemas.microsoft.com/office/drawing/2014/main" id="{CFB1315C-90B4-99BC-BF07-2BFCCA3BC28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40" name="Rectangle 339">
                            <a:extLst>
                              <a:ext uri="{FF2B5EF4-FFF2-40B4-BE49-F238E27FC236}">
                                <a16:creationId xmlns:a16="http://schemas.microsoft.com/office/drawing/2014/main" id="{85516523-061D-EA21-8320-01804C9E638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1" name="Rectangle 340">
                            <a:extLst>
                              <a:ext uri="{FF2B5EF4-FFF2-40B4-BE49-F238E27FC236}">
                                <a16:creationId xmlns:a16="http://schemas.microsoft.com/office/drawing/2014/main" id="{D320154C-8C11-B490-91F5-2D081A1260C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24" name="Group 323">
                        <a:extLst>
                          <a:ext uri="{FF2B5EF4-FFF2-40B4-BE49-F238E27FC236}">
                            <a16:creationId xmlns:a16="http://schemas.microsoft.com/office/drawing/2014/main" id="{A9D98002-DBBB-A9BC-4B62-9C7B8B1FB5A3}"/>
                          </a:ext>
                        </a:extLst>
                      </p:cNvPr>
                      <p:cNvGrpSpPr/>
                      <p:nvPr/>
                    </p:nvGrpSpPr>
                    <p:grpSpPr>
                      <a:xfrm>
                        <a:off x="2970212" y="5455920"/>
                        <a:ext cx="1463040" cy="731520"/>
                        <a:chOff x="2970212" y="4724400"/>
                        <a:chExt cx="1463040" cy="731520"/>
                      </a:xfrm>
                    </p:grpSpPr>
                    <p:grpSp>
                      <p:nvGrpSpPr>
                        <p:cNvPr id="325" name="Group 324">
                          <a:extLst>
                            <a:ext uri="{FF2B5EF4-FFF2-40B4-BE49-F238E27FC236}">
                              <a16:creationId xmlns:a16="http://schemas.microsoft.com/office/drawing/2014/main" id="{BDD5C11D-2433-684C-553A-3E7DBDFA009B}"/>
                            </a:ext>
                          </a:extLst>
                        </p:cNvPr>
                        <p:cNvGrpSpPr/>
                        <p:nvPr/>
                      </p:nvGrpSpPr>
                      <p:grpSpPr>
                        <a:xfrm>
                          <a:off x="2970212" y="4724400"/>
                          <a:ext cx="731520" cy="731520"/>
                          <a:chOff x="2970212" y="4724400"/>
                          <a:chExt cx="731520" cy="731520"/>
                        </a:xfrm>
                      </p:grpSpPr>
                      <p:grpSp>
                        <p:nvGrpSpPr>
                          <p:cNvPr id="332" name="Group 331">
                            <a:extLst>
                              <a:ext uri="{FF2B5EF4-FFF2-40B4-BE49-F238E27FC236}">
                                <a16:creationId xmlns:a16="http://schemas.microsoft.com/office/drawing/2014/main" id="{FFB74A87-85CA-1E84-8D44-1250D1051DF8}"/>
                              </a:ext>
                            </a:extLst>
                          </p:cNvPr>
                          <p:cNvGrpSpPr/>
                          <p:nvPr/>
                        </p:nvGrpSpPr>
                        <p:grpSpPr>
                          <a:xfrm>
                            <a:off x="2970212" y="4724400"/>
                            <a:ext cx="731520" cy="365760"/>
                            <a:chOff x="2970212" y="4724400"/>
                            <a:chExt cx="731520" cy="365760"/>
                          </a:xfrm>
                        </p:grpSpPr>
                        <p:sp>
                          <p:nvSpPr>
                            <p:cNvPr id="335" name="Rectangle 334">
                              <a:extLst>
                                <a:ext uri="{FF2B5EF4-FFF2-40B4-BE49-F238E27FC236}">
                                  <a16:creationId xmlns:a16="http://schemas.microsoft.com/office/drawing/2014/main" id="{8BA4ACA3-FAFF-A371-9DB4-0DA8D29A274D}"/>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6" name="Rectangle 335">
                              <a:extLst>
                                <a:ext uri="{FF2B5EF4-FFF2-40B4-BE49-F238E27FC236}">
                                  <a16:creationId xmlns:a16="http://schemas.microsoft.com/office/drawing/2014/main" id="{311E5514-BEB1-7E94-3DDE-01345309A2F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33" name="Rectangle 332">
                            <a:extLst>
                              <a:ext uri="{FF2B5EF4-FFF2-40B4-BE49-F238E27FC236}">
                                <a16:creationId xmlns:a16="http://schemas.microsoft.com/office/drawing/2014/main" id="{46B6A354-D0F9-EE61-98F1-877D769A536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4" name="Rectangle 333">
                            <a:extLst>
                              <a:ext uri="{FF2B5EF4-FFF2-40B4-BE49-F238E27FC236}">
                                <a16:creationId xmlns:a16="http://schemas.microsoft.com/office/drawing/2014/main" id="{268BAD6F-0701-3DDE-52C5-D681153CD02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26" name="Group 325">
                          <a:extLst>
                            <a:ext uri="{FF2B5EF4-FFF2-40B4-BE49-F238E27FC236}">
                              <a16:creationId xmlns:a16="http://schemas.microsoft.com/office/drawing/2014/main" id="{4278590D-3427-D9F7-7BD3-AE8A551498BD}"/>
                            </a:ext>
                          </a:extLst>
                        </p:cNvPr>
                        <p:cNvGrpSpPr/>
                        <p:nvPr/>
                      </p:nvGrpSpPr>
                      <p:grpSpPr>
                        <a:xfrm>
                          <a:off x="3701732" y="4724400"/>
                          <a:ext cx="731520" cy="731520"/>
                          <a:chOff x="2970212" y="4724400"/>
                          <a:chExt cx="731520" cy="731520"/>
                        </a:xfrm>
                      </p:grpSpPr>
                      <p:grpSp>
                        <p:nvGrpSpPr>
                          <p:cNvPr id="327" name="Group 326">
                            <a:extLst>
                              <a:ext uri="{FF2B5EF4-FFF2-40B4-BE49-F238E27FC236}">
                                <a16:creationId xmlns:a16="http://schemas.microsoft.com/office/drawing/2014/main" id="{3B46B4A4-B20E-27E5-B2CE-DE8869109430}"/>
                              </a:ext>
                            </a:extLst>
                          </p:cNvPr>
                          <p:cNvGrpSpPr/>
                          <p:nvPr/>
                        </p:nvGrpSpPr>
                        <p:grpSpPr>
                          <a:xfrm>
                            <a:off x="2970212" y="4724400"/>
                            <a:ext cx="731520" cy="365760"/>
                            <a:chOff x="2970212" y="4724400"/>
                            <a:chExt cx="731520" cy="365760"/>
                          </a:xfrm>
                        </p:grpSpPr>
                        <p:sp>
                          <p:nvSpPr>
                            <p:cNvPr id="330" name="Rectangle 329">
                              <a:extLst>
                                <a:ext uri="{FF2B5EF4-FFF2-40B4-BE49-F238E27FC236}">
                                  <a16:creationId xmlns:a16="http://schemas.microsoft.com/office/drawing/2014/main" id="{3AB71A41-CFBE-DBC6-D0F3-9EB306DCBC6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1" name="Rectangle 330">
                              <a:extLst>
                                <a:ext uri="{FF2B5EF4-FFF2-40B4-BE49-F238E27FC236}">
                                  <a16:creationId xmlns:a16="http://schemas.microsoft.com/office/drawing/2014/main" id="{BF6689A3-CB33-1991-0E03-707B5BD0AEF3}"/>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28" name="Rectangle 327">
                            <a:extLst>
                              <a:ext uri="{FF2B5EF4-FFF2-40B4-BE49-F238E27FC236}">
                                <a16:creationId xmlns:a16="http://schemas.microsoft.com/office/drawing/2014/main" id="{9529BED3-2D6D-60FB-A624-4C87047B1D1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9" name="Rectangle 328">
                            <a:extLst>
                              <a:ext uri="{FF2B5EF4-FFF2-40B4-BE49-F238E27FC236}">
                                <a16:creationId xmlns:a16="http://schemas.microsoft.com/office/drawing/2014/main" id="{C41BA0B4-1B84-E2E5-13DA-BE2D7F997751}"/>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296" name="Group 295">
                      <a:extLst>
                        <a:ext uri="{FF2B5EF4-FFF2-40B4-BE49-F238E27FC236}">
                          <a16:creationId xmlns:a16="http://schemas.microsoft.com/office/drawing/2014/main" id="{DEEB281F-6698-9259-3FBF-C6B8E3AB9938}"/>
                        </a:ext>
                      </a:extLst>
                    </p:cNvPr>
                    <p:cNvGrpSpPr/>
                    <p:nvPr/>
                  </p:nvGrpSpPr>
                  <p:grpSpPr>
                    <a:xfrm>
                      <a:off x="4433252" y="4724400"/>
                      <a:ext cx="1463040" cy="1463040"/>
                      <a:chOff x="2970212" y="4724400"/>
                      <a:chExt cx="1463040" cy="1463040"/>
                    </a:xfrm>
                  </p:grpSpPr>
                  <p:grpSp>
                    <p:nvGrpSpPr>
                      <p:cNvPr id="297" name="Group 296">
                        <a:extLst>
                          <a:ext uri="{FF2B5EF4-FFF2-40B4-BE49-F238E27FC236}">
                            <a16:creationId xmlns:a16="http://schemas.microsoft.com/office/drawing/2014/main" id="{1411D1E4-12C1-D189-77B9-10103FF5A610}"/>
                          </a:ext>
                        </a:extLst>
                      </p:cNvPr>
                      <p:cNvGrpSpPr/>
                      <p:nvPr/>
                    </p:nvGrpSpPr>
                    <p:grpSpPr>
                      <a:xfrm>
                        <a:off x="2970212" y="4724400"/>
                        <a:ext cx="1463040" cy="731520"/>
                        <a:chOff x="2970212" y="4724400"/>
                        <a:chExt cx="1463040" cy="731520"/>
                      </a:xfrm>
                    </p:grpSpPr>
                    <p:grpSp>
                      <p:nvGrpSpPr>
                        <p:cNvPr id="311" name="Group 310">
                          <a:extLst>
                            <a:ext uri="{FF2B5EF4-FFF2-40B4-BE49-F238E27FC236}">
                              <a16:creationId xmlns:a16="http://schemas.microsoft.com/office/drawing/2014/main" id="{BD770330-CF11-5128-C663-F757922E8482}"/>
                            </a:ext>
                          </a:extLst>
                        </p:cNvPr>
                        <p:cNvGrpSpPr/>
                        <p:nvPr/>
                      </p:nvGrpSpPr>
                      <p:grpSpPr>
                        <a:xfrm>
                          <a:off x="2970212" y="4724400"/>
                          <a:ext cx="731520" cy="731520"/>
                          <a:chOff x="2970212" y="4724400"/>
                          <a:chExt cx="731520" cy="731520"/>
                        </a:xfrm>
                      </p:grpSpPr>
                      <p:grpSp>
                        <p:nvGrpSpPr>
                          <p:cNvPr id="318" name="Group 317">
                            <a:extLst>
                              <a:ext uri="{FF2B5EF4-FFF2-40B4-BE49-F238E27FC236}">
                                <a16:creationId xmlns:a16="http://schemas.microsoft.com/office/drawing/2014/main" id="{1C3E6BFB-DCBF-FECB-1336-B1B1C4270490}"/>
                              </a:ext>
                            </a:extLst>
                          </p:cNvPr>
                          <p:cNvGrpSpPr/>
                          <p:nvPr/>
                        </p:nvGrpSpPr>
                        <p:grpSpPr>
                          <a:xfrm>
                            <a:off x="2970212" y="4724400"/>
                            <a:ext cx="731520" cy="365760"/>
                            <a:chOff x="2970212" y="4724400"/>
                            <a:chExt cx="731520" cy="365760"/>
                          </a:xfrm>
                        </p:grpSpPr>
                        <p:sp>
                          <p:nvSpPr>
                            <p:cNvPr id="321" name="Rectangle 320">
                              <a:extLst>
                                <a:ext uri="{FF2B5EF4-FFF2-40B4-BE49-F238E27FC236}">
                                  <a16:creationId xmlns:a16="http://schemas.microsoft.com/office/drawing/2014/main" id="{681E0BC1-D5B1-5DF4-C193-AC8EB532F39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2" name="Rectangle 321">
                              <a:extLst>
                                <a:ext uri="{FF2B5EF4-FFF2-40B4-BE49-F238E27FC236}">
                                  <a16:creationId xmlns:a16="http://schemas.microsoft.com/office/drawing/2014/main" id="{82F0BD83-AB5D-3A34-C4A5-E25F7EC0ED8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19" name="Rectangle 318">
                            <a:extLst>
                              <a:ext uri="{FF2B5EF4-FFF2-40B4-BE49-F238E27FC236}">
                                <a16:creationId xmlns:a16="http://schemas.microsoft.com/office/drawing/2014/main" id="{475EF8B7-6E21-716B-C1E8-1ACDDA05E13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0" name="Rectangle 319">
                            <a:extLst>
                              <a:ext uri="{FF2B5EF4-FFF2-40B4-BE49-F238E27FC236}">
                                <a16:creationId xmlns:a16="http://schemas.microsoft.com/office/drawing/2014/main" id="{0E20E345-1670-F19D-5806-65F8321E7C87}"/>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12" name="Group 311">
                          <a:extLst>
                            <a:ext uri="{FF2B5EF4-FFF2-40B4-BE49-F238E27FC236}">
                              <a16:creationId xmlns:a16="http://schemas.microsoft.com/office/drawing/2014/main" id="{EEBEB632-2CB1-A8BA-C6E1-A637CE50A8DE}"/>
                            </a:ext>
                          </a:extLst>
                        </p:cNvPr>
                        <p:cNvGrpSpPr/>
                        <p:nvPr/>
                      </p:nvGrpSpPr>
                      <p:grpSpPr>
                        <a:xfrm>
                          <a:off x="3701732" y="4724400"/>
                          <a:ext cx="731520" cy="731520"/>
                          <a:chOff x="2970212" y="4724400"/>
                          <a:chExt cx="731520" cy="731520"/>
                        </a:xfrm>
                      </p:grpSpPr>
                      <p:grpSp>
                        <p:nvGrpSpPr>
                          <p:cNvPr id="313" name="Group 312">
                            <a:extLst>
                              <a:ext uri="{FF2B5EF4-FFF2-40B4-BE49-F238E27FC236}">
                                <a16:creationId xmlns:a16="http://schemas.microsoft.com/office/drawing/2014/main" id="{D2C33FBF-5DA0-AD99-B0FB-5859312EAFA3}"/>
                              </a:ext>
                            </a:extLst>
                          </p:cNvPr>
                          <p:cNvGrpSpPr/>
                          <p:nvPr/>
                        </p:nvGrpSpPr>
                        <p:grpSpPr>
                          <a:xfrm>
                            <a:off x="2970212" y="4724400"/>
                            <a:ext cx="731520" cy="365760"/>
                            <a:chOff x="2970212" y="4724400"/>
                            <a:chExt cx="731520" cy="365760"/>
                          </a:xfrm>
                        </p:grpSpPr>
                        <p:sp>
                          <p:nvSpPr>
                            <p:cNvPr id="316" name="Rectangle 315">
                              <a:extLst>
                                <a:ext uri="{FF2B5EF4-FFF2-40B4-BE49-F238E27FC236}">
                                  <a16:creationId xmlns:a16="http://schemas.microsoft.com/office/drawing/2014/main" id="{A4C11039-B6BB-1D78-973D-30C3F2F4853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7" name="Rectangle 316">
                              <a:extLst>
                                <a:ext uri="{FF2B5EF4-FFF2-40B4-BE49-F238E27FC236}">
                                  <a16:creationId xmlns:a16="http://schemas.microsoft.com/office/drawing/2014/main" id="{E0569F04-CC95-6A4E-6930-2BDF71D1F99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14" name="Rectangle 313">
                            <a:extLst>
                              <a:ext uri="{FF2B5EF4-FFF2-40B4-BE49-F238E27FC236}">
                                <a16:creationId xmlns:a16="http://schemas.microsoft.com/office/drawing/2014/main" id="{6DF28B24-88D1-5ED1-A381-77BCF4D9708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5" name="Rectangle 314">
                            <a:extLst>
                              <a:ext uri="{FF2B5EF4-FFF2-40B4-BE49-F238E27FC236}">
                                <a16:creationId xmlns:a16="http://schemas.microsoft.com/office/drawing/2014/main" id="{0C132725-FB26-40D1-4363-2D60DCC47A62}"/>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98" name="Group 297">
                        <a:extLst>
                          <a:ext uri="{FF2B5EF4-FFF2-40B4-BE49-F238E27FC236}">
                            <a16:creationId xmlns:a16="http://schemas.microsoft.com/office/drawing/2014/main" id="{48264E53-F1DA-9973-CEF8-DE33263BBE0F}"/>
                          </a:ext>
                        </a:extLst>
                      </p:cNvPr>
                      <p:cNvGrpSpPr/>
                      <p:nvPr/>
                    </p:nvGrpSpPr>
                    <p:grpSpPr>
                      <a:xfrm>
                        <a:off x="2970212" y="5455920"/>
                        <a:ext cx="1463040" cy="731520"/>
                        <a:chOff x="2970212" y="4724400"/>
                        <a:chExt cx="1463040" cy="731520"/>
                      </a:xfrm>
                    </p:grpSpPr>
                    <p:grpSp>
                      <p:nvGrpSpPr>
                        <p:cNvPr id="299" name="Group 298">
                          <a:extLst>
                            <a:ext uri="{FF2B5EF4-FFF2-40B4-BE49-F238E27FC236}">
                              <a16:creationId xmlns:a16="http://schemas.microsoft.com/office/drawing/2014/main" id="{ED41ABCF-792A-862A-5726-5A7B9F5F6E64}"/>
                            </a:ext>
                          </a:extLst>
                        </p:cNvPr>
                        <p:cNvGrpSpPr/>
                        <p:nvPr/>
                      </p:nvGrpSpPr>
                      <p:grpSpPr>
                        <a:xfrm>
                          <a:off x="2970212" y="4724400"/>
                          <a:ext cx="731520" cy="731520"/>
                          <a:chOff x="2970212" y="4724400"/>
                          <a:chExt cx="731520" cy="731520"/>
                        </a:xfrm>
                      </p:grpSpPr>
                      <p:grpSp>
                        <p:nvGrpSpPr>
                          <p:cNvPr id="306" name="Group 305">
                            <a:extLst>
                              <a:ext uri="{FF2B5EF4-FFF2-40B4-BE49-F238E27FC236}">
                                <a16:creationId xmlns:a16="http://schemas.microsoft.com/office/drawing/2014/main" id="{1AD52840-8332-36FC-0F0E-1597509FF1B6}"/>
                              </a:ext>
                            </a:extLst>
                          </p:cNvPr>
                          <p:cNvGrpSpPr/>
                          <p:nvPr/>
                        </p:nvGrpSpPr>
                        <p:grpSpPr>
                          <a:xfrm>
                            <a:off x="2970212" y="4724400"/>
                            <a:ext cx="731520" cy="365760"/>
                            <a:chOff x="2970212" y="4724400"/>
                            <a:chExt cx="731520" cy="365760"/>
                          </a:xfrm>
                        </p:grpSpPr>
                        <p:sp>
                          <p:nvSpPr>
                            <p:cNvPr id="309" name="Rectangle 308">
                              <a:extLst>
                                <a:ext uri="{FF2B5EF4-FFF2-40B4-BE49-F238E27FC236}">
                                  <a16:creationId xmlns:a16="http://schemas.microsoft.com/office/drawing/2014/main" id="{14D55F2C-4E81-96B4-6F55-6E311A5189B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0" name="Rectangle 309">
                              <a:extLst>
                                <a:ext uri="{FF2B5EF4-FFF2-40B4-BE49-F238E27FC236}">
                                  <a16:creationId xmlns:a16="http://schemas.microsoft.com/office/drawing/2014/main" id="{01F9F6C4-FC46-E227-3944-4CBDA809535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07" name="Rectangle 306">
                            <a:extLst>
                              <a:ext uri="{FF2B5EF4-FFF2-40B4-BE49-F238E27FC236}">
                                <a16:creationId xmlns:a16="http://schemas.microsoft.com/office/drawing/2014/main" id="{854F6AF1-7E81-B774-95AA-C5ECEDAF9DC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8" name="Rectangle 307">
                            <a:extLst>
                              <a:ext uri="{FF2B5EF4-FFF2-40B4-BE49-F238E27FC236}">
                                <a16:creationId xmlns:a16="http://schemas.microsoft.com/office/drawing/2014/main" id="{1F63942F-61D2-DB9C-F0DD-087CF5B56F2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00" name="Group 299">
                          <a:extLst>
                            <a:ext uri="{FF2B5EF4-FFF2-40B4-BE49-F238E27FC236}">
                              <a16:creationId xmlns:a16="http://schemas.microsoft.com/office/drawing/2014/main" id="{4CFE56AF-B608-3A45-E5A6-E401BC7EB744}"/>
                            </a:ext>
                          </a:extLst>
                        </p:cNvPr>
                        <p:cNvGrpSpPr/>
                        <p:nvPr/>
                      </p:nvGrpSpPr>
                      <p:grpSpPr>
                        <a:xfrm>
                          <a:off x="3701732" y="4724400"/>
                          <a:ext cx="731520" cy="731520"/>
                          <a:chOff x="2970212" y="4724400"/>
                          <a:chExt cx="731520" cy="731520"/>
                        </a:xfrm>
                      </p:grpSpPr>
                      <p:grpSp>
                        <p:nvGrpSpPr>
                          <p:cNvPr id="301" name="Group 300">
                            <a:extLst>
                              <a:ext uri="{FF2B5EF4-FFF2-40B4-BE49-F238E27FC236}">
                                <a16:creationId xmlns:a16="http://schemas.microsoft.com/office/drawing/2014/main" id="{DB8E16CF-635D-B96E-5C5B-92F10C826203}"/>
                              </a:ext>
                            </a:extLst>
                          </p:cNvPr>
                          <p:cNvGrpSpPr/>
                          <p:nvPr/>
                        </p:nvGrpSpPr>
                        <p:grpSpPr>
                          <a:xfrm>
                            <a:off x="2970212" y="4724400"/>
                            <a:ext cx="731520" cy="365760"/>
                            <a:chOff x="2970212" y="4724400"/>
                            <a:chExt cx="731520" cy="365760"/>
                          </a:xfrm>
                        </p:grpSpPr>
                        <p:sp>
                          <p:nvSpPr>
                            <p:cNvPr id="304" name="Rectangle 303">
                              <a:extLst>
                                <a:ext uri="{FF2B5EF4-FFF2-40B4-BE49-F238E27FC236}">
                                  <a16:creationId xmlns:a16="http://schemas.microsoft.com/office/drawing/2014/main" id="{C07C0057-0255-DFAD-0A86-9DC63797B38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5" name="Rectangle 304">
                              <a:extLst>
                                <a:ext uri="{FF2B5EF4-FFF2-40B4-BE49-F238E27FC236}">
                                  <a16:creationId xmlns:a16="http://schemas.microsoft.com/office/drawing/2014/main" id="{6A65D2B8-7E4D-64B6-4A84-5B00541736C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02" name="Rectangle 301">
                            <a:extLst>
                              <a:ext uri="{FF2B5EF4-FFF2-40B4-BE49-F238E27FC236}">
                                <a16:creationId xmlns:a16="http://schemas.microsoft.com/office/drawing/2014/main" id="{AEBE97B2-6C3D-DA20-AF5B-0A93B4C8301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3" name="Rectangle 302">
                            <a:extLst>
                              <a:ext uri="{FF2B5EF4-FFF2-40B4-BE49-F238E27FC236}">
                                <a16:creationId xmlns:a16="http://schemas.microsoft.com/office/drawing/2014/main" id="{13C9DF93-7235-F0D8-A785-1B07686747D3}"/>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cxnSp>
            <p:nvCxnSpPr>
              <p:cNvPr id="405" name="Straight Connector 404">
                <a:extLst>
                  <a:ext uri="{FF2B5EF4-FFF2-40B4-BE49-F238E27FC236}">
                    <a16:creationId xmlns:a16="http://schemas.microsoft.com/office/drawing/2014/main" id="{1272C31A-973A-2F6C-E70D-4AD2E8448450}"/>
                  </a:ext>
                </a:extLst>
              </p:cNvPr>
              <p:cNvCxnSpPr>
                <a:cxnSpLocks/>
              </p:cNvCxnSpPr>
              <p:nvPr/>
            </p:nvCxnSpPr>
            <p:spPr>
              <a:xfrm flipV="1">
                <a:off x="2132012" y="4572000"/>
                <a:ext cx="8778240" cy="15240"/>
              </a:xfrm>
              <a:prstGeom prst="line">
                <a:avLst/>
              </a:prstGeom>
            </p:spPr>
            <p:style>
              <a:lnRef idx="3">
                <a:schemeClr val="dk1"/>
              </a:lnRef>
              <a:fillRef idx="0">
                <a:schemeClr val="dk1"/>
              </a:fillRef>
              <a:effectRef idx="2">
                <a:schemeClr val="dk1"/>
              </a:effectRef>
              <a:fontRef idx="minor">
                <a:schemeClr val="tx1"/>
              </a:fontRef>
            </p:style>
          </p:cxnSp>
          <p:cxnSp>
            <p:nvCxnSpPr>
              <p:cNvPr id="409" name="Straight Connector 408">
                <a:extLst>
                  <a:ext uri="{FF2B5EF4-FFF2-40B4-BE49-F238E27FC236}">
                    <a16:creationId xmlns:a16="http://schemas.microsoft.com/office/drawing/2014/main" id="{210A4E37-53AA-A2F6-D12A-5B8A3E602D9C}"/>
                  </a:ext>
                </a:extLst>
              </p:cNvPr>
              <p:cNvCxnSpPr/>
              <p:nvPr/>
            </p:nvCxnSpPr>
            <p:spPr>
              <a:xfrm>
                <a:off x="6537011" y="3124200"/>
                <a:ext cx="0" cy="2971800"/>
              </a:xfrm>
              <a:prstGeom prst="line">
                <a:avLst/>
              </a:prstGeom>
            </p:spPr>
            <p:style>
              <a:lnRef idx="3">
                <a:schemeClr val="dk1"/>
              </a:lnRef>
              <a:fillRef idx="0">
                <a:schemeClr val="dk1"/>
              </a:fillRef>
              <a:effectRef idx="2">
                <a:schemeClr val="dk1"/>
              </a:effectRef>
              <a:fontRef idx="minor">
                <a:schemeClr val="tx1"/>
              </a:fontRef>
            </p:style>
          </p:cxnSp>
        </p:grpSp>
        <p:cxnSp>
          <p:nvCxnSpPr>
            <p:cNvPr id="412" name="Straight Connector 411">
              <a:extLst>
                <a:ext uri="{FF2B5EF4-FFF2-40B4-BE49-F238E27FC236}">
                  <a16:creationId xmlns:a16="http://schemas.microsoft.com/office/drawing/2014/main" id="{F8A5C81F-A37A-E1F8-4B38-2C146ED62806}"/>
                </a:ext>
              </a:extLst>
            </p:cNvPr>
            <p:cNvCxnSpPr>
              <a:cxnSpLocks/>
            </p:cNvCxnSpPr>
            <p:nvPr/>
          </p:nvCxnSpPr>
          <p:spPr>
            <a:xfrm flipV="1">
              <a:off x="2031696" y="3733800"/>
              <a:ext cx="8802356" cy="2225040"/>
            </a:xfrm>
            <a:prstGeom prst="line">
              <a:avLst/>
            </a:prstGeom>
            <a:ln w="38100"/>
          </p:spPr>
          <p:style>
            <a:lnRef idx="3">
              <a:schemeClr val="accent4"/>
            </a:lnRef>
            <a:fillRef idx="0">
              <a:schemeClr val="accent4"/>
            </a:fillRef>
            <a:effectRef idx="2">
              <a:schemeClr val="accent4"/>
            </a:effectRef>
            <a:fontRef idx="minor">
              <a:schemeClr val="tx1"/>
            </a:fontRef>
          </p:style>
        </p:cxnSp>
        <p:sp>
          <p:nvSpPr>
            <p:cNvPr id="414" name="Oval 413">
              <a:extLst>
                <a:ext uri="{FF2B5EF4-FFF2-40B4-BE49-F238E27FC236}">
                  <a16:creationId xmlns:a16="http://schemas.microsoft.com/office/drawing/2014/main" id="{2013F672-379A-12B0-1135-F9EA7AECBF97}"/>
                </a:ext>
              </a:extLst>
            </p:cNvPr>
            <p:cNvSpPr/>
            <p:nvPr/>
          </p:nvSpPr>
          <p:spPr>
            <a:xfrm>
              <a:off x="5256215" y="5013961"/>
              <a:ext cx="182878" cy="182878"/>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BEC2A244-326D-1AE4-C330-AB3583817238}"/>
                </a:ext>
              </a:extLst>
            </p:cNvPr>
            <p:cNvSpPr txBox="1"/>
            <p:nvPr/>
          </p:nvSpPr>
          <p:spPr>
            <a:xfrm>
              <a:off x="2055813" y="3240009"/>
              <a:ext cx="8778238" cy="369332"/>
            </a:xfrm>
            <a:prstGeom prst="rect">
              <a:avLst/>
            </a:prstGeom>
            <a:noFill/>
          </p:spPr>
          <p:txBody>
            <a:bodyPr wrap="square" rtlCol="0">
              <a:spAutoFit/>
            </a:bodyPr>
            <a:lstStyle/>
            <a:p>
              <a:pPr algn="ctr"/>
              <a:r>
                <a:rPr lang="en-US" dirty="0">
                  <a:solidFill>
                    <a:schemeClr val="bg1"/>
                  </a:solidFill>
                  <a:latin typeface="Consolas" panose="020B0609020204030204" pitchFamily="49" charset="0"/>
                </a:rPr>
                <a:t>-9 -8 -7 -6 -5 -4 -3 -2 -1 0 +1 +2 +3 +4 +5 +6 +7 +8 +9</a:t>
              </a:r>
            </a:p>
          </p:txBody>
        </p:sp>
        <p:sp>
          <p:nvSpPr>
            <p:cNvPr id="3" name="TextBox 2">
              <a:extLst>
                <a:ext uri="{FF2B5EF4-FFF2-40B4-BE49-F238E27FC236}">
                  <a16:creationId xmlns:a16="http://schemas.microsoft.com/office/drawing/2014/main" id="{A76A89A7-7886-E351-1396-C566B9EFA6DF}"/>
                </a:ext>
              </a:extLst>
            </p:cNvPr>
            <p:cNvSpPr txBox="1"/>
            <p:nvPr/>
          </p:nvSpPr>
          <p:spPr>
            <a:xfrm>
              <a:off x="1516718" y="3412480"/>
              <a:ext cx="527036" cy="3416320"/>
            </a:xfrm>
            <a:prstGeom prst="rect">
              <a:avLst/>
            </a:prstGeom>
            <a:noFill/>
          </p:spPr>
          <p:txBody>
            <a:bodyPr wrap="square" rtlCol="0">
              <a:spAutoFit/>
            </a:bodyPr>
            <a:lstStyle/>
            <a:p>
              <a:pPr algn="r"/>
              <a:r>
                <a:rPr lang="en-US" sz="2400" dirty="0">
                  <a:solidFill>
                    <a:schemeClr val="bg1"/>
                  </a:solidFill>
                  <a:latin typeface="Consolas" panose="020B0609020204030204" pitchFamily="49" charset="0"/>
                </a:rPr>
                <a:t>+4</a:t>
              </a:r>
            </a:p>
            <a:p>
              <a:pPr algn="r"/>
              <a:r>
                <a:rPr lang="en-US" sz="2400" dirty="0">
                  <a:solidFill>
                    <a:schemeClr val="bg1"/>
                  </a:solidFill>
                  <a:latin typeface="Consolas" panose="020B0609020204030204" pitchFamily="49" charset="0"/>
                </a:rPr>
                <a:t>+3</a:t>
              </a:r>
            </a:p>
            <a:p>
              <a:pPr algn="r"/>
              <a:r>
                <a:rPr lang="en-US" sz="2400" dirty="0">
                  <a:solidFill>
                    <a:schemeClr val="bg1"/>
                  </a:solidFill>
                  <a:latin typeface="Consolas" panose="020B0609020204030204" pitchFamily="49" charset="0"/>
                </a:rPr>
                <a:t>+2</a:t>
              </a:r>
            </a:p>
            <a:p>
              <a:pPr algn="r"/>
              <a:r>
                <a:rPr lang="en-US" sz="2400" dirty="0">
                  <a:solidFill>
                    <a:schemeClr val="bg1"/>
                  </a:solidFill>
                  <a:latin typeface="Consolas" panose="020B0609020204030204" pitchFamily="49" charset="0"/>
                </a:rPr>
                <a:t>+1</a:t>
              </a:r>
            </a:p>
            <a:p>
              <a:pPr algn="r"/>
              <a:r>
                <a:rPr lang="en-US" sz="2400" dirty="0">
                  <a:solidFill>
                    <a:schemeClr val="bg1"/>
                  </a:solidFill>
                  <a:latin typeface="Consolas" panose="020B0609020204030204" pitchFamily="49" charset="0"/>
                </a:rPr>
                <a:t>0</a:t>
              </a:r>
            </a:p>
            <a:p>
              <a:pPr algn="r"/>
              <a:r>
                <a:rPr lang="en-US" sz="2400" dirty="0">
                  <a:solidFill>
                    <a:schemeClr val="bg1"/>
                  </a:solidFill>
                  <a:latin typeface="Consolas" panose="020B0609020204030204" pitchFamily="49" charset="0"/>
                </a:rPr>
                <a:t>-1</a:t>
              </a:r>
            </a:p>
            <a:p>
              <a:pPr algn="r"/>
              <a:r>
                <a:rPr lang="en-US" sz="2400" dirty="0">
                  <a:solidFill>
                    <a:schemeClr val="bg1"/>
                  </a:solidFill>
                  <a:latin typeface="Consolas" panose="020B0609020204030204" pitchFamily="49" charset="0"/>
                </a:rPr>
                <a:t>-2</a:t>
              </a:r>
            </a:p>
            <a:p>
              <a:pPr algn="r"/>
              <a:r>
                <a:rPr lang="en-US" sz="2400" dirty="0">
                  <a:solidFill>
                    <a:schemeClr val="bg1"/>
                  </a:solidFill>
                  <a:latin typeface="Consolas" panose="020B0609020204030204" pitchFamily="49" charset="0"/>
                </a:rPr>
                <a:t>-3</a:t>
              </a:r>
            </a:p>
            <a:p>
              <a:pPr algn="r"/>
              <a:r>
                <a:rPr lang="en-US" sz="2400" dirty="0">
                  <a:solidFill>
                    <a:schemeClr val="bg1"/>
                  </a:solidFill>
                  <a:latin typeface="Consolas" panose="020B0609020204030204" pitchFamily="49" charset="0"/>
                </a:rPr>
                <a:t>-4</a:t>
              </a:r>
            </a:p>
          </p:txBody>
        </p:sp>
      </p:grpSp>
      <p:sp>
        <p:nvSpPr>
          <p:cNvPr id="13" name="Rectangle 12">
            <a:extLst>
              <a:ext uri="{FF2B5EF4-FFF2-40B4-BE49-F238E27FC236}">
                <a16:creationId xmlns:a16="http://schemas.microsoft.com/office/drawing/2014/main" id="{1B48997F-FB7E-3FF7-4F38-7DD0B1C05260}"/>
              </a:ext>
            </a:extLst>
          </p:cNvPr>
          <p:cNvSpPr/>
          <p:nvPr/>
        </p:nvSpPr>
        <p:spPr>
          <a:xfrm>
            <a:off x="2238692" y="1908047"/>
            <a:ext cx="6217920" cy="423332"/>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C56CC2DC-2399-6810-40AA-F11671969A20}"/>
              </a:ext>
            </a:extLst>
          </p:cNvPr>
          <p:cNvSpPr/>
          <p:nvPr/>
        </p:nvSpPr>
        <p:spPr>
          <a:xfrm>
            <a:off x="5476872" y="5185404"/>
            <a:ext cx="846140" cy="25655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2"/>
                </a:solidFill>
                <a:latin typeface="Arial" panose="020B0604020202020204" pitchFamily="34" charset="0"/>
                <a:cs typeface="Arial" panose="020B0604020202020204" pitchFamily="34" charset="0"/>
              </a:rPr>
              <a:t>P(-3,0)</a:t>
            </a:r>
          </a:p>
        </p:txBody>
      </p:sp>
      <p:sp>
        <p:nvSpPr>
          <p:cNvPr id="22" name="Callout: Left Arrow 21">
            <a:extLst>
              <a:ext uri="{FF2B5EF4-FFF2-40B4-BE49-F238E27FC236}">
                <a16:creationId xmlns:a16="http://schemas.microsoft.com/office/drawing/2014/main" id="{0CFEC9C0-57E5-E0FD-CCC9-ADC6D0E44709}"/>
              </a:ext>
            </a:extLst>
          </p:cNvPr>
          <p:cNvSpPr/>
          <p:nvPr/>
        </p:nvSpPr>
        <p:spPr>
          <a:xfrm>
            <a:off x="6400806" y="4935221"/>
            <a:ext cx="4721218" cy="749299"/>
          </a:xfrm>
          <a:prstGeom prst="leftArrowCallout">
            <a:avLst>
              <a:gd name="adj1" fmla="val 25000"/>
              <a:gd name="adj2" fmla="val 25000"/>
              <a:gd name="adj3" fmla="val 25000"/>
              <a:gd name="adj4" fmla="val 90801"/>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Since “P” is located on the line, then</a:t>
            </a:r>
          </a:p>
          <a:p>
            <a:pPr algn="ctr"/>
            <a:r>
              <a:rPr lang="en-US" dirty="0">
                <a:highlight>
                  <a:srgbClr val="000000"/>
                </a:highlight>
                <a:latin typeface="Consolas" panose="020B0609020204030204" pitchFamily="49" charset="0"/>
              </a:rPr>
              <a:t>1∙(-3) + (-4)∙0 + 3 = 0</a:t>
            </a:r>
          </a:p>
        </p:txBody>
      </p:sp>
    </p:spTree>
    <p:extLst>
      <p:ext uri="{BB962C8B-B14F-4D97-AF65-F5344CB8AC3E}">
        <p14:creationId xmlns:p14="http://schemas.microsoft.com/office/powerpoint/2010/main" val="3512238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randombar(horizontal)">
                                      <p:cBhvr>
                                        <p:cTn id="7" dur="500"/>
                                        <p:tgtEl>
                                          <p:spTgt spid="14"/>
                                        </p:tgtEl>
                                      </p:cBhvr>
                                    </p:animEffect>
                                  </p:childTnLst>
                                </p:cTn>
                              </p:par>
                            </p:childTnLst>
                          </p:cTn>
                        </p:par>
                        <p:par>
                          <p:cTn id="8" fill="hold">
                            <p:stCondLst>
                              <p:cond delay="500"/>
                            </p:stCondLst>
                            <p:childTnLst>
                              <p:par>
                                <p:cTn id="9" presetID="2" presetClass="entr" presetSubtype="2"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1+#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Algorithm</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859001" cy="1676400"/>
              </a:xfrm>
            </p:spPr>
            <p:txBody>
              <a:bodyPr/>
              <a:lstStyle/>
              <a:p>
                <a:pPr marL="0" indent="0">
                  <a:buNone/>
                </a:pPr>
                <a:r>
                  <a:rPr lang="en-US" b="0" dirty="0">
                    <a:latin typeface="Cambria Math" panose="02040503050406030204" pitchFamily="18" charset="0"/>
                    <a:cs typeface="Arial" panose="020B0604020202020204" pitchFamily="34" charset="0"/>
                  </a:rPr>
                  <a:t>To understand the meaning of that inequality, lets consider the following line: </a:t>
                </a:r>
                <a14:m>
                  <m:oMath xmlns:m="http://schemas.openxmlformats.org/officeDocument/2006/math">
                    <m:r>
                      <a:rPr lang="en-US" b="0" i="0" smtClean="0">
                        <a:latin typeface="Cambria Math" panose="02040503050406030204" pitchFamily="18" charset="0"/>
                        <a:cs typeface="Arial" panose="020B0604020202020204" pitchFamily="34" charset="0"/>
                      </a:rPr>
                      <m:t>1</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𝒙</m:t>
                    </m:r>
                    <m:r>
                      <a:rPr lang="en-US" b="1" i="1" smtClean="0">
                        <a:latin typeface="Cambria Math" panose="02040503050406030204" pitchFamily="18" charset="0"/>
                        <a:cs typeface="Arial" panose="020B0604020202020204" pitchFamily="34" charset="0"/>
                      </a:rPr>
                      <m:t>+</m:t>
                    </m:r>
                    <m:d>
                      <m:dPr>
                        <m:ctrlPr>
                          <a:rPr lang="en-US" b="1" i="1" smtClean="0">
                            <a:latin typeface="Cambria Math" panose="02040503050406030204" pitchFamily="18" charset="0"/>
                            <a:cs typeface="Arial" panose="020B0604020202020204" pitchFamily="34" charset="0"/>
                          </a:rPr>
                        </m:ctrlPr>
                      </m:dPr>
                      <m:e>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𝟒</m:t>
                        </m:r>
                      </m:e>
                    </m:d>
                    <m:r>
                      <a:rPr lang="en-US" b="1" i="1" smtClean="0">
                        <a:latin typeface="Cambria Math" panose="02040503050406030204" pitchFamily="18" charset="0"/>
                        <a:ea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𝒚</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𝟑</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𝟎</m:t>
                    </m:r>
                    <m:r>
                      <a:rPr lang="en-US" b="1" i="1" smtClean="0">
                        <a:latin typeface="Cambria Math" panose="02040503050406030204" pitchFamily="18" charset="0"/>
                        <a:cs typeface="Arial" panose="020B0604020202020204" pitchFamily="34" charset="0"/>
                      </a:rPr>
                      <m:t>, </m:t>
                    </m:r>
                    <m:r>
                      <a:rPr lang="en-US" b="1" i="1" smtClean="0">
                        <a:latin typeface="Cambria Math" panose="02040503050406030204" pitchFamily="18" charset="0"/>
                        <a:cs typeface="Arial" panose="020B0604020202020204" pitchFamily="34" charset="0"/>
                      </a:rPr>
                      <m:t>𝒂</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𝟏</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𝒃</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𝟒</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𝒄</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𝟑</m:t>
                    </m:r>
                  </m:oMath>
                </a14:m>
                <a:r>
                  <a:rPr lang="en-US" b="1" dirty="0">
                    <a:latin typeface="Cambria Math" panose="02040503050406030204" pitchFamily="18" charset="0"/>
                    <a:cs typeface="Arial" panose="020B0604020202020204" pitchFamily="34" charset="0"/>
                  </a:rPr>
                  <a:t>  </a:t>
                </a:r>
                <a:r>
                  <a:rPr lang="en-US" b="0" dirty="0">
                    <a:latin typeface="Cambria Math" panose="02040503050406030204" pitchFamily="18" charset="0"/>
                    <a:cs typeface="Arial" panose="020B0604020202020204" pitchFamily="34" charset="0"/>
                  </a:rPr>
                  <a:t>as described in the below picture.</a:t>
                </a:r>
              </a:p>
            </p:txBody>
          </p:sp>
        </mc:Choice>
        <mc:Fallback xmlns="">
          <p:sp>
            <p:nvSpPr>
              <p:cNvPr id="6" name="Content Placeholder 5">
                <a:extLst>
                  <a:ext uri="{FF2B5EF4-FFF2-40B4-BE49-F238E27FC236}">
                    <a16:creationId xmlns:a16="http://schemas.microsoft.com/office/drawing/2014/main" id="{75C8F42D-68F5-9BC0-5FC5-9D26B76AB49A}"/>
                  </a:ext>
                </a:extLst>
              </p:cNvPr>
              <p:cNvSpPr>
                <a:spLocks noGrp="1" noRot="1" noChangeAspect="1" noMove="1" noResize="1" noEditPoints="1" noAdjustHandles="1" noChangeArrowheads="1" noChangeShapeType="1" noTextEdit="1"/>
              </p:cNvSpPr>
              <p:nvPr>
                <p:ph idx="1"/>
              </p:nvPr>
            </p:nvSpPr>
            <p:spPr>
              <a:xfrm>
                <a:off x="1645611" y="1600200"/>
                <a:ext cx="9859001" cy="1676400"/>
              </a:xfrm>
              <a:blipFill>
                <a:blip r:embed="rId2"/>
                <a:stretch>
                  <a:fillRect l="-1299" t="-6545" r="-1855"/>
                </a:stretch>
              </a:blipFill>
            </p:spPr>
            <p:txBody>
              <a:bodyPr/>
              <a:lstStyle/>
              <a:p>
                <a:r>
                  <a:rPr lang="en-US">
                    <a:noFill/>
                  </a:rPr>
                  <a:t> </a:t>
                </a:r>
              </a:p>
            </p:txBody>
          </p:sp>
        </mc:Fallback>
      </mc:AlternateContent>
      <p:grpSp>
        <p:nvGrpSpPr>
          <p:cNvPr id="7" name="Group 6">
            <a:extLst>
              <a:ext uri="{FF2B5EF4-FFF2-40B4-BE49-F238E27FC236}">
                <a16:creationId xmlns:a16="http://schemas.microsoft.com/office/drawing/2014/main" id="{42B32645-CD4E-18D8-DF6F-45FC0DF5D1D8}"/>
              </a:ext>
            </a:extLst>
          </p:cNvPr>
          <p:cNvGrpSpPr/>
          <p:nvPr/>
        </p:nvGrpSpPr>
        <p:grpSpPr>
          <a:xfrm>
            <a:off x="1516718" y="3240009"/>
            <a:ext cx="9317334" cy="3588791"/>
            <a:chOff x="1516718" y="3240009"/>
            <a:chExt cx="9317334" cy="3588791"/>
          </a:xfrm>
        </p:grpSpPr>
        <p:grpSp>
          <p:nvGrpSpPr>
            <p:cNvPr id="410" name="Group 409">
              <a:extLst>
                <a:ext uri="{FF2B5EF4-FFF2-40B4-BE49-F238E27FC236}">
                  <a16:creationId xmlns:a16="http://schemas.microsoft.com/office/drawing/2014/main" id="{88B3EBF7-C9A2-D9F2-3358-428A949F3CD4}"/>
                </a:ext>
              </a:extLst>
            </p:cNvPr>
            <p:cNvGrpSpPr/>
            <p:nvPr/>
          </p:nvGrpSpPr>
          <p:grpSpPr>
            <a:xfrm>
              <a:off x="2055812" y="3657600"/>
              <a:ext cx="8778240" cy="2971800"/>
              <a:chOff x="2132012" y="3124200"/>
              <a:chExt cx="8778240" cy="2971800"/>
            </a:xfrm>
          </p:grpSpPr>
          <p:grpSp>
            <p:nvGrpSpPr>
              <p:cNvPr id="403" name="Group 402">
                <a:extLst>
                  <a:ext uri="{FF2B5EF4-FFF2-40B4-BE49-F238E27FC236}">
                    <a16:creationId xmlns:a16="http://schemas.microsoft.com/office/drawing/2014/main" id="{17AB6608-F51E-D44B-5D04-5ADBEFBA3C28}"/>
                  </a:ext>
                </a:extLst>
              </p:cNvPr>
              <p:cNvGrpSpPr/>
              <p:nvPr/>
            </p:nvGrpSpPr>
            <p:grpSpPr>
              <a:xfrm>
                <a:off x="2132012" y="3124200"/>
                <a:ext cx="8778240" cy="2926080"/>
                <a:chOff x="2132012" y="3124200"/>
                <a:chExt cx="8778240" cy="2926080"/>
              </a:xfrm>
            </p:grpSpPr>
            <p:grpSp>
              <p:nvGrpSpPr>
                <p:cNvPr id="125" name="Group 124">
                  <a:extLst>
                    <a:ext uri="{FF2B5EF4-FFF2-40B4-BE49-F238E27FC236}">
                      <a16:creationId xmlns:a16="http://schemas.microsoft.com/office/drawing/2014/main" id="{9CBAC667-CF1B-92BF-8137-C3B66C320A63}"/>
                    </a:ext>
                  </a:extLst>
                </p:cNvPr>
                <p:cNvGrpSpPr/>
                <p:nvPr/>
              </p:nvGrpSpPr>
              <p:grpSpPr>
                <a:xfrm>
                  <a:off x="2132012" y="3124200"/>
                  <a:ext cx="2926080" cy="2926080"/>
                  <a:chOff x="2132012" y="3124200"/>
                  <a:chExt cx="2926080" cy="2926080"/>
                </a:xfrm>
              </p:grpSpPr>
              <p:grpSp>
                <p:nvGrpSpPr>
                  <p:cNvPr id="69" name="Group 68">
                    <a:extLst>
                      <a:ext uri="{FF2B5EF4-FFF2-40B4-BE49-F238E27FC236}">
                        <a16:creationId xmlns:a16="http://schemas.microsoft.com/office/drawing/2014/main" id="{57CE3321-BDA9-BC9D-4458-5A9FDFCC9279}"/>
                      </a:ext>
                    </a:extLst>
                  </p:cNvPr>
                  <p:cNvGrpSpPr/>
                  <p:nvPr/>
                </p:nvGrpSpPr>
                <p:grpSpPr>
                  <a:xfrm>
                    <a:off x="2132012" y="3124200"/>
                    <a:ext cx="2926080" cy="1463040"/>
                    <a:chOff x="2970212" y="4724400"/>
                    <a:chExt cx="2926080" cy="1463040"/>
                  </a:xfrm>
                </p:grpSpPr>
                <p:grpSp>
                  <p:nvGrpSpPr>
                    <p:cNvPr id="41" name="Group 40">
                      <a:extLst>
                        <a:ext uri="{FF2B5EF4-FFF2-40B4-BE49-F238E27FC236}">
                          <a16:creationId xmlns:a16="http://schemas.microsoft.com/office/drawing/2014/main" id="{E591D691-764B-040E-1287-F2E1AFEE5A49}"/>
                        </a:ext>
                      </a:extLst>
                    </p:cNvPr>
                    <p:cNvGrpSpPr/>
                    <p:nvPr/>
                  </p:nvGrpSpPr>
                  <p:grpSpPr>
                    <a:xfrm>
                      <a:off x="2970212" y="4724400"/>
                      <a:ext cx="1463040" cy="1463040"/>
                      <a:chOff x="2970212" y="4724400"/>
                      <a:chExt cx="1463040" cy="1463040"/>
                    </a:xfrm>
                  </p:grpSpPr>
                  <p:grpSp>
                    <p:nvGrpSpPr>
                      <p:cNvPr id="21" name="Group 20">
                        <a:extLst>
                          <a:ext uri="{FF2B5EF4-FFF2-40B4-BE49-F238E27FC236}">
                            <a16:creationId xmlns:a16="http://schemas.microsoft.com/office/drawing/2014/main" id="{3FE1A9B0-E26D-384A-8587-D9FB00A3D72B}"/>
                          </a:ext>
                        </a:extLst>
                      </p:cNvPr>
                      <p:cNvGrpSpPr/>
                      <p:nvPr/>
                    </p:nvGrpSpPr>
                    <p:grpSpPr>
                      <a:xfrm>
                        <a:off x="2970212" y="4724400"/>
                        <a:ext cx="1463040" cy="731520"/>
                        <a:chOff x="2970212" y="4724400"/>
                        <a:chExt cx="1463040" cy="731520"/>
                      </a:xfrm>
                    </p:grpSpPr>
                    <p:grpSp>
                      <p:nvGrpSpPr>
                        <p:cNvPr id="12" name="Group 11">
                          <a:extLst>
                            <a:ext uri="{FF2B5EF4-FFF2-40B4-BE49-F238E27FC236}">
                              <a16:creationId xmlns:a16="http://schemas.microsoft.com/office/drawing/2014/main" id="{D8B94FAE-1D6F-221E-9C77-92A447977311}"/>
                            </a:ext>
                          </a:extLst>
                        </p:cNvPr>
                        <p:cNvGrpSpPr/>
                        <p:nvPr/>
                      </p:nvGrpSpPr>
                      <p:grpSpPr>
                        <a:xfrm>
                          <a:off x="2970212" y="4724400"/>
                          <a:ext cx="731520" cy="731520"/>
                          <a:chOff x="2970212" y="4724400"/>
                          <a:chExt cx="731520" cy="731520"/>
                        </a:xfrm>
                      </p:grpSpPr>
                      <p:grpSp>
                        <p:nvGrpSpPr>
                          <p:cNvPr id="9" name="Group 8">
                            <a:extLst>
                              <a:ext uri="{FF2B5EF4-FFF2-40B4-BE49-F238E27FC236}">
                                <a16:creationId xmlns:a16="http://schemas.microsoft.com/office/drawing/2014/main" id="{FDA4200E-7308-5745-D397-42C3A1941F97}"/>
                              </a:ext>
                            </a:extLst>
                          </p:cNvPr>
                          <p:cNvGrpSpPr/>
                          <p:nvPr/>
                        </p:nvGrpSpPr>
                        <p:grpSpPr>
                          <a:xfrm>
                            <a:off x="2970212" y="4724400"/>
                            <a:ext cx="731520" cy="365760"/>
                            <a:chOff x="2970212" y="4724400"/>
                            <a:chExt cx="731520" cy="365760"/>
                          </a:xfrm>
                        </p:grpSpPr>
                        <p:sp>
                          <p:nvSpPr>
                            <p:cNvPr id="4" name="Rectangle 3">
                              <a:extLst>
                                <a:ext uri="{FF2B5EF4-FFF2-40B4-BE49-F238E27FC236}">
                                  <a16:creationId xmlns:a16="http://schemas.microsoft.com/office/drawing/2014/main" id="{40A1CE94-EFD3-2136-E072-F672753A679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AA4C45E6-FCD4-0567-B532-9A52124BA01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 name="Rectangle 9">
                            <a:extLst>
                              <a:ext uri="{FF2B5EF4-FFF2-40B4-BE49-F238E27FC236}">
                                <a16:creationId xmlns:a16="http://schemas.microsoft.com/office/drawing/2014/main" id="{A0B5002B-6CF4-9256-9D80-1757C55991E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 name="Rectangle 10">
                            <a:extLst>
                              <a:ext uri="{FF2B5EF4-FFF2-40B4-BE49-F238E27FC236}">
                                <a16:creationId xmlns:a16="http://schemas.microsoft.com/office/drawing/2014/main" id="{7948705D-8B21-7B36-379C-C3D1BF9047A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F8F5FDF1-4199-1447-6130-7EB6BD3D2F1D}"/>
                            </a:ext>
                          </a:extLst>
                        </p:cNvPr>
                        <p:cNvGrpSpPr/>
                        <p:nvPr/>
                      </p:nvGrpSpPr>
                      <p:grpSpPr>
                        <a:xfrm>
                          <a:off x="3701732" y="4724400"/>
                          <a:ext cx="731520" cy="731520"/>
                          <a:chOff x="2970212" y="4724400"/>
                          <a:chExt cx="731520" cy="731520"/>
                        </a:xfrm>
                      </p:grpSpPr>
                      <p:grpSp>
                        <p:nvGrpSpPr>
                          <p:cNvPr id="16" name="Group 15">
                            <a:extLst>
                              <a:ext uri="{FF2B5EF4-FFF2-40B4-BE49-F238E27FC236}">
                                <a16:creationId xmlns:a16="http://schemas.microsoft.com/office/drawing/2014/main" id="{78EF4743-9A9F-A0A7-0608-53590E58AF48}"/>
                              </a:ext>
                            </a:extLst>
                          </p:cNvPr>
                          <p:cNvGrpSpPr/>
                          <p:nvPr/>
                        </p:nvGrpSpPr>
                        <p:grpSpPr>
                          <a:xfrm>
                            <a:off x="2970212" y="4724400"/>
                            <a:ext cx="731520" cy="365760"/>
                            <a:chOff x="2970212" y="4724400"/>
                            <a:chExt cx="731520" cy="365760"/>
                          </a:xfrm>
                        </p:grpSpPr>
                        <p:sp>
                          <p:nvSpPr>
                            <p:cNvPr id="19" name="Rectangle 18">
                              <a:extLst>
                                <a:ext uri="{FF2B5EF4-FFF2-40B4-BE49-F238E27FC236}">
                                  <a16:creationId xmlns:a16="http://schemas.microsoft.com/office/drawing/2014/main" id="{EA711D48-D6C3-65ED-4089-C8498EEAB111}"/>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 name="Rectangle 19">
                              <a:extLst>
                                <a:ext uri="{FF2B5EF4-FFF2-40B4-BE49-F238E27FC236}">
                                  <a16:creationId xmlns:a16="http://schemas.microsoft.com/office/drawing/2014/main" id="{6F418835-1B9D-65D8-0266-23456CAAF174}"/>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ABFAFC10-8BDA-1167-B0C6-EFB75A83681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8" name="Rectangle 17">
                            <a:extLst>
                              <a:ext uri="{FF2B5EF4-FFF2-40B4-BE49-F238E27FC236}">
                                <a16:creationId xmlns:a16="http://schemas.microsoft.com/office/drawing/2014/main" id="{5C71C587-4D6E-565C-9679-F5FAFD607D0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8" name="Group 27">
                        <a:extLst>
                          <a:ext uri="{FF2B5EF4-FFF2-40B4-BE49-F238E27FC236}">
                            <a16:creationId xmlns:a16="http://schemas.microsoft.com/office/drawing/2014/main" id="{49373B72-7E08-2D1A-F813-2A9786513C90}"/>
                          </a:ext>
                        </a:extLst>
                      </p:cNvPr>
                      <p:cNvGrpSpPr/>
                      <p:nvPr/>
                    </p:nvGrpSpPr>
                    <p:grpSpPr>
                      <a:xfrm>
                        <a:off x="2970212" y="5455920"/>
                        <a:ext cx="1463040" cy="731520"/>
                        <a:chOff x="2970212" y="4724400"/>
                        <a:chExt cx="1463040" cy="731520"/>
                      </a:xfrm>
                    </p:grpSpPr>
                    <p:grpSp>
                      <p:nvGrpSpPr>
                        <p:cNvPr id="29" name="Group 28">
                          <a:extLst>
                            <a:ext uri="{FF2B5EF4-FFF2-40B4-BE49-F238E27FC236}">
                              <a16:creationId xmlns:a16="http://schemas.microsoft.com/office/drawing/2014/main" id="{5718B21C-F6A5-7D68-5C18-101867B9D4A3}"/>
                            </a:ext>
                          </a:extLst>
                        </p:cNvPr>
                        <p:cNvGrpSpPr/>
                        <p:nvPr/>
                      </p:nvGrpSpPr>
                      <p:grpSpPr>
                        <a:xfrm>
                          <a:off x="2970212" y="4724400"/>
                          <a:ext cx="731520" cy="731520"/>
                          <a:chOff x="2970212" y="4724400"/>
                          <a:chExt cx="731520" cy="731520"/>
                        </a:xfrm>
                      </p:grpSpPr>
                      <p:grpSp>
                        <p:nvGrpSpPr>
                          <p:cNvPr id="36" name="Group 35">
                            <a:extLst>
                              <a:ext uri="{FF2B5EF4-FFF2-40B4-BE49-F238E27FC236}">
                                <a16:creationId xmlns:a16="http://schemas.microsoft.com/office/drawing/2014/main" id="{3B278792-A4BC-D4E5-0966-FE8BB6FDDF9B}"/>
                              </a:ext>
                            </a:extLst>
                          </p:cNvPr>
                          <p:cNvGrpSpPr/>
                          <p:nvPr/>
                        </p:nvGrpSpPr>
                        <p:grpSpPr>
                          <a:xfrm>
                            <a:off x="2970212" y="4724400"/>
                            <a:ext cx="731520" cy="365760"/>
                            <a:chOff x="2970212" y="4724400"/>
                            <a:chExt cx="731520" cy="365760"/>
                          </a:xfrm>
                        </p:grpSpPr>
                        <p:sp>
                          <p:nvSpPr>
                            <p:cNvPr id="39" name="Rectangle 38">
                              <a:extLst>
                                <a:ext uri="{FF2B5EF4-FFF2-40B4-BE49-F238E27FC236}">
                                  <a16:creationId xmlns:a16="http://schemas.microsoft.com/office/drawing/2014/main" id="{13A8CF73-5EB4-9A75-6143-563910E97BF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 name="Rectangle 39">
                              <a:extLst>
                                <a:ext uri="{FF2B5EF4-FFF2-40B4-BE49-F238E27FC236}">
                                  <a16:creationId xmlns:a16="http://schemas.microsoft.com/office/drawing/2014/main" id="{9D4E0F80-DD44-E107-7159-2C4A9C649327}"/>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7" name="Rectangle 36">
                            <a:extLst>
                              <a:ext uri="{FF2B5EF4-FFF2-40B4-BE49-F238E27FC236}">
                                <a16:creationId xmlns:a16="http://schemas.microsoft.com/office/drawing/2014/main" id="{260A1155-EDF9-E4A7-6C6C-E9E13E59295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 name="Rectangle 37">
                            <a:extLst>
                              <a:ext uri="{FF2B5EF4-FFF2-40B4-BE49-F238E27FC236}">
                                <a16:creationId xmlns:a16="http://schemas.microsoft.com/office/drawing/2014/main" id="{25B1D993-EE4A-69DE-A5FA-47373AFFE06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2E2EF1A7-9B43-2820-2A53-D0C1CDDEF949}"/>
                            </a:ext>
                          </a:extLst>
                        </p:cNvPr>
                        <p:cNvGrpSpPr/>
                        <p:nvPr/>
                      </p:nvGrpSpPr>
                      <p:grpSpPr>
                        <a:xfrm>
                          <a:off x="3701732" y="4724400"/>
                          <a:ext cx="731520" cy="731520"/>
                          <a:chOff x="2970212" y="4724400"/>
                          <a:chExt cx="731520" cy="731520"/>
                        </a:xfrm>
                      </p:grpSpPr>
                      <p:grpSp>
                        <p:nvGrpSpPr>
                          <p:cNvPr id="31" name="Group 30">
                            <a:extLst>
                              <a:ext uri="{FF2B5EF4-FFF2-40B4-BE49-F238E27FC236}">
                                <a16:creationId xmlns:a16="http://schemas.microsoft.com/office/drawing/2014/main" id="{A18F52D0-B7F7-C731-7DE7-6883F2C935CD}"/>
                              </a:ext>
                            </a:extLst>
                          </p:cNvPr>
                          <p:cNvGrpSpPr/>
                          <p:nvPr/>
                        </p:nvGrpSpPr>
                        <p:grpSpPr>
                          <a:xfrm>
                            <a:off x="2970212" y="4724400"/>
                            <a:ext cx="731520" cy="365760"/>
                            <a:chOff x="2970212" y="4724400"/>
                            <a:chExt cx="731520" cy="365760"/>
                          </a:xfrm>
                        </p:grpSpPr>
                        <p:sp>
                          <p:nvSpPr>
                            <p:cNvPr id="34" name="Rectangle 33">
                              <a:extLst>
                                <a:ext uri="{FF2B5EF4-FFF2-40B4-BE49-F238E27FC236}">
                                  <a16:creationId xmlns:a16="http://schemas.microsoft.com/office/drawing/2014/main" id="{8437F47D-5007-6290-FFE2-C4DEA9740CA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 name="Rectangle 34">
                              <a:extLst>
                                <a:ext uri="{FF2B5EF4-FFF2-40B4-BE49-F238E27FC236}">
                                  <a16:creationId xmlns:a16="http://schemas.microsoft.com/office/drawing/2014/main" id="{036B0E81-F778-8426-B1F3-DFC4B751109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2" name="Rectangle 31">
                            <a:extLst>
                              <a:ext uri="{FF2B5EF4-FFF2-40B4-BE49-F238E27FC236}">
                                <a16:creationId xmlns:a16="http://schemas.microsoft.com/office/drawing/2014/main" id="{DA846111-1FC3-30BC-794A-5430619991D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 name="Rectangle 32">
                            <a:extLst>
                              <a:ext uri="{FF2B5EF4-FFF2-40B4-BE49-F238E27FC236}">
                                <a16:creationId xmlns:a16="http://schemas.microsoft.com/office/drawing/2014/main" id="{948700FF-46EE-7304-FD9E-9ADE26AE2AEB}"/>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42" name="Group 41">
                      <a:extLst>
                        <a:ext uri="{FF2B5EF4-FFF2-40B4-BE49-F238E27FC236}">
                          <a16:creationId xmlns:a16="http://schemas.microsoft.com/office/drawing/2014/main" id="{172ABDE7-1C1D-2911-7658-525298CE9549}"/>
                        </a:ext>
                      </a:extLst>
                    </p:cNvPr>
                    <p:cNvGrpSpPr/>
                    <p:nvPr/>
                  </p:nvGrpSpPr>
                  <p:grpSpPr>
                    <a:xfrm>
                      <a:off x="4433252" y="4724400"/>
                      <a:ext cx="1463040" cy="1463040"/>
                      <a:chOff x="2970212" y="4724400"/>
                      <a:chExt cx="1463040" cy="1463040"/>
                    </a:xfrm>
                  </p:grpSpPr>
                  <p:grpSp>
                    <p:nvGrpSpPr>
                      <p:cNvPr id="43" name="Group 42">
                        <a:extLst>
                          <a:ext uri="{FF2B5EF4-FFF2-40B4-BE49-F238E27FC236}">
                            <a16:creationId xmlns:a16="http://schemas.microsoft.com/office/drawing/2014/main" id="{0B454B95-6AED-5998-C509-C0BAC8087CE0}"/>
                          </a:ext>
                        </a:extLst>
                      </p:cNvPr>
                      <p:cNvGrpSpPr/>
                      <p:nvPr/>
                    </p:nvGrpSpPr>
                    <p:grpSpPr>
                      <a:xfrm>
                        <a:off x="2970212" y="4724400"/>
                        <a:ext cx="1463040" cy="731520"/>
                        <a:chOff x="2970212" y="4724400"/>
                        <a:chExt cx="1463040" cy="731520"/>
                      </a:xfrm>
                    </p:grpSpPr>
                    <p:grpSp>
                      <p:nvGrpSpPr>
                        <p:cNvPr id="57" name="Group 56">
                          <a:extLst>
                            <a:ext uri="{FF2B5EF4-FFF2-40B4-BE49-F238E27FC236}">
                              <a16:creationId xmlns:a16="http://schemas.microsoft.com/office/drawing/2014/main" id="{CE03F92E-45A3-4EB2-EC57-2A11F3AE20CF}"/>
                            </a:ext>
                          </a:extLst>
                        </p:cNvPr>
                        <p:cNvGrpSpPr/>
                        <p:nvPr/>
                      </p:nvGrpSpPr>
                      <p:grpSpPr>
                        <a:xfrm>
                          <a:off x="2970212" y="4724400"/>
                          <a:ext cx="731520" cy="731520"/>
                          <a:chOff x="2970212" y="4724400"/>
                          <a:chExt cx="731520" cy="731520"/>
                        </a:xfrm>
                      </p:grpSpPr>
                      <p:grpSp>
                        <p:nvGrpSpPr>
                          <p:cNvPr id="64" name="Group 63">
                            <a:extLst>
                              <a:ext uri="{FF2B5EF4-FFF2-40B4-BE49-F238E27FC236}">
                                <a16:creationId xmlns:a16="http://schemas.microsoft.com/office/drawing/2014/main" id="{B1920F4D-A5A2-27FE-AEB3-9AD7FC1BAED2}"/>
                              </a:ext>
                            </a:extLst>
                          </p:cNvPr>
                          <p:cNvGrpSpPr/>
                          <p:nvPr/>
                        </p:nvGrpSpPr>
                        <p:grpSpPr>
                          <a:xfrm>
                            <a:off x="2970212" y="4724400"/>
                            <a:ext cx="731520" cy="365760"/>
                            <a:chOff x="2970212" y="4724400"/>
                            <a:chExt cx="731520" cy="365760"/>
                          </a:xfrm>
                        </p:grpSpPr>
                        <p:sp>
                          <p:nvSpPr>
                            <p:cNvPr id="67" name="Rectangle 66">
                              <a:extLst>
                                <a:ext uri="{FF2B5EF4-FFF2-40B4-BE49-F238E27FC236}">
                                  <a16:creationId xmlns:a16="http://schemas.microsoft.com/office/drawing/2014/main" id="{1B96144B-3BC7-5C9C-7EA3-9C021A70CB7F}"/>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8" name="Rectangle 67">
                              <a:extLst>
                                <a:ext uri="{FF2B5EF4-FFF2-40B4-BE49-F238E27FC236}">
                                  <a16:creationId xmlns:a16="http://schemas.microsoft.com/office/drawing/2014/main" id="{05B0656E-5999-0B70-7CE7-274773257D6E}"/>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65" name="Rectangle 64">
                            <a:extLst>
                              <a:ext uri="{FF2B5EF4-FFF2-40B4-BE49-F238E27FC236}">
                                <a16:creationId xmlns:a16="http://schemas.microsoft.com/office/drawing/2014/main" id="{5F464F21-5061-D038-E819-C7DF0BE7261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6" name="Rectangle 65">
                            <a:extLst>
                              <a:ext uri="{FF2B5EF4-FFF2-40B4-BE49-F238E27FC236}">
                                <a16:creationId xmlns:a16="http://schemas.microsoft.com/office/drawing/2014/main" id="{933FEF85-2585-0566-D089-AD52D2C61DC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58" name="Group 57">
                          <a:extLst>
                            <a:ext uri="{FF2B5EF4-FFF2-40B4-BE49-F238E27FC236}">
                              <a16:creationId xmlns:a16="http://schemas.microsoft.com/office/drawing/2014/main" id="{6EE20B55-F3DE-4BA5-4002-4C8F7847D116}"/>
                            </a:ext>
                          </a:extLst>
                        </p:cNvPr>
                        <p:cNvGrpSpPr/>
                        <p:nvPr/>
                      </p:nvGrpSpPr>
                      <p:grpSpPr>
                        <a:xfrm>
                          <a:off x="3701732" y="4724400"/>
                          <a:ext cx="731520" cy="731520"/>
                          <a:chOff x="2970212" y="4724400"/>
                          <a:chExt cx="731520" cy="731520"/>
                        </a:xfrm>
                      </p:grpSpPr>
                      <p:grpSp>
                        <p:nvGrpSpPr>
                          <p:cNvPr id="59" name="Group 58">
                            <a:extLst>
                              <a:ext uri="{FF2B5EF4-FFF2-40B4-BE49-F238E27FC236}">
                                <a16:creationId xmlns:a16="http://schemas.microsoft.com/office/drawing/2014/main" id="{3255FB4D-5554-8B8E-0C7A-28F863B6B67B}"/>
                              </a:ext>
                            </a:extLst>
                          </p:cNvPr>
                          <p:cNvGrpSpPr/>
                          <p:nvPr/>
                        </p:nvGrpSpPr>
                        <p:grpSpPr>
                          <a:xfrm>
                            <a:off x="2970212" y="4724400"/>
                            <a:ext cx="731520" cy="365760"/>
                            <a:chOff x="2970212" y="4724400"/>
                            <a:chExt cx="731520" cy="365760"/>
                          </a:xfrm>
                        </p:grpSpPr>
                        <p:sp>
                          <p:nvSpPr>
                            <p:cNvPr id="62" name="Rectangle 61">
                              <a:extLst>
                                <a:ext uri="{FF2B5EF4-FFF2-40B4-BE49-F238E27FC236}">
                                  <a16:creationId xmlns:a16="http://schemas.microsoft.com/office/drawing/2014/main" id="{6387A1E8-475B-82DC-CC51-10242640AF9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3" name="Rectangle 62">
                              <a:extLst>
                                <a:ext uri="{FF2B5EF4-FFF2-40B4-BE49-F238E27FC236}">
                                  <a16:creationId xmlns:a16="http://schemas.microsoft.com/office/drawing/2014/main" id="{E1262F7B-14BA-BC08-8254-4E74B858383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60" name="Rectangle 59">
                            <a:extLst>
                              <a:ext uri="{FF2B5EF4-FFF2-40B4-BE49-F238E27FC236}">
                                <a16:creationId xmlns:a16="http://schemas.microsoft.com/office/drawing/2014/main" id="{251DA5CD-9A2C-1716-7390-4CF9F7FE5FA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1" name="Rectangle 60">
                            <a:extLst>
                              <a:ext uri="{FF2B5EF4-FFF2-40B4-BE49-F238E27FC236}">
                                <a16:creationId xmlns:a16="http://schemas.microsoft.com/office/drawing/2014/main" id="{563E7A1D-EA89-29BD-301D-3385197B513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44" name="Group 43">
                        <a:extLst>
                          <a:ext uri="{FF2B5EF4-FFF2-40B4-BE49-F238E27FC236}">
                            <a16:creationId xmlns:a16="http://schemas.microsoft.com/office/drawing/2014/main" id="{3F03E808-9C24-C334-856A-3AF613303F02}"/>
                          </a:ext>
                        </a:extLst>
                      </p:cNvPr>
                      <p:cNvGrpSpPr/>
                      <p:nvPr/>
                    </p:nvGrpSpPr>
                    <p:grpSpPr>
                      <a:xfrm>
                        <a:off x="2970212" y="5455920"/>
                        <a:ext cx="1463040" cy="731520"/>
                        <a:chOff x="2970212" y="4724400"/>
                        <a:chExt cx="1463040" cy="731520"/>
                      </a:xfrm>
                    </p:grpSpPr>
                    <p:grpSp>
                      <p:nvGrpSpPr>
                        <p:cNvPr id="45" name="Group 44">
                          <a:extLst>
                            <a:ext uri="{FF2B5EF4-FFF2-40B4-BE49-F238E27FC236}">
                              <a16:creationId xmlns:a16="http://schemas.microsoft.com/office/drawing/2014/main" id="{F7A39F38-820C-4B63-0005-B627346FCF22}"/>
                            </a:ext>
                          </a:extLst>
                        </p:cNvPr>
                        <p:cNvGrpSpPr/>
                        <p:nvPr/>
                      </p:nvGrpSpPr>
                      <p:grpSpPr>
                        <a:xfrm>
                          <a:off x="2970212" y="4724400"/>
                          <a:ext cx="731520" cy="731520"/>
                          <a:chOff x="2970212" y="4724400"/>
                          <a:chExt cx="731520" cy="731520"/>
                        </a:xfrm>
                      </p:grpSpPr>
                      <p:grpSp>
                        <p:nvGrpSpPr>
                          <p:cNvPr id="52" name="Group 51">
                            <a:extLst>
                              <a:ext uri="{FF2B5EF4-FFF2-40B4-BE49-F238E27FC236}">
                                <a16:creationId xmlns:a16="http://schemas.microsoft.com/office/drawing/2014/main" id="{F1758ADC-828F-B3B2-3659-EBD8EC5426E7}"/>
                              </a:ext>
                            </a:extLst>
                          </p:cNvPr>
                          <p:cNvGrpSpPr/>
                          <p:nvPr/>
                        </p:nvGrpSpPr>
                        <p:grpSpPr>
                          <a:xfrm>
                            <a:off x="2970212" y="4724400"/>
                            <a:ext cx="731520" cy="365760"/>
                            <a:chOff x="2970212" y="4724400"/>
                            <a:chExt cx="731520" cy="365760"/>
                          </a:xfrm>
                        </p:grpSpPr>
                        <p:sp>
                          <p:nvSpPr>
                            <p:cNvPr id="55" name="Rectangle 54">
                              <a:extLst>
                                <a:ext uri="{FF2B5EF4-FFF2-40B4-BE49-F238E27FC236}">
                                  <a16:creationId xmlns:a16="http://schemas.microsoft.com/office/drawing/2014/main" id="{5F54D3B5-1228-CD52-8DE6-24916633AC3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6" name="Rectangle 55">
                              <a:extLst>
                                <a:ext uri="{FF2B5EF4-FFF2-40B4-BE49-F238E27FC236}">
                                  <a16:creationId xmlns:a16="http://schemas.microsoft.com/office/drawing/2014/main" id="{297F7C33-C433-C621-F5EF-CB8A73500DB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53" name="Rectangle 52">
                            <a:extLst>
                              <a:ext uri="{FF2B5EF4-FFF2-40B4-BE49-F238E27FC236}">
                                <a16:creationId xmlns:a16="http://schemas.microsoft.com/office/drawing/2014/main" id="{041D8961-5A58-EAC7-4F60-37E2F065010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4" name="Rectangle 53">
                            <a:extLst>
                              <a:ext uri="{FF2B5EF4-FFF2-40B4-BE49-F238E27FC236}">
                                <a16:creationId xmlns:a16="http://schemas.microsoft.com/office/drawing/2014/main" id="{43D832B5-98C0-9773-46AC-B4F4808D74EC}"/>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46" name="Group 45">
                          <a:extLst>
                            <a:ext uri="{FF2B5EF4-FFF2-40B4-BE49-F238E27FC236}">
                              <a16:creationId xmlns:a16="http://schemas.microsoft.com/office/drawing/2014/main" id="{CE22E725-4FAF-F456-61B3-1AD9FD78B673}"/>
                            </a:ext>
                          </a:extLst>
                        </p:cNvPr>
                        <p:cNvGrpSpPr/>
                        <p:nvPr/>
                      </p:nvGrpSpPr>
                      <p:grpSpPr>
                        <a:xfrm>
                          <a:off x="3701732" y="4724400"/>
                          <a:ext cx="731520" cy="731520"/>
                          <a:chOff x="2970212" y="4724400"/>
                          <a:chExt cx="731520" cy="731520"/>
                        </a:xfrm>
                      </p:grpSpPr>
                      <p:grpSp>
                        <p:nvGrpSpPr>
                          <p:cNvPr id="47" name="Group 46">
                            <a:extLst>
                              <a:ext uri="{FF2B5EF4-FFF2-40B4-BE49-F238E27FC236}">
                                <a16:creationId xmlns:a16="http://schemas.microsoft.com/office/drawing/2014/main" id="{299BEFDF-8275-E8F6-6CD0-5064A6D17B4C}"/>
                              </a:ext>
                            </a:extLst>
                          </p:cNvPr>
                          <p:cNvGrpSpPr/>
                          <p:nvPr/>
                        </p:nvGrpSpPr>
                        <p:grpSpPr>
                          <a:xfrm>
                            <a:off x="2970212" y="4724400"/>
                            <a:ext cx="731520" cy="365760"/>
                            <a:chOff x="2970212" y="4724400"/>
                            <a:chExt cx="731520" cy="365760"/>
                          </a:xfrm>
                        </p:grpSpPr>
                        <p:sp>
                          <p:nvSpPr>
                            <p:cNvPr id="50" name="Rectangle 49">
                              <a:extLst>
                                <a:ext uri="{FF2B5EF4-FFF2-40B4-BE49-F238E27FC236}">
                                  <a16:creationId xmlns:a16="http://schemas.microsoft.com/office/drawing/2014/main" id="{0A617FE3-F397-5B24-3183-B268F92FC3E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1" name="Rectangle 50">
                              <a:extLst>
                                <a:ext uri="{FF2B5EF4-FFF2-40B4-BE49-F238E27FC236}">
                                  <a16:creationId xmlns:a16="http://schemas.microsoft.com/office/drawing/2014/main" id="{683B4162-9B1A-98EB-80B3-CCAB33FFE7D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48" name="Rectangle 47">
                            <a:extLst>
                              <a:ext uri="{FF2B5EF4-FFF2-40B4-BE49-F238E27FC236}">
                                <a16:creationId xmlns:a16="http://schemas.microsoft.com/office/drawing/2014/main" id="{AC91D1CB-EDC8-AE8C-73C6-97463B4845F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9" name="Rectangle 48">
                            <a:extLst>
                              <a:ext uri="{FF2B5EF4-FFF2-40B4-BE49-F238E27FC236}">
                                <a16:creationId xmlns:a16="http://schemas.microsoft.com/office/drawing/2014/main" id="{CF654491-3515-DDCB-8697-EBAD8A13ECE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70" name="Group 69">
                    <a:extLst>
                      <a:ext uri="{FF2B5EF4-FFF2-40B4-BE49-F238E27FC236}">
                        <a16:creationId xmlns:a16="http://schemas.microsoft.com/office/drawing/2014/main" id="{E95469E0-711B-401E-894B-91041B2AF119}"/>
                      </a:ext>
                    </a:extLst>
                  </p:cNvPr>
                  <p:cNvGrpSpPr/>
                  <p:nvPr/>
                </p:nvGrpSpPr>
                <p:grpSpPr>
                  <a:xfrm>
                    <a:off x="2132012" y="4587240"/>
                    <a:ext cx="2926080" cy="1463040"/>
                    <a:chOff x="2970212" y="4724400"/>
                    <a:chExt cx="2926080" cy="1463040"/>
                  </a:xfrm>
                </p:grpSpPr>
                <p:grpSp>
                  <p:nvGrpSpPr>
                    <p:cNvPr id="71" name="Group 70">
                      <a:extLst>
                        <a:ext uri="{FF2B5EF4-FFF2-40B4-BE49-F238E27FC236}">
                          <a16:creationId xmlns:a16="http://schemas.microsoft.com/office/drawing/2014/main" id="{6063D257-015D-E24A-EA83-C81CD94D8E19}"/>
                        </a:ext>
                      </a:extLst>
                    </p:cNvPr>
                    <p:cNvGrpSpPr/>
                    <p:nvPr/>
                  </p:nvGrpSpPr>
                  <p:grpSpPr>
                    <a:xfrm>
                      <a:off x="2970212" y="4724400"/>
                      <a:ext cx="1463040" cy="1463040"/>
                      <a:chOff x="2970212" y="4724400"/>
                      <a:chExt cx="1463040" cy="1463040"/>
                    </a:xfrm>
                  </p:grpSpPr>
                  <p:grpSp>
                    <p:nvGrpSpPr>
                      <p:cNvPr id="99" name="Group 98">
                        <a:extLst>
                          <a:ext uri="{FF2B5EF4-FFF2-40B4-BE49-F238E27FC236}">
                            <a16:creationId xmlns:a16="http://schemas.microsoft.com/office/drawing/2014/main" id="{3EDDBEC6-7846-E653-FD8E-B3C71DCC2E4D}"/>
                          </a:ext>
                        </a:extLst>
                      </p:cNvPr>
                      <p:cNvGrpSpPr/>
                      <p:nvPr/>
                    </p:nvGrpSpPr>
                    <p:grpSpPr>
                      <a:xfrm>
                        <a:off x="2970212" y="4724400"/>
                        <a:ext cx="1463040" cy="731520"/>
                        <a:chOff x="2970212" y="4724400"/>
                        <a:chExt cx="1463040" cy="731520"/>
                      </a:xfrm>
                    </p:grpSpPr>
                    <p:grpSp>
                      <p:nvGrpSpPr>
                        <p:cNvPr id="113" name="Group 112">
                          <a:extLst>
                            <a:ext uri="{FF2B5EF4-FFF2-40B4-BE49-F238E27FC236}">
                              <a16:creationId xmlns:a16="http://schemas.microsoft.com/office/drawing/2014/main" id="{A3F75599-EAA3-FFBF-E7B8-D987A8832813}"/>
                            </a:ext>
                          </a:extLst>
                        </p:cNvPr>
                        <p:cNvGrpSpPr/>
                        <p:nvPr/>
                      </p:nvGrpSpPr>
                      <p:grpSpPr>
                        <a:xfrm>
                          <a:off x="2970212" y="4724400"/>
                          <a:ext cx="731520" cy="731520"/>
                          <a:chOff x="2970212" y="4724400"/>
                          <a:chExt cx="731520" cy="731520"/>
                        </a:xfrm>
                      </p:grpSpPr>
                      <p:grpSp>
                        <p:nvGrpSpPr>
                          <p:cNvPr id="120" name="Group 119">
                            <a:extLst>
                              <a:ext uri="{FF2B5EF4-FFF2-40B4-BE49-F238E27FC236}">
                                <a16:creationId xmlns:a16="http://schemas.microsoft.com/office/drawing/2014/main" id="{CDE596BE-B4E6-1733-084F-28E76F7CA6F9}"/>
                              </a:ext>
                            </a:extLst>
                          </p:cNvPr>
                          <p:cNvGrpSpPr/>
                          <p:nvPr/>
                        </p:nvGrpSpPr>
                        <p:grpSpPr>
                          <a:xfrm>
                            <a:off x="2970212" y="4724400"/>
                            <a:ext cx="731520" cy="365760"/>
                            <a:chOff x="2970212" y="4724400"/>
                            <a:chExt cx="731520" cy="365760"/>
                          </a:xfrm>
                        </p:grpSpPr>
                        <p:sp>
                          <p:nvSpPr>
                            <p:cNvPr id="123" name="Rectangle 122">
                              <a:extLst>
                                <a:ext uri="{FF2B5EF4-FFF2-40B4-BE49-F238E27FC236}">
                                  <a16:creationId xmlns:a16="http://schemas.microsoft.com/office/drawing/2014/main" id="{B0D96188-04A0-22D5-D874-095A052F9AB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4" name="Rectangle 123">
                              <a:extLst>
                                <a:ext uri="{FF2B5EF4-FFF2-40B4-BE49-F238E27FC236}">
                                  <a16:creationId xmlns:a16="http://schemas.microsoft.com/office/drawing/2014/main" id="{BC6B740B-A72F-B611-6CF9-D4CBE8D9054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21" name="Rectangle 120">
                            <a:extLst>
                              <a:ext uri="{FF2B5EF4-FFF2-40B4-BE49-F238E27FC236}">
                                <a16:creationId xmlns:a16="http://schemas.microsoft.com/office/drawing/2014/main" id="{B507DF56-15B3-21BF-23DF-27625BC533B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2" name="Rectangle 121">
                            <a:extLst>
                              <a:ext uri="{FF2B5EF4-FFF2-40B4-BE49-F238E27FC236}">
                                <a16:creationId xmlns:a16="http://schemas.microsoft.com/office/drawing/2014/main" id="{A15750D7-5656-46D8-7720-FE6AE66AAD7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14" name="Group 113">
                          <a:extLst>
                            <a:ext uri="{FF2B5EF4-FFF2-40B4-BE49-F238E27FC236}">
                              <a16:creationId xmlns:a16="http://schemas.microsoft.com/office/drawing/2014/main" id="{167AE103-F7A8-D8EE-786D-03E04FDEC31A}"/>
                            </a:ext>
                          </a:extLst>
                        </p:cNvPr>
                        <p:cNvGrpSpPr/>
                        <p:nvPr/>
                      </p:nvGrpSpPr>
                      <p:grpSpPr>
                        <a:xfrm>
                          <a:off x="3701732" y="4724400"/>
                          <a:ext cx="731520" cy="731520"/>
                          <a:chOff x="2970212" y="4724400"/>
                          <a:chExt cx="731520" cy="731520"/>
                        </a:xfrm>
                      </p:grpSpPr>
                      <p:grpSp>
                        <p:nvGrpSpPr>
                          <p:cNvPr id="115" name="Group 114">
                            <a:extLst>
                              <a:ext uri="{FF2B5EF4-FFF2-40B4-BE49-F238E27FC236}">
                                <a16:creationId xmlns:a16="http://schemas.microsoft.com/office/drawing/2014/main" id="{6848AAFC-3591-A12C-4B2F-CF6C1ACA0D30}"/>
                              </a:ext>
                            </a:extLst>
                          </p:cNvPr>
                          <p:cNvGrpSpPr/>
                          <p:nvPr/>
                        </p:nvGrpSpPr>
                        <p:grpSpPr>
                          <a:xfrm>
                            <a:off x="2970212" y="4724400"/>
                            <a:ext cx="731520" cy="365760"/>
                            <a:chOff x="2970212" y="4724400"/>
                            <a:chExt cx="731520" cy="365760"/>
                          </a:xfrm>
                        </p:grpSpPr>
                        <p:sp>
                          <p:nvSpPr>
                            <p:cNvPr id="118" name="Rectangle 117">
                              <a:extLst>
                                <a:ext uri="{FF2B5EF4-FFF2-40B4-BE49-F238E27FC236}">
                                  <a16:creationId xmlns:a16="http://schemas.microsoft.com/office/drawing/2014/main" id="{2F4780AA-FB05-B79A-D9E9-DD6E1A217F3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9" name="Rectangle 118">
                              <a:extLst>
                                <a:ext uri="{FF2B5EF4-FFF2-40B4-BE49-F238E27FC236}">
                                  <a16:creationId xmlns:a16="http://schemas.microsoft.com/office/drawing/2014/main" id="{EEABC3C4-7E4E-0B81-F1B1-C3F11EA2DD96}"/>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16" name="Rectangle 115">
                            <a:extLst>
                              <a:ext uri="{FF2B5EF4-FFF2-40B4-BE49-F238E27FC236}">
                                <a16:creationId xmlns:a16="http://schemas.microsoft.com/office/drawing/2014/main" id="{BF7B9303-2F8C-3562-0912-D58F5147790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7" name="Rectangle 116">
                            <a:extLst>
                              <a:ext uri="{FF2B5EF4-FFF2-40B4-BE49-F238E27FC236}">
                                <a16:creationId xmlns:a16="http://schemas.microsoft.com/office/drawing/2014/main" id="{D4A37911-CC9A-07C1-0DB1-DC3FA199BCEA}"/>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100" name="Group 99">
                        <a:extLst>
                          <a:ext uri="{FF2B5EF4-FFF2-40B4-BE49-F238E27FC236}">
                            <a16:creationId xmlns:a16="http://schemas.microsoft.com/office/drawing/2014/main" id="{CF544DE0-89E8-BAC0-9C76-D7FA94F9E538}"/>
                          </a:ext>
                        </a:extLst>
                      </p:cNvPr>
                      <p:cNvGrpSpPr/>
                      <p:nvPr/>
                    </p:nvGrpSpPr>
                    <p:grpSpPr>
                      <a:xfrm>
                        <a:off x="2970212" y="5455920"/>
                        <a:ext cx="1463040" cy="731520"/>
                        <a:chOff x="2970212" y="4724400"/>
                        <a:chExt cx="1463040" cy="731520"/>
                      </a:xfrm>
                    </p:grpSpPr>
                    <p:grpSp>
                      <p:nvGrpSpPr>
                        <p:cNvPr id="101" name="Group 100">
                          <a:extLst>
                            <a:ext uri="{FF2B5EF4-FFF2-40B4-BE49-F238E27FC236}">
                              <a16:creationId xmlns:a16="http://schemas.microsoft.com/office/drawing/2014/main" id="{4FC06795-F10A-E9E6-F495-F56590495C49}"/>
                            </a:ext>
                          </a:extLst>
                        </p:cNvPr>
                        <p:cNvGrpSpPr/>
                        <p:nvPr/>
                      </p:nvGrpSpPr>
                      <p:grpSpPr>
                        <a:xfrm>
                          <a:off x="2970212" y="4724400"/>
                          <a:ext cx="731520" cy="731520"/>
                          <a:chOff x="2970212" y="4724400"/>
                          <a:chExt cx="731520" cy="731520"/>
                        </a:xfrm>
                      </p:grpSpPr>
                      <p:grpSp>
                        <p:nvGrpSpPr>
                          <p:cNvPr id="108" name="Group 107">
                            <a:extLst>
                              <a:ext uri="{FF2B5EF4-FFF2-40B4-BE49-F238E27FC236}">
                                <a16:creationId xmlns:a16="http://schemas.microsoft.com/office/drawing/2014/main" id="{1C19B01F-A570-89E8-C3CC-59F0A0FBCE7B}"/>
                              </a:ext>
                            </a:extLst>
                          </p:cNvPr>
                          <p:cNvGrpSpPr/>
                          <p:nvPr/>
                        </p:nvGrpSpPr>
                        <p:grpSpPr>
                          <a:xfrm>
                            <a:off x="2970212" y="4724400"/>
                            <a:ext cx="731520" cy="365760"/>
                            <a:chOff x="2970212" y="4724400"/>
                            <a:chExt cx="731520" cy="365760"/>
                          </a:xfrm>
                        </p:grpSpPr>
                        <p:sp>
                          <p:nvSpPr>
                            <p:cNvPr id="111" name="Rectangle 110">
                              <a:extLst>
                                <a:ext uri="{FF2B5EF4-FFF2-40B4-BE49-F238E27FC236}">
                                  <a16:creationId xmlns:a16="http://schemas.microsoft.com/office/drawing/2014/main" id="{0475172F-A701-179F-3590-7EA1E0E9F06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2" name="Rectangle 111">
                              <a:extLst>
                                <a:ext uri="{FF2B5EF4-FFF2-40B4-BE49-F238E27FC236}">
                                  <a16:creationId xmlns:a16="http://schemas.microsoft.com/office/drawing/2014/main" id="{2A9B2116-36D4-2C79-5539-EF359C79CCC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9" name="Rectangle 108">
                            <a:extLst>
                              <a:ext uri="{FF2B5EF4-FFF2-40B4-BE49-F238E27FC236}">
                                <a16:creationId xmlns:a16="http://schemas.microsoft.com/office/drawing/2014/main" id="{67F3D780-72E5-E985-7072-9223AFB5490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0" name="Rectangle 109">
                            <a:extLst>
                              <a:ext uri="{FF2B5EF4-FFF2-40B4-BE49-F238E27FC236}">
                                <a16:creationId xmlns:a16="http://schemas.microsoft.com/office/drawing/2014/main" id="{5C5EE404-8C54-E591-73AD-0E202A91E85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02" name="Group 101">
                          <a:extLst>
                            <a:ext uri="{FF2B5EF4-FFF2-40B4-BE49-F238E27FC236}">
                              <a16:creationId xmlns:a16="http://schemas.microsoft.com/office/drawing/2014/main" id="{718540D2-5A18-4A15-6DBF-EC61EA8079A2}"/>
                            </a:ext>
                          </a:extLst>
                        </p:cNvPr>
                        <p:cNvGrpSpPr/>
                        <p:nvPr/>
                      </p:nvGrpSpPr>
                      <p:grpSpPr>
                        <a:xfrm>
                          <a:off x="3701732" y="4724400"/>
                          <a:ext cx="731520" cy="731520"/>
                          <a:chOff x="2970212" y="4724400"/>
                          <a:chExt cx="731520" cy="731520"/>
                        </a:xfrm>
                      </p:grpSpPr>
                      <p:grpSp>
                        <p:nvGrpSpPr>
                          <p:cNvPr id="103" name="Group 102">
                            <a:extLst>
                              <a:ext uri="{FF2B5EF4-FFF2-40B4-BE49-F238E27FC236}">
                                <a16:creationId xmlns:a16="http://schemas.microsoft.com/office/drawing/2014/main" id="{121E8F8B-F587-E153-9DE3-FF09F3CD7ACA}"/>
                              </a:ext>
                            </a:extLst>
                          </p:cNvPr>
                          <p:cNvGrpSpPr/>
                          <p:nvPr/>
                        </p:nvGrpSpPr>
                        <p:grpSpPr>
                          <a:xfrm>
                            <a:off x="2970212" y="4724400"/>
                            <a:ext cx="731520" cy="365760"/>
                            <a:chOff x="2970212" y="4724400"/>
                            <a:chExt cx="731520" cy="365760"/>
                          </a:xfrm>
                        </p:grpSpPr>
                        <p:sp>
                          <p:nvSpPr>
                            <p:cNvPr id="106" name="Rectangle 105">
                              <a:extLst>
                                <a:ext uri="{FF2B5EF4-FFF2-40B4-BE49-F238E27FC236}">
                                  <a16:creationId xmlns:a16="http://schemas.microsoft.com/office/drawing/2014/main" id="{59A0CDD8-3D30-ABC2-A14D-78C57C4E64F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7" name="Rectangle 106">
                              <a:extLst>
                                <a:ext uri="{FF2B5EF4-FFF2-40B4-BE49-F238E27FC236}">
                                  <a16:creationId xmlns:a16="http://schemas.microsoft.com/office/drawing/2014/main" id="{58B50FA8-F41E-47C8-8DA1-923FEB3C4336}"/>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4" name="Rectangle 103">
                            <a:extLst>
                              <a:ext uri="{FF2B5EF4-FFF2-40B4-BE49-F238E27FC236}">
                                <a16:creationId xmlns:a16="http://schemas.microsoft.com/office/drawing/2014/main" id="{D438CEEF-1996-ED72-0079-0828AABF86A7}"/>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5" name="Rectangle 104">
                            <a:extLst>
                              <a:ext uri="{FF2B5EF4-FFF2-40B4-BE49-F238E27FC236}">
                                <a16:creationId xmlns:a16="http://schemas.microsoft.com/office/drawing/2014/main" id="{DCBEBCE6-0EB8-FE07-2688-30DF0F9E07BA}"/>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72" name="Group 71">
                      <a:extLst>
                        <a:ext uri="{FF2B5EF4-FFF2-40B4-BE49-F238E27FC236}">
                          <a16:creationId xmlns:a16="http://schemas.microsoft.com/office/drawing/2014/main" id="{4C278C3C-E639-0FF7-0766-5BD33506231E}"/>
                        </a:ext>
                      </a:extLst>
                    </p:cNvPr>
                    <p:cNvGrpSpPr/>
                    <p:nvPr/>
                  </p:nvGrpSpPr>
                  <p:grpSpPr>
                    <a:xfrm>
                      <a:off x="4433252" y="4724400"/>
                      <a:ext cx="1463040" cy="1463040"/>
                      <a:chOff x="2970212" y="4724400"/>
                      <a:chExt cx="1463040" cy="1463040"/>
                    </a:xfrm>
                  </p:grpSpPr>
                  <p:grpSp>
                    <p:nvGrpSpPr>
                      <p:cNvPr id="73" name="Group 72">
                        <a:extLst>
                          <a:ext uri="{FF2B5EF4-FFF2-40B4-BE49-F238E27FC236}">
                            <a16:creationId xmlns:a16="http://schemas.microsoft.com/office/drawing/2014/main" id="{9836511F-9DD3-BD97-D57A-6C2193911599}"/>
                          </a:ext>
                        </a:extLst>
                      </p:cNvPr>
                      <p:cNvGrpSpPr/>
                      <p:nvPr/>
                    </p:nvGrpSpPr>
                    <p:grpSpPr>
                      <a:xfrm>
                        <a:off x="2970212" y="4724400"/>
                        <a:ext cx="1463040" cy="731520"/>
                        <a:chOff x="2970212" y="4724400"/>
                        <a:chExt cx="1463040" cy="731520"/>
                      </a:xfrm>
                    </p:grpSpPr>
                    <p:grpSp>
                      <p:nvGrpSpPr>
                        <p:cNvPr id="87" name="Group 86">
                          <a:extLst>
                            <a:ext uri="{FF2B5EF4-FFF2-40B4-BE49-F238E27FC236}">
                              <a16:creationId xmlns:a16="http://schemas.microsoft.com/office/drawing/2014/main" id="{1632F4D5-DFCB-BD94-A7E3-3D952CEDCE88}"/>
                            </a:ext>
                          </a:extLst>
                        </p:cNvPr>
                        <p:cNvGrpSpPr/>
                        <p:nvPr/>
                      </p:nvGrpSpPr>
                      <p:grpSpPr>
                        <a:xfrm>
                          <a:off x="2970212" y="4724400"/>
                          <a:ext cx="731520" cy="731520"/>
                          <a:chOff x="2970212" y="4724400"/>
                          <a:chExt cx="731520" cy="731520"/>
                        </a:xfrm>
                      </p:grpSpPr>
                      <p:grpSp>
                        <p:nvGrpSpPr>
                          <p:cNvPr id="94" name="Group 93">
                            <a:extLst>
                              <a:ext uri="{FF2B5EF4-FFF2-40B4-BE49-F238E27FC236}">
                                <a16:creationId xmlns:a16="http://schemas.microsoft.com/office/drawing/2014/main" id="{33544E49-7FAE-172F-4B0F-D0640360A780}"/>
                              </a:ext>
                            </a:extLst>
                          </p:cNvPr>
                          <p:cNvGrpSpPr/>
                          <p:nvPr/>
                        </p:nvGrpSpPr>
                        <p:grpSpPr>
                          <a:xfrm>
                            <a:off x="2970212" y="4724400"/>
                            <a:ext cx="731520" cy="365760"/>
                            <a:chOff x="2970212" y="4724400"/>
                            <a:chExt cx="731520" cy="365760"/>
                          </a:xfrm>
                        </p:grpSpPr>
                        <p:sp>
                          <p:nvSpPr>
                            <p:cNvPr id="97" name="Rectangle 96">
                              <a:extLst>
                                <a:ext uri="{FF2B5EF4-FFF2-40B4-BE49-F238E27FC236}">
                                  <a16:creationId xmlns:a16="http://schemas.microsoft.com/office/drawing/2014/main" id="{D63F5653-3FDF-6652-227C-DC33EB042D6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8" name="Rectangle 97">
                              <a:extLst>
                                <a:ext uri="{FF2B5EF4-FFF2-40B4-BE49-F238E27FC236}">
                                  <a16:creationId xmlns:a16="http://schemas.microsoft.com/office/drawing/2014/main" id="{65619C36-BEA1-4657-12B7-CEC8A1EA805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95" name="Rectangle 94">
                            <a:extLst>
                              <a:ext uri="{FF2B5EF4-FFF2-40B4-BE49-F238E27FC236}">
                                <a16:creationId xmlns:a16="http://schemas.microsoft.com/office/drawing/2014/main" id="{694E9D81-48B5-8521-BBEC-C690EE038CC7}"/>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6" name="Rectangle 95">
                            <a:extLst>
                              <a:ext uri="{FF2B5EF4-FFF2-40B4-BE49-F238E27FC236}">
                                <a16:creationId xmlns:a16="http://schemas.microsoft.com/office/drawing/2014/main" id="{CA2C897E-11CA-5E93-05EF-17A51BF39A6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88" name="Group 87">
                          <a:extLst>
                            <a:ext uri="{FF2B5EF4-FFF2-40B4-BE49-F238E27FC236}">
                              <a16:creationId xmlns:a16="http://schemas.microsoft.com/office/drawing/2014/main" id="{4D913862-B20B-01D7-BA7A-23DF0FC8A023}"/>
                            </a:ext>
                          </a:extLst>
                        </p:cNvPr>
                        <p:cNvGrpSpPr/>
                        <p:nvPr/>
                      </p:nvGrpSpPr>
                      <p:grpSpPr>
                        <a:xfrm>
                          <a:off x="3701732" y="4724400"/>
                          <a:ext cx="731520" cy="731520"/>
                          <a:chOff x="2970212" y="4724400"/>
                          <a:chExt cx="731520" cy="731520"/>
                        </a:xfrm>
                      </p:grpSpPr>
                      <p:grpSp>
                        <p:nvGrpSpPr>
                          <p:cNvPr id="89" name="Group 88">
                            <a:extLst>
                              <a:ext uri="{FF2B5EF4-FFF2-40B4-BE49-F238E27FC236}">
                                <a16:creationId xmlns:a16="http://schemas.microsoft.com/office/drawing/2014/main" id="{8FE2F16A-FBA6-3715-9FAF-DA5B91918AC5}"/>
                              </a:ext>
                            </a:extLst>
                          </p:cNvPr>
                          <p:cNvGrpSpPr/>
                          <p:nvPr/>
                        </p:nvGrpSpPr>
                        <p:grpSpPr>
                          <a:xfrm>
                            <a:off x="2970212" y="4724400"/>
                            <a:ext cx="731520" cy="365760"/>
                            <a:chOff x="2970212" y="4724400"/>
                            <a:chExt cx="731520" cy="365760"/>
                          </a:xfrm>
                        </p:grpSpPr>
                        <p:sp>
                          <p:nvSpPr>
                            <p:cNvPr id="92" name="Rectangle 91">
                              <a:extLst>
                                <a:ext uri="{FF2B5EF4-FFF2-40B4-BE49-F238E27FC236}">
                                  <a16:creationId xmlns:a16="http://schemas.microsoft.com/office/drawing/2014/main" id="{7C349BBE-B81B-E489-1F04-39B66BA09B8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3" name="Rectangle 92">
                              <a:extLst>
                                <a:ext uri="{FF2B5EF4-FFF2-40B4-BE49-F238E27FC236}">
                                  <a16:creationId xmlns:a16="http://schemas.microsoft.com/office/drawing/2014/main" id="{9A19E765-3F13-4EA2-D03C-B67F297007D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90" name="Rectangle 89">
                            <a:extLst>
                              <a:ext uri="{FF2B5EF4-FFF2-40B4-BE49-F238E27FC236}">
                                <a16:creationId xmlns:a16="http://schemas.microsoft.com/office/drawing/2014/main" id="{51623074-FD5A-5EDB-3E7F-3D6C29E935A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1" name="Rectangle 90">
                            <a:extLst>
                              <a:ext uri="{FF2B5EF4-FFF2-40B4-BE49-F238E27FC236}">
                                <a16:creationId xmlns:a16="http://schemas.microsoft.com/office/drawing/2014/main" id="{11CD845C-BA43-1456-DD19-FF5C701D362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74" name="Group 73">
                        <a:extLst>
                          <a:ext uri="{FF2B5EF4-FFF2-40B4-BE49-F238E27FC236}">
                            <a16:creationId xmlns:a16="http://schemas.microsoft.com/office/drawing/2014/main" id="{2B9F4068-F64E-9A70-0942-B4FAC9D7D943}"/>
                          </a:ext>
                        </a:extLst>
                      </p:cNvPr>
                      <p:cNvGrpSpPr/>
                      <p:nvPr/>
                    </p:nvGrpSpPr>
                    <p:grpSpPr>
                      <a:xfrm>
                        <a:off x="2970212" y="5455920"/>
                        <a:ext cx="1463040" cy="731520"/>
                        <a:chOff x="2970212" y="4724400"/>
                        <a:chExt cx="1463040" cy="731520"/>
                      </a:xfrm>
                    </p:grpSpPr>
                    <p:grpSp>
                      <p:nvGrpSpPr>
                        <p:cNvPr id="75" name="Group 74">
                          <a:extLst>
                            <a:ext uri="{FF2B5EF4-FFF2-40B4-BE49-F238E27FC236}">
                              <a16:creationId xmlns:a16="http://schemas.microsoft.com/office/drawing/2014/main" id="{D05932E0-B12B-BF27-A4A8-8D2D063F6019}"/>
                            </a:ext>
                          </a:extLst>
                        </p:cNvPr>
                        <p:cNvGrpSpPr/>
                        <p:nvPr/>
                      </p:nvGrpSpPr>
                      <p:grpSpPr>
                        <a:xfrm>
                          <a:off x="2970212" y="4724400"/>
                          <a:ext cx="731520" cy="731520"/>
                          <a:chOff x="2970212" y="4724400"/>
                          <a:chExt cx="731520" cy="731520"/>
                        </a:xfrm>
                      </p:grpSpPr>
                      <p:grpSp>
                        <p:nvGrpSpPr>
                          <p:cNvPr id="82" name="Group 81">
                            <a:extLst>
                              <a:ext uri="{FF2B5EF4-FFF2-40B4-BE49-F238E27FC236}">
                                <a16:creationId xmlns:a16="http://schemas.microsoft.com/office/drawing/2014/main" id="{F84CB894-33FE-A944-BCC7-B251CCA6ACA0}"/>
                              </a:ext>
                            </a:extLst>
                          </p:cNvPr>
                          <p:cNvGrpSpPr/>
                          <p:nvPr/>
                        </p:nvGrpSpPr>
                        <p:grpSpPr>
                          <a:xfrm>
                            <a:off x="2970212" y="4724400"/>
                            <a:ext cx="731520" cy="365760"/>
                            <a:chOff x="2970212" y="4724400"/>
                            <a:chExt cx="731520" cy="365760"/>
                          </a:xfrm>
                        </p:grpSpPr>
                        <p:sp>
                          <p:nvSpPr>
                            <p:cNvPr id="85" name="Rectangle 84">
                              <a:extLst>
                                <a:ext uri="{FF2B5EF4-FFF2-40B4-BE49-F238E27FC236}">
                                  <a16:creationId xmlns:a16="http://schemas.microsoft.com/office/drawing/2014/main" id="{2FC057C4-C309-A93E-094C-71B40536744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6" name="Rectangle 85">
                              <a:extLst>
                                <a:ext uri="{FF2B5EF4-FFF2-40B4-BE49-F238E27FC236}">
                                  <a16:creationId xmlns:a16="http://schemas.microsoft.com/office/drawing/2014/main" id="{800F61F2-C59A-0FE9-1E91-693D88C10F3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83" name="Rectangle 82">
                            <a:extLst>
                              <a:ext uri="{FF2B5EF4-FFF2-40B4-BE49-F238E27FC236}">
                                <a16:creationId xmlns:a16="http://schemas.microsoft.com/office/drawing/2014/main" id="{61CFD236-CD48-896A-9EAB-7C866808564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4" name="Rectangle 83">
                            <a:extLst>
                              <a:ext uri="{FF2B5EF4-FFF2-40B4-BE49-F238E27FC236}">
                                <a16:creationId xmlns:a16="http://schemas.microsoft.com/office/drawing/2014/main" id="{8344BEDB-3286-D01F-7BCA-DD23A6A2337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76" name="Group 75">
                          <a:extLst>
                            <a:ext uri="{FF2B5EF4-FFF2-40B4-BE49-F238E27FC236}">
                              <a16:creationId xmlns:a16="http://schemas.microsoft.com/office/drawing/2014/main" id="{7EC9B7F6-C063-F80F-8D0C-AF776D5C6DFD}"/>
                            </a:ext>
                          </a:extLst>
                        </p:cNvPr>
                        <p:cNvGrpSpPr/>
                        <p:nvPr/>
                      </p:nvGrpSpPr>
                      <p:grpSpPr>
                        <a:xfrm>
                          <a:off x="3701732" y="4724400"/>
                          <a:ext cx="731520" cy="731520"/>
                          <a:chOff x="2970212" y="4724400"/>
                          <a:chExt cx="731520" cy="731520"/>
                        </a:xfrm>
                      </p:grpSpPr>
                      <p:grpSp>
                        <p:nvGrpSpPr>
                          <p:cNvPr id="77" name="Group 76">
                            <a:extLst>
                              <a:ext uri="{FF2B5EF4-FFF2-40B4-BE49-F238E27FC236}">
                                <a16:creationId xmlns:a16="http://schemas.microsoft.com/office/drawing/2014/main" id="{A7DE8B47-9940-81D4-7876-55E49B9E78DD}"/>
                              </a:ext>
                            </a:extLst>
                          </p:cNvPr>
                          <p:cNvGrpSpPr/>
                          <p:nvPr/>
                        </p:nvGrpSpPr>
                        <p:grpSpPr>
                          <a:xfrm>
                            <a:off x="2970212" y="4724400"/>
                            <a:ext cx="731520" cy="365760"/>
                            <a:chOff x="2970212" y="4724400"/>
                            <a:chExt cx="731520" cy="365760"/>
                          </a:xfrm>
                        </p:grpSpPr>
                        <p:sp>
                          <p:nvSpPr>
                            <p:cNvPr id="80" name="Rectangle 79">
                              <a:extLst>
                                <a:ext uri="{FF2B5EF4-FFF2-40B4-BE49-F238E27FC236}">
                                  <a16:creationId xmlns:a16="http://schemas.microsoft.com/office/drawing/2014/main" id="{BFCFA2A4-EB6B-5304-F901-6BC569403A2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1" name="Rectangle 80">
                              <a:extLst>
                                <a:ext uri="{FF2B5EF4-FFF2-40B4-BE49-F238E27FC236}">
                                  <a16:creationId xmlns:a16="http://schemas.microsoft.com/office/drawing/2014/main" id="{D8E8473B-5331-52DD-3334-6863996B64F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78" name="Rectangle 77">
                            <a:extLst>
                              <a:ext uri="{FF2B5EF4-FFF2-40B4-BE49-F238E27FC236}">
                                <a16:creationId xmlns:a16="http://schemas.microsoft.com/office/drawing/2014/main" id="{541AA220-D7DC-C29F-8842-8D4920CB6CA0}"/>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9" name="Rectangle 78">
                            <a:extLst>
                              <a:ext uri="{FF2B5EF4-FFF2-40B4-BE49-F238E27FC236}">
                                <a16:creationId xmlns:a16="http://schemas.microsoft.com/office/drawing/2014/main" id="{804BD431-E88F-82F7-5245-C271B0D2D15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nvGrpSpPr>
                <p:cNvPr id="181" name="Group 180">
                  <a:extLst>
                    <a:ext uri="{FF2B5EF4-FFF2-40B4-BE49-F238E27FC236}">
                      <a16:creationId xmlns:a16="http://schemas.microsoft.com/office/drawing/2014/main" id="{DC3D0616-E758-97E1-EE77-8AD5F2BBC1A3}"/>
                    </a:ext>
                  </a:extLst>
                </p:cNvPr>
                <p:cNvGrpSpPr/>
                <p:nvPr/>
              </p:nvGrpSpPr>
              <p:grpSpPr>
                <a:xfrm>
                  <a:off x="5058092" y="3124200"/>
                  <a:ext cx="2926080" cy="2926080"/>
                  <a:chOff x="2132012" y="3124200"/>
                  <a:chExt cx="2926080" cy="2926080"/>
                </a:xfrm>
              </p:grpSpPr>
              <p:grpSp>
                <p:nvGrpSpPr>
                  <p:cNvPr id="182" name="Group 181">
                    <a:extLst>
                      <a:ext uri="{FF2B5EF4-FFF2-40B4-BE49-F238E27FC236}">
                        <a16:creationId xmlns:a16="http://schemas.microsoft.com/office/drawing/2014/main" id="{F06B89F4-01E6-A43C-2504-750C1E31021A}"/>
                      </a:ext>
                    </a:extLst>
                  </p:cNvPr>
                  <p:cNvGrpSpPr/>
                  <p:nvPr/>
                </p:nvGrpSpPr>
                <p:grpSpPr>
                  <a:xfrm>
                    <a:off x="2132012" y="3124200"/>
                    <a:ext cx="2926080" cy="1463040"/>
                    <a:chOff x="2970212" y="4724400"/>
                    <a:chExt cx="2926080" cy="1463040"/>
                  </a:xfrm>
                </p:grpSpPr>
                <p:grpSp>
                  <p:nvGrpSpPr>
                    <p:cNvPr id="238" name="Group 237">
                      <a:extLst>
                        <a:ext uri="{FF2B5EF4-FFF2-40B4-BE49-F238E27FC236}">
                          <a16:creationId xmlns:a16="http://schemas.microsoft.com/office/drawing/2014/main" id="{78C991A3-893D-D3CD-A7DC-B34F40F69B61}"/>
                        </a:ext>
                      </a:extLst>
                    </p:cNvPr>
                    <p:cNvGrpSpPr/>
                    <p:nvPr/>
                  </p:nvGrpSpPr>
                  <p:grpSpPr>
                    <a:xfrm>
                      <a:off x="2970212" y="4724400"/>
                      <a:ext cx="1463040" cy="1463040"/>
                      <a:chOff x="2970212" y="4724400"/>
                      <a:chExt cx="1463040" cy="1463040"/>
                    </a:xfrm>
                  </p:grpSpPr>
                  <p:grpSp>
                    <p:nvGrpSpPr>
                      <p:cNvPr id="266" name="Group 265">
                        <a:extLst>
                          <a:ext uri="{FF2B5EF4-FFF2-40B4-BE49-F238E27FC236}">
                            <a16:creationId xmlns:a16="http://schemas.microsoft.com/office/drawing/2014/main" id="{2787BC15-B479-CF21-7757-4CBB886A24A5}"/>
                          </a:ext>
                        </a:extLst>
                      </p:cNvPr>
                      <p:cNvGrpSpPr/>
                      <p:nvPr/>
                    </p:nvGrpSpPr>
                    <p:grpSpPr>
                      <a:xfrm>
                        <a:off x="2970212" y="4724400"/>
                        <a:ext cx="1463040" cy="731520"/>
                        <a:chOff x="2970212" y="4724400"/>
                        <a:chExt cx="1463040" cy="731520"/>
                      </a:xfrm>
                    </p:grpSpPr>
                    <p:grpSp>
                      <p:nvGrpSpPr>
                        <p:cNvPr id="280" name="Group 279">
                          <a:extLst>
                            <a:ext uri="{FF2B5EF4-FFF2-40B4-BE49-F238E27FC236}">
                              <a16:creationId xmlns:a16="http://schemas.microsoft.com/office/drawing/2014/main" id="{876C5508-5B98-848C-CDF0-F370F117916D}"/>
                            </a:ext>
                          </a:extLst>
                        </p:cNvPr>
                        <p:cNvGrpSpPr/>
                        <p:nvPr/>
                      </p:nvGrpSpPr>
                      <p:grpSpPr>
                        <a:xfrm>
                          <a:off x="2970212" y="4724400"/>
                          <a:ext cx="731520" cy="731520"/>
                          <a:chOff x="2970212" y="4724400"/>
                          <a:chExt cx="731520" cy="731520"/>
                        </a:xfrm>
                      </p:grpSpPr>
                      <p:grpSp>
                        <p:nvGrpSpPr>
                          <p:cNvPr id="287" name="Group 286">
                            <a:extLst>
                              <a:ext uri="{FF2B5EF4-FFF2-40B4-BE49-F238E27FC236}">
                                <a16:creationId xmlns:a16="http://schemas.microsoft.com/office/drawing/2014/main" id="{07144071-E423-9C4E-9470-4C6BD293EB40}"/>
                              </a:ext>
                            </a:extLst>
                          </p:cNvPr>
                          <p:cNvGrpSpPr/>
                          <p:nvPr/>
                        </p:nvGrpSpPr>
                        <p:grpSpPr>
                          <a:xfrm>
                            <a:off x="2970212" y="4724400"/>
                            <a:ext cx="731520" cy="365760"/>
                            <a:chOff x="2970212" y="4724400"/>
                            <a:chExt cx="731520" cy="365760"/>
                          </a:xfrm>
                        </p:grpSpPr>
                        <p:sp>
                          <p:nvSpPr>
                            <p:cNvPr id="290" name="Rectangle 289">
                              <a:extLst>
                                <a:ext uri="{FF2B5EF4-FFF2-40B4-BE49-F238E27FC236}">
                                  <a16:creationId xmlns:a16="http://schemas.microsoft.com/office/drawing/2014/main" id="{B010B432-2113-B26F-24B6-7208657D33C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91" name="Rectangle 290">
                              <a:extLst>
                                <a:ext uri="{FF2B5EF4-FFF2-40B4-BE49-F238E27FC236}">
                                  <a16:creationId xmlns:a16="http://schemas.microsoft.com/office/drawing/2014/main" id="{E19D5EA8-43A0-79E1-D937-EA62E5322CA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88" name="Rectangle 287">
                            <a:extLst>
                              <a:ext uri="{FF2B5EF4-FFF2-40B4-BE49-F238E27FC236}">
                                <a16:creationId xmlns:a16="http://schemas.microsoft.com/office/drawing/2014/main" id="{A5058DF3-5E54-4859-1A63-7872E210CC1C}"/>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9" name="Rectangle 288">
                            <a:extLst>
                              <a:ext uri="{FF2B5EF4-FFF2-40B4-BE49-F238E27FC236}">
                                <a16:creationId xmlns:a16="http://schemas.microsoft.com/office/drawing/2014/main" id="{8565FE7E-7DC7-5AF4-DEFA-07F709EDB6E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81" name="Group 280">
                          <a:extLst>
                            <a:ext uri="{FF2B5EF4-FFF2-40B4-BE49-F238E27FC236}">
                              <a16:creationId xmlns:a16="http://schemas.microsoft.com/office/drawing/2014/main" id="{49C2ED1B-3F1F-4C1E-C7E7-31CD0D519B1F}"/>
                            </a:ext>
                          </a:extLst>
                        </p:cNvPr>
                        <p:cNvGrpSpPr/>
                        <p:nvPr/>
                      </p:nvGrpSpPr>
                      <p:grpSpPr>
                        <a:xfrm>
                          <a:off x="3701732" y="4724400"/>
                          <a:ext cx="731520" cy="731520"/>
                          <a:chOff x="2970212" y="4724400"/>
                          <a:chExt cx="731520" cy="731520"/>
                        </a:xfrm>
                      </p:grpSpPr>
                      <p:grpSp>
                        <p:nvGrpSpPr>
                          <p:cNvPr id="282" name="Group 281">
                            <a:extLst>
                              <a:ext uri="{FF2B5EF4-FFF2-40B4-BE49-F238E27FC236}">
                                <a16:creationId xmlns:a16="http://schemas.microsoft.com/office/drawing/2014/main" id="{2978EB4B-0DC1-7DBD-F1A0-1547A4D4F64B}"/>
                              </a:ext>
                            </a:extLst>
                          </p:cNvPr>
                          <p:cNvGrpSpPr/>
                          <p:nvPr/>
                        </p:nvGrpSpPr>
                        <p:grpSpPr>
                          <a:xfrm>
                            <a:off x="2970212" y="4724400"/>
                            <a:ext cx="731520" cy="365760"/>
                            <a:chOff x="2970212" y="4724400"/>
                            <a:chExt cx="731520" cy="365760"/>
                          </a:xfrm>
                        </p:grpSpPr>
                        <p:sp>
                          <p:nvSpPr>
                            <p:cNvPr id="285" name="Rectangle 284">
                              <a:extLst>
                                <a:ext uri="{FF2B5EF4-FFF2-40B4-BE49-F238E27FC236}">
                                  <a16:creationId xmlns:a16="http://schemas.microsoft.com/office/drawing/2014/main" id="{FAFC5B12-716C-477A-36AC-ADB5F86E879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6" name="Rectangle 285">
                              <a:extLst>
                                <a:ext uri="{FF2B5EF4-FFF2-40B4-BE49-F238E27FC236}">
                                  <a16:creationId xmlns:a16="http://schemas.microsoft.com/office/drawing/2014/main" id="{E7B48678-0225-5359-AA4A-B137C846BBC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83" name="Rectangle 282">
                            <a:extLst>
                              <a:ext uri="{FF2B5EF4-FFF2-40B4-BE49-F238E27FC236}">
                                <a16:creationId xmlns:a16="http://schemas.microsoft.com/office/drawing/2014/main" id="{BD8B3835-0D6A-1174-47EE-AFEA62BA53E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4" name="Rectangle 283">
                            <a:extLst>
                              <a:ext uri="{FF2B5EF4-FFF2-40B4-BE49-F238E27FC236}">
                                <a16:creationId xmlns:a16="http://schemas.microsoft.com/office/drawing/2014/main" id="{EFEB1AE6-BE0E-A801-5A18-467AD824F5D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67" name="Group 266">
                        <a:extLst>
                          <a:ext uri="{FF2B5EF4-FFF2-40B4-BE49-F238E27FC236}">
                            <a16:creationId xmlns:a16="http://schemas.microsoft.com/office/drawing/2014/main" id="{071986B0-447A-921E-557A-6CCA97D14542}"/>
                          </a:ext>
                        </a:extLst>
                      </p:cNvPr>
                      <p:cNvGrpSpPr/>
                      <p:nvPr/>
                    </p:nvGrpSpPr>
                    <p:grpSpPr>
                      <a:xfrm>
                        <a:off x="2970212" y="5455920"/>
                        <a:ext cx="1463040" cy="731520"/>
                        <a:chOff x="2970212" y="4724400"/>
                        <a:chExt cx="1463040" cy="731520"/>
                      </a:xfrm>
                    </p:grpSpPr>
                    <p:grpSp>
                      <p:nvGrpSpPr>
                        <p:cNvPr id="268" name="Group 267">
                          <a:extLst>
                            <a:ext uri="{FF2B5EF4-FFF2-40B4-BE49-F238E27FC236}">
                              <a16:creationId xmlns:a16="http://schemas.microsoft.com/office/drawing/2014/main" id="{EFB211DF-2A08-6CB9-C86F-6F2DCEDB4685}"/>
                            </a:ext>
                          </a:extLst>
                        </p:cNvPr>
                        <p:cNvGrpSpPr/>
                        <p:nvPr/>
                      </p:nvGrpSpPr>
                      <p:grpSpPr>
                        <a:xfrm>
                          <a:off x="2970212" y="4724400"/>
                          <a:ext cx="731520" cy="731520"/>
                          <a:chOff x="2970212" y="4724400"/>
                          <a:chExt cx="731520" cy="731520"/>
                        </a:xfrm>
                      </p:grpSpPr>
                      <p:grpSp>
                        <p:nvGrpSpPr>
                          <p:cNvPr id="275" name="Group 274">
                            <a:extLst>
                              <a:ext uri="{FF2B5EF4-FFF2-40B4-BE49-F238E27FC236}">
                                <a16:creationId xmlns:a16="http://schemas.microsoft.com/office/drawing/2014/main" id="{A85EE5F4-E22E-E8F8-EF12-5F8315CF9889}"/>
                              </a:ext>
                            </a:extLst>
                          </p:cNvPr>
                          <p:cNvGrpSpPr/>
                          <p:nvPr/>
                        </p:nvGrpSpPr>
                        <p:grpSpPr>
                          <a:xfrm>
                            <a:off x="2970212" y="4724400"/>
                            <a:ext cx="731520" cy="365760"/>
                            <a:chOff x="2970212" y="4724400"/>
                            <a:chExt cx="731520" cy="365760"/>
                          </a:xfrm>
                        </p:grpSpPr>
                        <p:sp>
                          <p:nvSpPr>
                            <p:cNvPr id="278" name="Rectangle 277">
                              <a:extLst>
                                <a:ext uri="{FF2B5EF4-FFF2-40B4-BE49-F238E27FC236}">
                                  <a16:creationId xmlns:a16="http://schemas.microsoft.com/office/drawing/2014/main" id="{6C611188-8953-97A4-ED6F-178BB5FA7E07}"/>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9" name="Rectangle 278">
                              <a:extLst>
                                <a:ext uri="{FF2B5EF4-FFF2-40B4-BE49-F238E27FC236}">
                                  <a16:creationId xmlns:a16="http://schemas.microsoft.com/office/drawing/2014/main" id="{F5A46E83-135B-D62B-2B16-C122280AB6C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76" name="Rectangle 275">
                            <a:extLst>
                              <a:ext uri="{FF2B5EF4-FFF2-40B4-BE49-F238E27FC236}">
                                <a16:creationId xmlns:a16="http://schemas.microsoft.com/office/drawing/2014/main" id="{19B23F0B-B8D1-B662-D1C4-69672FBE502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7" name="Rectangle 276">
                            <a:extLst>
                              <a:ext uri="{FF2B5EF4-FFF2-40B4-BE49-F238E27FC236}">
                                <a16:creationId xmlns:a16="http://schemas.microsoft.com/office/drawing/2014/main" id="{2A5A7DDF-F545-16FB-C728-A746B195758B}"/>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69" name="Group 268">
                          <a:extLst>
                            <a:ext uri="{FF2B5EF4-FFF2-40B4-BE49-F238E27FC236}">
                              <a16:creationId xmlns:a16="http://schemas.microsoft.com/office/drawing/2014/main" id="{588BE228-6797-A1E0-A456-B24B6C4BD76D}"/>
                            </a:ext>
                          </a:extLst>
                        </p:cNvPr>
                        <p:cNvGrpSpPr/>
                        <p:nvPr/>
                      </p:nvGrpSpPr>
                      <p:grpSpPr>
                        <a:xfrm>
                          <a:off x="3701732" y="4724400"/>
                          <a:ext cx="731520" cy="731520"/>
                          <a:chOff x="2970212" y="4724400"/>
                          <a:chExt cx="731520" cy="731520"/>
                        </a:xfrm>
                      </p:grpSpPr>
                      <p:grpSp>
                        <p:nvGrpSpPr>
                          <p:cNvPr id="270" name="Group 269">
                            <a:extLst>
                              <a:ext uri="{FF2B5EF4-FFF2-40B4-BE49-F238E27FC236}">
                                <a16:creationId xmlns:a16="http://schemas.microsoft.com/office/drawing/2014/main" id="{78054DE0-5E3B-8153-258D-6ED6DE5EE80E}"/>
                              </a:ext>
                            </a:extLst>
                          </p:cNvPr>
                          <p:cNvGrpSpPr/>
                          <p:nvPr/>
                        </p:nvGrpSpPr>
                        <p:grpSpPr>
                          <a:xfrm>
                            <a:off x="2970212" y="4724400"/>
                            <a:ext cx="731520" cy="365760"/>
                            <a:chOff x="2970212" y="4724400"/>
                            <a:chExt cx="731520" cy="365760"/>
                          </a:xfrm>
                        </p:grpSpPr>
                        <p:sp>
                          <p:nvSpPr>
                            <p:cNvPr id="273" name="Rectangle 272">
                              <a:extLst>
                                <a:ext uri="{FF2B5EF4-FFF2-40B4-BE49-F238E27FC236}">
                                  <a16:creationId xmlns:a16="http://schemas.microsoft.com/office/drawing/2014/main" id="{8B63F195-FC93-799F-4E9C-666188BF1DB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4" name="Rectangle 273">
                              <a:extLst>
                                <a:ext uri="{FF2B5EF4-FFF2-40B4-BE49-F238E27FC236}">
                                  <a16:creationId xmlns:a16="http://schemas.microsoft.com/office/drawing/2014/main" id="{34280049-4FA0-A093-3E18-56589B332D1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71" name="Rectangle 270">
                            <a:extLst>
                              <a:ext uri="{FF2B5EF4-FFF2-40B4-BE49-F238E27FC236}">
                                <a16:creationId xmlns:a16="http://schemas.microsoft.com/office/drawing/2014/main" id="{31788E8B-0114-0C7B-6F3F-067CCFD242D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2" name="Rectangle 271">
                            <a:extLst>
                              <a:ext uri="{FF2B5EF4-FFF2-40B4-BE49-F238E27FC236}">
                                <a16:creationId xmlns:a16="http://schemas.microsoft.com/office/drawing/2014/main" id="{B6C959A2-ABE6-8432-B404-7622E173C18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239" name="Group 238">
                      <a:extLst>
                        <a:ext uri="{FF2B5EF4-FFF2-40B4-BE49-F238E27FC236}">
                          <a16:creationId xmlns:a16="http://schemas.microsoft.com/office/drawing/2014/main" id="{B3D34467-F1B7-985F-034E-1992C3D0F268}"/>
                        </a:ext>
                      </a:extLst>
                    </p:cNvPr>
                    <p:cNvGrpSpPr/>
                    <p:nvPr/>
                  </p:nvGrpSpPr>
                  <p:grpSpPr>
                    <a:xfrm>
                      <a:off x="4433252" y="4724400"/>
                      <a:ext cx="1463040" cy="1463040"/>
                      <a:chOff x="2970212" y="4724400"/>
                      <a:chExt cx="1463040" cy="1463040"/>
                    </a:xfrm>
                  </p:grpSpPr>
                  <p:grpSp>
                    <p:nvGrpSpPr>
                      <p:cNvPr id="240" name="Group 239">
                        <a:extLst>
                          <a:ext uri="{FF2B5EF4-FFF2-40B4-BE49-F238E27FC236}">
                            <a16:creationId xmlns:a16="http://schemas.microsoft.com/office/drawing/2014/main" id="{5E87856B-EC4C-4781-5205-4DE446506F41}"/>
                          </a:ext>
                        </a:extLst>
                      </p:cNvPr>
                      <p:cNvGrpSpPr/>
                      <p:nvPr/>
                    </p:nvGrpSpPr>
                    <p:grpSpPr>
                      <a:xfrm>
                        <a:off x="2970212" y="4724400"/>
                        <a:ext cx="1463040" cy="731520"/>
                        <a:chOff x="2970212" y="4724400"/>
                        <a:chExt cx="1463040" cy="731520"/>
                      </a:xfrm>
                    </p:grpSpPr>
                    <p:grpSp>
                      <p:nvGrpSpPr>
                        <p:cNvPr id="254" name="Group 253">
                          <a:extLst>
                            <a:ext uri="{FF2B5EF4-FFF2-40B4-BE49-F238E27FC236}">
                              <a16:creationId xmlns:a16="http://schemas.microsoft.com/office/drawing/2014/main" id="{2587CCBD-7E3A-042B-1109-9E3186989C92}"/>
                            </a:ext>
                          </a:extLst>
                        </p:cNvPr>
                        <p:cNvGrpSpPr/>
                        <p:nvPr/>
                      </p:nvGrpSpPr>
                      <p:grpSpPr>
                        <a:xfrm>
                          <a:off x="2970212" y="4724400"/>
                          <a:ext cx="731520" cy="731520"/>
                          <a:chOff x="2970212" y="4724400"/>
                          <a:chExt cx="731520" cy="731520"/>
                        </a:xfrm>
                      </p:grpSpPr>
                      <p:grpSp>
                        <p:nvGrpSpPr>
                          <p:cNvPr id="261" name="Group 260">
                            <a:extLst>
                              <a:ext uri="{FF2B5EF4-FFF2-40B4-BE49-F238E27FC236}">
                                <a16:creationId xmlns:a16="http://schemas.microsoft.com/office/drawing/2014/main" id="{CBBA38B7-68D9-19A7-4CA7-9A09F38A8015}"/>
                              </a:ext>
                            </a:extLst>
                          </p:cNvPr>
                          <p:cNvGrpSpPr/>
                          <p:nvPr/>
                        </p:nvGrpSpPr>
                        <p:grpSpPr>
                          <a:xfrm>
                            <a:off x="2970212" y="4724400"/>
                            <a:ext cx="731520" cy="365760"/>
                            <a:chOff x="2970212" y="4724400"/>
                            <a:chExt cx="731520" cy="365760"/>
                          </a:xfrm>
                        </p:grpSpPr>
                        <p:sp>
                          <p:nvSpPr>
                            <p:cNvPr id="264" name="Rectangle 263">
                              <a:extLst>
                                <a:ext uri="{FF2B5EF4-FFF2-40B4-BE49-F238E27FC236}">
                                  <a16:creationId xmlns:a16="http://schemas.microsoft.com/office/drawing/2014/main" id="{264446B1-6D98-F141-7F43-56954B2B053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5" name="Rectangle 264">
                              <a:extLst>
                                <a:ext uri="{FF2B5EF4-FFF2-40B4-BE49-F238E27FC236}">
                                  <a16:creationId xmlns:a16="http://schemas.microsoft.com/office/drawing/2014/main" id="{B4D1F769-4F9C-E829-0648-D371699F6B9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62" name="Rectangle 261">
                            <a:extLst>
                              <a:ext uri="{FF2B5EF4-FFF2-40B4-BE49-F238E27FC236}">
                                <a16:creationId xmlns:a16="http://schemas.microsoft.com/office/drawing/2014/main" id="{DB1FB918-DE23-E60E-8F80-FC468EDC14A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3" name="Rectangle 262">
                            <a:extLst>
                              <a:ext uri="{FF2B5EF4-FFF2-40B4-BE49-F238E27FC236}">
                                <a16:creationId xmlns:a16="http://schemas.microsoft.com/office/drawing/2014/main" id="{8E7ADF55-AA35-5432-2576-C5030A649C1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55" name="Group 254">
                          <a:extLst>
                            <a:ext uri="{FF2B5EF4-FFF2-40B4-BE49-F238E27FC236}">
                              <a16:creationId xmlns:a16="http://schemas.microsoft.com/office/drawing/2014/main" id="{C8755F6E-1C89-C9EA-E55A-435864B688A1}"/>
                            </a:ext>
                          </a:extLst>
                        </p:cNvPr>
                        <p:cNvGrpSpPr/>
                        <p:nvPr/>
                      </p:nvGrpSpPr>
                      <p:grpSpPr>
                        <a:xfrm>
                          <a:off x="3701732" y="4724400"/>
                          <a:ext cx="731520" cy="731520"/>
                          <a:chOff x="2970212" y="4724400"/>
                          <a:chExt cx="731520" cy="731520"/>
                        </a:xfrm>
                      </p:grpSpPr>
                      <p:grpSp>
                        <p:nvGrpSpPr>
                          <p:cNvPr id="256" name="Group 255">
                            <a:extLst>
                              <a:ext uri="{FF2B5EF4-FFF2-40B4-BE49-F238E27FC236}">
                                <a16:creationId xmlns:a16="http://schemas.microsoft.com/office/drawing/2014/main" id="{8A86C341-AE0C-5902-E7B9-39E4850134E8}"/>
                              </a:ext>
                            </a:extLst>
                          </p:cNvPr>
                          <p:cNvGrpSpPr/>
                          <p:nvPr/>
                        </p:nvGrpSpPr>
                        <p:grpSpPr>
                          <a:xfrm>
                            <a:off x="2970212" y="4724400"/>
                            <a:ext cx="731520" cy="365760"/>
                            <a:chOff x="2970212" y="4724400"/>
                            <a:chExt cx="731520" cy="365760"/>
                          </a:xfrm>
                        </p:grpSpPr>
                        <p:sp>
                          <p:nvSpPr>
                            <p:cNvPr id="259" name="Rectangle 258">
                              <a:extLst>
                                <a:ext uri="{FF2B5EF4-FFF2-40B4-BE49-F238E27FC236}">
                                  <a16:creationId xmlns:a16="http://schemas.microsoft.com/office/drawing/2014/main" id="{FA21437E-DDA2-F45F-072A-5FD0E6D35B09}"/>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0" name="Rectangle 259">
                              <a:extLst>
                                <a:ext uri="{FF2B5EF4-FFF2-40B4-BE49-F238E27FC236}">
                                  <a16:creationId xmlns:a16="http://schemas.microsoft.com/office/drawing/2014/main" id="{FCDD2D23-B866-0163-ABE1-503089837F87}"/>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57" name="Rectangle 256">
                            <a:extLst>
                              <a:ext uri="{FF2B5EF4-FFF2-40B4-BE49-F238E27FC236}">
                                <a16:creationId xmlns:a16="http://schemas.microsoft.com/office/drawing/2014/main" id="{023012C2-AB95-0B97-A2A9-12C9A91CC68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8" name="Rectangle 257">
                            <a:extLst>
                              <a:ext uri="{FF2B5EF4-FFF2-40B4-BE49-F238E27FC236}">
                                <a16:creationId xmlns:a16="http://schemas.microsoft.com/office/drawing/2014/main" id="{F34BFE23-5358-5F1E-5B8D-38AC7CA7800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41" name="Group 240">
                        <a:extLst>
                          <a:ext uri="{FF2B5EF4-FFF2-40B4-BE49-F238E27FC236}">
                            <a16:creationId xmlns:a16="http://schemas.microsoft.com/office/drawing/2014/main" id="{79CB21ED-3D2B-116E-BA79-56BF88E306AF}"/>
                          </a:ext>
                        </a:extLst>
                      </p:cNvPr>
                      <p:cNvGrpSpPr/>
                      <p:nvPr/>
                    </p:nvGrpSpPr>
                    <p:grpSpPr>
                      <a:xfrm>
                        <a:off x="2970212" y="5455920"/>
                        <a:ext cx="1463040" cy="731520"/>
                        <a:chOff x="2970212" y="4724400"/>
                        <a:chExt cx="1463040" cy="731520"/>
                      </a:xfrm>
                    </p:grpSpPr>
                    <p:grpSp>
                      <p:nvGrpSpPr>
                        <p:cNvPr id="242" name="Group 241">
                          <a:extLst>
                            <a:ext uri="{FF2B5EF4-FFF2-40B4-BE49-F238E27FC236}">
                              <a16:creationId xmlns:a16="http://schemas.microsoft.com/office/drawing/2014/main" id="{8652529F-CAC1-1CBE-0797-BD3366C518E3}"/>
                            </a:ext>
                          </a:extLst>
                        </p:cNvPr>
                        <p:cNvGrpSpPr/>
                        <p:nvPr/>
                      </p:nvGrpSpPr>
                      <p:grpSpPr>
                        <a:xfrm>
                          <a:off x="2970212" y="4724400"/>
                          <a:ext cx="731520" cy="731520"/>
                          <a:chOff x="2970212" y="4724400"/>
                          <a:chExt cx="731520" cy="731520"/>
                        </a:xfrm>
                      </p:grpSpPr>
                      <p:grpSp>
                        <p:nvGrpSpPr>
                          <p:cNvPr id="249" name="Group 248">
                            <a:extLst>
                              <a:ext uri="{FF2B5EF4-FFF2-40B4-BE49-F238E27FC236}">
                                <a16:creationId xmlns:a16="http://schemas.microsoft.com/office/drawing/2014/main" id="{8582BD87-C3B3-4A0F-8BDC-FA0EF67D0CDB}"/>
                              </a:ext>
                            </a:extLst>
                          </p:cNvPr>
                          <p:cNvGrpSpPr/>
                          <p:nvPr/>
                        </p:nvGrpSpPr>
                        <p:grpSpPr>
                          <a:xfrm>
                            <a:off x="2970212" y="4724400"/>
                            <a:ext cx="731520" cy="365760"/>
                            <a:chOff x="2970212" y="4724400"/>
                            <a:chExt cx="731520" cy="365760"/>
                          </a:xfrm>
                        </p:grpSpPr>
                        <p:sp>
                          <p:nvSpPr>
                            <p:cNvPr id="252" name="Rectangle 251">
                              <a:extLst>
                                <a:ext uri="{FF2B5EF4-FFF2-40B4-BE49-F238E27FC236}">
                                  <a16:creationId xmlns:a16="http://schemas.microsoft.com/office/drawing/2014/main" id="{AF5C351D-5C0B-7366-6F34-6DE343D6851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3" name="Rectangle 252">
                              <a:extLst>
                                <a:ext uri="{FF2B5EF4-FFF2-40B4-BE49-F238E27FC236}">
                                  <a16:creationId xmlns:a16="http://schemas.microsoft.com/office/drawing/2014/main" id="{10122B2F-5E40-32E1-D434-AFE4D68650B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50" name="Rectangle 249">
                            <a:extLst>
                              <a:ext uri="{FF2B5EF4-FFF2-40B4-BE49-F238E27FC236}">
                                <a16:creationId xmlns:a16="http://schemas.microsoft.com/office/drawing/2014/main" id="{D073A017-3A2F-28A8-4FCD-D2CF2341C32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1" name="Rectangle 250">
                            <a:extLst>
                              <a:ext uri="{FF2B5EF4-FFF2-40B4-BE49-F238E27FC236}">
                                <a16:creationId xmlns:a16="http://schemas.microsoft.com/office/drawing/2014/main" id="{4BFB7C9F-3F8B-359D-8FE3-FED6F53A1E7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43" name="Group 242">
                          <a:extLst>
                            <a:ext uri="{FF2B5EF4-FFF2-40B4-BE49-F238E27FC236}">
                              <a16:creationId xmlns:a16="http://schemas.microsoft.com/office/drawing/2014/main" id="{8EA054F7-FBB2-7B72-FC80-92E5A2E04E55}"/>
                            </a:ext>
                          </a:extLst>
                        </p:cNvPr>
                        <p:cNvGrpSpPr/>
                        <p:nvPr/>
                      </p:nvGrpSpPr>
                      <p:grpSpPr>
                        <a:xfrm>
                          <a:off x="3701732" y="4724400"/>
                          <a:ext cx="731520" cy="731520"/>
                          <a:chOff x="2970212" y="4724400"/>
                          <a:chExt cx="731520" cy="731520"/>
                        </a:xfrm>
                      </p:grpSpPr>
                      <p:grpSp>
                        <p:nvGrpSpPr>
                          <p:cNvPr id="244" name="Group 243">
                            <a:extLst>
                              <a:ext uri="{FF2B5EF4-FFF2-40B4-BE49-F238E27FC236}">
                                <a16:creationId xmlns:a16="http://schemas.microsoft.com/office/drawing/2014/main" id="{FEA67C01-F60F-F1C9-ABAF-495746A53636}"/>
                              </a:ext>
                            </a:extLst>
                          </p:cNvPr>
                          <p:cNvGrpSpPr/>
                          <p:nvPr/>
                        </p:nvGrpSpPr>
                        <p:grpSpPr>
                          <a:xfrm>
                            <a:off x="2970212" y="4724400"/>
                            <a:ext cx="731520" cy="365760"/>
                            <a:chOff x="2970212" y="4724400"/>
                            <a:chExt cx="731520" cy="365760"/>
                          </a:xfrm>
                        </p:grpSpPr>
                        <p:sp>
                          <p:nvSpPr>
                            <p:cNvPr id="247" name="Rectangle 246">
                              <a:extLst>
                                <a:ext uri="{FF2B5EF4-FFF2-40B4-BE49-F238E27FC236}">
                                  <a16:creationId xmlns:a16="http://schemas.microsoft.com/office/drawing/2014/main" id="{2BF4B444-D457-6117-CCCD-FA1277B3AEC1}"/>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48" name="Rectangle 247">
                              <a:extLst>
                                <a:ext uri="{FF2B5EF4-FFF2-40B4-BE49-F238E27FC236}">
                                  <a16:creationId xmlns:a16="http://schemas.microsoft.com/office/drawing/2014/main" id="{119EB92C-3BC8-071A-F148-B82ECA1B755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45" name="Rectangle 244">
                            <a:extLst>
                              <a:ext uri="{FF2B5EF4-FFF2-40B4-BE49-F238E27FC236}">
                                <a16:creationId xmlns:a16="http://schemas.microsoft.com/office/drawing/2014/main" id="{BCBADC26-9D47-0A93-CA59-9FEF5F5BF10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46" name="Rectangle 245">
                            <a:extLst>
                              <a:ext uri="{FF2B5EF4-FFF2-40B4-BE49-F238E27FC236}">
                                <a16:creationId xmlns:a16="http://schemas.microsoft.com/office/drawing/2014/main" id="{E2612721-7B41-CB38-C157-F01E3420D10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183" name="Group 182">
                    <a:extLst>
                      <a:ext uri="{FF2B5EF4-FFF2-40B4-BE49-F238E27FC236}">
                        <a16:creationId xmlns:a16="http://schemas.microsoft.com/office/drawing/2014/main" id="{53397187-12D2-E839-0DCD-8DE5AA7EE8FC}"/>
                      </a:ext>
                    </a:extLst>
                  </p:cNvPr>
                  <p:cNvGrpSpPr/>
                  <p:nvPr/>
                </p:nvGrpSpPr>
                <p:grpSpPr>
                  <a:xfrm>
                    <a:off x="2132012" y="4587240"/>
                    <a:ext cx="2926080" cy="1463040"/>
                    <a:chOff x="2970212" y="4724400"/>
                    <a:chExt cx="2926080" cy="1463040"/>
                  </a:xfrm>
                </p:grpSpPr>
                <p:grpSp>
                  <p:nvGrpSpPr>
                    <p:cNvPr id="184" name="Group 183">
                      <a:extLst>
                        <a:ext uri="{FF2B5EF4-FFF2-40B4-BE49-F238E27FC236}">
                          <a16:creationId xmlns:a16="http://schemas.microsoft.com/office/drawing/2014/main" id="{D9783632-CE2F-9CFB-5302-316C089447DA}"/>
                        </a:ext>
                      </a:extLst>
                    </p:cNvPr>
                    <p:cNvGrpSpPr/>
                    <p:nvPr/>
                  </p:nvGrpSpPr>
                  <p:grpSpPr>
                    <a:xfrm>
                      <a:off x="2970212" y="4724400"/>
                      <a:ext cx="1463040" cy="1463040"/>
                      <a:chOff x="2970212" y="4724400"/>
                      <a:chExt cx="1463040" cy="1463040"/>
                    </a:xfrm>
                  </p:grpSpPr>
                  <p:grpSp>
                    <p:nvGrpSpPr>
                      <p:cNvPr id="212" name="Group 211">
                        <a:extLst>
                          <a:ext uri="{FF2B5EF4-FFF2-40B4-BE49-F238E27FC236}">
                            <a16:creationId xmlns:a16="http://schemas.microsoft.com/office/drawing/2014/main" id="{88F3AB9A-D1BA-9EFB-3EC2-AD6424327E57}"/>
                          </a:ext>
                        </a:extLst>
                      </p:cNvPr>
                      <p:cNvGrpSpPr/>
                      <p:nvPr/>
                    </p:nvGrpSpPr>
                    <p:grpSpPr>
                      <a:xfrm>
                        <a:off x="2970212" y="4724400"/>
                        <a:ext cx="1463040" cy="731520"/>
                        <a:chOff x="2970212" y="4724400"/>
                        <a:chExt cx="1463040" cy="731520"/>
                      </a:xfrm>
                    </p:grpSpPr>
                    <p:grpSp>
                      <p:nvGrpSpPr>
                        <p:cNvPr id="226" name="Group 225">
                          <a:extLst>
                            <a:ext uri="{FF2B5EF4-FFF2-40B4-BE49-F238E27FC236}">
                              <a16:creationId xmlns:a16="http://schemas.microsoft.com/office/drawing/2014/main" id="{C5CE6062-4693-19CA-850B-68013B9FED14}"/>
                            </a:ext>
                          </a:extLst>
                        </p:cNvPr>
                        <p:cNvGrpSpPr/>
                        <p:nvPr/>
                      </p:nvGrpSpPr>
                      <p:grpSpPr>
                        <a:xfrm>
                          <a:off x="2970212" y="4724400"/>
                          <a:ext cx="731520" cy="731520"/>
                          <a:chOff x="2970212" y="4724400"/>
                          <a:chExt cx="731520" cy="731520"/>
                        </a:xfrm>
                      </p:grpSpPr>
                      <p:grpSp>
                        <p:nvGrpSpPr>
                          <p:cNvPr id="233" name="Group 232">
                            <a:extLst>
                              <a:ext uri="{FF2B5EF4-FFF2-40B4-BE49-F238E27FC236}">
                                <a16:creationId xmlns:a16="http://schemas.microsoft.com/office/drawing/2014/main" id="{6FB93103-0740-5159-5CA2-33FEA2B7CE5D}"/>
                              </a:ext>
                            </a:extLst>
                          </p:cNvPr>
                          <p:cNvGrpSpPr/>
                          <p:nvPr/>
                        </p:nvGrpSpPr>
                        <p:grpSpPr>
                          <a:xfrm>
                            <a:off x="2970212" y="4724400"/>
                            <a:ext cx="731520" cy="365760"/>
                            <a:chOff x="2970212" y="4724400"/>
                            <a:chExt cx="731520" cy="365760"/>
                          </a:xfrm>
                        </p:grpSpPr>
                        <p:sp>
                          <p:nvSpPr>
                            <p:cNvPr id="236" name="Rectangle 235">
                              <a:extLst>
                                <a:ext uri="{FF2B5EF4-FFF2-40B4-BE49-F238E27FC236}">
                                  <a16:creationId xmlns:a16="http://schemas.microsoft.com/office/drawing/2014/main" id="{9B23085A-5D9D-43F4-A871-33929DA9143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7" name="Rectangle 236">
                              <a:extLst>
                                <a:ext uri="{FF2B5EF4-FFF2-40B4-BE49-F238E27FC236}">
                                  <a16:creationId xmlns:a16="http://schemas.microsoft.com/office/drawing/2014/main" id="{3C569825-E9AF-BD58-22F9-B3376D0FCE2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34" name="Rectangle 233">
                            <a:extLst>
                              <a:ext uri="{FF2B5EF4-FFF2-40B4-BE49-F238E27FC236}">
                                <a16:creationId xmlns:a16="http://schemas.microsoft.com/office/drawing/2014/main" id="{32DD5094-1839-7863-90A6-5C54DAFCAF0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5" name="Rectangle 234">
                            <a:extLst>
                              <a:ext uri="{FF2B5EF4-FFF2-40B4-BE49-F238E27FC236}">
                                <a16:creationId xmlns:a16="http://schemas.microsoft.com/office/drawing/2014/main" id="{667A3AD8-919C-5DCC-6995-CF00B088D7A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27" name="Group 226">
                          <a:extLst>
                            <a:ext uri="{FF2B5EF4-FFF2-40B4-BE49-F238E27FC236}">
                              <a16:creationId xmlns:a16="http://schemas.microsoft.com/office/drawing/2014/main" id="{6310A9CE-891B-A044-D7FB-4A05CC1DE5BB}"/>
                            </a:ext>
                          </a:extLst>
                        </p:cNvPr>
                        <p:cNvGrpSpPr/>
                        <p:nvPr/>
                      </p:nvGrpSpPr>
                      <p:grpSpPr>
                        <a:xfrm>
                          <a:off x="3701732" y="4724400"/>
                          <a:ext cx="731520" cy="731520"/>
                          <a:chOff x="2970212" y="4724400"/>
                          <a:chExt cx="731520" cy="731520"/>
                        </a:xfrm>
                      </p:grpSpPr>
                      <p:grpSp>
                        <p:nvGrpSpPr>
                          <p:cNvPr id="228" name="Group 227">
                            <a:extLst>
                              <a:ext uri="{FF2B5EF4-FFF2-40B4-BE49-F238E27FC236}">
                                <a16:creationId xmlns:a16="http://schemas.microsoft.com/office/drawing/2014/main" id="{8D14F848-A6F6-A13B-559B-44C868AA023B}"/>
                              </a:ext>
                            </a:extLst>
                          </p:cNvPr>
                          <p:cNvGrpSpPr/>
                          <p:nvPr/>
                        </p:nvGrpSpPr>
                        <p:grpSpPr>
                          <a:xfrm>
                            <a:off x="2970212" y="4724400"/>
                            <a:ext cx="731520" cy="365760"/>
                            <a:chOff x="2970212" y="4724400"/>
                            <a:chExt cx="731520" cy="365760"/>
                          </a:xfrm>
                        </p:grpSpPr>
                        <p:sp>
                          <p:nvSpPr>
                            <p:cNvPr id="231" name="Rectangle 230">
                              <a:extLst>
                                <a:ext uri="{FF2B5EF4-FFF2-40B4-BE49-F238E27FC236}">
                                  <a16:creationId xmlns:a16="http://schemas.microsoft.com/office/drawing/2014/main" id="{33BBFF7B-9262-4C56-9DDC-E4F52DFAFE3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2" name="Rectangle 231">
                              <a:extLst>
                                <a:ext uri="{FF2B5EF4-FFF2-40B4-BE49-F238E27FC236}">
                                  <a16:creationId xmlns:a16="http://schemas.microsoft.com/office/drawing/2014/main" id="{CB191756-6C7E-3B3B-B768-A8358D54DB8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29" name="Rectangle 228">
                            <a:extLst>
                              <a:ext uri="{FF2B5EF4-FFF2-40B4-BE49-F238E27FC236}">
                                <a16:creationId xmlns:a16="http://schemas.microsoft.com/office/drawing/2014/main" id="{DAD1F42B-0A07-4FB6-3498-34AF0AD00A5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0" name="Rectangle 229">
                            <a:extLst>
                              <a:ext uri="{FF2B5EF4-FFF2-40B4-BE49-F238E27FC236}">
                                <a16:creationId xmlns:a16="http://schemas.microsoft.com/office/drawing/2014/main" id="{E6812FF4-3FCC-DCAC-1550-E31712AFA57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13" name="Group 212">
                        <a:extLst>
                          <a:ext uri="{FF2B5EF4-FFF2-40B4-BE49-F238E27FC236}">
                            <a16:creationId xmlns:a16="http://schemas.microsoft.com/office/drawing/2014/main" id="{98B1FC35-4864-03A9-8334-F027498F005A}"/>
                          </a:ext>
                        </a:extLst>
                      </p:cNvPr>
                      <p:cNvGrpSpPr/>
                      <p:nvPr/>
                    </p:nvGrpSpPr>
                    <p:grpSpPr>
                      <a:xfrm>
                        <a:off x="2970212" y="5455920"/>
                        <a:ext cx="1463040" cy="731520"/>
                        <a:chOff x="2970212" y="4724400"/>
                        <a:chExt cx="1463040" cy="731520"/>
                      </a:xfrm>
                    </p:grpSpPr>
                    <p:grpSp>
                      <p:nvGrpSpPr>
                        <p:cNvPr id="214" name="Group 213">
                          <a:extLst>
                            <a:ext uri="{FF2B5EF4-FFF2-40B4-BE49-F238E27FC236}">
                              <a16:creationId xmlns:a16="http://schemas.microsoft.com/office/drawing/2014/main" id="{E42E776E-00A3-3BFF-1E2F-F6AF972BAFC4}"/>
                            </a:ext>
                          </a:extLst>
                        </p:cNvPr>
                        <p:cNvGrpSpPr/>
                        <p:nvPr/>
                      </p:nvGrpSpPr>
                      <p:grpSpPr>
                        <a:xfrm>
                          <a:off x="2970212" y="4724400"/>
                          <a:ext cx="731520" cy="731520"/>
                          <a:chOff x="2970212" y="4724400"/>
                          <a:chExt cx="731520" cy="731520"/>
                        </a:xfrm>
                      </p:grpSpPr>
                      <p:grpSp>
                        <p:nvGrpSpPr>
                          <p:cNvPr id="221" name="Group 220">
                            <a:extLst>
                              <a:ext uri="{FF2B5EF4-FFF2-40B4-BE49-F238E27FC236}">
                                <a16:creationId xmlns:a16="http://schemas.microsoft.com/office/drawing/2014/main" id="{CAF35A9E-EB52-B741-69DE-89548F783E22}"/>
                              </a:ext>
                            </a:extLst>
                          </p:cNvPr>
                          <p:cNvGrpSpPr/>
                          <p:nvPr/>
                        </p:nvGrpSpPr>
                        <p:grpSpPr>
                          <a:xfrm>
                            <a:off x="2970212" y="4724400"/>
                            <a:ext cx="731520" cy="365760"/>
                            <a:chOff x="2970212" y="4724400"/>
                            <a:chExt cx="731520" cy="365760"/>
                          </a:xfrm>
                        </p:grpSpPr>
                        <p:sp>
                          <p:nvSpPr>
                            <p:cNvPr id="224" name="Rectangle 223">
                              <a:extLst>
                                <a:ext uri="{FF2B5EF4-FFF2-40B4-BE49-F238E27FC236}">
                                  <a16:creationId xmlns:a16="http://schemas.microsoft.com/office/drawing/2014/main" id="{1EF638FF-A509-B8FE-426B-79B50BFA808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5" name="Rectangle 224">
                              <a:extLst>
                                <a:ext uri="{FF2B5EF4-FFF2-40B4-BE49-F238E27FC236}">
                                  <a16:creationId xmlns:a16="http://schemas.microsoft.com/office/drawing/2014/main" id="{93BE3AD1-DA43-84BC-E8B3-F8B0CC4F5B1F}"/>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22" name="Rectangle 221">
                            <a:extLst>
                              <a:ext uri="{FF2B5EF4-FFF2-40B4-BE49-F238E27FC236}">
                                <a16:creationId xmlns:a16="http://schemas.microsoft.com/office/drawing/2014/main" id="{927A241D-C740-B28B-B2B3-65205FB5B5A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3" name="Rectangle 222">
                            <a:extLst>
                              <a:ext uri="{FF2B5EF4-FFF2-40B4-BE49-F238E27FC236}">
                                <a16:creationId xmlns:a16="http://schemas.microsoft.com/office/drawing/2014/main" id="{310BB661-784E-E9A6-4432-03C7A7D7EAA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15" name="Group 214">
                          <a:extLst>
                            <a:ext uri="{FF2B5EF4-FFF2-40B4-BE49-F238E27FC236}">
                              <a16:creationId xmlns:a16="http://schemas.microsoft.com/office/drawing/2014/main" id="{70485CB6-EE14-332D-AB07-99341F4FE5B8}"/>
                            </a:ext>
                          </a:extLst>
                        </p:cNvPr>
                        <p:cNvGrpSpPr/>
                        <p:nvPr/>
                      </p:nvGrpSpPr>
                      <p:grpSpPr>
                        <a:xfrm>
                          <a:off x="3701732" y="4724400"/>
                          <a:ext cx="731520" cy="731520"/>
                          <a:chOff x="2970212" y="4724400"/>
                          <a:chExt cx="731520" cy="731520"/>
                        </a:xfrm>
                      </p:grpSpPr>
                      <p:grpSp>
                        <p:nvGrpSpPr>
                          <p:cNvPr id="216" name="Group 215">
                            <a:extLst>
                              <a:ext uri="{FF2B5EF4-FFF2-40B4-BE49-F238E27FC236}">
                                <a16:creationId xmlns:a16="http://schemas.microsoft.com/office/drawing/2014/main" id="{3CE3202D-95F9-DA61-8A6D-A63E7416ACD1}"/>
                              </a:ext>
                            </a:extLst>
                          </p:cNvPr>
                          <p:cNvGrpSpPr/>
                          <p:nvPr/>
                        </p:nvGrpSpPr>
                        <p:grpSpPr>
                          <a:xfrm>
                            <a:off x="2970212" y="4724400"/>
                            <a:ext cx="731520" cy="365760"/>
                            <a:chOff x="2970212" y="4724400"/>
                            <a:chExt cx="731520" cy="365760"/>
                          </a:xfrm>
                        </p:grpSpPr>
                        <p:sp>
                          <p:nvSpPr>
                            <p:cNvPr id="219" name="Rectangle 218">
                              <a:extLst>
                                <a:ext uri="{FF2B5EF4-FFF2-40B4-BE49-F238E27FC236}">
                                  <a16:creationId xmlns:a16="http://schemas.microsoft.com/office/drawing/2014/main" id="{DC04123A-4526-25B3-75B9-3408BAF3349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0" name="Rectangle 219">
                              <a:extLst>
                                <a:ext uri="{FF2B5EF4-FFF2-40B4-BE49-F238E27FC236}">
                                  <a16:creationId xmlns:a16="http://schemas.microsoft.com/office/drawing/2014/main" id="{10F7056C-63D6-7EB1-7A85-00D35573BCC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17" name="Rectangle 216">
                            <a:extLst>
                              <a:ext uri="{FF2B5EF4-FFF2-40B4-BE49-F238E27FC236}">
                                <a16:creationId xmlns:a16="http://schemas.microsoft.com/office/drawing/2014/main" id="{7F2F2FAF-E672-FE6D-001E-577D103F6D8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18" name="Rectangle 217">
                            <a:extLst>
                              <a:ext uri="{FF2B5EF4-FFF2-40B4-BE49-F238E27FC236}">
                                <a16:creationId xmlns:a16="http://schemas.microsoft.com/office/drawing/2014/main" id="{06318D3F-157E-57C4-775C-612E8AE426D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185" name="Group 184">
                      <a:extLst>
                        <a:ext uri="{FF2B5EF4-FFF2-40B4-BE49-F238E27FC236}">
                          <a16:creationId xmlns:a16="http://schemas.microsoft.com/office/drawing/2014/main" id="{60E248E5-6AC8-BD4D-060A-F470234BE41E}"/>
                        </a:ext>
                      </a:extLst>
                    </p:cNvPr>
                    <p:cNvGrpSpPr/>
                    <p:nvPr/>
                  </p:nvGrpSpPr>
                  <p:grpSpPr>
                    <a:xfrm>
                      <a:off x="4433252" y="4724400"/>
                      <a:ext cx="1463040" cy="1463040"/>
                      <a:chOff x="2970212" y="4724400"/>
                      <a:chExt cx="1463040" cy="1463040"/>
                    </a:xfrm>
                  </p:grpSpPr>
                  <p:grpSp>
                    <p:nvGrpSpPr>
                      <p:cNvPr id="186" name="Group 185">
                        <a:extLst>
                          <a:ext uri="{FF2B5EF4-FFF2-40B4-BE49-F238E27FC236}">
                            <a16:creationId xmlns:a16="http://schemas.microsoft.com/office/drawing/2014/main" id="{C12CCAB5-445F-F567-7524-8F2EA703405B}"/>
                          </a:ext>
                        </a:extLst>
                      </p:cNvPr>
                      <p:cNvGrpSpPr/>
                      <p:nvPr/>
                    </p:nvGrpSpPr>
                    <p:grpSpPr>
                      <a:xfrm>
                        <a:off x="2970212" y="4724400"/>
                        <a:ext cx="1463040" cy="731520"/>
                        <a:chOff x="2970212" y="4724400"/>
                        <a:chExt cx="1463040" cy="731520"/>
                      </a:xfrm>
                    </p:grpSpPr>
                    <p:grpSp>
                      <p:nvGrpSpPr>
                        <p:cNvPr id="200" name="Group 199">
                          <a:extLst>
                            <a:ext uri="{FF2B5EF4-FFF2-40B4-BE49-F238E27FC236}">
                              <a16:creationId xmlns:a16="http://schemas.microsoft.com/office/drawing/2014/main" id="{C5CB87FC-005A-7549-FD4D-4137C9228AE5}"/>
                            </a:ext>
                          </a:extLst>
                        </p:cNvPr>
                        <p:cNvGrpSpPr/>
                        <p:nvPr/>
                      </p:nvGrpSpPr>
                      <p:grpSpPr>
                        <a:xfrm>
                          <a:off x="2970212" y="4724400"/>
                          <a:ext cx="731520" cy="731520"/>
                          <a:chOff x="2970212" y="4724400"/>
                          <a:chExt cx="731520" cy="731520"/>
                        </a:xfrm>
                      </p:grpSpPr>
                      <p:grpSp>
                        <p:nvGrpSpPr>
                          <p:cNvPr id="207" name="Group 206">
                            <a:extLst>
                              <a:ext uri="{FF2B5EF4-FFF2-40B4-BE49-F238E27FC236}">
                                <a16:creationId xmlns:a16="http://schemas.microsoft.com/office/drawing/2014/main" id="{DCA11C85-3325-E478-62C3-A0A903955368}"/>
                              </a:ext>
                            </a:extLst>
                          </p:cNvPr>
                          <p:cNvGrpSpPr/>
                          <p:nvPr/>
                        </p:nvGrpSpPr>
                        <p:grpSpPr>
                          <a:xfrm>
                            <a:off x="2970212" y="4724400"/>
                            <a:ext cx="731520" cy="365760"/>
                            <a:chOff x="2970212" y="4724400"/>
                            <a:chExt cx="731520" cy="365760"/>
                          </a:xfrm>
                        </p:grpSpPr>
                        <p:sp>
                          <p:nvSpPr>
                            <p:cNvPr id="210" name="Rectangle 209">
                              <a:extLst>
                                <a:ext uri="{FF2B5EF4-FFF2-40B4-BE49-F238E27FC236}">
                                  <a16:creationId xmlns:a16="http://schemas.microsoft.com/office/drawing/2014/main" id="{AE78BA34-6FBA-85C9-3C2A-D2646C117796}"/>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11" name="Rectangle 210">
                              <a:extLst>
                                <a:ext uri="{FF2B5EF4-FFF2-40B4-BE49-F238E27FC236}">
                                  <a16:creationId xmlns:a16="http://schemas.microsoft.com/office/drawing/2014/main" id="{1EB005B4-D971-FA3B-7289-F002D23846A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08" name="Rectangle 207">
                            <a:extLst>
                              <a:ext uri="{FF2B5EF4-FFF2-40B4-BE49-F238E27FC236}">
                                <a16:creationId xmlns:a16="http://schemas.microsoft.com/office/drawing/2014/main" id="{51C0C08B-0833-B7A2-9E34-7DE7439D209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9" name="Rectangle 208">
                            <a:extLst>
                              <a:ext uri="{FF2B5EF4-FFF2-40B4-BE49-F238E27FC236}">
                                <a16:creationId xmlns:a16="http://schemas.microsoft.com/office/drawing/2014/main" id="{2CAF787D-5D64-E453-3538-F677EA6F842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01" name="Group 200">
                          <a:extLst>
                            <a:ext uri="{FF2B5EF4-FFF2-40B4-BE49-F238E27FC236}">
                              <a16:creationId xmlns:a16="http://schemas.microsoft.com/office/drawing/2014/main" id="{7BF417C7-BEE9-2D2B-8DAA-A91B4BC4B8D3}"/>
                            </a:ext>
                          </a:extLst>
                        </p:cNvPr>
                        <p:cNvGrpSpPr/>
                        <p:nvPr/>
                      </p:nvGrpSpPr>
                      <p:grpSpPr>
                        <a:xfrm>
                          <a:off x="3701732" y="4724400"/>
                          <a:ext cx="731520" cy="731520"/>
                          <a:chOff x="2970212" y="4724400"/>
                          <a:chExt cx="731520" cy="731520"/>
                        </a:xfrm>
                      </p:grpSpPr>
                      <p:grpSp>
                        <p:nvGrpSpPr>
                          <p:cNvPr id="202" name="Group 201">
                            <a:extLst>
                              <a:ext uri="{FF2B5EF4-FFF2-40B4-BE49-F238E27FC236}">
                                <a16:creationId xmlns:a16="http://schemas.microsoft.com/office/drawing/2014/main" id="{17C1BCDC-53E9-3687-1FE1-DB03A610FCB5}"/>
                              </a:ext>
                            </a:extLst>
                          </p:cNvPr>
                          <p:cNvGrpSpPr/>
                          <p:nvPr/>
                        </p:nvGrpSpPr>
                        <p:grpSpPr>
                          <a:xfrm>
                            <a:off x="2970212" y="4724400"/>
                            <a:ext cx="731520" cy="365760"/>
                            <a:chOff x="2970212" y="4724400"/>
                            <a:chExt cx="731520" cy="365760"/>
                          </a:xfrm>
                        </p:grpSpPr>
                        <p:sp>
                          <p:nvSpPr>
                            <p:cNvPr id="205" name="Rectangle 204">
                              <a:extLst>
                                <a:ext uri="{FF2B5EF4-FFF2-40B4-BE49-F238E27FC236}">
                                  <a16:creationId xmlns:a16="http://schemas.microsoft.com/office/drawing/2014/main" id="{B68B986C-4063-B479-9585-9DEFF2B1ED5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6" name="Rectangle 205">
                              <a:extLst>
                                <a:ext uri="{FF2B5EF4-FFF2-40B4-BE49-F238E27FC236}">
                                  <a16:creationId xmlns:a16="http://schemas.microsoft.com/office/drawing/2014/main" id="{BC09C458-4FEC-A50C-6937-0FD9E6869E4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03" name="Rectangle 202">
                            <a:extLst>
                              <a:ext uri="{FF2B5EF4-FFF2-40B4-BE49-F238E27FC236}">
                                <a16:creationId xmlns:a16="http://schemas.microsoft.com/office/drawing/2014/main" id="{921106FE-F12E-5E15-FA37-2B9396FC4A0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4" name="Rectangle 203">
                            <a:extLst>
                              <a:ext uri="{FF2B5EF4-FFF2-40B4-BE49-F238E27FC236}">
                                <a16:creationId xmlns:a16="http://schemas.microsoft.com/office/drawing/2014/main" id="{35331B61-0F33-C8DD-E89C-D5DF3D555957}"/>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187" name="Group 186">
                        <a:extLst>
                          <a:ext uri="{FF2B5EF4-FFF2-40B4-BE49-F238E27FC236}">
                            <a16:creationId xmlns:a16="http://schemas.microsoft.com/office/drawing/2014/main" id="{0AE928AE-CE2D-9E83-87AA-61C9C8704C00}"/>
                          </a:ext>
                        </a:extLst>
                      </p:cNvPr>
                      <p:cNvGrpSpPr/>
                      <p:nvPr/>
                    </p:nvGrpSpPr>
                    <p:grpSpPr>
                      <a:xfrm>
                        <a:off x="2970212" y="5455920"/>
                        <a:ext cx="1463040" cy="731520"/>
                        <a:chOff x="2970212" y="4724400"/>
                        <a:chExt cx="1463040" cy="731520"/>
                      </a:xfrm>
                    </p:grpSpPr>
                    <p:grpSp>
                      <p:nvGrpSpPr>
                        <p:cNvPr id="188" name="Group 187">
                          <a:extLst>
                            <a:ext uri="{FF2B5EF4-FFF2-40B4-BE49-F238E27FC236}">
                              <a16:creationId xmlns:a16="http://schemas.microsoft.com/office/drawing/2014/main" id="{AEBF79D0-D4B6-EA37-F87D-A71FC386F019}"/>
                            </a:ext>
                          </a:extLst>
                        </p:cNvPr>
                        <p:cNvGrpSpPr/>
                        <p:nvPr/>
                      </p:nvGrpSpPr>
                      <p:grpSpPr>
                        <a:xfrm>
                          <a:off x="2970212" y="4724400"/>
                          <a:ext cx="731520" cy="731520"/>
                          <a:chOff x="2970212" y="4724400"/>
                          <a:chExt cx="731520" cy="731520"/>
                        </a:xfrm>
                      </p:grpSpPr>
                      <p:grpSp>
                        <p:nvGrpSpPr>
                          <p:cNvPr id="195" name="Group 194">
                            <a:extLst>
                              <a:ext uri="{FF2B5EF4-FFF2-40B4-BE49-F238E27FC236}">
                                <a16:creationId xmlns:a16="http://schemas.microsoft.com/office/drawing/2014/main" id="{431D042F-A84F-CA68-88CA-0AD3A36590DC}"/>
                              </a:ext>
                            </a:extLst>
                          </p:cNvPr>
                          <p:cNvGrpSpPr/>
                          <p:nvPr/>
                        </p:nvGrpSpPr>
                        <p:grpSpPr>
                          <a:xfrm>
                            <a:off x="2970212" y="4724400"/>
                            <a:ext cx="731520" cy="365760"/>
                            <a:chOff x="2970212" y="4724400"/>
                            <a:chExt cx="731520" cy="365760"/>
                          </a:xfrm>
                        </p:grpSpPr>
                        <p:sp>
                          <p:nvSpPr>
                            <p:cNvPr id="198" name="Rectangle 197">
                              <a:extLst>
                                <a:ext uri="{FF2B5EF4-FFF2-40B4-BE49-F238E27FC236}">
                                  <a16:creationId xmlns:a16="http://schemas.microsoft.com/office/drawing/2014/main" id="{CC2DEEA2-3C2C-B5FE-1EC3-1B7202F1DBA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9" name="Rectangle 198">
                              <a:extLst>
                                <a:ext uri="{FF2B5EF4-FFF2-40B4-BE49-F238E27FC236}">
                                  <a16:creationId xmlns:a16="http://schemas.microsoft.com/office/drawing/2014/main" id="{1017E713-0627-DEAD-B247-2E4AEB8C4F6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96" name="Rectangle 195">
                            <a:extLst>
                              <a:ext uri="{FF2B5EF4-FFF2-40B4-BE49-F238E27FC236}">
                                <a16:creationId xmlns:a16="http://schemas.microsoft.com/office/drawing/2014/main" id="{A97A5EC1-CCC0-FF66-87CF-011BF6811F5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7" name="Rectangle 196">
                            <a:extLst>
                              <a:ext uri="{FF2B5EF4-FFF2-40B4-BE49-F238E27FC236}">
                                <a16:creationId xmlns:a16="http://schemas.microsoft.com/office/drawing/2014/main" id="{E2A63448-01BF-F7A2-4095-E5ABBCC3E0EC}"/>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89" name="Group 188">
                          <a:extLst>
                            <a:ext uri="{FF2B5EF4-FFF2-40B4-BE49-F238E27FC236}">
                              <a16:creationId xmlns:a16="http://schemas.microsoft.com/office/drawing/2014/main" id="{4A707F49-16A4-0C88-EE34-107A4B1EEA5C}"/>
                            </a:ext>
                          </a:extLst>
                        </p:cNvPr>
                        <p:cNvGrpSpPr/>
                        <p:nvPr/>
                      </p:nvGrpSpPr>
                      <p:grpSpPr>
                        <a:xfrm>
                          <a:off x="3701732" y="4724400"/>
                          <a:ext cx="731520" cy="731520"/>
                          <a:chOff x="2970212" y="4724400"/>
                          <a:chExt cx="731520" cy="731520"/>
                        </a:xfrm>
                      </p:grpSpPr>
                      <p:grpSp>
                        <p:nvGrpSpPr>
                          <p:cNvPr id="190" name="Group 189">
                            <a:extLst>
                              <a:ext uri="{FF2B5EF4-FFF2-40B4-BE49-F238E27FC236}">
                                <a16:creationId xmlns:a16="http://schemas.microsoft.com/office/drawing/2014/main" id="{C93437FD-810A-D71F-E7CA-C296E74AF877}"/>
                              </a:ext>
                            </a:extLst>
                          </p:cNvPr>
                          <p:cNvGrpSpPr/>
                          <p:nvPr/>
                        </p:nvGrpSpPr>
                        <p:grpSpPr>
                          <a:xfrm>
                            <a:off x="2970212" y="4724400"/>
                            <a:ext cx="731520" cy="365760"/>
                            <a:chOff x="2970212" y="4724400"/>
                            <a:chExt cx="731520" cy="365760"/>
                          </a:xfrm>
                        </p:grpSpPr>
                        <p:sp>
                          <p:nvSpPr>
                            <p:cNvPr id="193" name="Rectangle 192">
                              <a:extLst>
                                <a:ext uri="{FF2B5EF4-FFF2-40B4-BE49-F238E27FC236}">
                                  <a16:creationId xmlns:a16="http://schemas.microsoft.com/office/drawing/2014/main" id="{16601E4F-752C-67A7-9203-F21ED3F49F2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4" name="Rectangle 193">
                              <a:extLst>
                                <a:ext uri="{FF2B5EF4-FFF2-40B4-BE49-F238E27FC236}">
                                  <a16:creationId xmlns:a16="http://schemas.microsoft.com/office/drawing/2014/main" id="{EFA43D22-31DC-83B0-C0B3-3E8C77A1781D}"/>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91" name="Rectangle 190">
                            <a:extLst>
                              <a:ext uri="{FF2B5EF4-FFF2-40B4-BE49-F238E27FC236}">
                                <a16:creationId xmlns:a16="http://schemas.microsoft.com/office/drawing/2014/main" id="{2F2B9DD5-4336-DEF7-8B49-8150F6272C2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2" name="Rectangle 191">
                            <a:extLst>
                              <a:ext uri="{FF2B5EF4-FFF2-40B4-BE49-F238E27FC236}">
                                <a16:creationId xmlns:a16="http://schemas.microsoft.com/office/drawing/2014/main" id="{B52364F4-A4B9-A06E-9F6F-FC2250A327B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nvGrpSpPr>
                <p:cNvPr id="292" name="Group 291">
                  <a:extLst>
                    <a:ext uri="{FF2B5EF4-FFF2-40B4-BE49-F238E27FC236}">
                      <a16:creationId xmlns:a16="http://schemas.microsoft.com/office/drawing/2014/main" id="{9A6CA6B9-AA75-0505-799F-E25C7B1B8AD0}"/>
                    </a:ext>
                  </a:extLst>
                </p:cNvPr>
                <p:cNvGrpSpPr/>
                <p:nvPr/>
              </p:nvGrpSpPr>
              <p:grpSpPr>
                <a:xfrm>
                  <a:off x="7984172" y="3124200"/>
                  <a:ext cx="2926080" cy="2926080"/>
                  <a:chOff x="2132012" y="3124200"/>
                  <a:chExt cx="2926080" cy="2926080"/>
                </a:xfrm>
              </p:grpSpPr>
              <p:grpSp>
                <p:nvGrpSpPr>
                  <p:cNvPr id="293" name="Group 292">
                    <a:extLst>
                      <a:ext uri="{FF2B5EF4-FFF2-40B4-BE49-F238E27FC236}">
                        <a16:creationId xmlns:a16="http://schemas.microsoft.com/office/drawing/2014/main" id="{BE73FA84-4F6B-A398-FEB9-8BF7CD332373}"/>
                      </a:ext>
                    </a:extLst>
                  </p:cNvPr>
                  <p:cNvGrpSpPr/>
                  <p:nvPr/>
                </p:nvGrpSpPr>
                <p:grpSpPr>
                  <a:xfrm>
                    <a:off x="2132012" y="3124200"/>
                    <a:ext cx="2926080" cy="1463040"/>
                    <a:chOff x="2970212" y="4724400"/>
                    <a:chExt cx="2926080" cy="1463040"/>
                  </a:xfrm>
                </p:grpSpPr>
                <p:grpSp>
                  <p:nvGrpSpPr>
                    <p:cNvPr id="349" name="Group 348">
                      <a:extLst>
                        <a:ext uri="{FF2B5EF4-FFF2-40B4-BE49-F238E27FC236}">
                          <a16:creationId xmlns:a16="http://schemas.microsoft.com/office/drawing/2014/main" id="{5BDCFEAC-65E5-AC9D-FC54-D921B8B50B47}"/>
                        </a:ext>
                      </a:extLst>
                    </p:cNvPr>
                    <p:cNvGrpSpPr/>
                    <p:nvPr/>
                  </p:nvGrpSpPr>
                  <p:grpSpPr>
                    <a:xfrm>
                      <a:off x="2970212" y="4724400"/>
                      <a:ext cx="1463040" cy="1463040"/>
                      <a:chOff x="2970212" y="4724400"/>
                      <a:chExt cx="1463040" cy="1463040"/>
                    </a:xfrm>
                  </p:grpSpPr>
                  <p:grpSp>
                    <p:nvGrpSpPr>
                      <p:cNvPr id="377" name="Group 376">
                        <a:extLst>
                          <a:ext uri="{FF2B5EF4-FFF2-40B4-BE49-F238E27FC236}">
                            <a16:creationId xmlns:a16="http://schemas.microsoft.com/office/drawing/2014/main" id="{B8A4190C-5F72-3BC2-DCDD-A52C26582A76}"/>
                          </a:ext>
                        </a:extLst>
                      </p:cNvPr>
                      <p:cNvGrpSpPr/>
                      <p:nvPr/>
                    </p:nvGrpSpPr>
                    <p:grpSpPr>
                      <a:xfrm>
                        <a:off x="2970212" y="4724400"/>
                        <a:ext cx="1463040" cy="731520"/>
                        <a:chOff x="2970212" y="4724400"/>
                        <a:chExt cx="1463040" cy="731520"/>
                      </a:xfrm>
                    </p:grpSpPr>
                    <p:grpSp>
                      <p:nvGrpSpPr>
                        <p:cNvPr id="391" name="Group 390">
                          <a:extLst>
                            <a:ext uri="{FF2B5EF4-FFF2-40B4-BE49-F238E27FC236}">
                              <a16:creationId xmlns:a16="http://schemas.microsoft.com/office/drawing/2014/main" id="{2DAF74F5-B8ED-4C8C-D3F4-BCA6A6CAB990}"/>
                            </a:ext>
                          </a:extLst>
                        </p:cNvPr>
                        <p:cNvGrpSpPr/>
                        <p:nvPr/>
                      </p:nvGrpSpPr>
                      <p:grpSpPr>
                        <a:xfrm>
                          <a:off x="2970212" y="4724400"/>
                          <a:ext cx="731520" cy="731520"/>
                          <a:chOff x="2970212" y="4724400"/>
                          <a:chExt cx="731520" cy="731520"/>
                        </a:xfrm>
                      </p:grpSpPr>
                      <p:grpSp>
                        <p:nvGrpSpPr>
                          <p:cNvPr id="398" name="Group 397">
                            <a:extLst>
                              <a:ext uri="{FF2B5EF4-FFF2-40B4-BE49-F238E27FC236}">
                                <a16:creationId xmlns:a16="http://schemas.microsoft.com/office/drawing/2014/main" id="{13FF7777-03CD-BE93-EDCE-ADE3B51B783B}"/>
                              </a:ext>
                            </a:extLst>
                          </p:cNvPr>
                          <p:cNvGrpSpPr/>
                          <p:nvPr/>
                        </p:nvGrpSpPr>
                        <p:grpSpPr>
                          <a:xfrm>
                            <a:off x="2970212" y="4724400"/>
                            <a:ext cx="731520" cy="365760"/>
                            <a:chOff x="2970212" y="4724400"/>
                            <a:chExt cx="731520" cy="365760"/>
                          </a:xfrm>
                        </p:grpSpPr>
                        <p:sp>
                          <p:nvSpPr>
                            <p:cNvPr id="401" name="Rectangle 400">
                              <a:extLst>
                                <a:ext uri="{FF2B5EF4-FFF2-40B4-BE49-F238E27FC236}">
                                  <a16:creationId xmlns:a16="http://schemas.microsoft.com/office/drawing/2014/main" id="{F316A1F2-8BAE-6B56-346A-6FC89A018E0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2" name="Rectangle 401">
                              <a:extLst>
                                <a:ext uri="{FF2B5EF4-FFF2-40B4-BE49-F238E27FC236}">
                                  <a16:creationId xmlns:a16="http://schemas.microsoft.com/office/drawing/2014/main" id="{36A571F7-B78E-96BC-6864-5899B4B86FF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99" name="Rectangle 398">
                            <a:extLst>
                              <a:ext uri="{FF2B5EF4-FFF2-40B4-BE49-F238E27FC236}">
                                <a16:creationId xmlns:a16="http://schemas.microsoft.com/office/drawing/2014/main" id="{60505AAF-5D19-BBD8-3F97-4BFC04A395B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0" name="Rectangle 399">
                            <a:extLst>
                              <a:ext uri="{FF2B5EF4-FFF2-40B4-BE49-F238E27FC236}">
                                <a16:creationId xmlns:a16="http://schemas.microsoft.com/office/drawing/2014/main" id="{E0BEE075-9657-665A-829B-B43D45A9890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92" name="Group 391">
                          <a:extLst>
                            <a:ext uri="{FF2B5EF4-FFF2-40B4-BE49-F238E27FC236}">
                              <a16:creationId xmlns:a16="http://schemas.microsoft.com/office/drawing/2014/main" id="{C3D63536-57E3-D868-63B8-0791ACC52D2E}"/>
                            </a:ext>
                          </a:extLst>
                        </p:cNvPr>
                        <p:cNvGrpSpPr/>
                        <p:nvPr/>
                      </p:nvGrpSpPr>
                      <p:grpSpPr>
                        <a:xfrm>
                          <a:off x="3701732" y="4724400"/>
                          <a:ext cx="731520" cy="731520"/>
                          <a:chOff x="2970212" y="4724400"/>
                          <a:chExt cx="731520" cy="731520"/>
                        </a:xfrm>
                      </p:grpSpPr>
                      <p:grpSp>
                        <p:nvGrpSpPr>
                          <p:cNvPr id="393" name="Group 392">
                            <a:extLst>
                              <a:ext uri="{FF2B5EF4-FFF2-40B4-BE49-F238E27FC236}">
                                <a16:creationId xmlns:a16="http://schemas.microsoft.com/office/drawing/2014/main" id="{F822152E-34A9-1241-EA83-2C799FAC253F}"/>
                              </a:ext>
                            </a:extLst>
                          </p:cNvPr>
                          <p:cNvGrpSpPr/>
                          <p:nvPr/>
                        </p:nvGrpSpPr>
                        <p:grpSpPr>
                          <a:xfrm>
                            <a:off x="2970212" y="4724400"/>
                            <a:ext cx="731520" cy="365760"/>
                            <a:chOff x="2970212" y="4724400"/>
                            <a:chExt cx="731520" cy="365760"/>
                          </a:xfrm>
                        </p:grpSpPr>
                        <p:sp>
                          <p:nvSpPr>
                            <p:cNvPr id="396" name="Rectangle 395">
                              <a:extLst>
                                <a:ext uri="{FF2B5EF4-FFF2-40B4-BE49-F238E27FC236}">
                                  <a16:creationId xmlns:a16="http://schemas.microsoft.com/office/drawing/2014/main" id="{2DC70C7C-B482-A82F-281F-8A76FA53D48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7" name="Rectangle 396">
                              <a:extLst>
                                <a:ext uri="{FF2B5EF4-FFF2-40B4-BE49-F238E27FC236}">
                                  <a16:creationId xmlns:a16="http://schemas.microsoft.com/office/drawing/2014/main" id="{AF9CFDD6-53BE-D84F-651A-E1A2AA27155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94" name="Rectangle 393">
                            <a:extLst>
                              <a:ext uri="{FF2B5EF4-FFF2-40B4-BE49-F238E27FC236}">
                                <a16:creationId xmlns:a16="http://schemas.microsoft.com/office/drawing/2014/main" id="{9A4C9636-090F-430B-B70A-CF02D3D2788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5" name="Rectangle 394">
                            <a:extLst>
                              <a:ext uri="{FF2B5EF4-FFF2-40B4-BE49-F238E27FC236}">
                                <a16:creationId xmlns:a16="http://schemas.microsoft.com/office/drawing/2014/main" id="{A0CC7B8E-F661-4EC0-D85F-98828284FD6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78" name="Group 377">
                        <a:extLst>
                          <a:ext uri="{FF2B5EF4-FFF2-40B4-BE49-F238E27FC236}">
                            <a16:creationId xmlns:a16="http://schemas.microsoft.com/office/drawing/2014/main" id="{F4A11FD2-21BA-D543-3022-338CB20E8BE2}"/>
                          </a:ext>
                        </a:extLst>
                      </p:cNvPr>
                      <p:cNvGrpSpPr/>
                      <p:nvPr/>
                    </p:nvGrpSpPr>
                    <p:grpSpPr>
                      <a:xfrm>
                        <a:off x="2970212" y="5455920"/>
                        <a:ext cx="1463040" cy="731520"/>
                        <a:chOff x="2970212" y="4724400"/>
                        <a:chExt cx="1463040" cy="731520"/>
                      </a:xfrm>
                    </p:grpSpPr>
                    <p:grpSp>
                      <p:nvGrpSpPr>
                        <p:cNvPr id="379" name="Group 378">
                          <a:extLst>
                            <a:ext uri="{FF2B5EF4-FFF2-40B4-BE49-F238E27FC236}">
                              <a16:creationId xmlns:a16="http://schemas.microsoft.com/office/drawing/2014/main" id="{BA6EB5DA-66E0-0998-25BD-5287BBE4F5D3}"/>
                            </a:ext>
                          </a:extLst>
                        </p:cNvPr>
                        <p:cNvGrpSpPr/>
                        <p:nvPr/>
                      </p:nvGrpSpPr>
                      <p:grpSpPr>
                        <a:xfrm>
                          <a:off x="2970212" y="4724400"/>
                          <a:ext cx="731520" cy="731520"/>
                          <a:chOff x="2970212" y="4724400"/>
                          <a:chExt cx="731520" cy="731520"/>
                        </a:xfrm>
                      </p:grpSpPr>
                      <p:grpSp>
                        <p:nvGrpSpPr>
                          <p:cNvPr id="386" name="Group 385">
                            <a:extLst>
                              <a:ext uri="{FF2B5EF4-FFF2-40B4-BE49-F238E27FC236}">
                                <a16:creationId xmlns:a16="http://schemas.microsoft.com/office/drawing/2014/main" id="{5D069E1C-B0CB-B7E8-F740-1224A3294B86}"/>
                              </a:ext>
                            </a:extLst>
                          </p:cNvPr>
                          <p:cNvGrpSpPr/>
                          <p:nvPr/>
                        </p:nvGrpSpPr>
                        <p:grpSpPr>
                          <a:xfrm>
                            <a:off x="2970212" y="4724400"/>
                            <a:ext cx="731520" cy="365760"/>
                            <a:chOff x="2970212" y="4724400"/>
                            <a:chExt cx="731520" cy="365760"/>
                          </a:xfrm>
                        </p:grpSpPr>
                        <p:sp>
                          <p:nvSpPr>
                            <p:cNvPr id="389" name="Rectangle 388">
                              <a:extLst>
                                <a:ext uri="{FF2B5EF4-FFF2-40B4-BE49-F238E27FC236}">
                                  <a16:creationId xmlns:a16="http://schemas.microsoft.com/office/drawing/2014/main" id="{6607725D-D756-3920-5FA8-095D78E37AC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0" name="Rectangle 389">
                              <a:extLst>
                                <a:ext uri="{FF2B5EF4-FFF2-40B4-BE49-F238E27FC236}">
                                  <a16:creationId xmlns:a16="http://schemas.microsoft.com/office/drawing/2014/main" id="{9275EBFB-26D0-091F-53C9-30512CD7461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87" name="Rectangle 386">
                            <a:extLst>
                              <a:ext uri="{FF2B5EF4-FFF2-40B4-BE49-F238E27FC236}">
                                <a16:creationId xmlns:a16="http://schemas.microsoft.com/office/drawing/2014/main" id="{560F52C2-B682-86CA-B2F8-4FB5A512B193}"/>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8" name="Rectangle 387">
                            <a:extLst>
                              <a:ext uri="{FF2B5EF4-FFF2-40B4-BE49-F238E27FC236}">
                                <a16:creationId xmlns:a16="http://schemas.microsoft.com/office/drawing/2014/main" id="{C943F446-36F0-27DC-95A4-2EACD181801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80" name="Group 379">
                          <a:extLst>
                            <a:ext uri="{FF2B5EF4-FFF2-40B4-BE49-F238E27FC236}">
                              <a16:creationId xmlns:a16="http://schemas.microsoft.com/office/drawing/2014/main" id="{7D6BCE38-1A21-0331-B86F-377FCDFE9287}"/>
                            </a:ext>
                          </a:extLst>
                        </p:cNvPr>
                        <p:cNvGrpSpPr/>
                        <p:nvPr/>
                      </p:nvGrpSpPr>
                      <p:grpSpPr>
                        <a:xfrm>
                          <a:off x="3701732" y="4724400"/>
                          <a:ext cx="731520" cy="731520"/>
                          <a:chOff x="2970212" y="4724400"/>
                          <a:chExt cx="731520" cy="731520"/>
                        </a:xfrm>
                      </p:grpSpPr>
                      <p:grpSp>
                        <p:nvGrpSpPr>
                          <p:cNvPr id="381" name="Group 380">
                            <a:extLst>
                              <a:ext uri="{FF2B5EF4-FFF2-40B4-BE49-F238E27FC236}">
                                <a16:creationId xmlns:a16="http://schemas.microsoft.com/office/drawing/2014/main" id="{1859EC56-9B41-69AD-6D9B-DB7BBB37E567}"/>
                              </a:ext>
                            </a:extLst>
                          </p:cNvPr>
                          <p:cNvGrpSpPr/>
                          <p:nvPr/>
                        </p:nvGrpSpPr>
                        <p:grpSpPr>
                          <a:xfrm>
                            <a:off x="2970212" y="4724400"/>
                            <a:ext cx="731520" cy="365760"/>
                            <a:chOff x="2970212" y="4724400"/>
                            <a:chExt cx="731520" cy="365760"/>
                          </a:xfrm>
                        </p:grpSpPr>
                        <p:sp>
                          <p:nvSpPr>
                            <p:cNvPr id="384" name="Rectangle 383">
                              <a:extLst>
                                <a:ext uri="{FF2B5EF4-FFF2-40B4-BE49-F238E27FC236}">
                                  <a16:creationId xmlns:a16="http://schemas.microsoft.com/office/drawing/2014/main" id="{5BB634CA-CB51-74D5-9389-6E20167AA89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5" name="Rectangle 384">
                              <a:extLst>
                                <a:ext uri="{FF2B5EF4-FFF2-40B4-BE49-F238E27FC236}">
                                  <a16:creationId xmlns:a16="http://schemas.microsoft.com/office/drawing/2014/main" id="{416B7B37-87B6-651D-3521-BEE2C3587E8F}"/>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82" name="Rectangle 381">
                            <a:extLst>
                              <a:ext uri="{FF2B5EF4-FFF2-40B4-BE49-F238E27FC236}">
                                <a16:creationId xmlns:a16="http://schemas.microsoft.com/office/drawing/2014/main" id="{8E4DB480-2577-37FD-5E5F-7AA80551929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3" name="Rectangle 382">
                            <a:extLst>
                              <a:ext uri="{FF2B5EF4-FFF2-40B4-BE49-F238E27FC236}">
                                <a16:creationId xmlns:a16="http://schemas.microsoft.com/office/drawing/2014/main" id="{E2294DD4-93DB-C6A2-3A77-73802302BCF3}"/>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350" name="Group 349">
                      <a:extLst>
                        <a:ext uri="{FF2B5EF4-FFF2-40B4-BE49-F238E27FC236}">
                          <a16:creationId xmlns:a16="http://schemas.microsoft.com/office/drawing/2014/main" id="{453F4548-23AC-F4DB-F10B-796F61381B20}"/>
                        </a:ext>
                      </a:extLst>
                    </p:cNvPr>
                    <p:cNvGrpSpPr/>
                    <p:nvPr/>
                  </p:nvGrpSpPr>
                  <p:grpSpPr>
                    <a:xfrm>
                      <a:off x="4433252" y="4724400"/>
                      <a:ext cx="1463040" cy="1463040"/>
                      <a:chOff x="2970212" y="4724400"/>
                      <a:chExt cx="1463040" cy="1463040"/>
                    </a:xfrm>
                  </p:grpSpPr>
                  <p:grpSp>
                    <p:nvGrpSpPr>
                      <p:cNvPr id="351" name="Group 350">
                        <a:extLst>
                          <a:ext uri="{FF2B5EF4-FFF2-40B4-BE49-F238E27FC236}">
                            <a16:creationId xmlns:a16="http://schemas.microsoft.com/office/drawing/2014/main" id="{7ACF60A2-B443-8C6F-EE3E-46EC70F2990D}"/>
                          </a:ext>
                        </a:extLst>
                      </p:cNvPr>
                      <p:cNvGrpSpPr/>
                      <p:nvPr/>
                    </p:nvGrpSpPr>
                    <p:grpSpPr>
                      <a:xfrm>
                        <a:off x="2970212" y="4724400"/>
                        <a:ext cx="1463040" cy="731520"/>
                        <a:chOff x="2970212" y="4724400"/>
                        <a:chExt cx="1463040" cy="731520"/>
                      </a:xfrm>
                    </p:grpSpPr>
                    <p:grpSp>
                      <p:nvGrpSpPr>
                        <p:cNvPr id="365" name="Group 364">
                          <a:extLst>
                            <a:ext uri="{FF2B5EF4-FFF2-40B4-BE49-F238E27FC236}">
                              <a16:creationId xmlns:a16="http://schemas.microsoft.com/office/drawing/2014/main" id="{17E3139F-1247-8F81-B35F-02E061C4DAD9}"/>
                            </a:ext>
                          </a:extLst>
                        </p:cNvPr>
                        <p:cNvGrpSpPr/>
                        <p:nvPr/>
                      </p:nvGrpSpPr>
                      <p:grpSpPr>
                        <a:xfrm>
                          <a:off x="2970212" y="4724400"/>
                          <a:ext cx="731520" cy="731520"/>
                          <a:chOff x="2970212" y="4724400"/>
                          <a:chExt cx="731520" cy="731520"/>
                        </a:xfrm>
                      </p:grpSpPr>
                      <p:grpSp>
                        <p:nvGrpSpPr>
                          <p:cNvPr id="372" name="Group 371">
                            <a:extLst>
                              <a:ext uri="{FF2B5EF4-FFF2-40B4-BE49-F238E27FC236}">
                                <a16:creationId xmlns:a16="http://schemas.microsoft.com/office/drawing/2014/main" id="{88E53927-6D2F-7585-98A1-04FD2DC6F5A1}"/>
                              </a:ext>
                            </a:extLst>
                          </p:cNvPr>
                          <p:cNvGrpSpPr/>
                          <p:nvPr/>
                        </p:nvGrpSpPr>
                        <p:grpSpPr>
                          <a:xfrm>
                            <a:off x="2970212" y="4724400"/>
                            <a:ext cx="731520" cy="365760"/>
                            <a:chOff x="2970212" y="4724400"/>
                            <a:chExt cx="731520" cy="365760"/>
                          </a:xfrm>
                        </p:grpSpPr>
                        <p:sp>
                          <p:nvSpPr>
                            <p:cNvPr id="375" name="Rectangle 374">
                              <a:extLst>
                                <a:ext uri="{FF2B5EF4-FFF2-40B4-BE49-F238E27FC236}">
                                  <a16:creationId xmlns:a16="http://schemas.microsoft.com/office/drawing/2014/main" id="{7DC2E484-268E-BD11-63A2-A309CC8FAAFA}"/>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6" name="Rectangle 375">
                              <a:extLst>
                                <a:ext uri="{FF2B5EF4-FFF2-40B4-BE49-F238E27FC236}">
                                  <a16:creationId xmlns:a16="http://schemas.microsoft.com/office/drawing/2014/main" id="{235834B4-4132-5003-FFB6-D6109A87DF8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73" name="Rectangle 372">
                            <a:extLst>
                              <a:ext uri="{FF2B5EF4-FFF2-40B4-BE49-F238E27FC236}">
                                <a16:creationId xmlns:a16="http://schemas.microsoft.com/office/drawing/2014/main" id="{52CEE0EC-F4DE-F72F-5528-C4C7A9764660}"/>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4" name="Rectangle 373">
                            <a:extLst>
                              <a:ext uri="{FF2B5EF4-FFF2-40B4-BE49-F238E27FC236}">
                                <a16:creationId xmlns:a16="http://schemas.microsoft.com/office/drawing/2014/main" id="{F3580D2A-9868-C365-6AC8-0C9BF9D1AE5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66" name="Group 365">
                          <a:extLst>
                            <a:ext uri="{FF2B5EF4-FFF2-40B4-BE49-F238E27FC236}">
                              <a16:creationId xmlns:a16="http://schemas.microsoft.com/office/drawing/2014/main" id="{98275637-279B-BE65-398B-1AA77DD9ED96}"/>
                            </a:ext>
                          </a:extLst>
                        </p:cNvPr>
                        <p:cNvGrpSpPr/>
                        <p:nvPr/>
                      </p:nvGrpSpPr>
                      <p:grpSpPr>
                        <a:xfrm>
                          <a:off x="3701732" y="4724400"/>
                          <a:ext cx="731520" cy="731520"/>
                          <a:chOff x="2970212" y="4724400"/>
                          <a:chExt cx="731520" cy="731520"/>
                        </a:xfrm>
                      </p:grpSpPr>
                      <p:grpSp>
                        <p:nvGrpSpPr>
                          <p:cNvPr id="367" name="Group 366">
                            <a:extLst>
                              <a:ext uri="{FF2B5EF4-FFF2-40B4-BE49-F238E27FC236}">
                                <a16:creationId xmlns:a16="http://schemas.microsoft.com/office/drawing/2014/main" id="{0D8E0C1A-AF3A-642E-A58D-AD40A8AB4D09}"/>
                              </a:ext>
                            </a:extLst>
                          </p:cNvPr>
                          <p:cNvGrpSpPr/>
                          <p:nvPr/>
                        </p:nvGrpSpPr>
                        <p:grpSpPr>
                          <a:xfrm>
                            <a:off x="2970212" y="4724400"/>
                            <a:ext cx="731520" cy="365760"/>
                            <a:chOff x="2970212" y="4724400"/>
                            <a:chExt cx="731520" cy="365760"/>
                          </a:xfrm>
                        </p:grpSpPr>
                        <p:sp>
                          <p:nvSpPr>
                            <p:cNvPr id="370" name="Rectangle 369">
                              <a:extLst>
                                <a:ext uri="{FF2B5EF4-FFF2-40B4-BE49-F238E27FC236}">
                                  <a16:creationId xmlns:a16="http://schemas.microsoft.com/office/drawing/2014/main" id="{BFF05082-E114-63E9-8FE7-4AAF69AD70B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1" name="Rectangle 370">
                              <a:extLst>
                                <a:ext uri="{FF2B5EF4-FFF2-40B4-BE49-F238E27FC236}">
                                  <a16:creationId xmlns:a16="http://schemas.microsoft.com/office/drawing/2014/main" id="{07B88583-F2EF-79A6-03D2-F8644FC0189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68" name="Rectangle 367">
                            <a:extLst>
                              <a:ext uri="{FF2B5EF4-FFF2-40B4-BE49-F238E27FC236}">
                                <a16:creationId xmlns:a16="http://schemas.microsoft.com/office/drawing/2014/main" id="{DE9577D5-D7A0-578F-F831-C1866C6FA1B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9" name="Rectangle 368">
                            <a:extLst>
                              <a:ext uri="{FF2B5EF4-FFF2-40B4-BE49-F238E27FC236}">
                                <a16:creationId xmlns:a16="http://schemas.microsoft.com/office/drawing/2014/main" id="{3AE89D77-6E20-D332-8A1C-3AB80B9E223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52" name="Group 351">
                        <a:extLst>
                          <a:ext uri="{FF2B5EF4-FFF2-40B4-BE49-F238E27FC236}">
                            <a16:creationId xmlns:a16="http://schemas.microsoft.com/office/drawing/2014/main" id="{C6FAB756-3C0B-33CD-7F1F-F0495C5196AB}"/>
                          </a:ext>
                        </a:extLst>
                      </p:cNvPr>
                      <p:cNvGrpSpPr/>
                      <p:nvPr/>
                    </p:nvGrpSpPr>
                    <p:grpSpPr>
                      <a:xfrm>
                        <a:off x="2970212" y="5455920"/>
                        <a:ext cx="1463040" cy="731520"/>
                        <a:chOff x="2970212" y="4724400"/>
                        <a:chExt cx="1463040" cy="731520"/>
                      </a:xfrm>
                    </p:grpSpPr>
                    <p:grpSp>
                      <p:nvGrpSpPr>
                        <p:cNvPr id="353" name="Group 352">
                          <a:extLst>
                            <a:ext uri="{FF2B5EF4-FFF2-40B4-BE49-F238E27FC236}">
                              <a16:creationId xmlns:a16="http://schemas.microsoft.com/office/drawing/2014/main" id="{02A84719-1F98-74E3-82DB-C4B7E2096DDB}"/>
                            </a:ext>
                          </a:extLst>
                        </p:cNvPr>
                        <p:cNvGrpSpPr/>
                        <p:nvPr/>
                      </p:nvGrpSpPr>
                      <p:grpSpPr>
                        <a:xfrm>
                          <a:off x="2970212" y="4724400"/>
                          <a:ext cx="731520" cy="731520"/>
                          <a:chOff x="2970212" y="4724400"/>
                          <a:chExt cx="731520" cy="731520"/>
                        </a:xfrm>
                      </p:grpSpPr>
                      <p:grpSp>
                        <p:nvGrpSpPr>
                          <p:cNvPr id="360" name="Group 359">
                            <a:extLst>
                              <a:ext uri="{FF2B5EF4-FFF2-40B4-BE49-F238E27FC236}">
                                <a16:creationId xmlns:a16="http://schemas.microsoft.com/office/drawing/2014/main" id="{C21AD923-A8C0-8EC9-389F-729BD1EFAAA5}"/>
                              </a:ext>
                            </a:extLst>
                          </p:cNvPr>
                          <p:cNvGrpSpPr/>
                          <p:nvPr/>
                        </p:nvGrpSpPr>
                        <p:grpSpPr>
                          <a:xfrm>
                            <a:off x="2970212" y="4724400"/>
                            <a:ext cx="731520" cy="365760"/>
                            <a:chOff x="2970212" y="4724400"/>
                            <a:chExt cx="731520" cy="365760"/>
                          </a:xfrm>
                        </p:grpSpPr>
                        <p:sp>
                          <p:nvSpPr>
                            <p:cNvPr id="363" name="Rectangle 362">
                              <a:extLst>
                                <a:ext uri="{FF2B5EF4-FFF2-40B4-BE49-F238E27FC236}">
                                  <a16:creationId xmlns:a16="http://schemas.microsoft.com/office/drawing/2014/main" id="{4B964868-AD90-F1A2-79BE-AB54B0275EE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4" name="Rectangle 363">
                              <a:extLst>
                                <a:ext uri="{FF2B5EF4-FFF2-40B4-BE49-F238E27FC236}">
                                  <a16:creationId xmlns:a16="http://schemas.microsoft.com/office/drawing/2014/main" id="{CC9ABC8F-7EBA-53FC-E452-9DFD63819AC4}"/>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61" name="Rectangle 360">
                            <a:extLst>
                              <a:ext uri="{FF2B5EF4-FFF2-40B4-BE49-F238E27FC236}">
                                <a16:creationId xmlns:a16="http://schemas.microsoft.com/office/drawing/2014/main" id="{9AE2B285-E514-6E6A-1A0B-110053E7950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2" name="Rectangle 361">
                            <a:extLst>
                              <a:ext uri="{FF2B5EF4-FFF2-40B4-BE49-F238E27FC236}">
                                <a16:creationId xmlns:a16="http://schemas.microsoft.com/office/drawing/2014/main" id="{5B431E27-5DA0-62CD-4C40-FDA68E264B6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54" name="Group 353">
                          <a:extLst>
                            <a:ext uri="{FF2B5EF4-FFF2-40B4-BE49-F238E27FC236}">
                              <a16:creationId xmlns:a16="http://schemas.microsoft.com/office/drawing/2014/main" id="{0A36CF56-80CA-9082-5040-81CA79E367D1}"/>
                            </a:ext>
                          </a:extLst>
                        </p:cNvPr>
                        <p:cNvGrpSpPr/>
                        <p:nvPr/>
                      </p:nvGrpSpPr>
                      <p:grpSpPr>
                        <a:xfrm>
                          <a:off x="3701732" y="4724400"/>
                          <a:ext cx="731520" cy="731520"/>
                          <a:chOff x="2970212" y="4724400"/>
                          <a:chExt cx="731520" cy="731520"/>
                        </a:xfrm>
                      </p:grpSpPr>
                      <p:grpSp>
                        <p:nvGrpSpPr>
                          <p:cNvPr id="355" name="Group 354">
                            <a:extLst>
                              <a:ext uri="{FF2B5EF4-FFF2-40B4-BE49-F238E27FC236}">
                                <a16:creationId xmlns:a16="http://schemas.microsoft.com/office/drawing/2014/main" id="{FDE87C27-78E5-F363-BBD1-26D2D62C7146}"/>
                              </a:ext>
                            </a:extLst>
                          </p:cNvPr>
                          <p:cNvGrpSpPr/>
                          <p:nvPr/>
                        </p:nvGrpSpPr>
                        <p:grpSpPr>
                          <a:xfrm>
                            <a:off x="2970212" y="4724400"/>
                            <a:ext cx="731520" cy="365760"/>
                            <a:chOff x="2970212" y="4724400"/>
                            <a:chExt cx="731520" cy="365760"/>
                          </a:xfrm>
                        </p:grpSpPr>
                        <p:sp>
                          <p:nvSpPr>
                            <p:cNvPr id="358" name="Rectangle 357">
                              <a:extLst>
                                <a:ext uri="{FF2B5EF4-FFF2-40B4-BE49-F238E27FC236}">
                                  <a16:creationId xmlns:a16="http://schemas.microsoft.com/office/drawing/2014/main" id="{69A22D26-EBFA-567F-D5F6-C330536859B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9" name="Rectangle 358">
                              <a:extLst>
                                <a:ext uri="{FF2B5EF4-FFF2-40B4-BE49-F238E27FC236}">
                                  <a16:creationId xmlns:a16="http://schemas.microsoft.com/office/drawing/2014/main" id="{34316F32-3A27-5E17-F713-4EC9085168E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56" name="Rectangle 355">
                            <a:extLst>
                              <a:ext uri="{FF2B5EF4-FFF2-40B4-BE49-F238E27FC236}">
                                <a16:creationId xmlns:a16="http://schemas.microsoft.com/office/drawing/2014/main" id="{FE2C0F78-456E-0051-D42D-86A0B1A2255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7" name="Rectangle 356">
                            <a:extLst>
                              <a:ext uri="{FF2B5EF4-FFF2-40B4-BE49-F238E27FC236}">
                                <a16:creationId xmlns:a16="http://schemas.microsoft.com/office/drawing/2014/main" id="{C22C50E3-881B-86FA-2F2B-0D98B3F7250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294" name="Group 293">
                    <a:extLst>
                      <a:ext uri="{FF2B5EF4-FFF2-40B4-BE49-F238E27FC236}">
                        <a16:creationId xmlns:a16="http://schemas.microsoft.com/office/drawing/2014/main" id="{5451AC70-07A6-B65D-B13C-E69A7F9742E3}"/>
                      </a:ext>
                    </a:extLst>
                  </p:cNvPr>
                  <p:cNvGrpSpPr/>
                  <p:nvPr/>
                </p:nvGrpSpPr>
                <p:grpSpPr>
                  <a:xfrm>
                    <a:off x="2132012" y="4587240"/>
                    <a:ext cx="2926080" cy="1463040"/>
                    <a:chOff x="2970212" y="4724400"/>
                    <a:chExt cx="2926080" cy="1463040"/>
                  </a:xfrm>
                </p:grpSpPr>
                <p:grpSp>
                  <p:nvGrpSpPr>
                    <p:cNvPr id="295" name="Group 294">
                      <a:extLst>
                        <a:ext uri="{FF2B5EF4-FFF2-40B4-BE49-F238E27FC236}">
                          <a16:creationId xmlns:a16="http://schemas.microsoft.com/office/drawing/2014/main" id="{06173395-B9A0-3C95-FFF3-F148C19A8B25}"/>
                        </a:ext>
                      </a:extLst>
                    </p:cNvPr>
                    <p:cNvGrpSpPr/>
                    <p:nvPr/>
                  </p:nvGrpSpPr>
                  <p:grpSpPr>
                    <a:xfrm>
                      <a:off x="2970212" y="4724400"/>
                      <a:ext cx="1463040" cy="1463040"/>
                      <a:chOff x="2970212" y="4724400"/>
                      <a:chExt cx="1463040" cy="1463040"/>
                    </a:xfrm>
                  </p:grpSpPr>
                  <p:grpSp>
                    <p:nvGrpSpPr>
                      <p:cNvPr id="323" name="Group 322">
                        <a:extLst>
                          <a:ext uri="{FF2B5EF4-FFF2-40B4-BE49-F238E27FC236}">
                            <a16:creationId xmlns:a16="http://schemas.microsoft.com/office/drawing/2014/main" id="{2455AEB1-56BC-CEBC-665B-2614B79DE65C}"/>
                          </a:ext>
                        </a:extLst>
                      </p:cNvPr>
                      <p:cNvGrpSpPr/>
                      <p:nvPr/>
                    </p:nvGrpSpPr>
                    <p:grpSpPr>
                      <a:xfrm>
                        <a:off x="2970212" y="4724400"/>
                        <a:ext cx="1463040" cy="731520"/>
                        <a:chOff x="2970212" y="4724400"/>
                        <a:chExt cx="1463040" cy="731520"/>
                      </a:xfrm>
                    </p:grpSpPr>
                    <p:grpSp>
                      <p:nvGrpSpPr>
                        <p:cNvPr id="337" name="Group 336">
                          <a:extLst>
                            <a:ext uri="{FF2B5EF4-FFF2-40B4-BE49-F238E27FC236}">
                              <a16:creationId xmlns:a16="http://schemas.microsoft.com/office/drawing/2014/main" id="{2701E8B9-D83E-E01A-23A7-AAC933CFCCB1}"/>
                            </a:ext>
                          </a:extLst>
                        </p:cNvPr>
                        <p:cNvGrpSpPr/>
                        <p:nvPr/>
                      </p:nvGrpSpPr>
                      <p:grpSpPr>
                        <a:xfrm>
                          <a:off x="2970212" y="4724400"/>
                          <a:ext cx="731520" cy="731520"/>
                          <a:chOff x="2970212" y="4724400"/>
                          <a:chExt cx="731520" cy="731520"/>
                        </a:xfrm>
                      </p:grpSpPr>
                      <p:grpSp>
                        <p:nvGrpSpPr>
                          <p:cNvPr id="344" name="Group 343">
                            <a:extLst>
                              <a:ext uri="{FF2B5EF4-FFF2-40B4-BE49-F238E27FC236}">
                                <a16:creationId xmlns:a16="http://schemas.microsoft.com/office/drawing/2014/main" id="{5458F26F-F6A9-690D-1DD5-AEBF39CA03A9}"/>
                              </a:ext>
                            </a:extLst>
                          </p:cNvPr>
                          <p:cNvGrpSpPr/>
                          <p:nvPr/>
                        </p:nvGrpSpPr>
                        <p:grpSpPr>
                          <a:xfrm>
                            <a:off x="2970212" y="4724400"/>
                            <a:ext cx="731520" cy="365760"/>
                            <a:chOff x="2970212" y="4724400"/>
                            <a:chExt cx="731520" cy="365760"/>
                          </a:xfrm>
                        </p:grpSpPr>
                        <p:sp>
                          <p:nvSpPr>
                            <p:cNvPr id="347" name="Rectangle 346">
                              <a:extLst>
                                <a:ext uri="{FF2B5EF4-FFF2-40B4-BE49-F238E27FC236}">
                                  <a16:creationId xmlns:a16="http://schemas.microsoft.com/office/drawing/2014/main" id="{EB02430E-D1ED-67E1-8F5A-65020847896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8" name="Rectangle 347">
                              <a:extLst>
                                <a:ext uri="{FF2B5EF4-FFF2-40B4-BE49-F238E27FC236}">
                                  <a16:creationId xmlns:a16="http://schemas.microsoft.com/office/drawing/2014/main" id="{F6D154C0-AC3C-9F20-02B3-D7F4D91F630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45" name="Rectangle 344">
                            <a:extLst>
                              <a:ext uri="{FF2B5EF4-FFF2-40B4-BE49-F238E27FC236}">
                                <a16:creationId xmlns:a16="http://schemas.microsoft.com/office/drawing/2014/main" id="{0B70A6CC-4B35-0AA0-E8C9-EB22FF46F89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6" name="Rectangle 345">
                            <a:extLst>
                              <a:ext uri="{FF2B5EF4-FFF2-40B4-BE49-F238E27FC236}">
                                <a16:creationId xmlns:a16="http://schemas.microsoft.com/office/drawing/2014/main" id="{756B6BF9-D4BB-D4C2-7F11-CED8E5FF50B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38" name="Group 337">
                          <a:extLst>
                            <a:ext uri="{FF2B5EF4-FFF2-40B4-BE49-F238E27FC236}">
                              <a16:creationId xmlns:a16="http://schemas.microsoft.com/office/drawing/2014/main" id="{1D9A6073-B6CA-B769-1D4E-28A35F9B428C}"/>
                            </a:ext>
                          </a:extLst>
                        </p:cNvPr>
                        <p:cNvGrpSpPr/>
                        <p:nvPr/>
                      </p:nvGrpSpPr>
                      <p:grpSpPr>
                        <a:xfrm>
                          <a:off x="3701732" y="4724400"/>
                          <a:ext cx="731520" cy="731520"/>
                          <a:chOff x="2970212" y="4724400"/>
                          <a:chExt cx="731520" cy="731520"/>
                        </a:xfrm>
                      </p:grpSpPr>
                      <p:grpSp>
                        <p:nvGrpSpPr>
                          <p:cNvPr id="339" name="Group 338">
                            <a:extLst>
                              <a:ext uri="{FF2B5EF4-FFF2-40B4-BE49-F238E27FC236}">
                                <a16:creationId xmlns:a16="http://schemas.microsoft.com/office/drawing/2014/main" id="{A4466672-A05A-3222-6E18-B5BA17A2AA49}"/>
                              </a:ext>
                            </a:extLst>
                          </p:cNvPr>
                          <p:cNvGrpSpPr/>
                          <p:nvPr/>
                        </p:nvGrpSpPr>
                        <p:grpSpPr>
                          <a:xfrm>
                            <a:off x="2970212" y="4724400"/>
                            <a:ext cx="731520" cy="365760"/>
                            <a:chOff x="2970212" y="4724400"/>
                            <a:chExt cx="731520" cy="365760"/>
                          </a:xfrm>
                        </p:grpSpPr>
                        <p:sp>
                          <p:nvSpPr>
                            <p:cNvPr id="342" name="Rectangle 341">
                              <a:extLst>
                                <a:ext uri="{FF2B5EF4-FFF2-40B4-BE49-F238E27FC236}">
                                  <a16:creationId xmlns:a16="http://schemas.microsoft.com/office/drawing/2014/main" id="{A6501194-9B2A-E124-7C59-A6FE53CAD23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3" name="Rectangle 342">
                              <a:extLst>
                                <a:ext uri="{FF2B5EF4-FFF2-40B4-BE49-F238E27FC236}">
                                  <a16:creationId xmlns:a16="http://schemas.microsoft.com/office/drawing/2014/main" id="{CFB1315C-90B4-99BC-BF07-2BFCCA3BC28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40" name="Rectangle 339">
                            <a:extLst>
                              <a:ext uri="{FF2B5EF4-FFF2-40B4-BE49-F238E27FC236}">
                                <a16:creationId xmlns:a16="http://schemas.microsoft.com/office/drawing/2014/main" id="{85516523-061D-EA21-8320-01804C9E638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1" name="Rectangle 340">
                            <a:extLst>
                              <a:ext uri="{FF2B5EF4-FFF2-40B4-BE49-F238E27FC236}">
                                <a16:creationId xmlns:a16="http://schemas.microsoft.com/office/drawing/2014/main" id="{D320154C-8C11-B490-91F5-2D081A1260C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24" name="Group 323">
                        <a:extLst>
                          <a:ext uri="{FF2B5EF4-FFF2-40B4-BE49-F238E27FC236}">
                            <a16:creationId xmlns:a16="http://schemas.microsoft.com/office/drawing/2014/main" id="{A9D98002-DBBB-A9BC-4B62-9C7B8B1FB5A3}"/>
                          </a:ext>
                        </a:extLst>
                      </p:cNvPr>
                      <p:cNvGrpSpPr/>
                      <p:nvPr/>
                    </p:nvGrpSpPr>
                    <p:grpSpPr>
                      <a:xfrm>
                        <a:off x="2970212" y="5455920"/>
                        <a:ext cx="1463040" cy="731520"/>
                        <a:chOff x="2970212" y="4724400"/>
                        <a:chExt cx="1463040" cy="731520"/>
                      </a:xfrm>
                    </p:grpSpPr>
                    <p:grpSp>
                      <p:nvGrpSpPr>
                        <p:cNvPr id="325" name="Group 324">
                          <a:extLst>
                            <a:ext uri="{FF2B5EF4-FFF2-40B4-BE49-F238E27FC236}">
                              <a16:creationId xmlns:a16="http://schemas.microsoft.com/office/drawing/2014/main" id="{BDD5C11D-2433-684C-553A-3E7DBDFA009B}"/>
                            </a:ext>
                          </a:extLst>
                        </p:cNvPr>
                        <p:cNvGrpSpPr/>
                        <p:nvPr/>
                      </p:nvGrpSpPr>
                      <p:grpSpPr>
                        <a:xfrm>
                          <a:off x="2970212" y="4724400"/>
                          <a:ext cx="731520" cy="731520"/>
                          <a:chOff x="2970212" y="4724400"/>
                          <a:chExt cx="731520" cy="731520"/>
                        </a:xfrm>
                      </p:grpSpPr>
                      <p:grpSp>
                        <p:nvGrpSpPr>
                          <p:cNvPr id="332" name="Group 331">
                            <a:extLst>
                              <a:ext uri="{FF2B5EF4-FFF2-40B4-BE49-F238E27FC236}">
                                <a16:creationId xmlns:a16="http://schemas.microsoft.com/office/drawing/2014/main" id="{FFB74A87-85CA-1E84-8D44-1250D1051DF8}"/>
                              </a:ext>
                            </a:extLst>
                          </p:cNvPr>
                          <p:cNvGrpSpPr/>
                          <p:nvPr/>
                        </p:nvGrpSpPr>
                        <p:grpSpPr>
                          <a:xfrm>
                            <a:off x="2970212" y="4724400"/>
                            <a:ext cx="731520" cy="365760"/>
                            <a:chOff x="2970212" y="4724400"/>
                            <a:chExt cx="731520" cy="365760"/>
                          </a:xfrm>
                        </p:grpSpPr>
                        <p:sp>
                          <p:nvSpPr>
                            <p:cNvPr id="335" name="Rectangle 334">
                              <a:extLst>
                                <a:ext uri="{FF2B5EF4-FFF2-40B4-BE49-F238E27FC236}">
                                  <a16:creationId xmlns:a16="http://schemas.microsoft.com/office/drawing/2014/main" id="{8BA4ACA3-FAFF-A371-9DB4-0DA8D29A274D}"/>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6" name="Rectangle 335">
                              <a:extLst>
                                <a:ext uri="{FF2B5EF4-FFF2-40B4-BE49-F238E27FC236}">
                                  <a16:creationId xmlns:a16="http://schemas.microsoft.com/office/drawing/2014/main" id="{311E5514-BEB1-7E94-3DDE-01345309A2F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33" name="Rectangle 332">
                            <a:extLst>
                              <a:ext uri="{FF2B5EF4-FFF2-40B4-BE49-F238E27FC236}">
                                <a16:creationId xmlns:a16="http://schemas.microsoft.com/office/drawing/2014/main" id="{46B6A354-D0F9-EE61-98F1-877D769A536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4" name="Rectangle 333">
                            <a:extLst>
                              <a:ext uri="{FF2B5EF4-FFF2-40B4-BE49-F238E27FC236}">
                                <a16:creationId xmlns:a16="http://schemas.microsoft.com/office/drawing/2014/main" id="{268BAD6F-0701-3DDE-52C5-D681153CD02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26" name="Group 325">
                          <a:extLst>
                            <a:ext uri="{FF2B5EF4-FFF2-40B4-BE49-F238E27FC236}">
                              <a16:creationId xmlns:a16="http://schemas.microsoft.com/office/drawing/2014/main" id="{4278590D-3427-D9F7-7BD3-AE8A551498BD}"/>
                            </a:ext>
                          </a:extLst>
                        </p:cNvPr>
                        <p:cNvGrpSpPr/>
                        <p:nvPr/>
                      </p:nvGrpSpPr>
                      <p:grpSpPr>
                        <a:xfrm>
                          <a:off x="3701732" y="4724400"/>
                          <a:ext cx="731520" cy="731520"/>
                          <a:chOff x="2970212" y="4724400"/>
                          <a:chExt cx="731520" cy="731520"/>
                        </a:xfrm>
                      </p:grpSpPr>
                      <p:grpSp>
                        <p:nvGrpSpPr>
                          <p:cNvPr id="327" name="Group 326">
                            <a:extLst>
                              <a:ext uri="{FF2B5EF4-FFF2-40B4-BE49-F238E27FC236}">
                                <a16:creationId xmlns:a16="http://schemas.microsoft.com/office/drawing/2014/main" id="{3B46B4A4-B20E-27E5-B2CE-DE8869109430}"/>
                              </a:ext>
                            </a:extLst>
                          </p:cNvPr>
                          <p:cNvGrpSpPr/>
                          <p:nvPr/>
                        </p:nvGrpSpPr>
                        <p:grpSpPr>
                          <a:xfrm>
                            <a:off x="2970212" y="4724400"/>
                            <a:ext cx="731520" cy="365760"/>
                            <a:chOff x="2970212" y="4724400"/>
                            <a:chExt cx="731520" cy="365760"/>
                          </a:xfrm>
                        </p:grpSpPr>
                        <p:sp>
                          <p:nvSpPr>
                            <p:cNvPr id="330" name="Rectangle 329">
                              <a:extLst>
                                <a:ext uri="{FF2B5EF4-FFF2-40B4-BE49-F238E27FC236}">
                                  <a16:creationId xmlns:a16="http://schemas.microsoft.com/office/drawing/2014/main" id="{3AB71A41-CFBE-DBC6-D0F3-9EB306DCBC6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1" name="Rectangle 330">
                              <a:extLst>
                                <a:ext uri="{FF2B5EF4-FFF2-40B4-BE49-F238E27FC236}">
                                  <a16:creationId xmlns:a16="http://schemas.microsoft.com/office/drawing/2014/main" id="{BF6689A3-CB33-1991-0E03-707B5BD0AEF3}"/>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28" name="Rectangle 327">
                            <a:extLst>
                              <a:ext uri="{FF2B5EF4-FFF2-40B4-BE49-F238E27FC236}">
                                <a16:creationId xmlns:a16="http://schemas.microsoft.com/office/drawing/2014/main" id="{9529BED3-2D6D-60FB-A624-4C87047B1D1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9" name="Rectangle 328">
                            <a:extLst>
                              <a:ext uri="{FF2B5EF4-FFF2-40B4-BE49-F238E27FC236}">
                                <a16:creationId xmlns:a16="http://schemas.microsoft.com/office/drawing/2014/main" id="{C41BA0B4-1B84-E2E5-13DA-BE2D7F997751}"/>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296" name="Group 295">
                      <a:extLst>
                        <a:ext uri="{FF2B5EF4-FFF2-40B4-BE49-F238E27FC236}">
                          <a16:creationId xmlns:a16="http://schemas.microsoft.com/office/drawing/2014/main" id="{DEEB281F-6698-9259-3FBF-C6B8E3AB9938}"/>
                        </a:ext>
                      </a:extLst>
                    </p:cNvPr>
                    <p:cNvGrpSpPr/>
                    <p:nvPr/>
                  </p:nvGrpSpPr>
                  <p:grpSpPr>
                    <a:xfrm>
                      <a:off x="4433252" y="4724400"/>
                      <a:ext cx="1463040" cy="1463040"/>
                      <a:chOff x="2970212" y="4724400"/>
                      <a:chExt cx="1463040" cy="1463040"/>
                    </a:xfrm>
                  </p:grpSpPr>
                  <p:grpSp>
                    <p:nvGrpSpPr>
                      <p:cNvPr id="297" name="Group 296">
                        <a:extLst>
                          <a:ext uri="{FF2B5EF4-FFF2-40B4-BE49-F238E27FC236}">
                            <a16:creationId xmlns:a16="http://schemas.microsoft.com/office/drawing/2014/main" id="{1411D1E4-12C1-D189-77B9-10103FF5A610}"/>
                          </a:ext>
                        </a:extLst>
                      </p:cNvPr>
                      <p:cNvGrpSpPr/>
                      <p:nvPr/>
                    </p:nvGrpSpPr>
                    <p:grpSpPr>
                      <a:xfrm>
                        <a:off x="2970212" y="4724400"/>
                        <a:ext cx="1463040" cy="731520"/>
                        <a:chOff x="2970212" y="4724400"/>
                        <a:chExt cx="1463040" cy="731520"/>
                      </a:xfrm>
                    </p:grpSpPr>
                    <p:grpSp>
                      <p:nvGrpSpPr>
                        <p:cNvPr id="311" name="Group 310">
                          <a:extLst>
                            <a:ext uri="{FF2B5EF4-FFF2-40B4-BE49-F238E27FC236}">
                              <a16:creationId xmlns:a16="http://schemas.microsoft.com/office/drawing/2014/main" id="{BD770330-CF11-5128-C663-F757922E8482}"/>
                            </a:ext>
                          </a:extLst>
                        </p:cNvPr>
                        <p:cNvGrpSpPr/>
                        <p:nvPr/>
                      </p:nvGrpSpPr>
                      <p:grpSpPr>
                        <a:xfrm>
                          <a:off x="2970212" y="4724400"/>
                          <a:ext cx="731520" cy="731520"/>
                          <a:chOff x="2970212" y="4724400"/>
                          <a:chExt cx="731520" cy="731520"/>
                        </a:xfrm>
                      </p:grpSpPr>
                      <p:grpSp>
                        <p:nvGrpSpPr>
                          <p:cNvPr id="318" name="Group 317">
                            <a:extLst>
                              <a:ext uri="{FF2B5EF4-FFF2-40B4-BE49-F238E27FC236}">
                                <a16:creationId xmlns:a16="http://schemas.microsoft.com/office/drawing/2014/main" id="{1C3E6BFB-DCBF-FECB-1336-B1B1C4270490}"/>
                              </a:ext>
                            </a:extLst>
                          </p:cNvPr>
                          <p:cNvGrpSpPr/>
                          <p:nvPr/>
                        </p:nvGrpSpPr>
                        <p:grpSpPr>
                          <a:xfrm>
                            <a:off x="2970212" y="4724400"/>
                            <a:ext cx="731520" cy="365760"/>
                            <a:chOff x="2970212" y="4724400"/>
                            <a:chExt cx="731520" cy="365760"/>
                          </a:xfrm>
                        </p:grpSpPr>
                        <p:sp>
                          <p:nvSpPr>
                            <p:cNvPr id="321" name="Rectangle 320">
                              <a:extLst>
                                <a:ext uri="{FF2B5EF4-FFF2-40B4-BE49-F238E27FC236}">
                                  <a16:creationId xmlns:a16="http://schemas.microsoft.com/office/drawing/2014/main" id="{681E0BC1-D5B1-5DF4-C193-AC8EB532F39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2" name="Rectangle 321">
                              <a:extLst>
                                <a:ext uri="{FF2B5EF4-FFF2-40B4-BE49-F238E27FC236}">
                                  <a16:creationId xmlns:a16="http://schemas.microsoft.com/office/drawing/2014/main" id="{82F0BD83-AB5D-3A34-C4A5-E25F7EC0ED8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19" name="Rectangle 318">
                            <a:extLst>
                              <a:ext uri="{FF2B5EF4-FFF2-40B4-BE49-F238E27FC236}">
                                <a16:creationId xmlns:a16="http://schemas.microsoft.com/office/drawing/2014/main" id="{475EF8B7-6E21-716B-C1E8-1ACDDA05E13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0" name="Rectangle 319">
                            <a:extLst>
                              <a:ext uri="{FF2B5EF4-FFF2-40B4-BE49-F238E27FC236}">
                                <a16:creationId xmlns:a16="http://schemas.microsoft.com/office/drawing/2014/main" id="{0E20E345-1670-F19D-5806-65F8321E7C87}"/>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12" name="Group 311">
                          <a:extLst>
                            <a:ext uri="{FF2B5EF4-FFF2-40B4-BE49-F238E27FC236}">
                              <a16:creationId xmlns:a16="http://schemas.microsoft.com/office/drawing/2014/main" id="{EEBEB632-2CB1-A8BA-C6E1-A637CE50A8DE}"/>
                            </a:ext>
                          </a:extLst>
                        </p:cNvPr>
                        <p:cNvGrpSpPr/>
                        <p:nvPr/>
                      </p:nvGrpSpPr>
                      <p:grpSpPr>
                        <a:xfrm>
                          <a:off x="3701732" y="4724400"/>
                          <a:ext cx="731520" cy="731520"/>
                          <a:chOff x="2970212" y="4724400"/>
                          <a:chExt cx="731520" cy="731520"/>
                        </a:xfrm>
                      </p:grpSpPr>
                      <p:grpSp>
                        <p:nvGrpSpPr>
                          <p:cNvPr id="313" name="Group 312">
                            <a:extLst>
                              <a:ext uri="{FF2B5EF4-FFF2-40B4-BE49-F238E27FC236}">
                                <a16:creationId xmlns:a16="http://schemas.microsoft.com/office/drawing/2014/main" id="{D2C33FBF-5DA0-AD99-B0FB-5859312EAFA3}"/>
                              </a:ext>
                            </a:extLst>
                          </p:cNvPr>
                          <p:cNvGrpSpPr/>
                          <p:nvPr/>
                        </p:nvGrpSpPr>
                        <p:grpSpPr>
                          <a:xfrm>
                            <a:off x="2970212" y="4724400"/>
                            <a:ext cx="731520" cy="365760"/>
                            <a:chOff x="2970212" y="4724400"/>
                            <a:chExt cx="731520" cy="365760"/>
                          </a:xfrm>
                        </p:grpSpPr>
                        <p:sp>
                          <p:nvSpPr>
                            <p:cNvPr id="316" name="Rectangle 315">
                              <a:extLst>
                                <a:ext uri="{FF2B5EF4-FFF2-40B4-BE49-F238E27FC236}">
                                  <a16:creationId xmlns:a16="http://schemas.microsoft.com/office/drawing/2014/main" id="{A4C11039-B6BB-1D78-973D-30C3F2F4853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7" name="Rectangle 316">
                              <a:extLst>
                                <a:ext uri="{FF2B5EF4-FFF2-40B4-BE49-F238E27FC236}">
                                  <a16:creationId xmlns:a16="http://schemas.microsoft.com/office/drawing/2014/main" id="{E0569F04-CC95-6A4E-6930-2BDF71D1F99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14" name="Rectangle 313">
                            <a:extLst>
                              <a:ext uri="{FF2B5EF4-FFF2-40B4-BE49-F238E27FC236}">
                                <a16:creationId xmlns:a16="http://schemas.microsoft.com/office/drawing/2014/main" id="{6DF28B24-88D1-5ED1-A381-77BCF4D9708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5" name="Rectangle 314">
                            <a:extLst>
                              <a:ext uri="{FF2B5EF4-FFF2-40B4-BE49-F238E27FC236}">
                                <a16:creationId xmlns:a16="http://schemas.microsoft.com/office/drawing/2014/main" id="{0C132725-FB26-40D1-4363-2D60DCC47A62}"/>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98" name="Group 297">
                        <a:extLst>
                          <a:ext uri="{FF2B5EF4-FFF2-40B4-BE49-F238E27FC236}">
                            <a16:creationId xmlns:a16="http://schemas.microsoft.com/office/drawing/2014/main" id="{48264E53-F1DA-9973-CEF8-DE33263BBE0F}"/>
                          </a:ext>
                        </a:extLst>
                      </p:cNvPr>
                      <p:cNvGrpSpPr/>
                      <p:nvPr/>
                    </p:nvGrpSpPr>
                    <p:grpSpPr>
                      <a:xfrm>
                        <a:off x="2970212" y="5455920"/>
                        <a:ext cx="1463040" cy="731520"/>
                        <a:chOff x="2970212" y="4724400"/>
                        <a:chExt cx="1463040" cy="731520"/>
                      </a:xfrm>
                    </p:grpSpPr>
                    <p:grpSp>
                      <p:nvGrpSpPr>
                        <p:cNvPr id="299" name="Group 298">
                          <a:extLst>
                            <a:ext uri="{FF2B5EF4-FFF2-40B4-BE49-F238E27FC236}">
                              <a16:creationId xmlns:a16="http://schemas.microsoft.com/office/drawing/2014/main" id="{ED41ABCF-792A-862A-5726-5A7B9F5F6E64}"/>
                            </a:ext>
                          </a:extLst>
                        </p:cNvPr>
                        <p:cNvGrpSpPr/>
                        <p:nvPr/>
                      </p:nvGrpSpPr>
                      <p:grpSpPr>
                        <a:xfrm>
                          <a:off x="2970212" y="4724400"/>
                          <a:ext cx="731520" cy="731520"/>
                          <a:chOff x="2970212" y="4724400"/>
                          <a:chExt cx="731520" cy="731520"/>
                        </a:xfrm>
                      </p:grpSpPr>
                      <p:grpSp>
                        <p:nvGrpSpPr>
                          <p:cNvPr id="306" name="Group 305">
                            <a:extLst>
                              <a:ext uri="{FF2B5EF4-FFF2-40B4-BE49-F238E27FC236}">
                                <a16:creationId xmlns:a16="http://schemas.microsoft.com/office/drawing/2014/main" id="{1AD52840-8332-36FC-0F0E-1597509FF1B6}"/>
                              </a:ext>
                            </a:extLst>
                          </p:cNvPr>
                          <p:cNvGrpSpPr/>
                          <p:nvPr/>
                        </p:nvGrpSpPr>
                        <p:grpSpPr>
                          <a:xfrm>
                            <a:off x="2970212" y="4724400"/>
                            <a:ext cx="731520" cy="365760"/>
                            <a:chOff x="2970212" y="4724400"/>
                            <a:chExt cx="731520" cy="365760"/>
                          </a:xfrm>
                        </p:grpSpPr>
                        <p:sp>
                          <p:nvSpPr>
                            <p:cNvPr id="309" name="Rectangle 308">
                              <a:extLst>
                                <a:ext uri="{FF2B5EF4-FFF2-40B4-BE49-F238E27FC236}">
                                  <a16:creationId xmlns:a16="http://schemas.microsoft.com/office/drawing/2014/main" id="{14D55F2C-4E81-96B4-6F55-6E311A5189B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0" name="Rectangle 309">
                              <a:extLst>
                                <a:ext uri="{FF2B5EF4-FFF2-40B4-BE49-F238E27FC236}">
                                  <a16:creationId xmlns:a16="http://schemas.microsoft.com/office/drawing/2014/main" id="{01F9F6C4-FC46-E227-3944-4CBDA809535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07" name="Rectangle 306">
                            <a:extLst>
                              <a:ext uri="{FF2B5EF4-FFF2-40B4-BE49-F238E27FC236}">
                                <a16:creationId xmlns:a16="http://schemas.microsoft.com/office/drawing/2014/main" id="{854F6AF1-7E81-B774-95AA-C5ECEDAF9DC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8" name="Rectangle 307">
                            <a:extLst>
                              <a:ext uri="{FF2B5EF4-FFF2-40B4-BE49-F238E27FC236}">
                                <a16:creationId xmlns:a16="http://schemas.microsoft.com/office/drawing/2014/main" id="{1F63942F-61D2-DB9C-F0DD-087CF5B56F2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00" name="Group 299">
                          <a:extLst>
                            <a:ext uri="{FF2B5EF4-FFF2-40B4-BE49-F238E27FC236}">
                              <a16:creationId xmlns:a16="http://schemas.microsoft.com/office/drawing/2014/main" id="{4CFE56AF-B608-3A45-E5A6-E401BC7EB744}"/>
                            </a:ext>
                          </a:extLst>
                        </p:cNvPr>
                        <p:cNvGrpSpPr/>
                        <p:nvPr/>
                      </p:nvGrpSpPr>
                      <p:grpSpPr>
                        <a:xfrm>
                          <a:off x="3701732" y="4724400"/>
                          <a:ext cx="731520" cy="731520"/>
                          <a:chOff x="2970212" y="4724400"/>
                          <a:chExt cx="731520" cy="731520"/>
                        </a:xfrm>
                      </p:grpSpPr>
                      <p:grpSp>
                        <p:nvGrpSpPr>
                          <p:cNvPr id="301" name="Group 300">
                            <a:extLst>
                              <a:ext uri="{FF2B5EF4-FFF2-40B4-BE49-F238E27FC236}">
                                <a16:creationId xmlns:a16="http://schemas.microsoft.com/office/drawing/2014/main" id="{DB8E16CF-635D-B96E-5C5B-92F10C826203}"/>
                              </a:ext>
                            </a:extLst>
                          </p:cNvPr>
                          <p:cNvGrpSpPr/>
                          <p:nvPr/>
                        </p:nvGrpSpPr>
                        <p:grpSpPr>
                          <a:xfrm>
                            <a:off x="2970212" y="4724400"/>
                            <a:ext cx="731520" cy="365760"/>
                            <a:chOff x="2970212" y="4724400"/>
                            <a:chExt cx="731520" cy="365760"/>
                          </a:xfrm>
                        </p:grpSpPr>
                        <p:sp>
                          <p:nvSpPr>
                            <p:cNvPr id="304" name="Rectangle 303">
                              <a:extLst>
                                <a:ext uri="{FF2B5EF4-FFF2-40B4-BE49-F238E27FC236}">
                                  <a16:creationId xmlns:a16="http://schemas.microsoft.com/office/drawing/2014/main" id="{C07C0057-0255-DFAD-0A86-9DC63797B38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5" name="Rectangle 304">
                              <a:extLst>
                                <a:ext uri="{FF2B5EF4-FFF2-40B4-BE49-F238E27FC236}">
                                  <a16:creationId xmlns:a16="http://schemas.microsoft.com/office/drawing/2014/main" id="{6A65D2B8-7E4D-64B6-4A84-5B00541736C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02" name="Rectangle 301">
                            <a:extLst>
                              <a:ext uri="{FF2B5EF4-FFF2-40B4-BE49-F238E27FC236}">
                                <a16:creationId xmlns:a16="http://schemas.microsoft.com/office/drawing/2014/main" id="{AEBE97B2-6C3D-DA20-AF5B-0A93B4C8301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3" name="Rectangle 302">
                            <a:extLst>
                              <a:ext uri="{FF2B5EF4-FFF2-40B4-BE49-F238E27FC236}">
                                <a16:creationId xmlns:a16="http://schemas.microsoft.com/office/drawing/2014/main" id="{13C9DF93-7235-F0D8-A785-1B07686747D3}"/>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cxnSp>
            <p:nvCxnSpPr>
              <p:cNvPr id="405" name="Straight Connector 404">
                <a:extLst>
                  <a:ext uri="{FF2B5EF4-FFF2-40B4-BE49-F238E27FC236}">
                    <a16:creationId xmlns:a16="http://schemas.microsoft.com/office/drawing/2014/main" id="{1272C31A-973A-2F6C-E70D-4AD2E8448450}"/>
                  </a:ext>
                </a:extLst>
              </p:cNvPr>
              <p:cNvCxnSpPr>
                <a:cxnSpLocks/>
              </p:cNvCxnSpPr>
              <p:nvPr/>
            </p:nvCxnSpPr>
            <p:spPr>
              <a:xfrm flipV="1">
                <a:off x="2132012" y="4572000"/>
                <a:ext cx="8778240" cy="15240"/>
              </a:xfrm>
              <a:prstGeom prst="line">
                <a:avLst/>
              </a:prstGeom>
            </p:spPr>
            <p:style>
              <a:lnRef idx="3">
                <a:schemeClr val="dk1"/>
              </a:lnRef>
              <a:fillRef idx="0">
                <a:schemeClr val="dk1"/>
              </a:fillRef>
              <a:effectRef idx="2">
                <a:schemeClr val="dk1"/>
              </a:effectRef>
              <a:fontRef idx="minor">
                <a:schemeClr val="tx1"/>
              </a:fontRef>
            </p:style>
          </p:cxnSp>
          <p:cxnSp>
            <p:nvCxnSpPr>
              <p:cNvPr id="409" name="Straight Connector 408">
                <a:extLst>
                  <a:ext uri="{FF2B5EF4-FFF2-40B4-BE49-F238E27FC236}">
                    <a16:creationId xmlns:a16="http://schemas.microsoft.com/office/drawing/2014/main" id="{210A4E37-53AA-A2F6-D12A-5B8A3E602D9C}"/>
                  </a:ext>
                </a:extLst>
              </p:cNvPr>
              <p:cNvCxnSpPr/>
              <p:nvPr/>
            </p:nvCxnSpPr>
            <p:spPr>
              <a:xfrm>
                <a:off x="6537011" y="3124200"/>
                <a:ext cx="0" cy="2971800"/>
              </a:xfrm>
              <a:prstGeom prst="line">
                <a:avLst/>
              </a:prstGeom>
            </p:spPr>
            <p:style>
              <a:lnRef idx="3">
                <a:schemeClr val="dk1"/>
              </a:lnRef>
              <a:fillRef idx="0">
                <a:schemeClr val="dk1"/>
              </a:fillRef>
              <a:effectRef idx="2">
                <a:schemeClr val="dk1"/>
              </a:effectRef>
              <a:fontRef idx="minor">
                <a:schemeClr val="tx1"/>
              </a:fontRef>
            </p:style>
          </p:cxnSp>
        </p:grpSp>
        <p:cxnSp>
          <p:nvCxnSpPr>
            <p:cNvPr id="412" name="Straight Connector 411">
              <a:extLst>
                <a:ext uri="{FF2B5EF4-FFF2-40B4-BE49-F238E27FC236}">
                  <a16:creationId xmlns:a16="http://schemas.microsoft.com/office/drawing/2014/main" id="{F8A5C81F-A37A-E1F8-4B38-2C146ED62806}"/>
                </a:ext>
              </a:extLst>
            </p:cNvPr>
            <p:cNvCxnSpPr>
              <a:cxnSpLocks/>
            </p:cNvCxnSpPr>
            <p:nvPr/>
          </p:nvCxnSpPr>
          <p:spPr>
            <a:xfrm flipV="1">
              <a:off x="2031696" y="3733800"/>
              <a:ext cx="8802356" cy="2225040"/>
            </a:xfrm>
            <a:prstGeom prst="line">
              <a:avLst/>
            </a:prstGeom>
            <a:ln w="38100"/>
          </p:spPr>
          <p:style>
            <a:lnRef idx="3">
              <a:schemeClr val="accent4"/>
            </a:lnRef>
            <a:fillRef idx="0">
              <a:schemeClr val="accent4"/>
            </a:fillRef>
            <a:effectRef idx="2">
              <a:schemeClr val="accent4"/>
            </a:effectRef>
            <a:fontRef idx="minor">
              <a:schemeClr val="tx1"/>
            </a:fontRef>
          </p:style>
        </p:cxnSp>
        <p:sp>
          <p:nvSpPr>
            <p:cNvPr id="414" name="Oval 413">
              <a:extLst>
                <a:ext uri="{FF2B5EF4-FFF2-40B4-BE49-F238E27FC236}">
                  <a16:creationId xmlns:a16="http://schemas.microsoft.com/office/drawing/2014/main" id="{2013F672-379A-12B0-1135-F9EA7AECBF97}"/>
                </a:ext>
              </a:extLst>
            </p:cNvPr>
            <p:cNvSpPr/>
            <p:nvPr/>
          </p:nvSpPr>
          <p:spPr>
            <a:xfrm>
              <a:off x="3785235" y="5410201"/>
              <a:ext cx="182878" cy="182878"/>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BEC2A244-326D-1AE4-C330-AB3583817238}"/>
                </a:ext>
              </a:extLst>
            </p:cNvPr>
            <p:cNvSpPr txBox="1"/>
            <p:nvPr/>
          </p:nvSpPr>
          <p:spPr>
            <a:xfrm>
              <a:off x="2055813" y="3240009"/>
              <a:ext cx="8778238" cy="369332"/>
            </a:xfrm>
            <a:prstGeom prst="rect">
              <a:avLst/>
            </a:prstGeom>
            <a:noFill/>
          </p:spPr>
          <p:txBody>
            <a:bodyPr wrap="square" rtlCol="0">
              <a:spAutoFit/>
            </a:bodyPr>
            <a:lstStyle/>
            <a:p>
              <a:pPr algn="ctr"/>
              <a:r>
                <a:rPr lang="en-US" dirty="0">
                  <a:solidFill>
                    <a:schemeClr val="bg1"/>
                  </a:solidFill>
                  <a:latin typeface="Consolas" panose="020B0609020204030204" pitchFamily="49" charset="0"/>
                </a:rPr>
                <a:t>-9 -8 -7 -6 -5 -4 -3 -2 -1 0 +1 +2 +3 +4 +5 +6 +7 +8 +9</a:t>
              </a:r>
            </a:p>
          </p:txBody>
        </p:sp>
        <p:sp>
          <p:nvSpPr>
            <p:cNvPr id="3" name="TextBox 2">
              <a:extLst>
                <a:ext uri="{FF2B5EF4-FFF2-40B4-BE49-F238E27FC236}">
                  <a16:creationId xmlns:a16="http://schemas.microsoft.com/office/drawing/2014/main" id="{A76A89A7-7886-E351-1396-C566B9EFA6DF}"/>
                </a:ext>
              </a:extLst>
            </p:cNvPr>
            <p:cNvSpPr txBox="1"/>
            <p:nvPr/>
          </p:nvSpPr>
          <p:spPr>
            <a:xfrm>
              <a:off x="1516718" y="3412480"/>
              <a:ext cx="527036" cy="3416320"/>
            </a:xfrm>
            <a:prstGeom prst="rect">
              <a:avLst/>
            </a:prstGeom>
            <a:noFill/>
          </p:spPr>
          <p:txBody>
            <a:bodyPr wrap="square" rtlCol="0">
              <a:spAutoFit/>
            </a:bodyPr>
            <a:lstStyle/>
            <a:p>
              <a:pPr algn="r"/>
              <a:r>
                <a:rPr lang="en-US" sz="2400" dirty="0">
                  <a:solidFill>
                    <a:schemeClr val="bg1"/>
                  </a:solidFill>
                  <a:latin typeface="Consolas" panose="020B0609020204030204" pitchFamily="49" charset="0"/>
                </a:rPr>
                <a:t>+4</a:t>
              </a:r>
            </a:p>
            <a:p>
              <a:pPr algn="r"/>
              <a:r>
                <a:rPr lang="en-US" sz="2400" dirty="0">
                  <a:solidFill>
                    <a:schemeClr val="bg1"/>
                  </a:solidFill>
                  <a:latin typeface="Consolas" panose="020B0609020204030204" pitchFamily="49" charset="0"/>
                </a:rPr>
                <a:t>+3</a:t>
              </a:r>
            </a:p>
            <a:p>
              <a:pPr algn="r"/>
              <a:r>
                <a:rPr lang="en-US" sz="2400" dirty="0">
                  <a:solidFill>
                    <a:schemeClr val="bg1"/>
                  </a:solidFill>
                  <a:latin typeface="Consolas" panose="020B0609020204030204" pitchFamily="49" charset="0"/>
                </a:rPr>
                <a:t>+2</a:t>
              </a:r>
            </a:p>
            <a:p>
              <a:pPr algn="r"/>
              <a:r>
                <a:rPr lang="en-US" sz="2400" dirty="0">
                  <a:solidFill>
                    <a:schemeClr val="bg1"/>
                  </a:solidFill>
                  <a:latin typeface="Consolas" panose="020B0609020204030204" pitchFamily="49" charset="0"/>
                </a:rPr>
                <a:t>+1</a:t>
              </a:r>
            </a:p>
            <a:p>
              <a:pPr algn="r"/>
              <a:r>
                <a:rPr lang="en-US" sz="2400" dirty="0">
                  <a:solidFill>
                    <a:schemeClr val="bg1"/>
                  </a:solidFill>
                  <a:latin typeface="Consolas" panose="020B0609020204030204" pitchFamily="49" charset="0"/>
                </a:rPr>
                <a:t>0</a:t>
              </a:r>
            </a:p>
            <a:p>
              <a:pPr algn="r"/>
              <a:r>
                <a:rPr lang="en-US" sz="2400" dirty="0">
                  <a:solidFill>
                    <a:schemeClr val="bg1"/>
                  </a:solidFill>
                  <a:latin typeface="Consolas" panose="020B0609020204030204" pitchFamily="49" charset="0"/>
                </a:rPr>
                <a:t>-1</a:t>
              </a:r>
            </a:p>
            <a:p>
              <a:pPr algn="r"/>
              <a:r>
                <a:rPr lang="en-US" sz="2400" dirty="0">
                  <a:solidFill>
                    <a:schemeClr val="bg1"/>
                  </a:solidFill>
                  <a:latin typeface="Consolas" panose="020B0609020204030204" pitchFamily="49" charset="0"/>
                </a:rPr>
                <a:t>-2</a:t>
              </a:r>
            </a:p>
            <a:p>
              <a:pPr algn="r"/>
              <a:r>
                <a:rPr lang="en-US" sz="2400" dirty="0">
                  <a:solidFill>
                    <a:schemeClr val="bg1"/>
                  </a:solidFill>
                  <a:latin typeface="Consolas" panose="020B0609020204030204" pitchFamily="49" charset="0"/>
                </a:rPr>
                <a:t>-3</a:t>
              </a:r>
            </a:p>
            <a:p>
              <a:pPr algn="r"/>
              <a:r>
                <a:rPr lang="en-US" sz="2400" dirty="0">
                  <a:solidFill>
                    <a:schemeClr val="bg1"/>
                  </a:solidFill>
                  <a:latin typeface="Consolas" panose="020B0609020204030204" pitchFamily="49" charset="0"/>
                </a:rPr>
                <a:t>-4</a:t>
              </a:r>
            </a:p>
          </p:txBody>
        </p:sp>
      </p:grpSp>
      <p:sp>
        <p:nvSpPr>
          <p:cNvPr id="14" name="Rectangle: Rounded Corners 13">
            <a:extLst>
              <a:ext uri="{FF2B5EF4-FFF2-40B4-BE49-F238E27FC236}">
                <a16:creationId xmlns:a16="http://schemas.microsoft.com/office/drawing/2014/main" id="{C56CC2DC-2399-6810-40AA-F11671969A20}"/>
              </a:ext>
            </a:extLst>
          </p:cNvPr>
          <p:cNvSpPr/>
          <p:nvPr/>
        </p:nvSpPr>
        <p:spPr>
          <a:xfrm>
            <a:off x="4005252" y="5520666"/>
            <a:ext cx="948394" cy="25655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2"/>
                </a:solidFill>
                <a:latin typeface="Arial" panose="020B0604020202020204" pitchFamily="34" charset="0"/>
                <a:cs typeface="Arial" panose="020B0604020202020204" pitchFamily="34" charset="0"/>
              </a:rPr>
              <a:t>P(-7,-1)</a:t>
            </a:r>
          </a:p>
        </p:txBody>
      </p:sp>
      <p:sp>
        <p:nvSpPr>
          <p:cNvPr id="22" name="Callout: Left Arrow 21">
            <a:extLst>
              <a:ext uri="{FF2B5EF4-FFF2-40B4-BE49-F238E27FC236}">
                <a16:creationId xmlns:a16="http://schemas.microsoft.com/office/drawing/2014/main" id="{0CFEC9C0-57E5-E0FD-CCC9-ADC6D0E44709}"/>
              </a:ext>
            </a:extLst>
          </p:cNvPr>
          <p:cNvSpPr/>
          <p:nvPr/>
        </p:nvSpPr>
        <p:spPr>
          <a:xfrm>
            <a:off x="5025397" y="5303520"/>
            <a:ext cx="4721218" cy="749299"/>
          </a:xfrm>
          <a:prstGeom prst="leftArrowCallout">
            <a:avLst>
              <a:gd name="adj1" fmla="val 25000"/>
              <a:gd name="adj2" fmla="val 25000"/>
              <a:gd name="adj3" fmla="val 25000"/>
              <a:gd name="adj4" fmla="val 90801"/>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Since “P” is located on the line, then</a:t>
            </a:r>
          </a:p>
          <a:p>
            <a:pPr algn="ctr"/>
            <a:r>
              <a:rPr lang="en-US" dirty="0">
                <a:highlight>
                  <a:srgbClr val="000000"/>
                </a:highlight>
                <a:latin typeface="Consolas" panose="020B0609020204030204" pitchFamily="49" charset="0"/>
              </a:rPr>
              <a:t>1∙(-7) + (-4)∙(-1) + 3 = 0</a:t>
            </a:r>
          </a:p>
        </p:txBody>
      </p:sp>
      <p:sp>
        <p:nvSpPr>
          <p:cNvPr id="23" name="Rectangle 22">
            <a:extLst>
              <a:ext uri="{FF2B5EF4-FFF2-40B4-BE49-F238E27FC236}">
                <a16:creationId xmlns:a16="http://schemas.microsoft.com/office/drawing/2014/main" id="{8529DB04-AEBC-D3A7-09E1-6DAC51BACA2C}"/>
              </a:ext>
            </a:extLst>
          </p:cNvPr>
          <p:cNvSpPr/>
          <p:nvPr/>
        </p:nvSpPr>
        <p:spPr>
          <a:xfrm>
            <a:off x="2238692" y="1908047"/>
            <a:ext cx="6217920" cy="423332"/>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591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randombar(horizontal)">
                                      <p:cBhvr>
                                        <p:cTn id="7" dur="500"/>
                                        <p:tgtEl>
                                          <p:spTgt spid="14"/>
                                        </p:tgtEl>
                                      </p:cBhvr>
                                    </p:animEffect>
                                  </p:childTnLst>
                                </p:cTn>
                              </p:par>
                            </p:childTnLst>
                          </p:cTn>
                        </p:par>
                        <p:par>
                          <p:cTn id="8" fill="hold">
                            <p:stCondLst>
                              <p:cond delay="500"/>
                            </p:stCondLst>
                            <p:childTnLst>
                              <p:par>
                                <p:cTn id="9" presetID="2" presetClass="entr" presetSubtype="2"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1+#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Algorithm</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859001" cy="1676400"/>
              </a:xfrm>
            </p:spPr>
            <p:txBody>
              <a:bodyPr/>
              <a:lstStyle/>
              <a:p>
                <a:pPr marL="0" indent="0">
                  <a:buNone/>
                </a:pPr>
                <a:r>
                  <a:rPr lang="en-US" b="0" dirty="0">
                    <a:latin typeface="Cambria Math" panose="02040503050406030204" pitchFamily="18" charset="0"/>
                    <a:cs typeface="Arial" panose="020B0604020202020204" pitchFamily="34" charset="0"/>
                  </a:rPr>
                  <a:t>To understand the meaning of that </a:t>
                </a:r>
                <a:r>
                  <a:rPr lang="en-US" dirty="0">
                    <a:latin typeface="Cambria Math" panose="02040503050406030204" pitchFamily="18" charset="0"/>
                    <a:cs typeface="Arial" panose="020B0604020202020204" pitchFamily="34" charset="0"/>
                  </a:rPr>
                  <a:t>the equation, </a:t>
                </a:r>
                <a:r>
                  <a:rPr lang="en-US" b="0" dirty="0">
                    <a:latin typeface="Cambria Math" panose="02040503050406030204" pitchFamily="18" charset="0"/>
                    <a:cs typeface="Arial" panose="020B0604020202020204" pitchFamily="34" charset="0"/>
                  </a:rPr>
                  <a:t>lets consider the following line: </a:t>
                </a:r>
                <a14:m>
                  <m:oMath xmlns:m="http://schemas.openxmlformats.org/officeDocument/2006/math">
                    <m:r>
                      <a:rPr lang="en-US" b="0" i="0" smtClean="0">
                        <a:latin typeface="Cambria Math" panose="02040503050406030204" pitchFamily="18" charset="0"/>
                        <a:cs typeface="Arial" panose="020B0604020202020204" pitchFamily="34" charset="0"/>
                      </a:rPr>
                      <m:t>1</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𝒙</m:t>
                    </m:r>
                    <m:r>
                      <a:rPr lang="en-US" b="1" i="1" smtClean="0">
                        <a:latin typeface="Cambria Math" panose="02040503050406030204" pitchFamily="18" charset="0"/>
                        <a:cs typeface="Arial" panose="020B0604020202020204" pitchFamily="34" charset="0"/>
                      </a:rPr>
                      <m:t>+</m:t>
                    </m:r>
                    <m:d>
                      <m:dPr>
                        <m:ctrlPr>
                          <a:rPr lang="en-US" b="1" i="1" smtClean="0">
                            <a:latin typeface="Cambria Math" panose="02040503050406030204" pitchFamily="18" charset="0"/>
                            <a:cs typeface="Arial" panose="020B0604020202020204" pitchFamily="34" charset="0"/>
                          </a:rPr>
                        </m:ctrlPr>
                      </m:dPr>
                      <m:e>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𝟒</m:t>
                        </m:r>
                      </m:e>
                    </m:d>
                    <m:r>
                      <a:rPr lang="en-US" b="1" i="1" smtClean="0">
                        <a:latin typeface="Cambria Math" panose="02040503050406030204" pitchFamily="18" charset="0"/>
                        <a:ea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𝒚</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𝟑</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𝟎</m:t>
                    </m:r>
                    <m:r>
                      <a:rPr lang="en-US" b="1" i="1" smtClean="0">
                        <a:latin typeface="Cambria Math" panose="02040503050406030204" pitchFamily="18" charset="0"/>
                        <a:cs typeface="Arial" panose="020B0604020202020204" pitchFamily="34" charset="0"/>
                      </a:rPr>
                      <m:t>, </m:t>
                    </m:r>
                    <m:r>
                      <a:rPr lang="en-US" b="1" i="1" smtClean="0">
                        <a:latin typeface="Cambria Math" panose="02040503050406030204" pitchFamily="18" charset="0"/>
                        <a:cs typeface="Arial" panose="020B0604020202020204" pitchFamily="34" charset="0"/>
                      </a:rPr>
                      <m:t>𝒂</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𝟏</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𝒃</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𝟒</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𝒄</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𝟑</m:t>
                    </m:r>
                  </m:oMath>
                </a14:m>
                <a:r>
                  <a:rPr lang="en-US" b="1" dirty="0">
                    <a:latin typeface="Cambria Math" panose="02040503050406030204" pitchFamily="18" charset="0"/>
                    <a:cs typeface="Arial" panose="020B0604020202020204" pitchFamily="34" charset="0"/>
                  </a:rPr>
                  <a:t>  </a:t>
                </a:r>
                <a:r>
                  <a:rPr lang="en-US" b="0" dirty="0">
                    <a:latin typeface="Cambria Math" panose="02040503050406030204" pitchFamily="18" charset="0"/>
                    <a:cs typeface="Arial" panose="020B0604020202020204" pitchFamily="34" charset="0"/>
                  </a:rPr>
                  <a:t>as described in the below picture.</a:t>
                </a:r>
              </a:p>
            </p:txBody>
          </p:sp>
        </mc:Choice>
        <mc:Fallback xmlns="">
          <p:sp>
            <p:nvSpPr>
              <p:cNvPr id="6" name="Content Placeholder 5">
                <a:extLst>
                  <a:ext uri="{FF2B5EF4-FFF2-40B4-BE49-F238E27FC236}">
                    <a16:creationId xmlns:a16="http://schemas.microsoft.com/office/drawing/2014/main" id="{75C8F42D-68F5-9BC0-5FC5-9D26B76AB49A}"/>
                  </a:ext>
                </a:extLst>
              </p:cNvPr>
              <p:cNvSpPr>
                <a:spLocks noGrp="1" noRot="1" noChangeAspect="1" noMove="1" noResize="1" noEditPoints="1" noAdjustHandles="1" noChangeArrowheads="1" noChangeShapeType="1" noTextEdit="1"/>
              </p:cNvSpPr>
              <p:nvPr>
                <p:ph idx="1"/>
              </p:nvPr>
            </p:nvSpPr>
            <p:spPr>
              <a:xfrm>
                <a:off x="1645611" y="1600200"/>
                <a:ext cx="9859001" cy="1676400"/>
              </a:xfrm>
              <a:blipFill>
                <a:blip r:embed="rId2"/>
                <a:stretch>
                  <a:fillRect l="-1030" t="-4511" r="-1158"/>
                </a:stretch>
              </a:blipFill>
            </p:spPr>
            <p:txBody>
              <a:bodyPr/>
              <a:lstStyle/>
              <a:p>
                <a:r>
                  <a:rPr lang="en-US">
                    <a:noFill/>
                  </a:rPr>
                  <a:t> </a:t>
                </a:r>
              </a:p>
            </p:txBody>
          </p:sp>
        </mc:Fallback>
      </mc:AlternateContent>
      <p:grpSp>
        <p:nvGrpSpPr>
          <p:cNvPr id="7" name="Group 6">
            <a:extLst>
              <a:ext uri="{FF2B5EF4-FFF2-40B4-BE49-F238E27FC236}">
                <a16:creationId xmlns:a16="http://schemas.microsoft.com/office/drawing/2014/main" id="{42B32645-CD4E-18D8-DF6F-45FC0DF5D1D8}"/>
              </a:ext>
            </a:extLst>
          </p:cNvPr>
          <p:cNvGrpSpPr/>
          <p:nvPr/>
        </p:nvGrpSpPr>
        <p:grpSpPr>
          <a:xfrm>
            <a:off x="1354773" y="3240009"/>
            <a:ext cx="9479279" cy="3588791"/>
            <a:chOff x="1354773" y="3240009"/>
            <a:chExt cx="9479279" cy="3588791"/>
          </a:xfrm>
        </p:grpSpPr>
        <p:grpSp>
          <p:nvGrpSpPr>
            <p:cNvPr id="410" name="Group 409">
              <a:extLst>
                <a:ext uri="{FF2B5EF4-FFF2-40B4-BE49-F238E27FC236}">
                  <a16:creationId xmlns:a16="http://schemas.microsoft.com/office/drawing/2014/main" id="{88B3EBF7-C9A2-D9F2-3358-428A949F3CD4}"/>
                </a:ext>
              </a:extLst>
            </p:cNvPr>
            <p:cNvGrpSpPr/>
            <p:nvPr/>
          </p:nvGrpSpPr>
          <p:grpSpPr>
            <a:xfrm>
              <a:off x="2055812" y="3657600"/>
              <a:ext cx="8778240" cy="2971800"/>
              <a:chOff x="2132012" y="3124200"/>
              <a:chExt cx="8778240" cy="2971800"/>
            </a:xfrm>
          </p:grpSpPr>
          <p:grpSp>
            <p:nvGrpSpPr>
              <p:cNvPr id="403" name="Group 402">
                <a:extLst>
                  <a:ext uri="{FF2B5EF4-FFF2-40B4-BE49-F238E27FC236}">
                    <a16:creationId xmlns:a16="http://schemas.microsoft.com/office/drawing/2014/main" id="{17AB6608-F51E-D44B-5D04-5ADBEFBA3C28}"/>
                  </a:ext>
                </a:extLst>
              </p:cNvPr>
              <p:cNvGrpSpPr/>
              <p:nvPr/>
            </p:nvGrpSpPr>
            <p:grpSpPr>
              <a:xfrm>
                <a:off x="2132012" y="3124200"/>
                <a:ext cx="8778240" cy="2926080"/>
                <a:chOff x="2132012" y="3124200"/>
                <a:chExt cx="8778240" cy="2926080"/>
              </a:xfrm>
            </p:grpSpPr>
            <p:grpSp>
              <p:nvGrpSpPr>
                <p:cNvPr id="125" name="Group 124">
                  <a:extLst>
                    <a:ext uri="{FF2B5EF4-FFF2-40B4-BE49-F238E27FC236}">
                      <a16:creationId xmlns:a16="http://schemas.microsoft.com/office/drawing/2014/main" id="{9CBAC667-CF1B-92BF-8137-C3B66C320A63}"/>
                    </a:ext>
                  </a:extLst>
                </p:cNvPr>
                <p:cNvGrpSpPr/>
                <p:nvPr/>
              </p:nvGrpSpPr>
              <p:grpSpPr>
                <a:xfrm>
                  <a:off x="2132012" y="3124200"/>
                  <a:ext cx="2926080" cy="2926080"/>
                  <a:chOff x="2132012" y="3124200"/>
                  <a:chExt cx="2926080" cy="2926080"/>
                </a:xfrm>
              </p:grpSpPr>
              <p:grpSp>
                <p:nvGrpSpPr>
                  <p:cNvPr id="69" name="Group 68">
                    <a:extLst>
                      <a:ext uri="{FF2B5EF4-FFF2-40B4-BE49-F238E27FC236}">
                        <a16:creationId xmlns:a16="http://schemas.microsoft.com/office/drawing/2014/main" id="{57CE3321-BDA9-BC9D-4458-5A9FDFCC9279}"/>
                      </a:ext>
                    </a:extLst>
                  </p:cNvPr>
                  <p:cNvGrpSpPr/>
                  <p:nvPr/>
                </p:nvGrpSpPr>
                <p:grpSpPr>
                  <a:xfrm>
                    <a:off x="2132012" y="3124200"/>
                    <a:ext cx="2926080" cy="1463040"/>
                    <a:chOff x="2970212" y="4724400"/>
                    <a:chExt cx="2926080" cy="1463040"/>
                  </a:xfrm>
                </p:grpSpPr>
                <p:grpSp>
                  <p:nvGrpSpPr>
                    <p:cNvPr id="41" name="Group 40">
                      <a:extLst>
                        <a:ext uri="{FF2B5EF4-FFF2-40B4-BE49-F238E27FC236}">
                          <a16:creationId xmlns:a16="http://schemas.microsoft.com/office/drawing/2014/main" id="{E591D691-764B-040E-1287-F2E1AFEE5A49}"/>
                        </a:ext>
                      </a:extLst>
                    </p:cNvPr>
                    <p:cNvGrpSpPr/>
                    <p:nvPr/>
                  </p:nvGrpSpPr>
                  <p:grpSpPr>
                    <a:xfrm>
                      <a:off x="2970212" y="4724400"/>
                      <a:ext cx="1463040" cy="1463040"/>
                      <a:chOff x="2970212" y="4724400"/>
                      <a:chExt cx="1463040" cy="1463040"/>
                    </a:xfrm>
                  </p:grpSpPr>
                  <p:grpSp>
                    <p:nvGrpSpPr>
                      <p:cNvPr id="21" name="Group 20">
                        <a:extLst>
                          <a:ext uri="{FF2B5EF4-FFF2-40B4-BE49-F238E27FC236}">
                            <a16:creationId xmlns:a16="http://schemas.microsoft.com/office/drawing/2014/main" id="{3FE1A9B0-E26D-384A-8587-D9FB00A3D72B}"/>
                          </a:ext>
                        </a:extLst>
                      </p:cNvPr>
                      <p:cNvGrpSpPr/>
                      <p:nvPr/>
                    </p:nvGrpSpPr>
                    <p:grpSpPr>
                      <a:xfrm>
                        <a:off x="2970212" y="4724400"/>
                        <a:ext cx="1463040" cy="731520"/>
                        <a:chOff x="2970212" y="4724400"/>
                        <a:chExt cx="1463040" cy="731520"/>
                      </a:xfrm>
                    </p:grpSpPr>
                    <p:grpSp>
                      <p:nvGrpSpPr>
                        <p:cNvPr id="12" name="Group 11">
                          <a:extLst>
                            <a:ext uri="{FF2B5EF4-FFF2-40B4-BE49-F238E27FC236}">
                              <a16:creationId xmlns:a16="http://schemas.microsoft.com/office/drawing/2014/main" id="{D8B94FAE-1D6F-221E-9C77-92A447977311}"/>
                            </a:ext>
                          </a:extLst>
                        </p:cNvPr>
                        <p:cNvGrpSpPr/>
                        <p:nvPr/>
                      </p:nvGrpSpPr>
                      <p:grpSpPr>
                        <a:xfrm>
                          <a:off x="2970212" y="4724400"/>
                          <a:ext cx="731520" cy="731520"/>
                          <a:chOff x="2970212" y="4724400"/>
                          <a:chExt cx="731520" cy="731520"/>
                        </a:xfrm>
                      </p:grpSpPr>
                      <p:grpSp>
                        <p:nvGrpSpPr>
                          <p:cNvPr id="9" name="Group 8">
                            <a:extLst>
                              <a:ext uri="{FF2B5EF4-FFF2-40B4-BE49-F238E27FC236}">
                                <a16:creationId xmlns:a16="http://schemas.microsoft.com/office/drawing/2014/main" id="{FDA4200E-7308-5745-D397-42C3A1941F97}"/>
                              </a:ext>
                            </a:extLst>
                          </p:cNvPr>
                          <p:cNvGrpSpPr/>
                          <p:nvPr/>
                        </p:nvGrpSpPr>
                        <p:grpSpPr>
                          <a:xfrm>
                            <a:off x="2970212" y="4724400"/>
                            <a:ext cx="731520" cy="365760"/>
                            <a:chOff x="2970212" y="4724400"/>
                            <a:chExt cx="731520" cy="365760"/>
                          </a:xfrm>
                        </p:grpSpPr>
                        <p:sp>
                          <p:nvSpPr>
                            <p:cNvPr id="4" name="Rectangle 3">
                              <a:extLst>
                                <a:ext uri="{FF2B5EF4-FFF2-40B4-BE49-F238E27FC236}">
                                  <a16:creationId xmlns:a16="http://schemas.microsoft.com/office/drawing/2014/main" id="{40A1CE94-EFD3-2136-E072-F672753A679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AA4C45E6-FCD4-0567-B532-9A52124BA01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 name="Rectangle 9">
                            <a:extLst>
                              <a:ext uri="{FF2B5EF4-FFF2-40B4-BE49-F238E27FC236}">
                                <a16:creationId xmlns:a16="http://schemas.microsoft.com/office/drawing/2014/main" id="{A0B5002B-6CF4-9256-9D80-1757C55991E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 name="Rectangle 10">
                            <a:extLst>
                              <a:ext uri="{FF2B5EF4-FFF2-40B4-BE49-F238E27FC236}">
                                <a16:creationId xmlns:a16="http://schemas.microsoft.com/office/drawing/2014/main" id="{7948705D-8B21-7B36-379C-C3D1BF9047A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F8F5FDF1-4199-1447-6130-7EB6BD3D2F1D}"/>
                            </a:ext>
                          </a:extLst>
                        </p:cNvPr>
                        <p:cNvGrpSpPr/>
                        <p:nvPr/>
                      </p:nvGrpSpPr>
                      <p:grpSpPr>
                        <a:xfrm>
                          <a:off x="3701732" y="4724400"/>
                          <a:ext cx="731520" cy="731520"/>
                          <a:chOff x="2970212" y="4724400"/>
                          <a:chExt cx="731520" cy="731520"/>
                        </a:xfrm>
                      </p:grpSpPr>
                      <p:grpSp>
                        <p:nvGrpSpPr>
                          <p:cNvPr id="16" name="Group 15">
                            <a:extLst>
                              <a:ext uri="{FF2B5EF4-FFF2-40B4-BE49-F238E27FC236}">
                                <a16:creationId xmlns:a16="http://schemas.microsoft.com/office/drawing/2014/main" id="{78EF4743-9A9F-A0A7-0608-53590E58AF48}"/>
                              </a:ext>
                            </a:extLst>
                          </p:cNvPr>
                          <p:cNvGrpSpPr/>
                          <p:nvPr/>
                        </p:nvGrpSpPr>
                        <p:grpSpPr>
                          <a:xfrm>
                            <a:off x="2970212" y="4724400"/>
                            <a:ext cx="731520" cy="365760"/>
                            <a:chOff x="2970212" y="4724400"/>
                            <a:chExt cx="731520" cy="365760"/>
                          </a:xfrm>
                        </p:grpSpPr>
                        <p:sp>
                          <p:nvSpPr>
                            <p:cNvPr id="19" name="Rectangle 18">
                              <a:extLst>
                                <a:ext uri="{FF2B5EF4-FFF2-40B4-BE49-F238E27FC236}">
                                  <a16:creationId xmlns:a16="http://schemas.microsoft.com/office/drawing/2014/main" id="{EA711D48-D6C3-65ED-4089-C8498EEAB111}"/>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 name="Rectangle 19">
                              <a:extLst>
                                <a:ext uri="{FF2B5EF4-FFF2-40B4-BE49-F238E27FC236}">
                                  <a16:creationId xmlns:a16="http://schemas.microsoft.com/office/drawing/2014/main" id="{6F418835-1B9D-65D8-0266-23456CAAF174}"/>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ABFAFC10-8BDA-1167-B0C6-EFB75A83681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8" name="Rectangle 17">
                            <a:extLst>
                              <a:ext uri="{FF2B5EF4-FFF2-40B4-BE49-F238E27FC236}">
                                <a16:creationId xmlns:a16="http://schemas.microsoft.com/office/drawing/2014/main" id="{5C71C587-4D6E-565C-9679-F5FAFD607D0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8" name="Group 27">
                        <a:extLst>
                          <a:ext uri="{FF2B5EF4-FFF2-40B4-BE49-F238E27FC236}">
                            <a16:creationId xmlns:a16="http://schemas.microsoft.com/office/drawing/2014/main" id="{49373B72-7E08-2D1A-F813-2A9786513C90}"/>
                          </a:ext>
                        </a:extLst>
                      </p:cNvPr>
                      <p:cNvGrpSpPr/>
                      <p:nvPr/>
                    </p:nvGrpSpPr>
                    <p:grpSpPr>
                      <a:xfrm>
                        <a:off x="2970212" y="5455920"/>
                        <a:ext cx="1463040" cy="731520"/>
                        <a:chOff x="2970212" y="4724400"/>
                        <a:chExt cx="1463040" cy="731520"/>
                      </a:xfrm>
                    </p:grpSpPr>
                    <p:grpSp>
                      <p:nvGrpSpPr>
                        <p:cNvPr id="29" name="Group 28">
                          <a:extLst>
                            <a:ext uri="{FF2B5EF4-FFF2-40B4-BE49-F238E27FC236}">
                              <a16:creationId xmlns:a16="http://schemas.microsoft.com/office/drawing/2014/main" id="{5718B21C-F6A5-7D68-5C18-101867B9D4A3}"/>
                            </a:ext>
                          </a:extLst>
                        </p:cNvPr>
                        <p:cNvGrpSpPr/>
                        <p:nvPr/>
                      </p:nvGrpSpPr>
                      <p:grpSpPr>
                        <a:xfrm>
                          <a:off x="2970212" y="4724400"/>
                          <a:ext cx="731520" cy="731520"/>
                          <a:chOff x="2970212" y="4724400"/>
                          <a:chExt cx="731520" cy="731520"/>
                        </a:xfrm>
                      </p:grpSpPr>
                      <p:grpSp>
                        <p:nvGrpSpPr>
                          <p:cNvPr id="36" name="Group 35">
                            <a:extLst>
                              <a:ext uri="{FF2B5EF4-FFF2-40B4-BE49-F238E27FC236}">
                                <a16:creationId xmlns:a16="http://schemas.microsoft.com/office/drawing/2014/main" id="{3B278792-A4BC-D4E5-0966-FE8BB6FDDF9B}"/>
                              </a:ext>
                            </a:extLst>
                          </p:cNvPr>
                          <p:cNvGrpSpPr/>
                          <p:nvPr/>
                        </p:nvGrpSpPr>
                        <p:grpSpPr>
                          <a:xfrm>
                            <a:off x="2970212" y="4724400"/>
                            <a:ext cx="731520" cy="365760"/>
                            <a:chOff x="2970212" y="4724400"/>
                            <a:chExt cx="731520" cy="365760"/>
                          </a:xfrm>
                        </p:grpSpPr>
                        <p:sp>
                          <p:nvSpPr>
                            <p:cNvPr id="39" name="Rectangle 38">
                              <a:extLst>
                                <a:ext uri="{FF2B5EF4-FFF2-40B4-BE49-F238E27FC236}">
                                  <a16:creationId xmlns:a16="http://schemas.microsoft.com/office/drawing/2014/main" id="{13A8CF73-5EB4-9A75-6143-563910E97BF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 name="Rectangle 39">
                              <a:extLst>
                                <a:ext uri="{FF2B5EF4-FFF2-40B4-BE49-F238E27FC236}">
                                  <a16:creationId xmlns:a16="http://schemas.microsoft.com/office/drawing/2014/main" id="{9D4E0F80-DD44-E107-7159-2C4A9C649327}"/>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7" name="Rectangle 36">
                            <a:extLst>
                              <a:ext uri="{FF2B5EF4-FFF2-40B4-BE49-F238E27FC236}">
                                <a16:creationId xmlns:a16="http://schemas.microsoft.com/office/drawing/2014/main" id="{260A1155-EDF9-E4A7-6C6C-E9E13E59295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 name="Rectangle 37">
                            <a:extLst>
                              <a:ext uri="{FF2B5EF4-FFF2-40B4-BE49-F238E27FC236}">
                                <a16:creationId xmlns:a16="http://schemas.microsoft.com/office/drawing/2014/main" id="{25B1D993-EE4A-69DE-A5FA-47373AFFE06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2E2EF1A7-9B43-2820-2A53-D0C1CDDEF949}"/>
                            </a:ext>
                          </a:extLst>
                        </p:cNvPr>
                        <p:cNvGrpSpPr/>
                        <p:nvPr/>
                      </p:nvGrpSpPr>
                      <p:grpSpPr>
                        <a:xfrm>
                          <a:off x="3701732" y="4724400"/>
                          <a:ext cx="731520" cy="731520"/>
                          <a:chOff x="2970212" y="4724400"/>
                          <a:chExt cx="731520" cy="731520"/>
                        </a:xfrm>
                      </p:grpSpPr>
                      <p:grpSp>
                        <p:nvGrpSpPr>
                          <p:cNvPr id="31" name="Group 30">
                            <a:extLst>
                              <a:ext uri="{FF2B5EF4-FFF2-40B4-BE49-F238E27FC236}">
                                <a16:creationId xmlns:a16="http://schemas.microsoft.com/office/drawing/2014/main" id="{A18F52D0-B7F7-C731-7DE7-6883F2C935CD}"/>
                              </a:ext>
                            </a:extLst>
                          </p:cNvPr>
                          <p:cNvGrpSpPr/>
                          <p:nvPr/>
                        </p:nvGrpSpPr>
                        <p:grpSpPr>
                          <a:xfrm>
                            <a:off x="2970212" y="4724400"/>
                            <a:ext cx="731520" cy="365760"/>
                            <a:chOff x="2970212" y="4724400"/>
                            <a:chExt cx="731520" cy="365760"/>
                          </a:xfrm>
                        </p:grpSpPr>
                        <p:sp>
                          <p:nvSpPr>
                            <p:cNvPr id="34" name="Rectangle 33">
                              <a:extLst>
                                <a:ext uri="{FF2B5EF4-FFF2-40B4-BE49-F238E27FC236}">
                                  <a16:creationId xmlns:a16="http://schemas.microsoft.com/office/drawing/2014/main" id="{8437F47D-5007-6290-FFE2-C4DEA9740CA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 name="Rectangle 34">
                              <a:extLst>
                                <a:ext uri="{FF2B5EF4-FFF2-40B4-BE49-F238E27FC236}">
                                  <a16:creationId xmlns:a16="http://schemas.microsoft.com/office/drawing/2014/main" id="{036B0E81-F778-8426-B1F3-DFC4B751109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2" name="Rectangle 31">
                            <a:extLst>
                              <a:ext uri="{FF2B5EF4-FFF2-40B4-BE49-F238E27FC236}">
                                <a16:creationId xmlns:a16="http://schemas.microsoft.com/office/drawing/2014/main" id="{DA846111-1FC3-30BC-794A-5430619991D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 name="Rectangle 32">
                            <a:extLst>
                              <a:ext uri="{FF2B5EF4-FFF2-40B4-BE49-F238E27FC236}">
                                <a16:creationId xmlns:a16="http://schemas.microsoft.com/office/drawing/2014/main" id="{948700FF-46EE-7304-FD9E-9ADE26AE2AEB}"/>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42" name="Group 41">
                      <a:extLst>
                        <a:ext uri="{FF2B5EF4-FFF2-40B4-BE49-F238E27FC236}">
                          <a16:creationId xmlns:a16="http://schemas.microsoft.com/office/drawing/2014/main" id="{172ABDE7-1C1D-2911-7658-525298CE9549}"/>
                        </a:ext>
                      </a:extLst>
                    </p:cNvPr>
                    <p:cNvGrpSpPr/>
                    <p:nvPr/>
                  </p:nvGrpSpPr>
                  <p:grpSpPr>
                    <a:xfrm>
                      <a:off x="4433252" y="4724400"/>
                      <a:ext cx="1463040" cy="1463040"/>
                      <a:chOff x="2970212" y="4724400"/>
                      <a:chExt cx="1463040" cy="1463040"/>
                    </a:xfrm>
                  </p:grpSpPr>
                  <p:grpSp>
                    <p:nvGrpSpPr>
                      <p:cNvPr id="43" name="Group 42">
                        <a:extLst>
                          <a:ext uri="{FF2B5EF4-FFF2-40B4-BE49-F238E27FC236}">
                            <a16:creationId xmlns:a16="http://schemas.microsoft.com/office/drawing/2014/main" id="{0B454B95-6AED-5998-C509-C0BAC8087CE0}"/>
                          </a:ext>
                        </a:extLst>
                      </p:cNvPr>
                      <p:cNvGrpSpPr/>
                      <p:nvPr/>
                    </p:nvGrpSpPr>
                    <p:grpSpPr>
                      <a:xfrm>
                        <a:off x="2970212" y="4724400"/>
                        <a:ext cx="1463040" cy="731520"/>
                        <a:chOff x="2970212" y="4724400"/>
                        <a:chExt cx="1463040" cy="731520"/>
                      </a:xfrm>
                    </p:grpSpPr>
                    <p:grpSp>
                      <p:nvGrpSpPr>
                        <p:cNvPr id="57" name="Group 56">
                          <a:extLst>
                            <a:ext uri="{FF2B5EF4-FFF2-40B4-BE49-F238E27FC236}">
                              <a16:creationId xmlns:a16="http://schemas.microsoft.com/office/drawing/2014/main" id="{CE03F92E-45A3-4EB2-EC57-2A11F3AE20CF}"/>
                            </a:ext>
                          </a:extLst>
                        </p:cNvPr>
                        <p:cNvGrpSpPr/>
                        <p:nvPr/>
                      </p:nvGrpSpPr>
                      <p:grpSpPr>
                        <a:xfrm>
                          <a:off x="2970212" y="4724400"/>
                          <a:ext cx="731520" cy="731520"/>
                          <a:chOff x="2970212" y="4724400"/>
                          <a:chExt cx="731520" cy="731520"/>
                        </a:xfrm>
                      </p:grpSpPr>
                      <p:grpSp>
                        <p:nvGrpSpPr>
                          <p:cNvPr id="64" name="Group 63">
                            <a:extLst>
                              <a:ext uri="{FF2B5EF4-FFF2-40B4-BE49-F238E27FC236}">
                                <a16:creationId xmlns:a16="http://schemas.microsoft.com/office/drawing/2014/main" id="{B1920F4D-A5A2-27FE-AEB3-9AD7FC1BAED2}"/>
                              </a:ext>
                            </a:extLst>
                          </p:cNvPr>
                          <p:cNvGrpSpPr/>
                          <p:nvPr/>
                        </p:nvGrpSpPr>
                        <p:grpSpPr>
                          <a:xfrm>
                            <a:off x="2970212" y="4724400"/>
                            <a:ext cx="731520" cy="365760"/>
                            <a:chOff x="2970212" y="4724400"/>
                            <a:chExt cx="731520" cy="365760"/>
                          </a:xfrm>
                        </p:grpSpPr>
                        <p:sp>
                          <p:nvSpPr>
                            <p:cNvPr id="67" name="Rectangle 66">
                              <a:extLst>
                                <a:ext uri="{FF2B5EF4-FFF2-40B4-BE49-F238E27FC236}">
                                  <a16:creationId xmlns:a16="http://schemas.microsoft.com/office/drawing/2014/main" id="{1B96144B-3BC7-5C9C-7EA3-9C021A70CB7F}"/>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8" name="Rectangle 67">
                              <a:extLst>
                                <a:ext uri="{FF2B5EF4-FFF2-40B4-BE49-F238E27FC236}">
                                  <a16:creationId xmlns:a16="http://schemas.microsoft.com/office/drawing/2014/main" id="{05B0656E-5999-0B70-7CE7-274773257D6E}"/>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65" name="Rectangle 64">
                            <a:extLst>
                              <a:ext uri="{FF2B5EF4-FFF2-40B4-BE49-F238E27FC236}">
                                <a16:creationId xmlns:a16="http://schemas.microsoft.com/office/drawing/2014/main" id="{5F464F21-5061-D038-E819-C7DF0BE7261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6" name="Rectangle 65">
                            <a:extLst>
                              <a:ext uri="{FF2B5EF4-FFF2-40B4-BE49-F238E27FC236}">
                                <a16:creationId xmlns:a16="http://schemas.microsoft.com/office/drawing/2014/main" id="{933FEF85-2585-0566-D089-AD52D2C61DC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58" name="Group 57">
                          <a:extLst>
                            <a:ext uri="{FF2B5EF4-FFF2-40B4-BE49-F238E27FC236}">
                              <a16:creationId xmlns:a16="http://schemas.microsoft.com/office/drawing/2014/main" id="{6EE20B55-F3DE-4BA5-4002-4C8F7847D116}"/>
                            </a:ext>
                          </a:extLst>
                        </p:cNvPr>
                        <p:cNvGrpSpPr/>
                        <p:nvPr/>
                      </p:nvGrpSpPr>
                      <p:grpSpPr>
                        <a:xfrm>
                          <a:off x="3701732" y="4724400"/>
                          <a:ext cx="731520" cy="731520"/>
                          <a:chOff x="2970212" y="4724400"/>
                          <a:chExt cx="731520" cy="731520"/>
                        </a:xfrm>
                      </p:grpSpPr>
                      <p:grpSp>
                        <p:nvGrpSpPr>
                          <p:cNvPr id="59" name="Group 58">
                            <a:extLst>
                              <a:ext uri="{FF2B5EF4-FFF2-40B4-BE49-F238E27FC236}">
                                <a16:creationId xmlns:a16="http://schemas.microsoft.com/office/drawing/2014/main" id="{3255FB4D-5554-8B8E-0C7A-28F863B6B67B}"/>
                              </a:ext>
                            </a:extLst>
                          </p:cNvPr>
                          <p:cNvGrpSpPr/>
                          <p:nvPr/>
                        </p:nvGrpSpPr>
                        <p:grpSpPr>
                          <a:xfrm>
                            <a:off x="2970212" y="4724400"/>
                            <a:ext cx="731520" cy="365760"/>
                            <a:chOff x="2970212" y="4724400"/>
                            <a:chExt cx="731520" cy="365760"/>
                          </a:xfrm>
                        </p:grpSpPr>
                        <p:sp>
                          <p:nvSpPr>
                            <p:cNvPr id="62" name="Rectangle 61">
                              <a:extLst>
                                <a:ext uri="{FF2B5EF4-FFF2-40B4-BE49-F238E27FC236}">
                                  <a16:creationId xmlns:a16="http://schemas.microsoft.com/office/drawing/2014/main" id="{6387A1E8-475B-82DC-CC51-10242640AF9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3" name="Rectangle 62">
                              <a:extLst>
                                <a:ext uri="{FF2B5EF4-FFF2-40B4-BE49-F238E27FC236}">
                                  <a16:creationId xmlns:a16="http://schemas.microsoft.com/office/drawing/2014/main" id="{E1262F7B-14BA-BC08-8254-4E74B858383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60" name="Rectangle 59">
                            <a:extLst>
                              <a:ext uri="{FF2B5EF4-FFF2-40B4-BE49-F238E27FC236}">
                                <a16:creationId xmlns:a16="http://schemas.microsoft.com/office/drawing/2014/main" id="{251DA5CD-9A2C-1716-7390-4CF9F7FE5FA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1" name="Rectangle 60">
                            <a:extLst>
                              <a:ext uri="{FF2B5EF4-FFF2-40B4-BE49-F238E27FC236}">
                                <a16:creationId xmlns:a16="http://schemas.microsoft.com/office/drawing/2014/main" id="{563E7A1D-EA89-29BD-301D-3385197B513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44" name="Group 43">
                        <a:extLst>
                          <a:ext uri="{FF2B5EF4-FFF2-40B4-BE49-F238E27FC236}">
                            <a16:creationId xmlns:a16="http://schemas.microsoft.com/office/drawing/2014/main" id="{3F03E808-9C24-C334-856A-3AF613303F02}"/>
                          </a:ext>
                        </a:extLst>
                      </p:cNvPr>
                      <p:cNvGrpSpPr/>
                      <p:nvPr/>
                    </p:nvGrpSpPr>
                    <p:grpSpPr>
                      <a:xfrm>
                        <a:off x="2970212" y="5455920"/>
                        <a:ext cx="1463040" cy="731520"/>
                        <a:chOff x="2970212" y="4724400"/>
                        <a:chExt cx="1463040" cy="731520"/>
                      </a:xfrm>
                    </p:grpSpPr>
                    <p:grpSp>
                      <p:nvGrpSpPr>
                        <p:cNvPr id="45" name="Group 44">
                          <a:extLst>
                            <a:ext uri="{FF2B5EF4-FFF2-40B4-BE49-F238E27FC236}">
                              <a16:creationId xmlns:a16="http://schemas.microsoft.com/office/drawing/2014/main" id="{F7A39F38-820C-4B63-0005-B627346FCF22}"/>
                            </a:ext>
                          </a:extLst>
                        </p:cNvPr>
                        <p:cNvGrpSpPr/>
                        <p:nvPr/>
                      </p:nvGrpSpPr>
                      <p:grpSpPr>
                        <a:xfrm>
                          <a:off x="2970212" y="4724400"/>
                          <a:ext cx="731520" cy="731520"/>
                          <a:chOff x="2970212" y="4724400"/>
                          <a:chExt cx="731520" cy="731520"/>
                        </a:xfrm>
                      </p:grpSpPr>
                      <p:grpSp>
                        <p:nvGrpSpPr>
                          <p:cNvPr id="52" name="Group 51">
                            <a:extLst>
                              <a:ext uri="{FF2B5EF4-FFF2-40B4-BE49-F238E27FC236}">
                                <a16:creationId xmlns:a16="http://schemas.microsoft.com/office/drawing/2014/main" id="{F1758ADC-828F-B3B2-3659-EBD8EC5426E7}"/>
                              </a:ext>
                            </a:extLst>
                          </p:cNvPr>
                          <p:cNvGrpSpPr/>
                          <p:nvPr/>
                        </p:nvGrpSpPr>
                        <p:grpSpPr>
                          <a:xfrm>
                            <a:off x="2970212" y="4724400"/>
                            <a:ext cx="731520" cy="365760"/>
                            <a:chOff x="2970212" y="4724400"/>
                            <a:chExt cx="731520" cy="365760"/>
                          </a:xfrm>
                        </p:grpSpPr>
                        <p:sp>
                          <p:nvSpPr>
                            <p:cNvPr id="55" name="Rectangle 54">
                              <a:extLst>
                                <a:ext uri="{FF2B5EF4-FFF2-40B4-BE49-F238E27FC236}">
                                  <a16:creationId xmlns:a16="http://schemas.microsoft.com/office/drawing/2014/main" id="{5F54D3B5-1228-CD52-8DE6-24916633AC3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6" name="Rectangle 55">
                              <a:extLst>
                                <a:ext uri="{FF2B5EF4-FFF2-40B4-BE49-F238E27FC236}">
                                  <a16:creationId xmlns:a16="http://schemas.microsoft.com/office/drawing/2014/main" id="{297F7C33-C433-C621-F5EF-CB8A73500DB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53" name="Rectangle 52">
                            <a:extLst>
                              <a:ext uri="{FF2B5EF4-FFF2-40B4-BE49-F238E27FC236}">
                                <a16:creationId xmlns:a16="http://schemas.microsoft.com/office/drawing/2014/main" id="{041D8961-5A58-EAC7-4F60-37E2F065010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4" name="Rectangle 53">
                            <a:extLst>
                              <a:ext uri="{FF2B5EF4-FFF2-40B4-BE49-F238E27FC236}">
                                <a16:creationId xmlns:a16="http://schemas.microsoft.com/office/drawing/2014/main" id="{43D832B5-98C0-9773-46AC-B4F4808D74EC}"/>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46" name="Group 45">
                          <a:extLst>
                            <a:ext uri="{FF2B5EF4-FFF2-40B4-BE49-F238E27FC236}">
                              <a16:creationId xmlns:a16="http://schemas.microsoft.com/office/drawing/2014/main" id="{CE22E725-4FAF-F456-61B3-1AD9FD78B673}"/>
                            </a:ext>
                          </a:extLst>
                        </p:cNvPr>
                        <p:cNvGrpSpPr/>
                        <p:nvPr/>
                      </p:nvGrpSpPr>
                      <p:grpSpPr>
                        <a:xfrm>
                          <a:off x="3701732" y="4724400"/>
                          <a:ext cx="731520" cy="731520"/>
                          <a:chOff x="2970212" y="4724400"/>
                          <a:chExt cx="731520" cy="731520"/>
                        </a:xfrm>
                      </p:grpSpPr>
                      <p:grpSp>
                        <p:nvGrpSpPr>
                          <p:cNvPr id="47" name="Group 46">
                            <a:extLst>
                              <a:ext uri="{FF2B5EF4-FFF2-40B4-BE49-F238E27FC236}">
                                <a16:creationId xmlns:a16="http://schemas.microsoft.com/office/drawing/2014/main" id="{299BEFDF-8275-E8F6-6CD0-5064A6D17B4C}"/>
                              </a:ext>
                            </a:extLst>
                          </p:cNvPr>
                          <p:cNvGrpSpPr/>
                          <p:nvPr/>
                        </p:nvGrpSpPr>
                        <p:grpSpPr>
                          <a:xfrm>
                            <a:off x="2970212" y="4724400"/>
                            <a:ext cx="731520" cy="365760"/>
                            <a:chOff x="2970212" y="4724400"/>
                            <a:chExt cx="731520" cy="365760"/>
                          </a:xfrm>
                        </p:grpSpPr>
                        <p:sp>
                          <p:nvSpPr>
                            <p:cNvPr id="50" name="Rectangle 49">
                              <a:extLst>
                                <a:ext uri="{FF2B5EF4-FFF2-40B4-BE49-F238E27FC236}">
                                  <a16:creationId xmlns:a16="http://schemas.microsoft.com/office/drawing/2014/main" id="{0A617FE3-F397-5B24-3183-B268F92FC3E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1" name="Rectangle 50">
                              <a:extLst>
                                <a:ext uri="{FF2B5EF4-FFF2-40B4-BE49-F238E27FC236}">
                                  <a16:creationId xmlns:a16="http://schemas.microsoft.com/office/drawing/2014/main" id="{683B4162-9B1A-98EB-80B3-CCAB33FFE7D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48" name="Rectangle 47">
                            <a:extLst>
                              <a:ext uri="{FF2B5EF4-FFF2-40B4-BE49-F238E27FC236}">
                                <a16:creationId xmlns:a16="http://schemas.microsoft.com/office/drawing/2014/main" id="{AC91D1CB-EDC8-AE8C-73C6-97463B4845F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9" name="Rectangle 48">
                            <a:extLst>
                              <a:ext uri="{FF2B5EF4-FFF2-40B4-BE49-F238E27FC236}">
                                <a16:creationId xmlns:a16="http://schemas.microsoft.com/office/drawing/2014/main" id="{CF654491-3515-DDCB-8697-EBAD8A13ECE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70" name="Group 69">
                    <a:extLst>
                      <a:ext uri="{FF2B5EF4-FFF2-40B4-BE49-F238E27FC236}">
                        <a16:creationId xmlns:a16="http://schemas.microsoft.com/office/drawing/2014/main" id="{E95469E0-711B-401E-894B-91041B2AF119}"/>
                      </a:ext>
                    </a:extLst>
                  </p:cNvPr>
                  <p:cNvGrpSpPr/>
                  <p:nvPr/>
                </p:nvGrpSpPr>
                <p:grpSpPr>
                  <a:xfrm>
                    <a:off x="2132012" y="4587240"/>
                    <a:ext cx="2926080" cy="1463040"/>
                    <a:chOff x="2970212" y="4724400"/>
                    <a:chExt cx="2926080" cy="1463040"/>
                  </a:xfrm>
                </p:grpSpPr>
                <p:grpSp>
                  <p:nvGrpSpPr>
                    <p:cNvPr id="71" name="Group 70">
                      <a:extLst>
                        <a:ext uri="{FF2B5EF4-FFF2-40B4-BE49-F238E27FC236}">
                          <a16:creationId xmlns:a16="http://schemas.microsoft.com/office/drawing/2014/main" id="{6063D257-015D-E24A-EA83-C81CD94D8E19}"/>
                        </a:ext>
                      </a:extLst>
                    </p:cNvPr>
                    <p:cNvGrpSpPr/>
                    <p:nvPr/>
                  </p:nvGrpSpPr>
                  <p:grpSpPr>
                    <a:xfrm>
                      <a:off x="2970212" y="4724400"/>
                      <a:ext cx="1463040" cy="1463040"/>
                      <a:chOff x="2970212" y="4724400"/>
                      <a:chExt cx="1463040" cy="1463040"/>
                    </a:xfrm>
                  </p:grpSpPr>
                  <p:grpSp>
                    <p:nvGrpSpPr>
                      <p:cNvPr id="99" name="Group 98">
                        <a:extLst>
                          <a:ext uri="{FF2B5EF4-FFF2-40B4-BE49-F238E27FC236}">
                            <a16:creationId xmlns:a16="http://schemas.microsoft.com/office/drawing/2014/main" id="{3EDDBEC6-7846-E653-FD8E-B3C71DCC2E4D}"/>
                          </a:ext>
                        </a:extLst>
                      </p:cNvPr>
                      <p:cNvGrpSpPr/>
                      <p:nvPr/>
                    </p:nvGrpSpPr>
                    <p:grpSpPr>
                      <a:xfrm>
                        <a:off x="2970212" y="4724400"/>
                        <a:ext cx="1463040" cy="731520"/>
                        <a:chOff x="2970212" y="4724400"/>
                        <a:chExt cx="1463040" cy="731520"/>
                      </a:xfrm>
                    </p:grpSpPr>
                    <p:grpSp>
                      <p:nvGrpSpPr>
                        <p:cNvPr id="113" name="Group 112">
                          <a:extLst>
                            <a:ext uri="{FF2B5EF4-FFF2-40B4-BE49-F238E27FC236}">
                              <a16:creationId xmlns:a16="http://schemas.microsoft.com/office/drawing/2014/main" id="{A3F75599-EAA3-FFBF-E7B8-D987A8832813}"/>
                            </a:ext>
                          </a:extLst>
                        </p:cNvPr>
                        <p:cNvGrpSpPr/>
                        <p:nvPr/>
                      </p:nvGrpSpPr>
                      <p:grpSpPr>
                        <a:xfrm>
                          <a:off x="2970212" y="4724400"/>
                          <a:ext cx="731520" cy="731520"/>
                          <a:chOff x="2970212" y="4724400"/>
                          <a:chExt cx="731520" cy="731520"/>
                        </a:xfrm>
                      </p:grpSpPr>
                      <p:grpSp>
                        <p:nvGrpSpPr>
                          <p:cNvPr id="120" name="Group 119">
                            <a:extLst>
                              <a:ext uri="{FF2B5EF4-FFF2-40B4-BE49-F238E27FC236}">
                                <a16:creationId xmlns:a16="http://schemas.microsoft.com/office/drawing/2014/main" id="{CDE596BE-B4E6-1733-084F-28E76F7CA6F9}"/>
                              </a:ext>
                            </a:extLst>
                          </p:cNvPr>
                          <p:cNvGrpSpPr/>
                          <p:nvPr/>
                        </p:nvGrpSpPr>
                        <p:grpSpPr>
                          <a:xfrm>
                            <a:off x="2970212" y="4724400"/>
                            <a:ext cx="731520" cy="365760"/>
                            <a:chOff x="2970212" y="4724400"/>
                            <a:chExt cx="731520" cy="365760"/>
                          </a:xfrm>
                        </p:grpSpPr>
                        <p:sp>
                          <p:nvSpPr>
                            <p:cNvPr id="123" name="Rectangle 122">
                              <a:extLst>
                                <a:ext uri="{FF2B5EF4-FFF2-40B4-BE49-F238E27FC236}">
                                  <a16:creationId xmlns:a16="http://schemas.microsoft.com/office/drawing/2014/main" id="{B0D96188-04A0-22D5-D874-095A052F9AB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4" name="Rectangle 123">
                              <a:extLst>
                                <a:ext uri="{FF2B5EF4-FFF2-40B4-BE49-F238E27FC236}">
                                  <a16:creationId xmlns:a16="http://schemas.microsoft.com/office/drawing/2014/main" id="{BC6B740B-A72F-B611-6CF9-D4CBE8D9054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21" name="Rectangle 120">
                            <a:extLst>
                              <a:ext uri="{FF2B5EF4-FFF2-40B4-BE49-F238E27FC236}">
                                <a16:creationId xmlns:a16="http://schemas.microsoft.com/office/drawing/2014/main" id="{B507DF56-15B3-21BF-23DF-27625BC533B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2" name="Rectangle 121">
                            <a:extLst>
                              <a:ext uri="{FF2B5EF4-FFF2-40B4-BE49-F238E27FC236}">
                                <a16:creationId xmlns:a16="http://schemas.microsoft.com/office/drawing/2014/main" id="{A15750D7-5656-46D8-7720-FE6AE66AAD7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14" name="Group 113">
                          <a:extLst>
                            <a:ext uri="{FF2B5EF4-FFF2-40B4-BE49-F238E27FC236}">
                              <a16:creationId xmlns:a16="http://schemas.microsoft.com/office/drawing/2014/main" id="{167AE103-F7A8-D8EE-786D-03E04FDEC31A}"/>
                            </a:ext>
                          </a:extLst>
                        </p:cNvPr>
                        <p:cNvGrpSpPr/>
                        <p:nvPr/>
                      </p:nvGrpSpPr>
                      <p:grpSpPr>
                        <a:xfrm>
                          <a:off x="3701732" y="4724400"/>
                          <a:ext cx="731520" cy="731520"/>
                          <a:chOff x="2970212" y="4724400"/>
                          <a:chExt cx="731520" cy="731520"/>
                        </a:xfrm>
                      </p:grpSpPr>
                      <p:grpSp>
                        <p:nvGrpSpPr>
                          <p:cNvPr id="115" name="Group 114">
                            <a:extLst>
                              <a:ext uri="{FF2B5EF4-FFF2-40B4-BE49-F238E27FC236}">
                                <a16:creationId xmlns:a16="http://schemas.microsoft.com/office/drawing/2014/main" id="{6848AAFC-3591-A12C-4B2F-CF6C1ACA0D30}"/>
                              </a:ext>
                            </a:extLst>
                          </p:cNvPr>
                          <p:cNvGrpSpPr/>
                          <p:nvPr/>
                        </p:nvGrpSpPr>
                        <p:grpSpPr>
                          <a:xfrm>
                            <a:off x="2970212" y="4724400"/>
                            <a:ext cx="731520" cy="365760"/>
                            <a:chOff x="2970212" y="4724400"/>
                            <a:chExt cx="731520" cy="365760"/>
                          </a:xfrm>
                        </p:grpSpPr>
                        <p:sp>
                          <p:nvSpPr>
                            <p:cNvPr id="118" name="Rectangle 117">
                              <a:extLst>
                                <a:ext uri="{FF2B5EF4-FFF2-40B4-BE49-F238E27FC236}">
                                  <a16:creationId xmlns:a16="http://schemas.microsoft.com/office/drawing/2014/main" id="{2F4780AA-FB05-B79A-D9E9-DD6E1A217F3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9" name="Rectangle 118">
                              <a:extLst>
                                <a:ext uri="{FF2B5EF4-FFF2-40B4-BE49-F238E27FC236}">
                                  <a16:creationId xmlns:a16="http://schemas.microsoft.com/office/drawing/2014/main" id="{EEABC3C4-7E4E-0B81-F1B1-C3F11EA2DD96}"/>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16" name="Rectangle 115">
                            <a:extLst>
                              <a:ext uri="{FF2B5EF4-FFF2-40B4-BE49-F238E27FC236}">
                                <a16:creationId xmlns:a16="http://schemas.microsoft.com/office/drawing/2014/main" id="{BF7B9303-2F8C-3562-0912-D58F5147790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7" name="Rectangle 116">
                            <a:extLst>
                              <a:ext uri="{FF2B5EF4-FFF2-40B4-BE49-F238E27FC236}">
                                <a16:creationId xmlns:a16="http://schemas.microsoft.com/office/drawing/2014/main" id="{D4A37911-CC9A-07C1-0DB1-DC3FA199BCEA}"/>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100" name="Group 99">
                        <a:extLst>
                          <a:ext uri="{FF2B5EF4-FFF2-40B4-BE49-F238E27FC236}">
                            <a16:creationId xmlns:a16="http://schemas.microsoft.com/office/drawing/2014/main" id="{CF544DE0-89E8-BAC0-9C76-D7FA94F9E538}"/>
                          </a:ext>
                        </a:extLst>
                      </p:cNvPr>
                      <p:cNvGrpSpPr/>
                      <p:nvPr/>
                    </p:nvGrpSpPr>
                    <p:grpSpPr>
                      <a:xfrm>
                        <a:off x="2970212" y="5455920"/>
                        <a:ext cx="1463040" cy="731520"/>
                        <a:chOff x="2970212" y="4724400"/>
                        <a:chExt cx="1463040" cy="731520"/>
                      </a:xfrm>
                    </p:grpSpPr>
                    <p:grpSp>
                      <p:nvGrpSpPr>
                        <p:cNvPr id="101" name="Group 100">
                          <a:extLst>
                            <a:ext uri="{FF2B5EF4-FFF2-40B4-BE49-F238E27FC236}">
                              <a16:creationId xmlns:a16="http://schemas.microsoft.com/office/drawing/2014/main" id="{4FC06795-F10A-E9E6-F495-F56590495C49}"/>
                            </a:ext>
                          </a:extLst>
                        </p:cNvPr>
                        <p:cNvGrpSpPr/>
                        <p:nvPr/>
                      </p:nvGrpSpPr>
                      <p:grpSpPr>
                        <a:xfrm>
                          <a:off x="2970212" y="4724400"/>
                          <a:ext cx="731520" cy="731520"/>
                          <a:chOff x="2970212" y="4724400"/>
                          <a:chExt cx="731520" cy="731520"/>
                        </a:xfrm>
                      </p:grpSpPr>
                      <p:grpSp>
                        <p:nvGrpSpPr>
                          <p:cNvPr id="108" name="Group 107">
                            <a:extLst>
                              <a:ext uri="{FF2B5EF4-FFF2-40B4-BE49-F238E27FC236}">
                                <a16:creationId xmlns:a16="http://schemas.microsoft.com/office/drawing/2014/main" id="{1C19B01F-A570-89E8-C3CC-59F0A0FBCE7B}"/>
                              </a:ext>
                            </a:extLst>
                          </p:cNvPr>
                          <p:cNvGrpSpPr/>
                          <p:nvPr/>
                        </p:nvGrpSpPr>
                        <p:grpSpPr>
                          <a:xfrm>
                            <a:off x="2970212" y="4724400"/>
                            <a:ext cx="731520" cy="365760"/>
                            <a:chOff x="2970212" y="4724400"/>
                            <a:chExt cx="731520" cy="365760"/>
                          </a:xfrm>
                        </p:grpSpPr>
                        <p:sp>
                          <p:nvSpPr>
                            <p:cNvPr id="111" name="Rectangle 110">
                              <a:extLst>
                                <a:ext uri="{FF2B5EF4-FFF2-40B4-BE49-F238E27FC236}">
                                  <a16:creationId xmlns:a16="http://schemas.microsoft.com/office/drawing/2014/main" id="{0475172F-A701-179F-3590-7EA1E0E9F06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2" name="Rectangle 111">
                              <a:extLst>
                                <a:ext uri="{FF2B5EF4-FFF2-40B4-BE49-F238E27FC236}">
                                  <a16:creationId xmlns:a16="http://schemas.microsoft.com/office/drawing/2014/main" id="{2A9B2116-36D4-2C79-5539-EF359C79CCC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9" name="Rectangle 108">
                            <a:extLst>
                              <a:ext uri="{FF2B5EF4-FFF2-40B4-BE49-F238E27FC236}">
                                <a16:creationId xmlns:a16="http://schemas.microsoft.com/office/drawing/2014/main" id="{67F3D780-72E5-E985-7072-9223AFB5490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0" name="Rectangle 109">
                            <a:extLst>
                              <a:ext uri="{FF2B5EF4-FFF2-40B4-BE49-F238E27FC236}">
                                <a16:creationId xmlns:a16="http://schemas.microsoft.com/office/drawing/2014/main" id="{5C5EE404-8C54-E591-73AD-0E202A91E85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02" name="Group 101">
                          <a:extLst>
                            <a:ext uri="{FF2B5EF4-FFF2-40B4-BE49-F238E27FC236}">
                              <a16:creationId xmlns:a16="http://schemas.microsoft.com/office/drawing/2014/main" id="{718540D2-5A18-4A15-6DBF-EC61EA8079A2}"/>
                            </a:ext>
                          </a:extLst>
                        </p:cNvPr>
                        <p:cNvGrpSpPr/>
                        <p:nvPr/>
                      </p:nvGrpSpPr>
                      <p:grpSpPr>
                        <a:xfrm>
                          <a:off x="3701732" y="4724400"/>
                          <a:ext cx="731520" cy="731520"/>
                          <a:chOff x="2970212" y="4724400"/>
                          <a:chExt cx="731520" cy="731520"/>
                        </a:xfrm>
                      </p:grpSpPr>
                      <p:grpSp>
                        <p:nvGrpSpPr>
                          <p:cNvPr id="103" name="Group 102">
                            <a:extLst>
                              <a:ext uri="{FF2B5EF4-FFF2-40B4-BE49-F238E27FC236}">
                                <a16:creationId xmlns:a16="http://schemas.microsoft.com/office/drawing/2014/main" id="{121E8F8B-F587-E153-9DE3-FF09F3CD7ACA}"/>
                              </a:ext>
                            </a:extLst>
                          </p:cNvPr>
                          <p:cNvGrpSpPr/>
                          <p:nvPr/>
                        </p:nvGrpSpPr>
                        <p:grpSpPr>
                          <a:xfrm>
                            <a:off x="2970212" y="4724400"/>
                            <a:ext cx="731520" cy="365760"/>
                            <a:chOff x="2970212" y="4724400"/>
                            <a:chExt cx="731520" cy="365760"/>
                          </a:xfrm>
                        </p:grpSpPr>
                        <p:sp>
                          <p:nvSpPr>
                            <p:cNvPr id="106" name="Rectangle 105">
                              <a:extLst>
                                <a:ext uri="{FF2B5EF4-FFF2-40B4-BE49-F238E27FC236}">
                                  <a16:creationId xmlns:a16="http://schemas.microsoft.com/office/drawing/2014/main" id="{59A0CDD8-3D30-ABC2-A14D-78C57C4E64F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7" name="Rectangle 106">
                              <a:extLst>
                                <a:ext uri="{FF2B5EF4-FFF2-40B4-BE49-F238E27FC236}">
                                  <a16:creationId xmlns:a16="http://schemas.microsoft.com/office/drawing/2014/main" id="{58B50FA8-F41E-47C8-8DA1-923FEB3C4336}"/>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4" name="Rectangle 103">
                            <a:extLst>
                              <a:ext uri="{FF2B5EF4-FFF2-40B4-BE49-F238E27FC236}">
                                <a16:creationId xmlns:a16="http://schemas.microsoft.com/office/drawing/2014/main" id="{D438CEEF-1996-ED72-0079-0828AABF86A7}"/>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5" name="Rectangle 104">
                            <a:extLst>
                              <a:ext uri="{FF2B5EF4-FFF2-40B4-BE49-F238E27FC236}">
                                <a16:creationId xmlns:a16="http://schemas.microsoft.com/office/drawing/2014/main" id="{DCBEBCE6-0EB8-FE07-2688-30DF0F9E07BA}"/>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72" name="Group 71">
                      <a:extLst>
                        <a:ext uri="{FF2B5EF4-FFF2-40B4-BE49-F238E27FC236}">
                          <a16:creationId xmlns:a16="http://schemas.microsoft.com/office/drawing/2014/main" id="{4C278C3C-E639-0FF7-0766-5BD33506231E}"/>
                        </a:ext>
                      </a:extLst>
                    </p:cNvPr>
                    <p:cNvGrpSpPr/>
                    <p:nvPr/>
                  </p:nvGrpSpPr>
                  <p:grpSpPr>
                    <a:xfrm>
                      <a:off x="4433252" y="4724400"/>
                      <a:ext cx="1463040" cy="1463040"/>
                      <a:chOff x="2970212" y="4724400"/>
                      <a:chExt cx="1463040" cy="1463040"/>
                    </a:xfrm>
                  </p:grpSpPr>
                  <p:grpSp>
                    <p:nvGrpSpPr>
                      <p:cNvPr id="73" name="Group 72">
                        <a:extLst>
                          <a:ext uri="{FF2B5EF4-FFF2-40B4-BE49-F238E27FC236}">
                            <a16:creationId xmlns:a16="http://schemas.microsoft.com/office/drawing/2014/main" id="{9836511F-9DD3-BD97-D57A-6C2193911599}"/>
                          </a:ext>
                        </a:extLst>
                      </p:cNvPr>
                      <p:cNvGrpSpPr/>
                      <p:nvPr/>
                    </p:nvGrpSpPr>
                    <p:grpSpPr>
                      <a:xfrm>
                        <a:off x="2970212" y="4724400"/>
                        <a:ext cx="1463040" cy="731520"/>
                        <a:chOff x="2970212" y="4724400"/>
                        <a:chExt cx="1463040" cy="731520"/>
                      </a:xfrm>
                    </p:grpSpPr>
                    <p:grpSp>
                      <p:nvGrpSpPr>
                        <p:cNvPr id="87" name="Group 86">
                          <a:extLst>
                            <a:ext uri="{FF2B5EF4-FFF2-40B4-BE49-F238E27FC236}">
                              <a16:creationId xmlns:a16="http://schemas.microsoft.com/office/drawing/2014/main" id="{1632F4D5-DFCB-BD94-A7E3-3D952CEDCE88}"/>
                            </a:ext>
                          </a:extLst>
                        </p:cNvPr>
                        <p:cNvGrpSpPr/>
                        <p:nvPr/>
                      </p:nvGrpSpPr>
                      <p:grpSpPr>
                        <a:xfrm>
                          <a:off x="2970212" y="4724400"/>
                          <a:ext cx="731520" cy="731520"/>
                          <a:chOff x="2970212" y="4724400"/>
                          <a:chExt cx="731520" cy="731520"/>
                        </a:xfrm>
                      </p:grpSpPr>
                      <p:grpSp>
                        <p:nvGrpSpPr>
                          <p:cNvPr id="94" name="Group 93">
                            <a:extLst>
                              <a:ext uri="{FF2B5EF4-FFF2-40B4-BE49-F238E27FC236}">
                                <a16:creationId xmlns:a16="http://schemas.microsoft.com/office/drawing/2014/main" id="{33544E49-7FAE-172F-4B0F-D0640360A780}"/>
                              </a:ext>
                            </a:extLst>
                          </p:cNvPr>
                          <p:cNvGrpSpPr/>
                          <p:nvPr/>
                        </p:nvGrpSpPr>
                        <p:grpSpPr>
                          <a:xfrm>
                            <a:off x="2970212" y="4724400"/>
                            <a:ext cx="731520" cy="365760"/>
                            <a:chOff x="2970212" y="4724400"/>
                            <a:chExt cx="731520" cy="365760"/>
                          </a:xfrm>
                        </p:grpSpPr>
                        <p:sp>
                          <p:nvSpPr>
                            <p:cNvPr id="97" name="Rectangle 96">
                              <a:extLst>
                                <a:ext uri="{FF2B5EF4-FFF2-40B4-BE49-F238E27FC236}">
                                  <a16:creationId xmlns:a16="http://schemas.microsoft.com/office/drawing/2014/main" id="{D63F5653-3FDF-6652-227C-DC33EB042D6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8" name="Rectangle 97">
                              <a:extLst>
                                <a:ext uri="{FF2B5EF4-FFF2-40B4-BE49-F238E27FC236}">
                                  <a16:creationId xmlns:a16="http://schemas.microsoft.com/office/drawing/2014/main" id="{65619C36-BEA1-4657-12B7-CEC8A1EA805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95" name="Rectangle 94">
                            <a:extLst>
                              <a:ext uri="{FF2B5EF4-FFF2-40B4-BE49-F238E27FC236}">
                                <a16:creationId xmlns:a16="http://schemas.microsoft.com/office/drawing/2014/main" id="{694E9D81-48B5-8521-BBEC-C690EE038CC7}"/>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6" name="Rectangle 95">
                            <a:extLst>
                              <a:ext uri="{FF2B5EF4-FFF2-40B4-BE49-F238E27FC236}">
                                <a16:creationId xmlns:a16="http://schemas.microsoft.com/office/drawing/2014/main" id="{CA2C897E-11CA-5E93-05EF-17A51BF39A6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88" name="Group 87">
                          <a:extLst>
                            <a:ext uri="{FF2B5EF4-FFF2-40B4-BE49-F238E27FC236}">
                              <a16:creationId xmlns:a16="http://schemas.microsoft.com/office/drawing/2014/main" id="{4D913862-B20B-01D7-BA7A-23DF0FC8A023}"/>
                            </a:ext>
                          </a:extLst>
                        </p:cNvPr>
                        <p:cNvGrpSpPr/>
                        <p:nvPr/>
                      </p:nvGrpSpPr>
                      <p:grpSpPr>
                        <a:xfrm>
                          <a:off x="3701732" y="4724400"/>
                          <a:ext cx="731520" cy="731520"/>
                          <a:chOff x="2970212" y="4724400"/>
                          <a:chExt cx="731520" cy="731520"/>
                        </a:xfrm>
                      </p:grpSpPr>
                      <p:grpSp>
                        <p:nvGrpSpPr>
                          <p:cNvPr id="89" name="Group 88">
                            <a:extLst>
                              <a:ext uri="{FF2B5EF4-FFF2-40B4-BE49-F238E27FC236}">
                                <a16:creationId xmlns:a16="http://schemas.microsoft.com/office/drawing/2014/main" id="{8FE2F16A-FBA6-3715-9FAF-DA5B91918AC5}"/>
                              </a:ext>
                            </a:extLst>
                          </p:cNvPr>
                          <p:cNvGrpSpPr/>
                          <p:nvPr/>
                        </p:nvGrpSpPr>
                        <p:grpSpPr>
                          <a:xfrm>
                            <a:off x="2970212" y="4724400"/>
                            <a:ext cx="731520" cy="365760"/>
                            <a:chOff x="2970212" y="4724400"/>
                            <a:chExt cx="731520" cy="365760"/>
                          </a:xfrm>
                        </p:grpSpPr>
                        <p:sp>
                          <p:nvSpPr>
                            <p:cNvPr id="92" name="Rectangle 91">
                              <a:extLst>
                                <a:ext uri="{FF2B5EF4-FFF2-40B4-BE49-F238E27FC236}">
                                  <a16:creationId xmlns:a16="http://schemas.microsoft.com/office/drawing/2014/main" id="{7C349BBE-B81B-E489-1F04-39B66BA09B8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3" name="Rectangle 92">
                              <a:extLst>
                                <a:ext uri="{FF2B5EF4-FFF2-40B4-BE49-F238E27FC236}">
                                  <a16:creationId xmlns:a16="http://schemas.microsoft.com/office/drawing/2014/main" id="{9A19E765-3F13-4EA2-D03C-B67F297007D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90" name="Rectangle 89">
                            <a:extLst>
                              <a:ext uri="{FF2B5EF4-FFF2-40B4-BE49-F238E27FC236}">
                                <a16:creationId xmlns:a16="http://schemas.microsoft.com/office/drawing/2014/main" id="{51623074-FD5A-5EDB-3E7F-3D6C29E935A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1" name="Rectangle 90">
                            <a:extLst>
                              <a:ext uri="{FF2B5EF4-FFF2-40B4-BE49-F238E27FC236}">
                                <a16:creationId xmlns:a16="http://schemas.microsoft.com/office/drawing/2014/main" id="{11CD845C-BA43-1456-DD19-FF5C701D362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74" name="Group 73">
                        <a:extLst>
                          <a:ext uri="{FF2B5EF4-FFF2-40B4-BE49-F238E27FC236}">
                            <a16:creationId xmlns:a16="http://schemas.microsoft.com/office/drawing/2014/main" id="{2B9F4068-F64E-9A70-0942-B4FAC9D7D943}"/>
                          </a:ext>
                        </a:extLst>
                      </p:cNvPr>
                      <p:cNvGrpSpPr/>
                      <p:nvPr/>
                    </p:nvGrpSpPr>
                    <p:grpSpPr>
                      <a:xfrm>
                        <a:off x="2970212" y="5455920"/>
                        <a:ext cx="1463040" cy="731520"/>
                        <a:chOff x="2970212" y="4724400"/>
                        <a:chExt cx="1463040" cy="731520"/>
                      </a:xfrm>
                    </p:grpSpPr>
                    <p:grpSp>
                      <p:nvGrpSpPr>
                        <p:cNvPr id="75" name="Group 74">
                          <a:extLst>
                            <a:ext uri="{FF2B5EF4-FFF2-40B4-BE49-F238E27FC236}">
                              <a16:creationId xmlns:a16="http://schemas.microsoft.com/office/drawing/2014/main" id="{D05932E0-B12B-BF27-A4A8-8D2D063F6019}"/>
                            </a:ext>
                          </a:extLst>
                        </p:cNvPr>
                        <p:cNvGrpSpPr/>
                        <p:nvPr/>
                      </p:nvGrpSpPr>
                      <p:grpSpPr>
                        <a:xfrm>
                          <a:off x="2970212" y="4724400"/>
                          <a:ext cx="731520" cy="731520"/>
                          <a:chOff x="2970212" y="4724400"/>
                          <a:chExt cx="731520" cy="731520"/>
                        </a:xfrm>
                      </p:grpSpPr>
                      <p:grpSp>
                        <p:nvGrpSpPr>
                          <p:cNvPr id="82" name="Group 81">
                            <a:extLst>
                              <a:ext uri="{FF2B5EF4-FFF2-40B4-BE49-F238E27FC236}">
                                <a16:creationId xmlns:a16="http://schemas.microsoft.com/office/drawing/2014/main" id="{F84CB894-33FE-A944-BCC7-B251CCA6ACA0}"/>
                              </a:ext>
                            </a:extLst>
                          </p:cNvPr>
                          <p:cNvGrpSpPr/>
                          <p:nvPr/>
                        </p:nvGrpSpPr>
                        <p:grpSpPr>
                          <a:xfrm>
                            <a:off x="2970212" y="4724400"/>
                            <a:ext cx="731520" cy="365760"/>
                            <a:chOff x="2970212" y="4724400"/>
                            <a:chExt cx="731520" cy="365760"/>
                          </a:xfrm>
                        </p:grpSpPr>
                        <p:sp>
                          <p:nvSpPr>
                            <p:cNvPr id="85" name="Rectangle 84">
                              <a:extLst>
                                <a:ext uri="{FF2B5EF4-FFF2-40B4-BE49-F238E27FC236}">
                                  <a16:creationId xmlns:a16="http://schemas.microsoft.com/office/drawing/2014/main" id="{2FC057C4-C309-A93E-094C-71B40536744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6" name="Rectangle 85">
                              <a:extLst>
                                <a:ext uri="{FF2B5EF4-FFF2-40B4-BE49-F238E27FC236}">
                                  <a16:creationId xmlns:a16="http://schemas.microsoft.com/office/drawing/2014/main" id="{800F61F2-C59A-0FE9-1E91-693D88C10F3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83" name="Rectangle 82">
                            <a:extLst>
                              <a:ext uri="{FF2B5EF4-FFF2-40B4-BE49-F238E27FC236}">
                                <a16:creationId xmlns:a16="http://schemas.microsoft.com/office/drawing/2014/main" id="{61CFD236-CD48-896A-9EAB-7C866808564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4" name="Rectangle 83">
                            <a:extLst>
                              <a:ext uri="{FF2B5EF4-FFF2-40B4-BE49-F238E27FC236}">
                                <a16:creationId xmlns:a16="http://schemas.microsoft.com/office/drawing/2014/main" id="{8344BEDB-3286-D01F-7BCA-DD23A6A2337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76" name="Group 75">
                          <a:extLst>
                            <a:ext uri="{FF2B5EF4-FFF2-40B4-BE49-F238E27FC236}">
                              <a16:creationId xmlns:a16="http://schemas.microsoft.com/office/drawing/2014/main" id="{7EC9B7F6-C063-F80F-8D0C-AF776D5C6DFD}"/>
                            </a:ext>
                          </a:extLst>
                        </p:cNvPr>
                        <p:cNvGrpSpPr/>
                        <p:nvPr/>
                      </p:nvGrpSpPr>
                      <p:grpSpPr>
                        <a:xfrm>
                          <a:off x="3701732" y="4724400"/>
                          <a:ext cx="731520" cy="731520"/>
                          <a:chOff x="2970212" y="4724400"/>
                          <a:chExt cx="731520" cy="731520"/>
                        </a:xfrm>
                      </p:grpSpPr>
                      <p:grpSp>
                        <p:nvGrpSpPr>
                          <p:cNvPr id="77" name="Group 76">
                            <a:extLst>
                              <a:ext uri="{FF2B5EF4-FFF2-40B4-BE49-F238E27FC236}">
                                <a16:creationId xmlns:a16="http://schemas.microsoft.com/office/drawing/2014/main" id="{A7DE8B47-9940-81D4-7876-55E49B9E78DD}"/>
                              </a:ext>
                            </a:extLst>
                          </p:cNvPr>
                          <p:cNvGrpSpPr/>
                          <p:nvPr/>
                        </p:nvGrpSpPr>
                        <p:grpSpPr>
                          <a:xfrm>
                            <a:off x="2970212" y="4724400"/>
                            <a:ext cx="731520" cy="365760"/>
                            <a:chOff x="2970212" y="4724400"/>
                            <a:chExt cx="731520" cy="365760"/>
                          </a:xfrm>
                        </p:grpSpPr>
                        <p:sp>
                          <p:nvSpPr>
                            <p:cNvPr id="80" name="Rectangle 79">
                              <a:extLst>
                                <a:ext uri="{FF2B5EF4-FFF2-40B4-BE49-F238E27FC236}">
                                  <a16:creationId xmlns:a16="http://schemas.microsoft.com/office/drawing/2014/main" id="{BFCFA2A4-EB6B-5304-F901-6BC569403A2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1" name="Rectangle 80">
                              <a:extLst>
                                <a:ext uri="{FF2B5EF4-FFF2-40B4-BE49-F238E27FC236}">
                                  <a16:creationId xmlns:a16="http://schemas.microsoft.com/office/drawing/2014/main" id="{D8E8473B-5331-52DD-3334-6863996B64F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78" name="Rectangle 77">
                            <a:extLst>
                              <a:ext uri="{FF2B5EF4-FFF2-40B4-BE49-F238E27FC236}">
                                <a16:creationId xmlns:a16="http://schemas.microsoft.com/office/drawing/2014/main" id="{541AA220-D7DC-C29F-8842-8D4920CB6CA0}"/>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9" name="Rectangle 78">
                            <a:extLst>
                              <a:ext uri="{FF2B5EF4-FFF2-40B4-BE49-F238E27FC236}">
                                <a16:creationId xmlns:a16="http://schemas.microsoft.com/office/drawing/2014/main" id="{804BD431-E88F-82F7-5245-C271B0D2D15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nvGrpSpPr>
                <p:cNvPr id="181" name="Group 180">
                  <a:extLst>
                    <a:ext uri="{FF2B5EF4-FFF2-40B4-BE49-F238E27FC236}">
                      <a16:creationId xmlns:a16="http://schemas.microsoft.com/office/drawing/2014/main" id="{DC3D0616-E758-97E1-EE77-8AD5F2BBC1A3}"/>
                    </a:ext>
                  </a:extLst>
                </p:cNvPr>
                <p:cNvGrpSpPr/>
                <p:nvPr/>
              </p:nvGrpSpPr>
              <p:grpSpPr>
                <a:xfrm>
                  <a:off x="5058092" y="3124200"/>
                  <a:ext cx="2926080" cy="2926080"/>
                  <a:chOff x="2132012" y="3124200"/>
                  <a:chExt cx="2926080" cy="2926080"/>
                </a:xfrm>
              </p:grpSpPr>
              <p:grpSp>
                <p:nvGrpSpPr>
                  <p:cNvPr id="182" name="Group 181">
                    <a:extLst>
                      <a:ext uri="{FF2B5EF4-FFF2-40B4-BE49-F238E27FC236}">
                        <a16:creationId xmlns:a16="http://schemas.microsoft.com/office/drawing/2014/main" id="{F06B89F4-01E6-A43C-2504-750C1E31021A}"/>
                      </a:ext>
                    </a:extLst>
                  </p:cNvPr>
                  <p:cNvGrpSpPr/>
                  <p:nvPr/>
                </p:nvGrpSpPr>
                <p:grpSpPr>
                  <a:xfrm>
                    <a:off x="2132012" y="3124200"/>
                    <a:ext cx="2926080" cy="1463040"/>
                    <a:chOff x="2970212" y="4724400"/>
                    <a:chExt cx="2926080" cy="1463040"/>
                  </a:xfrm>
                </p:grpSpPr>
                <p:grpSp>
                  <p:nvGrpSpPr>
                    <p:cNvPr id="238" name="Group 237">
                      <a:extLst>
                        <a:ext uri="{FF2B5EF4-FFF2-40B4-BE49-F238E27FC236}">
                          <a16:creationId xmlns:a16="http://schemas.microsoft.com/office/drawing/2014/main" id="{78C991A3-893D-D3CD-A7DC-B34F40F69B61}"/>
                        </a:ext>
                      </a:extLst>
                    </p:cNvPr>
                    <p:cNvGrpSpPr/>
                    <p:nvPr/>
                  </p:nvGrpSpPr>
                  <p:grpSpPr>
                    <a:xfrm>
                      <a:off x="2970212" y="4724400"/>
                      <a:ext cx="1463040" cy="1463040"/>
                      <a:chOff x="2970212" y="4724400"/>
                      <a:chExt cx="1463040" cy="1463040"/>
                    </a:xfrm>
                  </p:grpSpPr>
                  <p:grpSp>
                    <p:nvGrpSpPr>
                      <p:cNvPr id="266" name="Group 265">
                        <a:extLst>
                          <a:ext uri="{FF2B5EF4-FFF2-40B4-BE49-F238E27FC236}">
                            <a16:creationId xmlns:a16="http://schemas.microsoft.com/office/drawing/2014/main" id="{2787BC15-B479-CF21-7757-4CBB886A24A5}"/>
                          </a:ext>
                        </a:extLst>
                      </p:cNvPr>
                      <p:cNvGrpSpPr/>
                      <p:nvPr/>
                    </p:nvGrpSpPr>
                    <p:grpSpPr>
                      <a:xfrm>
                        <a:off x="2970212" y="4724400"/>
                        <a:ext cx="1463040" cy="731520"/>
                        <a:chOff x="2970212" y="4724400"/>
                        <a:chExt cx="1463040" cy="731520"/>
                      </a:xfrm>
                    </p:grpSpPr>
                    <p:grpSp>
                      <p:nvGrpSpPr>
                        <p:cNvPr id="280" name="Group 279">
                          <a:extLst>
                            <a:ext uri="{FF2B5EF4-FFF2-40B4-BE49-F238E27FC236}">
                              <a16:creationId xmlns:a16="http://schemas.microsoft.com/office/drawing/2014/main" id="{876C5508-5B98-848C-CDF0-F370F117916D}"/>
                            </a:ext>
                          </a:extLst>
                        </p:cNvPr>
                        <p:cNvGrpSpPr/>
                        <p:nvPr/>
                      </p:nvGrpSpPr>
                      <p:grpSpPr>
                        <a:xfrm>
                          <a:off x="2970212" y="4724400"/>
                          <a:ext cx="731520" cy="731520"/>
                          <a:chOff x="2970212" y="4724400"/>
                          <a:chExt cx="731520" cy="731520"/>
                        </a:xfrm>
                      </p:grpSpPr>
                      <p:grpSp>
                        <p:nvGrpSpPr>
                          <p:cNvPr id="287" name="Group 286">
                            <a:extLst>
                              <a:ext uri="{FF2B5EF4-FFF2-40B4-BE49-F238E27FC236}">
                                <a16:creationId xmlns:a16="http://schemas.microsoft.com/office/drawing/2014/main" id="{07144071-E423-9C4E-9470-4C6BD293EB40}"/>
                              </a:ext>
                            </a:extLst>
                          </p:cNvPr>
                          <p:cNvGrpSpPr/>
                          <p:nvPr/>
                        </p:nvGrpSpPr>
                        <p:grpSpPr>
                          <a:xfrm>
                            <a:off x="2970212" y="4724400"/>
                            <a:ext cx="731520" cy="365760"/>
                            <a:chOff x="2970212" y="4724400"/>
                            <a:chExt cx="731520" cy="365760"/>
                          </a:xfrm>
                        </p:grpSpPr>
                        <p:sp>
                          <p:nvSpPr>
                            <p:cNvPr id="290" name="Rectangle 289">
                              <a:extLst>
                                <a:ext uri="{FF2B5EF4-FFF2-40B4-BE49-F238E27FC236}">
                                  <a16:creationId xmlns:a16="http://schemas.microsoft.com/office/drawing/2014/main" id="{B010B432-2113-B26F-24B6-7208657D33C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91" name="Rectangle 290">
                              <a:extLst>
                                <a:ext uri="{FF2B5EF4-FFF2-40B4-BE49-F238E27FC236}">
                                  <a16:creationId xmlns:a16="http://schemas.microsoft.com/office/drawing/2014/main" id="{E19D5EA8-43A0-79E1-D937-EA62E5322CA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88" name="Rectangle 287">
                            <a:extLst>
                              <a:ext uri="{FF2B5EF4-FFF2-40B4-BE49-F238E27FC236}">
                                <a16:creationId xmlns:a16="http://schemas.microsoft.com/office/drawing/2014/main" id="{A5058DF3-5E54-4859-1A63-7872E210CC1C}"/>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9" name="Rectangle 288">
                            <a:extLst>
                              <a:ext uri="{FF2B5EF4-FFF2-40B4-BE49-F238E27FC236}">
                                <a16:creationId xmlns:a16="http://schemas.microsoft.com/office/drawing/2014/main" id="{8565FE7E-7DC7-5AF4-DEFA-07F709EDB6E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81" name="Group 280">
                          <a:extLst>
                            <a:ext uri="{FF2B5EF4-FFF2-40B4-BE49-F238E27FC236}">
                              <a16:creationId xmlns:a16="http://schemas.microsoft.com/office/drawing/2014/main" id="{49C2ED1B-3F1F-4C1E-C7E7-31CD0D519B1F}"/>
                            </a:ext>
                          </a:extLst>
                        </p:cNvPr>
                        <p:cNvGrpSpPr/>
                        <p:nvPr/>
                      </p:nvGrpSpPr>
                      <p:grpSpPr>
                        <a:xfrm>
                          <a:off x="3701732" y="4724400"/>
                          <a:ext cx="731520" cy="731520"/>
                          <a:chOff x="2970212" y="4724400"/>
                          <a:chExt cx="731520" cy="731520"/>
                        </a:xfrm>
                      </p:grpSpPr>
                      <p:grpSp>
                        <p:nvGrpSpPr>
                          <p:cNvPr id="282" name="Group 281">
                            <a:extLst>
                              <a:ext uri="{FF2B5EF4-FFF2-40B4-BE49-F238E27FC236}">
                                <a16:creationId xmlns:a16="http://schemas.microsoft.com/office/drawing/2014/main" id="{2978EB4B-0DC1-7DBD-F1A0-1547A4D4F64B}"/>
                              </a:ext>
                            </a:extLst>
                          </p:cNvPr>
                          <p:cNvGrpSpPr/>
                          <p:nvPr/>
                        </p:nvGrpSpPr>
                        <p:grpSpPr>
                          <a:xfrm>
                            <a:off x="2970212" y="4724400"/>
                            <a:ext cx="731520" cy="365760"/>
                            <a:chOff x="2970212" y="4724400"/>
                            <a:chExt cx="731520" cy="365760"/>
                          </a:xfrm>
                        </p:grpSpPr>
                        <p:sp>
                          <p:nvSpPr>
                            <p:cNvPr id="285" name="Rectangle 284">
                              <a:extLst>
                                <a:ext uri="{FF2B5EF4-FFF2-40B4-BE49-F238E27FC236}">
                                  <a16:creationId xmlns:a16="http://schemas.microsoft.com/office/drawing/2014/main" id="{FAFC5B12-716C-477A-36AC-ADB5F86E879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6" name="Rectangle 285">
                              <a:extLst>
                                <a:ext uri="{FF2B5EF4-FFF2-40B4-BE49-F238E27FC236}">
                                  <a16:creationId xmlns:a16="http://schemas.microsoft.com/office/drawing/2014/main" id="{E7B48678-0225-5359-AA4A-B137C846BBC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83" name="Rectangle 282">
                            <a:extLst>
                              <a:ext uri="{FF2B5EF4-FFF2-40B4-BE49-F238E27FC236}">
                                <a16:creationId xmlns:a16="http://schemas.microsoft.com/office/drawing/2014/main" id="{BD8B3835-0D6A-1174-47EE-AFEA62BA53E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4" name="Rectangle 283">
                            <a:extLst>
                              <a:ext uri="{FF2B5EF4-FFF2-40B4-BE49-F238E27FC236}">
                                <a16:creationId xmlns:a16="http://schemas.microsoft.com/office/drawing/2014/main" id="{EFEB1AE6-BE0E-A801-5A18-467AD824F5D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67" name="Group 266">
                        <a:extLst>
                          <a:ext uri="{FF2B5EF4-FFF2-40B4-BE49-F238E27FC236}">
                            <a16:creationId xmlns:a16="http://schemas.microsoft.com/office/drawing/2014/main" id="{071986B0-447A-921E-557A-6CCA97D14542}"/>
                          </a:ext>
                        </a:extLst>
                      </p:cNvPr>
                      <p:cNvGrpSpPr/>
                      <p:nvPr/>
                    </p:nvGrpSpPr>
                    <p:grpSpPr>
                      <a:xfrm>
                        <a:off x="2970212" y="5455920"/>
                        <a:ext cx="1463040" cy="731520"/>
                        <a:chOff x="2970212" y="4724400"/>
                        <a:chExt cx="1463040" cy="731520"/>
                      </a:xfrm>
                    </p:grpSpPr>
                    <p:grpSp>
                      <p:nvGrpSpPr>
                        <p:cNvPr id="268" name="Group 267">
                          <a:extLst>
                            <a:ext uri="{FF2B5EF4-FFF2-40B4-BE49-F238E27FC236}">
                              <a16:creationId xmlns:a16="http://schemas.microsoft.com/office/drawing/2014/main" id="{EFB211DF-2A08-6CB9-C86F-6F2DCEDB4685}"/>
                            </a:ext>
                          </a:extLst>
                        </p:cNvPr>
                        <p:cNvGrpSpPr/>
                        <p:nvPr/>
                      </p:nvGrpSpPr>
                      <p:grpSpPr>
                        <a:xfrm>
                          <a:off x="2970212" y="4724400"/>
                          <a:ext cx="731520" cy="731520"/>
                          <a:chOff x="2970212" y="4724400"/>
                          <a:chExt cx="731520" cy="731520"/>
                        </a:xfrm>
                      </p:grpSpPr>
                      <p:grpSp>
                        <p:nvGrpSpPr>
                          <p:cNvPr id="275" name="Group 274">
                            <a:extLst>
                              <a:ext uri="{FF2B5EF4-FFF2-40B4-BE49-F238E27FC236}">
                                <a16:creationId xmlns:a16="http://schemas.microsoft.com/office/drawing/2014/main" id="{A85EE5F4-E22E-E8F8-EF12-5F8315CF9889}"/>
                              </a:ext>
                            </a:extLst>
                          </p:cNvPr>
                          <p:cNvGrpSpPr/>
                          <p:nvPr/>
                        </p:nvGrpSpPr>
                        <p:grpSpPr>
                          <a:xfrm>
                            <a:off x="2970212" y="4724400"/>
                            <a:ext cx="731520" cy="365760"/>
                            <a:chOff x="2970212" y="4724400"/>
                            <a:chExt cx="731520" cy="365760"/>
                          </a:xfrm>
                        </p:grpSpPr>
                        <p:sp>
                          <p:nvSpPr>
                            <p:cNvPr id="278" name="Rectangle 277">
                              <a:extLst>
                                <a:ext uri="{FF2B5EF4-FFF2-40B4-BE49-F238E27FC236}">
                                  <a16:creationId xmlns:a16="http://schemas.microsoft.com/office/drawing/2014/main" id="{6C611188-8953-97A4-ED6F-178BB5FA7E07}"/>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9" name="Rectangle 278">
                              <a:extLst>
                                <a:ext uri="{FF2B5EF4-FFF2-40B4-BE49-F238E27FC236}">
                                  <a16:creationId xmlns:a16="http://schemas.microsoft.com/office/drawing/2014/main" id="{F5A46E83-135B-D62B-2B16-C122280AB6C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76" name="Rectangle 275">
                            <a:extLst>
                              <a:ext uri="{FF2B5EF4-FFF2-40B4-BE49-F238E27FC236}">
                                <a16:creationId xmlns:a16="http://schemas.microsoft.com/office/drawing/2014/main" id="{19B23F0B-B8D1-B662-D1C4-69672FBE502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7" name="Rectangle 276">
                            <a:extLst>
                              <a:ext uri="{FF2B5EF4-FFF2-40B4-BE49-F238E27FC236}">
                                <a16:creationId xmlns:a16="http://schemas.microsoft.com/office/drawing/2014/main" id="{2A5A7DDF-F545-16FB-C728-A746B195758B}"/>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69" name="Group 268">
                          <a:extLst>
                            <a:ext uri="{FF2B5EF4-FFF2-40B4-BE49-F238E27FC236}">
                              <a16:creationId xmlns:a16="http://schemas.microsoft.com/office/drawing/2014/main" id="{588BE228-6797-A1E0-A456-B24B6C4BD76D}"/>
                            </a:ext>
                          </a:extLst>
                        </p:cNvPr>
                        <p:cNvGrpSpPr/>
                        <p:nvPr/>
                      </p:nvGrpSpPr>
                      <p:grpSpPr>
                        <a:xfrm>
                          <a:off x="3701732" y="4724400"/>
                          <a:ext cx="731520" cy="731520"/>
                          <a:chOff x="2970212" y="4724400"/>
                          <a:chExt cx="731520" cy="731520"/>
                        </a:xfrm>
                      </p:grpSpPr>
                      <p:grpSp>
                        <p:nvGrpSpPr>
                          <p:cNvPr id="270" name="Group 269">
                            <a:extLst>
                              <a:ext uri="{FF2B5EF4-FFF2-40B4-BE49-F238E27FC236}">
                                <a16:creationId xmlns:a16="http://schemas.microsoft.com/office/drawing/2014/main" id="{78054DE0-5E3B-8153-258D-6ED6DE5EE80E}"/>
                              </a:ext>
                            </a:extLst>
                          </p:cNvPr>
                          <p:cNvGrpSpPr/>
                          <p:nvPr/>
                        </p:nvGrpSpPr>
                        <p:grpSpPr>
                          <a:xfrm>
                            <a:off x="2970212" y="4724400"/>
                            <a:ext cx="731520" cy="365760"/>
                            <a:chOff x="2970212" y="4724400"/>
                            <a:chExt cx="731520" cy="365760"/>
                          </a:xfrm>
                        </p:grpSpPr>
                        <p:sp>
                          <p:nvSpPr>
                            <p:cNvPr id="273" name="Rectangle 272">
                              <a:extLst>
                                <a:ext uri="{FF2B5EF4-FFF2-40B4-BE49-F238E27FC236}">
                                  <a16:creationId xmlns:a16="http://schemas.microsoft.com/office/drawing/2014/main" id="{8B63F195-FC93-799F-4E9C-666188BF1DB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4" name="Rectangle 273">
                              <a:extLst>
                                <a:ext uri="{FF2B5EF4-FFF2-40B4-BE49-F238E27FC236}">
                                  <a16:creationId xmlns:a16="http://schemas.microsoft.com/office/drawing/2014/main" id="{34280049-4FA0-A093-3E18-56589B332D1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71" name="Rectangle 270">
                            <a:extLst>
                              <a:ext uri="{FF2B5EF4-FFF2-40B4-BE49-F238E27FC236}">
                                <a16:creationId xmlns:a16="http://schemas.microsoft.com/office/drawing/2014/main" id="{31788E8B-0114-0C7B-6F3F-067CCFD242D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2" name="Rectangle 271">
                            <a:extLst>
                              <a:ext uri="{FF2B5EF4-FFF2-40B4-BE49-F238E27FC236}">
                                <a16:creationId xmlns:a16="http://schemas.microsoft.com/office/drawing/2014/main" id="{B6C959A2-ABE6-8432-B404-7622E173C18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239" name="Group 238">
                      <a:extLst>
                        <a:ext uri="{FF2B5EF4-FFF2-40B4-BE49-F238E27FC236}">
                          <a16:creationId xmlns:a16="http://schemas.microsoft.com/office/drawing/2014/main" id="{B3D34467-F1B7-985F-034E-1992C3D0F268}"/>
                        </a:ext>
                      </a:extLst>
                    </p:cNvPr>
                    <p:cNvGrpSpPr/>
                    <p:nvPr/>
                  </p:nvGrpSpPr>
                  <p:grpSpPr>
                    <a:xfrm>
                      <a:off x="4433252" y="4724400"/>
                      <a:ext cx="1463040" cy="1463040"/>
                      <a:chOff x="2970212" y="4724400"/>
                      <a:chExt cx="1463040" cy="1463040"/>
                    </a:xfrm>
                  </p:grpSpPr>
                  <p:grpSp>
                    <p:nvGrpSpPr>
                      <p:cNvPr id="240" name="Group 239">
                        <a:extLst>
                          <a:ext uri="{FF2B5EF4-FFF2-40B4-BE49-F238E27FC236}">
                            <a16:creationId xmlns:a16="http://schemas.microsoft.com/office/drawing/2014/main" id="{5E87856B-EC4C-4781-5205-4DE446506F41}"/>
                          </a:ext>
                        </a:extLst>
                      </p:cNvPr>
                      <p:cNvGrpSpPr/>
                      <p:nvPr/>
                    </p:nvGrpSpPr>
                    <p:grpSpPr>
                      <a:xfrm>
                        <a:off x="2970212" y="4724400"/>
                        <a:ext cx="1463040" cy="731520"/>
                        <a:chOff x="2970212" y="4724400"/>
                        <a:chExt cx="1463040" cy="731520"/>
                      </a:xfrm>
                    </p:grpSpPr>
                    <p:grpSp>
                      <p:nvGrpSpPr>
                        <p:cNvPr id="254" name="Group 253">
                          <a:extLst>
                            <a:ext uri="{FF2B5EF4-FFF2-40B4-BE49-F238E27FC236}">
                              <a16:creationId xmlns:a16="http://schemas.microsoft.com/office/drawing/2014/main" id="{2587CCBD-7E3A-042B-1109-9E3186989C92}"/>
                            </a:ext>
                          </a:extLst>
                        </p:cNvPr>
                        <p:cNvGrpSpPr/>
                        <p:nvPr/>
                      </p:nvGrpSpPr>
                      <p:grpSpPr>
                        <a:xfrm>
                          <a:off x="2970212" y="4724400"/>
                          <a:ext cx="731520" cy="731520"/>
                          <a:chOff x="2970212" y="4724400"/>
                          <a:chExt cx="731520" cy="731520"/>
                        </a:xfrm>
                      </p:grpSpPr>
                      <p:grpSp>
                        <p:nvGrpSpPr>
                          <p:cNvPr id="261" name="Group 260">
                            <a:extLst>
                              <a:ext uri="{FF2B5EF4-FFF2-40B4-BE49-F238E27FC236}">
                                <a16:creationId xmlns:a16="http://schemas.microsoft.com/office/drawing/2014/main" id="{CBBA38B7-68D9-19A7-4CA7-9A09F38A8015}"/>
                              </a:ext>
                            </a:extLst>
                          </p:cNvPr>
                          <p:cNvGrpSpPr/>
                          <p:nvPr/>
                        </p:nvGrpSpPr>
                        <p:grpSpPr>
                          <a:xfrm>
                            <a:off x="2970212" y="4724400"/>
                            <a:ext cx="731520" cy="365760"/>
                            <a:chOff x="2970212" y="4724400"/>
                            <a:chExt cx="731520" cy="365760"/>
                          </a:xfrm>
                        </p:grpSpPr>
                        <p:sp>
                          <p:nvSpPr>
                            <p:cNvPr id="264" name="Rectangle 263">
                              <a:extLst>
                                <a:ext uri="{FF2B5EF4-FFF2-40B4-BE49-F238E27FC236}">
                                  <a16:creationId xmlns:a16="http://schemas.microsoft.com/office/drawing/2014/main" id="{264446B1-6D98-F141-7F43-56954B2B053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5" name="Rectangle 264">
                              <a:extLst>
                                <a:ext uri="{FF2B5EF4-FFF2-40B4-BE49-F238E27FC236}">
                                  <a16:creationId xmlns:a16="http://schemas.microsoft.com/office/drawing/2014/main" id="{B4D1F769-4F9C-E829-0648-D371699F6B9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62" name="Rectangle 261">
                            <a:extLst>
                              <a:ext uri="{FF2B5EF4-FFF2-40B4-BE49-F238E27FC236}">
                                <a16:creationId xmlns:a16="http://schemas.microsoft.com/office/drawing/2014/main" id="{DB1FB918-DE23-E60E-8F80-FC468EDC14A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3" name="Rectangle 262">
                            <a:extLst>
                              <a:ext uri="{FF2B5EF4-FFF2-40B4-BE49-F238E27FC236}">
                                <a16:creationId xmlns:a16="http://schemas.microsoft.com/office/drawing/2014/main" id="{8E7ADF55-AA35-5432-2576-C5030A649C1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55" name="Group 254">
                          <a:extLst>
                            <a:ext uri="{FF2B5EF4-FFF2-40B4-BE49-F238E27FC236}">
                              <a16:creationId xmlns:a16="http://schemas.microsoft.com/office/drawing/2014/main" id="{C8755F6E-1C89-C9EA-E55A-435864B688A1}"/>
                            </a:ext>
                          </a:extLst>
                        </p:cNvPr>
                        <p:cNvGrpSpPr/>
                        <p:nvPr/>
                      </p:nvGrpSpPr>
                      <p:grpSpPr>
                        <a:xfrm>
                          <a:off x="3701732" y="4724400"/>
                          <a:ext cx="731520" cy="731520"/>
                          <a:chOff x="2970212" y="4724400"/>
                          <a:chExt cx="731520" cy="731520"/>
                        </a:xfrm>
                      </p:grpSpPr>
                      <p:grpSp>
                        <p:nvGrpSpPr>
                          <p:cNvPr id="256" name="Group 255">
                            <a:extLst>
                              <a:ext uri="{FF2B5EF4-FFF2-40B4-BE49-F238E27FC236}">
                                <a16:creationId xmlns:a16="http://schemas.microsoft.com/office/drawing/2014/main" id="{8A86C341-AE0C-5902-E7B9-39E4850134E8}"/>
                              </a:ext>
                            </a:extLst>
                          </p:cNvPr>
                          <p:cNvGrpSpPr/>
                          <p:nvPr/>
                        </p:nvGrpSpPr>
                        <p:grpSpPr>
                          <a:xfrm>
                            <a:off x="2970212" y="4724400"/>
                            <a:ext cx="731520" cy="365760"/>
                            <a:chOff x="2970212" y="4724400"/>
                            <a:chExt cx="731520" cy="365760"/>
                          </a:xfrm>
                        </p:grpSpPr>
                        <p:sp>
                          <p:nvSpPr>
                            <p:cNvPr id="259" name="Rectangle 258">
                              <a:extLst>
                                <a:ext uri="{FF2B5EF4-FFF2-40B4-BE49-F238E27FC236}">
                                  <a16:creationId xmlns:a16="http://schemas.microsoft.com/office/drawing/2014/main" id="{FA21437E-DDA2-F45F-072A-5FD0E6D35B09}"/>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0" name="Rectangle 259">
                              <a:extLst>
                                <a:ext uri="{FF2B5EF4-FFF2-40B4-BE49-F238E27FC236}">
                                  <a16:creationId xmlns:a16="http://schemas.microsoft.com/office/drawing/2014/main" id="{FCDD2D23-B866-0163-ABE1-503089837F87}"/>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57" name="Rectangle 256">
                            <a:extLst>
                              <a:ext uri="{FF2B5EF4-FFF2-40B4-BE49-F238E27FC236}">
                                <a16:creationId xmlns:a16="http://schemas.microsoft.com/office/drawing/2014/main" id="{023012C2-AB95-0B97-A2A9-12C9A91CC68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8" name="Rectangle 257">
                            <a:extLst>
                              <a:ext uri="{FF2B5EF4-FFF2-40B4-BE49-F238E27FC236}">
                                <a16:creationId xmlns:a16="http://schemas.microsoft.com/office/drawing/2014/main" id="{F34BFE23-5358-5F1E-5B8D-38AC7CA7800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41" name="Group 240">
                        <a:extLst>
                          <a:ext uri="{FF2B5EF4-FFF2-40B4-BE49-F238E27FC236}">
                            <a16:creationId xmlns:a16="http://schemas.microsoft.com/office/drawing/2014/main" id="{79CB21ED-3D2B-116E-BA79-56BF88E306AF}"/>
                          </a:ext>
                        </a:extLst>
                      </p:cNvPr>
                      <p:cNvGrpSpPr/>
                      <p:nvPr/>
                    </p:nvGrpSpPr>
                    <p:grpSpPr>
                      <a:xfrm>
                        <a:off x="2970212" y="5455920"/>
                        <a:ext cx="1463040" cy="731520"/>
                        <a:chOff x="2970212" y="4724400"/>
                        <a:chExt cx="1463040" cy="731520"/>
                      </a:xfrm>
                    </p:grpSpPr>
                    <p:grpSp>
                      <p:nvGrpSpPr>
                        <p:cNvPr id="242" name="Group 241">
                          <a:extLst>
                            <a:ext uri="{FF2B5EF4-FFF2-40B4-BE49-F238E27FC236}">
                              <a16:creationId xmlns:a16="http://schemas.microsoft.com/office/drawing/2014/main" id="{8652529F-CAC1-1CBE-0797-BD3366C518E3}"/>
                            </a:ext>
                          </a:extLst>
                        </p:cNvPr>
                        <p:cNvGrpSpPr/>
                        <p:nvPr/>
                      </p:nvGrpSpPr>
                      <p:grpSpPr>
                        <a:xfrm>
                          <a:off x="2970212" y="4724400"/>
                          <a:ext cx="731520" cy="731520"/>
                          <a:chOff x="2970212" y="4724400"/>
                          <a:chExt cx="731520" cy="731520"/>
                        </a:xfrm>
                      </p:grpSpPr>
                      <p:grpSp>
                        <p:nvGrpSpPr>
                          <p:cNvPr id="249" name="Group 248">
                            <a:extLst>
                              <a:ext uri="{FF2B5EF4-FFF2-40B4-BE49-F238E27FC236}">
                                <a16:creationId xmlns:a16="http://schemas.microsoft.com/office/drawing/2014/main" id="{8582BD87-C3B3-4A0F-8BDC-FA0EF67D0CDB}"/>
                              </a:ext>
                            </a:extLst>
                          </p:cNvPr>
                          <p:cNvGrpSpPr/>
                          <p:nvPr/>
                        </p:nvGrpSpPr>
                        <p:grpSpPr>
                          <a:xfrm>
                            <a:off x="2970212" y="4724400"/>
                            <a:ext cx="731520" cy="365760"/>
                            <a:chOff x="2970212" y="4724400"/>
                            <a:chExt cx="731520" cy="365760"/>
                          </a:xfrm>
                        </p:grpSpPr>
                        <p:sp>
                          <p:nvSpPr>
                            <p:cNvPr id="252" name="Rectangle 251">
                              <a:extLst>
                                <a:ext uri="{FF2B5EF4-FFF2-40B4-BE49-F238E27FC236}">
                                  <a16:creationId xmlns:a16="http://schemas.microsoft.com/office/drawing/2014/main" id="{AF5C351D-5C0B-7366-6F34-6DE343D6851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3" name="Rectangle 252">
                              <a:extLst>
                                <a:ext uri="{FF2B5EF4-FFF2-40B4-BE49-F238E27FC236}">
                                  <a16:creationId xmlns:a16="http://schemas.microsoft.com/office/drawing/2014/main" id="{10122B2F-5E40-32E1-D434-AFE4D68650B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50" name="Rectangle 249">
                            <a:extLst>
                              <a:ext uri="{FF2B5EF4-FFF2-40B4-BE49-F238E27FC236}">
                                <a16:creationId xmlns:a16="http://schemas.microsoft.com/office/drawing/2014/main" id="{D073A017-3A2F-28A8-4FCD-D2CF2341C32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1" name="Rectangle 250">
                            <a:extLst>
                              <a:ext uri="{FF2B5EF4-FFF2-40B4-BE49-F238E27FC236}">
                                <a16:creationId xmlns:a16="http://schemas.microsoft.com/office/drawing/2014/main" id="{4BFB7C9F-3F8B-359D-8FE3-FED6F53A1E7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43" name="Group 242">
                          <a:extLst>
                            <a:ext uri="{FF2B5EF4-FFF2-40B4-BE49-F238E27FC236}">
                              <a16:creationId xmlns:a16="http://schemas.microsoft.com/office/drawing/2014/main" id="{8EA054F7-FBB2-7B72-FC80-92E5A2E04E55}"/>
                            </a:ext>
                          </a:extLst>
                        </p:cNvPr>
                        <p:cNvGrpSpPr/>
                        <p:nvPr/>
                      </p:nvGrpSpPr>
                      <p:grpSpPr>
                        <a:xfrm>
                          <a:off x="3701732" y="4724400"/>
                          <a:ext cx="731520" cy="731520"/>
                          <a:chOff x="2970212" y="4724400"/>
                          <a:chExt cx="731520" cy="731520"/>
                        </a:xfrm>
                      </p:grpSpPr>
                      <p:grpSp>
                        <p:nvGrpSpPr>
                          <p:cNvPr id="244" name="Group 243">
                            <a:extLst>
                              <a:ext uri="{FF2B5EF4-FFF2-40B4-BE49-F238E27FC236}">
                                <a16:creationId xmlns:a16="http://schemas.microsoft.com/office/drawing/2014/main" id="{FEA67C01-F60F-F1C9-ABAF-495746A53636}"/>
                              </a:ext>
                            </a:extLst>
                          </p:cNvPr>
                          <p:cNvGrpSpPr/>
                          <p:nvPr/>
                        </p:nvGrpSpPr>
                        <p:grpSpPr>
                          <a:xfrm>
                            <a:off x="2970212" y="4724400"/>
                            <a:ext cx="731520" cy="365760"/>
                            <a:chOff x="2970212" y="4724400"/>
                            <a:chExt cx="731520" cy="365760"/>
                          </a:xfrm>
                        </p:grpSpPr>
                        <p:sp>
                          <p:nvSpPr>
                            <p:cNvPr id="247" name="Rectangle 246">
                              <a:extLst>
                                <a:ext uri="{FF2B5EF4-FFF2-40B4-BE49-F238E27FC236}">
                                  <a16:creationId xmlns:a16="http://schemas.microsoft.com/office/drawing/2014/main" id="{2BF4B444-D457-6117-CCCD-FA1277B3AEC1}"/>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48" name="Rectangle 247">
                              <a:extLst>
                                <a:ext uri="{FF2B5EF4-FFF2-40B4-BE49-F238E27FC236}">
                                  <a16:creationId xmlns:a16="http://schemas.microsoft.com/office/drawing/2014/main" id="{119EB92C-3BC8-071A-F148-B82ECA1B755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45" name="Rectangle 244">
                            <a:extLst>
                              <a:ext uri="{FF2B5EF4-FFF2-40B4-BE49-F238E27FC236}">
                                <a16:creationId xmlns:a16="http://schemas.microsoft.com/office/drawing/2014/main" id="{BCBADC26-9D47-0A93-CA59-9FEF5F5BF10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46" name="Rectangle 245">
                            <a:extLst>
                              <a:ext uri="{FF2B5EF4-FFF2-40B4-BE49-F238E27FC236}">
                                <a16:creationId xmlns:a16="http://schemas.microsoft.com/office/drawing/2014/main" id="{E2612721-7B41-CB38-C157-F01E3420D10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183" name="Group 182">
                    <a:extLst>
                      <a:ext uri="{FF2B5EF4-FFF2-40B4-BE49-F238E27FC236}">
                        <a16:creationId xmlns:a16="http://schemas.microsoft.com/office/drawing/2014/main" id="{53397187-12D2-E839-0DCD-8DE5AA7EE8FC}"/>
                      </a:ext>
                    </a:extLst>
                  </p:cNvPr>
                  <p:cNvGrpSpPr/>
                  <p:nvPr/>
                </p:nvGrpSpPr>
                <p:grpSpPr>
                  <a:xfrm>
                    <a:off x="2132012" y="4587240"/>
                    <a:ext cx="2926080" cy="1463040"/>
                    <a:chOff x="2970212" y="4724400"/>
                    <a:chExt cx="2926080" cy="1463040"/>
                  </a:xfrm>
                </p:grpSpPr>
                <p:grpSp>
                  <p:nvGrpSpPr>
                    <p:cNvPr id="184" name="Group 183">
                      <a:extLst>
                        <a:ext uri="{FF2B5EF4-FFF2-40B4-BE49-F238E27FC236}">
                          <a16:creationId xmlns:a16="http://schemas.microsoft.com/office/drawing/2014/main" id="{D9783632-CE2F-9CFB-5302-316C089447DA}"/>
                        </a:ext>
                      </a:extLst>
                    </p:cNvPr>
                    <p:cNvGrpSpPr/>
                    <p:nvPr/>
                  </p:nvGrpSpPr>
                  <p:grpSpPr>
                    <a:xfrm>
                      <a:off x="2970212" y="4724400"/>
                      <a:ext cx="1463040" cy="1463040"/>
                      <a:chOff x="2970212" y="4724400"/>
                      <a:chExt cx="1463040" cy="1463040"/>
                    </a:xfrm>
                  </p:grpSpPr>
                  <p:grpSp>
                    <p:nvGrpSpPr>
                      <p:cNvPr id="212" name="Group 211">
                        <a:extLst>
                          <a:ext uri="{FF2B5EF4-FFF2-40B4-BE49-F238E27FC236}">
                            <a16:creationId xmlns:a16="http://schemas.microsoft.com/office/drawing/2014/main" id="{88F3AB9A-D1BA-9EFB-3EC2-AD6424327E57}"/>
                          </a:ext>
                        </a:extLst>
                      </p:cNvPr>
                      <p:cNvGrpSpPr/>
                      <p:nvPr/>
                    </p:nvGrpSpPr>
                    <p:grpSpPr>
                      <a:xfrm>
                        <a:off x="2970212" y="4724400"/>
                        <a:ext cx="1463040" cy="731520"/>
                        <a:chOff x="2970212" y="4724400"/>
                        <a:chExt cx="1463040" cy="731520"/>
                      </a:xfrm>
                    </p:grpSpPr>
                    <p:grpSp>
                      <p:nvGrpSpPr>
                        <p:cNvPr id="226" name="Group 225">
                          <a:extLst>
                            <a:ext uri="{FF2B5EF4-FFF2-40B4-BE49-F238E27FC236}">
                              <a16:creationId xmlns:a16="http://schemas.microsoft.com/office/drawing/2014/main" id="{C5CE6062-4693-19CA-850B-68013B9FED14}"/>
                            </a:ext>
                          </a:extLst>
                        </p:cNvPr>
                        <p:cNvGrpSpPr/>
                        <p:nvPr/>
                      </p:nvGrpSpPr>
                      <p:grpSpPr>
                        <a:xfrm>
                          <a:off x="2970212" y="4724400"/>
                          <a:ext cx="731520" cy="731520"/>
                          <a:chOff x="2970212" y="4724400"/>
                          <a:chExt cx="731520" cy="731520"/>
                        </a:xfrm>
                      </p:grpSpPr>
                      <p:grpSp>
                        <p:nvGrpSpPr>
                          <p:cNvPr id="233" name="Group 232">
                            <a:extLst>
                              <a:ext uri="{FF2B5EF4-FFF2-40B4-BE49-F238E27FC236}">
                                <a16:creationId xmlns:a16="http://schemas.microsoft.com/office/drawing/2014/main" id="{6FB93103-0740-5159-5CA2-33FEA2B7CE5D}"/>
                              </a:ext>
                            </a:extLst>
                          </p:cNvPr>
                          <p:cNvGrpSpPr/>
                          <p:nvPr/>
                        </p:nvGrpSpPr>
                        <p:grpSpPr>
                          <a:xfrm>
                            <a:off x="2970212" y="4724400"/>
                            <a:ext cx="731520" cy="365760"/>
                            <a:chOff x="2970212" y="4724400"/>
                            <a:chExt cx="731520" cy="365760"/>
                          </a:xfrm>
                        </p:grpSpPr>
                        <p:sp>
                          <p:nvSpPr>
                            <p:cNvPr id="236" name="Rectangle 235">
                              <a:extLst>
                                <a:ext uri="{FF2B5EF4-FFF2-40B4-BE49-F238E27FC236}">
                                  <a16:creationId xmlns:a16="http://schemas.microsoft.com/office/drawing/2014/main" id="{9B23085A-5D9D-43F4-A871-33929DA9143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7" name="Rectangle 236">
                              <a:extLst>
                                <a:ext uri="{FF2B5EF4-FFF2-40B4-BE49-F238E27FC236}">
                                  <a16:creationId xmlns:a16="http://schemas.microsoft.com/office/drawing/2014/main" id="{3C569825-E9AF-BD58-22F9-B3376D0FCE2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34" name="Rectangle 233">
                            <a:extLst>
                              <a:ext uri="{FF2B5EF4-FFF2-40B4-BE49-F238E27FC236}">
                                <a16:creationId xmlns:a16="http://schemas.microsoft.com/office/drawing/2014/main" id="{32DD5094-1839-7863-90A6-5C54DAFCAF0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5" name="Rectangle 234">
                            <a:extLst>
                              <a:ext uri="{FF2B5EF4-FFF2-40B4-BE49-F238E27FC236}">
                                <a16:creationId xmlns:a16="http://schemas.microsoft.com/office/drawing/2014/main" id="{667A3AD8-919C-5DCC-6995-CF00B088D7A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27" name="Group 226">
                          <a:extLst>
                            <a:ext uri="{FF2B5EF4-FFF2-40B4-BE49-F238E27FC236}">
                              <a16:creationId xmlns:a16="http://schemas.microsoft.com/office/drawing/2014/main" id="{6310A9CE-891B-A044-D7FB-4A05CC1DE5BB}"/>
                            </a:ext>
                          </a:extLst>
                        </p:cNvPr>
                        <p:cNvGrpSpPr/>
                        <p:nvPr/>
                      </p:nvGrpSpPr>
                      <p:grpSpPr>
                        <a:xfrm>
                          <a:off x="3701732" y="4724400"/>
                          <a:ext cx="731520" cy="731520"/>
                          <a:chOff x="2970212" y="4724400"/>
                          <a:chExt cx="731520" cy="731520"/>
                        </a:xfrm>
                      </p:grpSpPr>
                      <p:grpSp>
                        <p:nvGrpSpPr>
                          <p:cNvPr id="228" name="Group 227">
                            <a:extLst>
                              <a:ext uri="{FF2B5EF4-FFF2-40B4-BE49-F238E27FC236}">
                                <a16:creationId xmlns:a16="http://schemas.microsoft.com/office/drawing/2014/main" id="{8D14F848-A6F6-A13B-559B-44C868AA023B}"/>
                              </a:ext>
                            </a:extLst>
                          </p:cNvPr>
                          <p:cNvGrpSpPr/>
                          <p:nvPr/>
                        </p:nvGrpSpPr>
                        <p:grpSpPr>
                          <a:xfrm>
                            <a:off x="2970212" y="4724400"/>
                            <a:ext cx="731520" cy="365760"/>
                            <a:chOff x="2970212" y="4724400"/>
                            <a:chExt cx="731520" cy="365760"/>
                          </a:xfrm>
                        </p:grpSpPr>
                        <p:sp>
                          <p:nvSpPr>
                            <p:cNvPr id="231" name="Rectangle 230">
                              <a:extLst>
                                <a:ext uri="{FF2B5EF4-FFF2-40B4-BE49-F238E27FC236}">
                                  <a16:creationId xmlns:a16="http://schemas.microsoft.com/office/drawing/2014/main" id="{33BBFF7B-9262-4C56-9DDC-E4F52DFAFE3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2" name="Rectangle 231">
                              <a:extLst>
                                <a:ext uri="{FF2B5EF4-FFF2-40B4-BE49-F238E27FC236}">
                                  <a16:creationId xmlns:a16="http://schemas.microsoft.com/office/drawing/2014/main" id="{CB191756-6C7E-3B3B-B768-A8358D54DB8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29" name="Rectangle 228">
                            <a:extLst>
                              <a:ext uri="{FF2B5EF4-FFF2-40B4-BE49-F238E27FC236}">
                                <a16:creationId xmlns:a16="http://schemas.microsoft.com/office/drawing/2014/main" id="{DAD1F42B-0A07-4FB6-3498-34AF0AD00A5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0" name="Rectangle 229">
                            <a:extLst>
                              <a:ext uri="{FF2B5EF4-FFF2-40B4-BE49-F238E27FC236}">
                                <a16:creationId xmlns:a16="http://schemas.microsoft.com/office/drawing/2014/main" id="{E6812FF4-3FCC-DCAC-1550-E31712AFA57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13" name="Group 212">
                        <a:extLst>
                          <a:ext uri="{FF2B5EF4-FFF2-40B4-BE49-F238E27FC236}">
                            <a16:creationId xmlns:a16="http://schemas.microsoft.com/office/drawing/2014/main" id="{98B1FC35-4864-03A9-8334-F027498F005A}"/>
                          </a:ext>
                        </a:extLst>
                      </p:cNvPr>
                      <p:cNvGrpSpPr/>
                      <p:nvPr/>
                    </p:nvGrpSpPr>
                    <p:grpSpPr>
                      <a:xfrm>
                        <a:off x="2970212" y="5455920"/>
                        <a:ext cx="1463040" cy="731520"/>
                        <a:chOff x="2970212" y="4724400"/>
                        <a:chExt cx="1463040" cy="731520"/>
                      </a:xfrm>
                    </p:grpSpPr>
                    <p:grpSp>
                      <p:nvGrpSpPr>
                        <p:cNvPr id="214" name="Group 213">
                          <a:extLst>
                            <a:ext uri="{FF2B5EF4-FFF2-40B4-BE49-F238E27FC236}">
                              <a16:creationId xmlns:a16="http://schemas.microsoft.com/office/drawing/2014/main" id="{E42E776E-00A3-3BFF-1E2F-F6AF972BAFC4}"/>
                            </a:ext>
                          </a:extLst>
                        </p:cNvPr>
                        <p:cNvGrpSpPr/>
                        <p:nvPr/>
                      </p:nvGrpSpPr>
                      <p:grpSpPr>
                        <a:xfrm>
                          <a:off x="2970212" y="4724400"/>
                          <a:ext cx="731520" cy="731520"/>
                          <a:chOff x="2970212" y="4724400"/>
                          <a:chExt cx="731520" cy="731520"/>
                        </a:xfrm>
                      </p:grpSpPr>
                      <p:grpSp>
                        <p:nvGrpSpPr>
                          <p:cNvPr id="221" name="Group 220">
                            <a:extLst>
                              <a:ext uri="{FF2B5EF4-FFF2-40B4-BE49-F238E27FC236}">
                                <a16:creationId xmlns:a16="http://schemas.microsoft.com/office/drawing/2014/main" id="{CAF35A9E-EB52-B741-69DE-89548F783E22}"/>
                              </a:ext>
                            </a:extLst>
                          </p:cNvPr>
                          <p:cNvGrpSpPr/>
                          <p:nvPr/>
                        </p:nvGrpSpPr>
                        <p:grpSpPr>
                          <a:xfrm>
                            <a:off x="2970212" y="4724400"/>
                            <a:ext cx="731520" cy="365760"/>
                            <a:chOff x="2970212" y="4724400"/>
                            <a:chExt cx="731520" cy="365760"/>
                          </a:xfrm>
                        </p:grpSpPr>
                        <p:sp>
                          <p:nvSpPr>
                            <p:cNvPr id="224" name="Rectangle 223">
                              <a:extLst>
                                <a:ext uri="{FF2B5EF4-FFF2-40B4-BE49-F238E27FC236}">
                                  <a16:creationId xmlns:a16="http://schemas.microsoft.com/office/drawing/2014/main" id="{1EF638FF-A509-B8FE-426B-79B50BFA808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5" name="Rectangle 224">
                              <a:extLst>
                                <a:ext uri="{FF2B5EF4-FFF2-40B4-BE49-F238E27FC236}">
                                  <a16:creationId xmlns:a16="http://schemas.microsoft.com/office/drawing/2014/main" id="{93BE3AD1-DA43-84BC-E8B3-F8B0CC4F5B1F}"/>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22" name="Rectangle 221">
                            <a:extLst>
                              <a:ext uri="{FF2B5EF4-FFF2-40B4-BE49-F238E27FC236}">
                                <a16:creationId xmlns:a16="http://schemas.microsoft.com/office/drawing/2014/main" id="{927A241D-C740-B28B-B2B3-65205FB5B5A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3" name="Rectangle 222">
                            <a:extLst>
                              <a:ext uri="{FF2B5EF4-FFF2-40B4-BE49-F238E27FC236}">
                                <a16:creationId xmlns:a16="http://schemas.microsoft.com/office/drawing/2014/main" id="{310BB661-784E-E9A6-4432-03C7A7D7EAA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15" name="Group 214">
                          <a:extLst>
                            <a:ext uri="{FF2B5EF4-FFF2-40B4-BE49-F238E27FC236}">
                              <a16:creationId xmlns:a16="http://schemas.microsoft.com/office/drawing/2014/main" id="{70485CB6-EE14-332D-AB07-99341F4FE5B8}"/>
                            </a:ext>
                          </a:extLst>
                        </p:cNvPr>
                        <p:cNvGrpSpPr/>
                        <p:nvPr/>
                      </p:nvGrpSpPr>
                      <p:grpSpPr>
                        <a:xfrm>
                          <a:off x="3701732" y="4724400"/>
                          <a:ext cx="731520" cy="731520"/>
                          <a:chOff x="2970212" y="4724400"/>
                          <a:chExt cx="731520" cy="731520"/>
                        </a:xfrm>
                      </p:grpSpPr>
                      <p:grpSp>
                        <p:nvGrpSpPr>
                          <p:cNvPr id="216" name="Group 215">
                            <a:extLst>
                              <a:ext uri="{FF2B5EF4-FFF2-40B4-BE49-F238E27FC236}">
                                <a16:creationId xmlns:a16="http://schemas.microsoft.com/office/drawing/2014/main" id="{3CE3202D-95F9-DA61-8A6D-A63E7416ACD1}"/>
                              </a:ext>
                            </a:extLst>
                          </p:cNvPr>
                          <p:cNvGrpSpPr/>
                          <p:nvPr/>
                        </p:nvGrpSpPr>
                        <p:grpSpPr>
                          <a:xfrm>
                            <a:off x="2970212" y="4724400"/>
                            <a:ext cx="731520" cy="365760"/>
                            <a:chOff x="2970212" y="4724400"/>
                            <a:chExt cx="731520" cy="365760"/>
                          </a:xfrm>
                        </p:grpSpPr>
                        <p:sp>
                          <p:nvSpPr>
                            <p:cNvPr id="219" name="Rectangle 218">
                              <a:extLst>
                                <a:ext uri="{FF2B5EF4-FFF2-40B4-BE49-F238E27FC236}">
                                  <a16:creationId xmlns:a16="http://schemas.microsoft.com/office/drawing/2014/main" id="{DC04123A-4526-25B3-75B9-3408BAF3349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0" name="Rectangle 219">
                              <a:extLst>
                                <a:ext uri="{FF2B5EF4-FFF2-40B4-BE49-F238E27FC236}">
                                  <a16:creationId xmlns:a16="http://schemas.microsoft.com/office/drawing/2014/main" id="{10F7056C-63D6-7EB1-7A85-00D35573BCC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17" name="Rectangle 216">
                            <a:extLst>
                              <a:ext uri="{FF2B5EF4-FFF2-40B4-BE49-F238E27FC236}">
                                <a16:creationId xmlns:a16="http://schemas.microsoft.com/office/drawing/2014/main" id="{7F2F2FAF-E672-FE6D-001E-577D103F6D8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18" name="Rectangle 217">
                            <a:extLst>
                              <a:ext uri="{FF2B5EF4-FFF2-40B4-BE49-F238E27FC236}">
                                <a16:creationId xmlns:a16="http://schemas.microsoft.com/office/drawing/2014/main" id="{06318D3F-157E-57C4-775C-612E8AE426D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185" name="Group 184">
                      <a:extLst>
                        <a:ext uri="{FF2B5EF4-FFF2-40B4-BE49-F238E27FC236}">
                          <a16:creationId xmlns:a16="http://schemas.microsoft.com/office/drawing/2014/main" id="{60E248E5-6AC8-BD4D-060A-F470234BE41E}"/>
                        </a:ext>
                      </a:extLst>
                    </p:cNvPr>
                    <p:cNvGrpSpPr/>
                    <p:nvPr/>
                  </p:nvGrpSpPr>
                  <p:grpSpPr>
                    <a:xfrm>
                      <a:off x="4433252" y="4724400"/>
                      <a:ext cx="1463040" cy="1463040"/>
                      <a:chOff x="2970212" y="4724400"/>
                      <a:chExt cx="1463040" cy="1463040"/>
                    </a:xfrm>
                  </p:grpSpPr>
                  <p:grpSp>
                    <p:nvGrpSpPr>
                      <p:cNvPr id="186" name="Group 185">
                        <a:extLst>
                          <a:ext uri="{FF2B5EF4-FFF2-40B4-BE49-F238E27FC236}">
                            <a16:creationId xmlns:a16="http://schemas.microsoft.com/office/drawing/2014/main" id="{C12CCAB5-445F-F567-7524-8F2EA703405B}"/>
                          </a:ext>
                        </a:extLst>
                      </p:cNvPr>
                      <p:cNvGrpSpPr/>
                      <p:nvPr/>
                    </p:nvGrpSpPr>
                    <p:grpSpPr>
                      <a:xfrm>
                        <a:off x="2970212" y="4724400"/>
                        <a:ext cx="1463040" cy="731520"/>
                        <a:chOff x="2970212" y="4724400"/>
                        <a:chExt cx="1463040" cy="731520"/>
                      </a:xfrm>
                    </p:grpSpPr>
                    <p:grpSp>
                      <p:nvGrpSpPr>
                        <p:cNvPr id="200" name="Group 199">
                          <a:extLst>
                            <a:ext uri="{FF2B5EF4-FFF2-40B4-BE49-F238E27FC236}">
                              <a16:creationId xmlns:a16="http://schemas.microsoft.com/office/drawing/2014/main" id="{C5CB87FC-005A-7549-FD4D-4137C9228AE5}"/>
                            </a:ext>
                          </a:extLst>
                        </p:cNvPr>
                        <p:cNvGrpSpPr/>
                        <p:nvPr/>
                      </p:nvGrpSpPr>
                      <p:grpSpPr>
                        <a:xfrm>
                          <a:off x="2970212" y="4724400"/>
                          <a:ext cx="731520" cy="731520"/>
                          <a:chOff x="2970212" y="4724400"/>
                          <a:chExt cx="731520" cy="731520"/>
                        </a:xfrm>
                      </p:grpSpPr>
                      <p:grpSp>
                        <p:nvGrpSpPr>
                          <p:cNvPr id="207" name="Group 206">
                            <a:extLst>
                              <a:ext uri="{FF2B5EF4-FFF2-40B4-BE49-F238E27FC236}">
                                <a16:creationId xmlns:a16="http://schemas.microsoft.com/office/drawing/2014/main" id="{DCA11C85-3325-E478-62C3-A0A903955368}"/>
                              </a:ext>
                            </a:extLst>
                          </p:cNvPr>
                          <p:cNvGrpSpPr/>
                          <p:nvPr/>
                        </p:nvGrpSpPr>
                        <p:grpSpPr>
                          <a:xfrm>
                            <a:off x="2970212" y="4724400"/>
                            <a:ext cx="731520" cy="365760"/>
                            <a:chOff x="2970212" y="4724400"/>
                            <a:chExt cx="731520" cy="365760"/>
                          </a:xfrm>
                        </p:grpSpPr>
                        <p:sp>
                          <p:nvSpPr>
                            <p:cNvPr id="210" name="Rectangle 209">
                              <a:extLst>
                                <a:ext uri="{FF2B5EF4-FFF2-40B4-BE49-F238E27FC236}">
                                  <a16:creationId xmlns:a16="http://schemas.microsoft.com/office/drawing/2014/main" id="{AE78BA34-6FBA-85C9-3C2A-D2646C117796}"/>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11" name="Rectangle 210">
                              <a:extLst>
                                <a:ext uri="{FF2B5EF4-FFF2-40B4-BE49-F238E27FC236}">
                                  <a16:creationId xmlns:a16="http://schemas.microsoft.com/office/drawing/2014/main" id="{1EB005B4-D971-FA3B-7289-F002D23846A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08" name="Rectangle 207">
                            <a:extLst>
                              <a:ext uri="{FF2B5EF4-FFF2-40B4-BE49-F238E27FC236}">
                                <a16:creationId xmlns:a16="http://schemas.microsoft.com/office/drawing/2014/main" id="{51C0C08B-0833-B7A2-9E34-7DE7439D209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9" name="Rectangle 208">
                            <a:extLst>
                              <a:ext uri="{FF2B5EF4-FFF2-40B4-BE49-F238E27FC236}">
                                <a16:creationId xmlns:a16="http://schemas.microsoft.com/office/drawing/2014/main" id="{2CAF787D-5D64-E453-3538-F677EA6F842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01" name="Group 200">
                          <a:extLst>
                            <a:ext uri="{FF2B5EF4-FFF2-40B4-BE49-F238E27FC236}">
                              <a16:creationId xmlns:a16="http://schemas.microsoft.com/office/drawing/2014/main" id="{7BF417C7-BEE9-2D2B-8DAA-A91B4BC4B8D3}"/>
                            </a:ext>
                          </a:extLst>
                        </p:cNvPr>
                        <p:cNvGrpSpPr/>
                        <p:nvPr/>
                      </p:nvGrpSpPr>
                      <p:grpSpPr>
                        <a:xfrm>
                          <a:off x="3701732" y="4724400"/>
                          <a:ext cx="731520" cy="731520"/>
                          <a:chOff x="2970212" y="4724400"/>
                          <a:chExt cx="731520" cy="731520"/>
                        </a:xfrm>
                      </p:grpSpPr>
                      <p:grpSp>
                        <p:nvGrpSpPr>
                          <p:cNvPr id="202" name="Group 201">
                            <a:extLst>
                              <a:ext uri="{FF2B5EF4-FFF2-40B4-BE49-F238E27FC236}">
                                <a16:creationId xmlns:a16="http://schemas.microsoft.com/office/drawing/2014/main" id="{17C1BCDC-53E9-3687-1FE1-DB03A610FCB5}"/>
                              </a:ext>
                            </a:extLst>
                          </p:cNvPr>
                          <p:cNvGrpSpPr/>
                          <p:nvPr/>
                        </p:nvGrpSpPr>
                        <p:grpSpPr>
                          <a:xfrm>
                            <a:off x="2970212" y="4724400"/>
                            <a:ext cx="731520" cy="365760"/>
                            <a:chOff x="2970212" y="4724400"/>
                            <a:chExt cx="731520" cy="365760"/>
                          </a:xfrm>
                        </p:grpSpPr>
                        <p:sp>
                          <p:nvSpPr>
                            <p:cNvPr id="205" name="Rectangle 204">
                              <a:extLst>
                                <a:ext uri="{FF2B5EF4-FFF2-40B4-BE49-F238E27FC236}">
                                  <a16:creationId xmlns:a16="http://schemas.microsoft.com/office/drawing/2014/main" id="{B68B986C-4063-B479-9585-9DEFF2B1ED5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6" name="Rectangle 205">
                              <a:extLst>
                                <a:ext uri="{FF2B5EF4-FFF2-40B4-BE49-F238E27FC236}">
                                  <a16:creationId xmlns:a16="http://schemas.microsoft.com/office/drawing/2014/main" id="{BC09C458-4FEC-A50C-6937-0FD9E6869E4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03" name="Rectangle 202">
                            <a:extLst>
                              <a:ext uri="{FF2B5EF4-FFF2-40B4-BE49-F238E27FC236}">
                                <a16:creationId xmlns:a16="http://schemas.microsoft.com/office/drawing/2014/main" id="{921106FE-F12E-5E15-FA37-2B9396FC4A0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4" name="Rectangle 203">
                            <a:extLst>
                              <a:ext uri="{FF2B5EF4-FFF2-40B4-BE49-F238E27FC236}">
                                <a16:creationId xmlns:a16="http://schemas.microsoft.com/office/drawing/2014/main" id="{35331B61-0F33-C8DD-E89C-D5DF3D555957}"/>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187" name="Group 186">
                        <a:extLst>
                          <a:ext uri="{FF2B5EF4-FFF2-40B4-BE49-F238E27FC236}">
                            <a16:creationId xmlns:a16="http://schemas.microsoft.com/office/drawing/2014/main" id="{0AE928AE-CE2D-9E83-87AA-61C9C8704C00}"/>
                          </a:ext>
                        </a:extLst>
                      </p:cNvPr>
                      <p:cNvGrpSpPr/>
                      <p:nvPr/>
                    </p:nvGrpSpPr>
                    <p:grpSpPr>
                      <a:xfrm>
                        <a:off x="2970212" y="5455920"/>
                        <a:ext cx="1463040" cy="731520"/>
                        <a:chOff x="2970212" y="4724400"/>
                        <a:chExt cx="1463040" cy="731520"/>
                      </a:xfrm>
                    </p:grpSpPr>
                    <p:grpSp>
                      <p:nvGrpSpPr>
                        <p:cNvPr id="188" name="Group 187">
                          <a:extLst>
                            <a:ext uri="{FF2B5EF4-FFF2-40B4-BE49-F238E27FC236}">
                              <a16:creationId xmlns:a16="http://schemas.microsoft.com/office/drawing/2014/main" id="{AEBF79D0-D4B6-EA37-F87D-A71FC386F019}"/>
                            </a:ext>
                          </a:extLst>
                        </p:cNvPr>
                        <p:cNvGrpSpPr/>
                        <p:nvPr/>
                      </p:nvGrpSpPr>
                      <p:grpSpPr>
                        <a:xfrm>
                          <a:off x="2970212" y="4724400"/>
                          <a:ext cx="731520" cy="731520"/>
                          <a:chOff x="2970212" y="4724400"/>
                          <a:chExt cx="731520" cy="731520"/>
                        </a:xfrm>
                      </p:grpSpPr>
                      <p:grpSp>
                        <p:nvGrpSpPr>
                          <p:cNvPr id="195" name="Group 194">
                            <a:extLst>
                              <a:ext uri="{FF2B5EF4-FFF2-40B4-BE49-F238E27FC236}">
                                <a16:creationId xmlns:a16="http://schemas.microsoft.com/office/drawing/2014/main" id="{431D042F-A84F-CA68-88CA-0AD3A36590DC}"/>
                              </a:ext>
                            </a:extLst>
                          </p:cNvPr>
                          <p:cNvGrpSpPr/>
                          <p:nvPr/>
                        </p:nvGrpSpPr>
                        <p:grpSpPr>
                          <a:xfrm>
                            <a:off x="2970212" y="4724400"/>
                            <a:ext cx="731520" cy="365760"/>
                            <a:chOff x="2970212" y="4724400"/>
                            <a:chExt cx="731520" cy="365760"/>
                          </a:xfrm>
                        </p:grpSpPr>
                        <p:sp>
                          <p:nvSpPr>
                            <p:cNvPr id="198" name="Rectangle 197">
                              <a:extLst>
                                <a:ext uri="{FF2B5EF4-FFF2-40B4-BE49-F238E27FC236}">
                                  <a16:creationId xmlns:a16="http://schemas.microsoft.com/office/drawing/2014/main" id="{CC2DEEA2-3C2C-B5FE-1EC3-1B7202F1DBA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9" name="Rectangle 198">
                              <a:extLst>
                                <a:ext uri="{FF2B5EF4-FFF2-40B4-BE49-F238E27FC236}">
                                  <a16:creationId xmlns:a16="http://schemas.microsoft.com/office/drawing/2014/main" id="{1017E713-0627-DEAD-B247-2E4AEB8C4F6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96" name="Rectangle 195">
                            <a:extLst>
                              <a:ext uri="{FF2B5EF4-FFF2-40B4-BE49-F238E27FC236}">
                                <a16:creationId xmlns:a16="http://schemas.microsoft.com/office/drawing/2014/main" id="{A97A5EC1-CCC0-FF66-87CF-011BF6811F5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7" name="Rectangle 196">
                            <a:extLst>
                              <a:ext uri="{FF2B5EF4-FFF2-40B4-BE49-F238E27FC236}">
                                <a16:creationId xmlns:a16="http://schemas.microsoft.com/office/drawing/2014/main" id="{E2A63448-01BF-F7A2-4095-E5ABBCC3E0EC}"/>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89" name="Group 188">
                          <a:extLst>
                            <a:ext uri="{FF2B5EF4-FFF2-40B4-BE49-F238E27FC236}">
                              <a16:creationId xmlns:a16="http://schemas.microsoft.com/office/drawing/2014/main" id="{4A707F49-16A4-0C88-EE34-107A4B1EEA5C}"/>
                            </a:ext>
                          </a:extLst>
                        </p:cNvPr>
                        <p:cNvGrpSpPr/>
                        <p:nvPr/>
                      </p:nvGrpSpPr>
                      <p:grpSpPr>
                        <a:xfrm>
                          <a:off x="3701732" y="4724400"/>
                          <a:ext cx="731520" cy="731520"/>
                          <a:chOff x="2970212" y="4724400"/>
                          <a:chExt cx="731520" cy="731520"/>
                        </a:xfrm>
                      </p:grpSpPr>
                      <p:grpSp>
                        <p:nvGrpSpPr>
                          <p:cNvPr id="190" name="Group 189">
                            <a:extLst>
                              <a:ext uri="{FF2B5EF4-FFF2-40B4-BE49-F238E27FC236}">
                                <a16:creationId xmlns:a16="http://schemas.microsoft.com/office/drawing/2014/main" id="{C93437FD-810A-D71F-E7CA-C296E74AF877}"/>
                              </a:ext>
                            </a:extLst>
                          </p:cNvPr>
                          <p:cNvGrpSpPr/>
                          <p:nvPr/>
                        </p:nvGrpSpPr>
                        <p:grpSpPr>
                          <a:xfrm>
                            <a:off x="2970212" y="4724400"/>
                            <a:ext cx="731520" cy="365760"/>
                            <a:chOff x="2970212" y="4724400"/>
                            <a:chExt cx="731520" cy="365760"/>
                          </a:xfrm>
                        </p:grpSpPr>
                        <p:sp>
                          <p:nvSpPr>
                            <p:cNvPr id="193" name="Rectangle 192">
                              <a:extLst>
                                <a:ext uri="{FF2B5EF4-FFF2-40B4-BE49-F238E27FC236}">
                                  <a16:creationId xmlns:a16="http://schemas.microsoft.com/office/drawing/2014/main" id="{16601E4F-752C-67A7-9203-F21ED3F49F2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4" name="Rectangle 193">
                              <a:extLst>
                                <a:ext uri="{FF2B5EF4-FFF2-40B4-BE49-F238E27FC236}">
                                  <a16:creationId xmlns:a16="http://schemas.microsoft.com/office/drawing/2014/main" id="{EFA43D22-31DC-83B0-C0B3-3E8C77A1781D}"/>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91" name="Rectangle 190">
                            <a:extLst>
                              <a:ext uri="{FF2B5EF4-FFF2-40B4-BE49-F238E27FC236}">
                                <a16:creationId xmlns:a16="http://schemas.microsoft.com/office/drawing/2014/main" id="{2F2B9DD5-4336-DEF7-8B49-8150F6272C2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2" name="Rectangle 191">
                            <a:extLst>
                              <a:ext uri="{FF2B5EF4-FFF2-40B4-BE49-F238E27FC236}">
                                <a16:creationId xmlns:a16="http://schemas.microsoft.com/office/drawing/2014/main" id="{B52364F4-A4B9-A06E-9F6F-FC2250A327B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nvGrpSpPr>
                <p:cNvPr id="292" name="Group 291">
                  <a:extLst>
                    <a:ext uri="{FF2B5EF4-FFF2-40B4-BE49-F238E27FC236}">
                      <a16:creationId xmlns:a16="http://schemas.microsoft.com/office/drawing/2014/main" id="{9A6CA6B9-AA75-0505-799F-E25C7B1B8AD0}"/>
                    </a:ext>
                  </a:extLst>
                </p:cNvPr>
                <p:cNvGrpSpPr/>
                <p:nvPr/>
              </p:nvGrpSpPr>
              <p:grpSpPr>
                <a:xfrm>
                  <a:off x="7984172" y="3124200"/>
                  <a:ext cx="2926080" cy="2926080"/>
                  <a:chOff x="2132012" y="3124200"/>
                  <a:chExt cx="2926080" cy="2926080"/>
                </a:xfrm>
              </p:grpSpPr>
              <p:grpSp>
                <p:nvGrpSpPr>
                  <p:cNvPr id="293" name="Group 292">
                    <a:extLst>
                      <a:ext uri="{FF2B5EF4-FFF2-40B4-BE49-F238E27FC236}">
                        <a16:creationId xmlns:a16="http://schemas.microsoft.com/office/drawing/2014/main" id="{BE73FA84-4F6B-A398-FEB9-8BF7CD332373}"/>
                      </a:ext>
                    </a:extLst>
                  </p:cNvPr>
                  <p:cNvGrpSpPr/>
                  <p:nvPr/>
                </p:nvGrpSpPr>
                <p:grpSpPr>
                  <a:xfrm>
                    <a:off x="2132012" y="3124200"/>
                    <a:ext cx="2926080" cy="1463040"/>
                    <a:chOff x="2970212" y="4724400"/>
                    <a:chExt cx="2926080" cy="1463040"/>
                  </a:xfrm>
                </p:grpSpPr>
                <p:grpSp>
                  <p:nvGrpSpPr>
                    <p:cNvPr id="349" name="Group 348">
                      <a:extLst>
                        <a:ext uri="{FF2B5EF4-FFF2-40B4-BE49-F238E27FC236}">
                          <a16:creationId xmlns:a16="http://schemas.microsoft.com/office/drawing/2014/main" id="{5BDCFEAC-65E5-AC9D-FC54-D921B8B50B47}"/>
                        </a:ext>
                      </a:extLst>
                    </p:cNvPr>
                    <p:cNvGrpSpPr/>
                    <p:nvPr/>
                  </p:nvGrpSpPr>
                  <p:grpSpPr>
                    <a:xfrm>
                      <a:off x="2970212" y="4724400"/>
                      <a:ext cx="1463040" cy="1463040"/>
                      <a:chOff x="2970212" y="4724400"/>
                      <a:chExt cx="1463040" cy="1463040"/>
                    </a:xfrm>
                  </p:grpSpPr>
                  <p:grpSp>
                    <p:nvGrpSpPr>
                      <p:cNvPr id="377" name="Group 376">
                        <a:extLst>
                          <a:ext uri="{FF2B5EF4-FFF2-40B4-BE49-F238E27FC236}">
                            <a16:creationId xmlns:a16="http://schemas.microsoft.com/office/drawing/2014/main" id="{B8A4190C-5F72-3BC2-DCDD-A52C26582A76}"/>
                          </a:ext>
                        </a:extLst>
                      </p:cNvPr>
                      <p:cNvGrpSpPr/>
                      <p:nvPr/>
                    </p:nvGrpSpPr>
                    <p:grpSpPr>
                      <a:xfrm>
                        <a:off x="2970212" y="4724400"/>
                        <a:ext cx="1463040" cy="731520"/>
                        <a:chOff x="2970212" y="4724400"/>
                        <a:chExt cx="1463040" cy="731520"/>
                      </a:xfrm>
                    </p:grpSpPr>
                    <p:grpSp>
                      <p:nvGrpSpPr>
                        <p:cNvPr id="391" name="Group 390">
                          <a:extLst>
                            <a:ext uri="{FF2B5EF4-FFF2-40B4-BE49-F238E27FC236}">
                              <a16:creationId xmlns:a16="http://schemas.microsoft.com/office/drawing/2014/main" id="{2DAF74F5-B8ED-4C8C-D3F4-BCA6A6CAB990}"/>
                            </a:ext>
                          </a:extLst>
                        </p:cNvPr>
                        <p:cNvGrpSpPr/>
                        <p:nvPr/>
                      </p:nvGrpSpPr>
                      <p:grpSpPr>
                        <a:xfrm>
                          <a:off x="2970212" y="4724400"/>
                          <a:ext cx="731520" cy="731520"/>
                          <a:chOff x="2970212" y="4724400"/>
                          <a:chExt cx="731520" cy="731520"/>
                        </a:xfrm>
                      </p:grpSpPr>
                      <p:grpSp>
                        <p:nvGrpSpPr>
                          <p:cNvPr id="398" name="Group 397">
                            <a:extLst>
                              <a:ext uri="{FF2B5EF4-FFF2-40B4-BE49-F238E27FC236}">
                                <a16:creationId xmlns:a16="http://schemas.microsoft.com/office/drawing/2014/main" id="{13FF7777-03CD-BE93-EDCE-ADE3B51B783B}"/>
                              </a:ext>
                            </a:extLst>
                          </p:cNvPr>
                          <p:cNvGrpSpPr/>
                          <p:nvPr/>
                        </p:nvGrpSpPr>
                        <p:grpSpPr>
                          <a:xfrm>
                            <a:off x="2970212" y="4724400"/>
                            <a:ext cx="731520" cy="365760"/>
                            <a:chOff x="2970212" y="4724400"/>
                            <a:chExt cx="731520" cy="365760"/>
                          </a:xfrm>
                        </p:grpSpPr>
                        <p:sp>
                          <p:nvSpPr>
                            <p:cNvPr id="401" name="Rectangle 400">
                              <a:extLst>
                                <a:ext uri="{FF2B5EF4-FFF2-40B4-BE49-F238E27FC236}">
                                  <a16:creationId xmlns:a16="http://schemas.microsoft.com/office/drawing/2014/main" id="{F316A1F2-8BAE-6B56-346A-6FC89A018E0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2" name="Rectangle 401">
                              <a:extLst>
                                <a:ext uri="{FF2B5EF4-FFF2-40B4-BE49-F238E27FC236}">
                                  <a16:creationId xmlns:a16="http://schemas.microsoft.com/office/drawing/2014/main" id="{36A571F7-B78E-96BC-6864-5899B4B86FF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99" name="Rectangle 398">
                            <a:extLst>
                              <a:ext uri="{FF2B5EF4-FFF2-40B4-BE49-F238E27FC236}">
                                <a16:creationId xmlns:a16="http://schemas.microsoft.com/office/drawing/2014/main" id="{60505AAF-5D19-BBD8-3F97-4BFC04A395B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0" name="Rectangle 399">
                            <a:extLst>
                              <a:ext uri="{FF2B5EF4-FFF2-40B4-BE49-F238E27FC236}">
                                <a16:creationId xmlns:a16="http://schemas.microsoft.com/office/drawing/2014/main" id="{E0BEE075-9657-665A-829B-B43D45A9890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92" name="Group 391">
                          <a:extLst>
                            <a:ext uri="{FF2B5EF4-FFF2-40B4-BE49-F238E27FC236}">
                              <a16:creationId xmlns:a16="http://schemas.microsoft.com/office/drawing/2014/main" id="{C3D63536-57E3-D868-63B8-0791ACC52D2E}"/>
                            </a:ext>
                          </a:extLst>
                        </p:cNvPr>
                        <p:cNvGrpSpPr/>
                        <p:nvPr/>
                      </p:nvGrpSpPr>
                      <p:grpSpPr>
                        <a:xfrm>
                          <a:off x="3701732" y="4724400"/>
                          <a:ext cx="731520" cy="731520"/>
                          <a:chOff x="2970212" y="4724400"/>
                          <a:chExt cx="731520" cy="731520"/>
                        </a:xfrm>
                      </p:grpSpPr>
                      <p:grpSp>
                        <p:nvGrpSpPr>
                          <p:cNvPr id="393" name="Group 392">
                            <a:extLst>
                              <a:ext uri="{FF2B5EF4-FFF2-40B4-BE49-F238E27FC236}">
                                <a16:creationId xmlns:a16="http://schemas.microsoft.com/office/drawing/2014/main" id="{F822152E-34A9-1241-EA83-2C799FAC253F}"/>
                              </a:ext>
                            </a:extLst>
                          </p:cNvPr>
                          <p:cNvGrpSpPr/>
                          <p:nvPr/>
                        </p:nvGrpSpPr>
                        <p:grpSpPr>
                          <a:xfrm>
                            <a:off x="2970212" y="4724400"/>
                            <a:ext cx="731520" cy="365760"/>
                            <a:chOff x="2970212" y="4724400"/>
                            <a:chExt cx="731520" cy="365760"/>
                          </a:xfrm>
                        </p:grpSpPr>
                        <p:sp>
                          <p:nvSpPr>
                            <p:cNvPr id="396" name="Rectangle 395">
                              <a:extLst>
                                <a:ext uri="{FF2B5EF4-FFF2-40B4-BE49-F238E27FC236}">
                                  <a16:creationId xmlns:a16="http://schemas.microsoft.com/office/drawing/2014/main" id="{2DC70C7C-B482-A82F-281F-8A76FA53D48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7" name="Rectangle 396">
                              <a:extLst>
                                <a:ext uri="{FF2B5EF4-FFF2-40B4-BE49-F238E27FC236}">
                                  <a16:creationId xmlns:a16="http://schemas.microsoft.com/office/drawing/2014/main" id="{AF9CFDD6-53BE-D84F-651A-E1A2AA27155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94" name="Rectangle 393">
                            <a:extLst>
                              <a:ext uri="{FF2B5EF4-FFF2-40B4-BE49-F238E27FC236}">
                                <a16:creationId xmlns:a16="http://schemas.microsoft.com/office/drawing/2014/main" id="{9A4C9636-090F-430B-B70A-CF02D3D2788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5" name="Rectangle 394">
                            <a:extLst>
                              <a:ext uri="{FF2B5EF4-FFF2-40B4-BE49-F238E27FC236}">
                                <a16:creationId xmlns:a16="http://schemas.microsoft.com/office/drawing/2014/main" id="{A0CC7B8E-F661-4EC0-D85F-98828284FD6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78" name="Group 377">
                        <a:extLst>
                          <a:ext uri="{FF2B5EF4-FFF2-40B4-BE49-F238E27FC236}">
                            <a16:creationId xmlns:a16="http://schemas.microsoft.com/office/drawing/2014/main" id="{F4A11FD2-21BA-D543-3022-338CB20E8BE2}"/>
                          </a:ext>
                        </a:extLst>
                      </p:cNvPr>
                      <p:cNvGrpSpPr/>
                      <p:nvPr/>
                    </p:nvGrpSpPr>
                    <p:grpSpPr>
                      <a:xfrm>
                        <a:off x="2970212" y="5455920"/>
                        <a:ext cx="1463040" cy="731520"/>
                        <a:chOff x="2970212" y="4724400"/>
                        <a:chExt cx="1463040" cy="731520"/>
                      </a:xfrm>
                    </p:grpSpPr>
                    <p:grpSp>
                      <p:nvGrpSpPr>
                        <p:cNvPr id="379" name="Group 378">
                          <a:extLst>
                            <a:ext uri="{FF2B5EF4-FFF2-40B4-BE49-F238E27FC236}">
                              <a16:creationId xmlns:a16="http://schemas.microsoft.com/office/drawing/2014/main" id="{BA6EB5DA-66E0-0998-25BD-5287BBE4F5D3}"/>
                            </a:ext>
                          </a:extLst>
                        </p:cNvPr>
                        <p:cNvGrpSpPr/>
                        <p:nvPr/>
                      </p:nvGrpSpPr>
                      <p:grpSpPr>
                        <a:xfrm>
                          <a:off x="2970212" y="4724400"/>
                          <a:ext cx="731520" cy="731520"/>
                          <a:chOff x="2970212" y="4724400"/>
                          <a:chExt cx="731520" cy="731520"/>
                        </a:xfrm>
                      </p:grpSpPr>
                      <p:grpSp>
                        <p:nvGrpSpPr>
                          <p:cNvPr id="386" name="Group 385">
                            <a:extLst>
                              <a:ext uri="{FF2B5EF4-FFF2-40B4-BE49-F238E27FC236}">
                                <a16:creationId xmlns:a16="http://schemas.microsoft.com/office/drawing/2014/main" id="{5D069E1C-B0CB-B7E8-F740-1224A3294B86}"/>
                              </a:ext>
                            </a:extLst>
                          </p:cNvPr>
                          <p:cNvGrpSpPr/>
                          <p:nvPr/>
                        </p:nvGrpSpPr>
                        <p:grpSpPr>
                          <a:xfrm>
                            <a:off x="2970212" y="4724400"/>
                            <a:ext cx="731520" cy="365760"/>
                            <a:chOff x="2970212" y="4724400"/>
                            <a:chExt cx="731520" cy="365760"/>
                          </a:xfrm>
                        </p:grpSpPr>
                        <p:sp>
                          <p:nvSpPr>
                            <p:cNvPr id="389" name="Rectangle 388">
                              <a:extLst>
                                <a:ext uri="{FF2B5EF4-FFF2-40B4-BE49-F238E27FC236}">
                                  <a16:creationId xmlns:a16="http://schemas.microsoft.com/office/drawing/2014/main" id="{6607725D-D756-3920-5FA8-095D78E37AC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0" name="Rectangle 389">
                              <a:extLst>
                                <a:ext uri="{FF2B5EF4-FFF2-40B4-BE49-F238E27FC236}">
                                  <a16:creationId xmlns:a16="http://schemas.microsoft.com/office/drawing/2014/main" id="{9275EBFB-26D0-091F-53C9-30512CD7461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87" name="Rectangle 386">
                            <a:extLst>
                              <a:ext uri="{FF2B5EF4-FFF2-40B4-BE49-F238E27FC236}">
                                <a16:creationId xmlns:a16="http://schemas.microsoft.com/office/drawing/2014/main" id="{560F52C2-B682-86CA-B2F8-4FB5A512B193}"/>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8" name="Rectangle 387">
                            <a:extLst>
                              <a:ext uri="{FF2B5EF4-FFF2-40B4-BE49-F238E27FC236}">
                                <a16:creationId xmlns:a16="http://schemas.microsoft.com/office/drawing/2014/main" id="{C943F446-36F0-27DC-95A4-2EACD181801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80" name="Group 379">
                          <a:extLst>
                            <a:ext uri="{FF2B5EF4-FFF2-40B4-BE49-F238E27FC236}">
                              <a16:creationId xmlns:a16="http://schemas.microsoft.com/office/drawing/2014/main" id="{7D6BCE38-1A21-0331-B86F-377FCDFE9287}"/>
                            </a:ext>
                          </a:extLst>
                        </p:cNvPr>
                        <p:cNvGrpSpPr/>
                        <p:nvPr/>
                      </p:nvGrpSpPr>
                      <p:grpSpPr>
                        <a:xfrm>
                          <a:off x="3701732" y="4724400"/>
                          <a:ext cx="731520" cy="731520"/>
                          <a:chOff x="2970212" y="4724400"/>
                          <a:chExt cx="731520" cy="731520"/>
                        </a:xfrm>
                      </p:grpSpPr>
                      <p:grpSp>
                        <p:nvGrpSpPr>
                          <p:cNvPr id="381" name="Group 380">
                            <a:extLst>
                              <a:ext uri="{FF2B5EF4-FFF2-40B4-BE49-F238E27FC236}">
                                <a16:creationId xmlns:a16="http://schemas.microsoft.com/office/drawing/2014/main" id="{1859EC56-9B41-69AD-6D9B-DB7BBB37E567}"/>
                              </a:ext>
                            </a:extLst>
                          </p:cNvPr>
                          <p:cNvGrpSpPr/>
                          <p:nvPr/>
                        </p:nvGrpSpPr>
                        <p:grpSpPr>
                          <a:xfrm>
                            <a:off x="2970212" y="4724400"/>
                            <a:ext cx="731520" cy="365760"/>
                            <a:chOff x="2970212" y="4724400"/>
                            <a:chExt cx="731520" cy="365760"/>
                          </a:xfrm>
                        </p:grpSpPr>
                        <p:sp>
                          <p:nvSpPr>
                            <p:cNvPr id="384" name="Rectangle 383">
                              <a:extLst>
                                <a:ext uri="{FF2B5EF4-FFF2-40B4-BE49-F238E27FC236}">
                                  <a16:creationId xmlns:a16="http://schemas.microsoft.com/office/drawing/2014/main" id="{5BB634CA-CB51-74D5-9389-6E20167AA89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5" name="Rectangle 384">
                              <a:extLst>
                                <a:ext uri="{FF2B5EF4-FFF2-40B4-BE49-F238E27FC236}">
                                  <a16:creationId xmlns:a16="http://schemas.microsoft.com/office/drawing/2014/main" id="{416B7B37-87B6-651D-3521-BEE2C3587E8F}"/>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82" name="Rectangle 381">
                            <a:extLst>
                              <a:ext uri="{FF2B5EF4-FFF2-40B4-BE49-F238E27FC236}">
                                <a16:creationId xmlns:a16="http://schemas.microsoft.com/office/drawing/2014/main" id="{8E4DB480-2577-37FD-5E5F-7AA80551929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3" name="Rectangle 382">
                            <a:extLst>
                              <a:ext uri="{FF2B5EF4-FFF2-40B4-BE49-F238E27FC236}">
                                <a16:creationId xmlns:a16="http://schemas.microsoft.com/office/drawing/2014/main" id="{E2294DD4-93DB-C6A2-3A77-73802302BCF3}"/>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350" name="Group 349">
                      <a:extLst>
                        <a:ext uri="{FF2B5EF4-FFF2-40B4-BE49-F238E27FC236}">
                          <a16:creationId xmlns:a16="http://schemas.microsoft.com/office/drawing/2014/main" id="{453F4548-23AC-F4DB-F10B-796F61381B20}"/>
                        </a:ext>
                      </a:extLst>
                    </p:cNvPr>
                    <p:cNvGrpSpPr/>
                    <p:nvPr/>
                  </p:nvGrpSpPr>
                  <p:grpSpPr>
                    <a:xfrm>
                      <a:off x="4433252" y="4724400"/>
                      <a:ext cx="1463040" cy="1463040"/>
                      <a:chOff x="2970212" y="4724400"/>
                      <a:chExt cx="1463040" cy="1463040"/>
                    </a:xfrm>
                  </p:grpSpPr>
                  <p:grpSp>
                    <p:nvGrpSpPr>
                      <p:cNvPr id="351" name="Group 350">
                        <a:extLst>
                          <a:ext uri="{FF2B5EF4-FFF2-40B4-BE49-F238E27FC236}">
                            <a16:creationId xmlns:a16="http://schemas.microsoft.com/office/drawing/2014/main" id="{7ACF60A2-B443-8C6F-EE3E-46EC70F2990D}"/>
                          </a:ext>
                        </a:extLst>
                      </p:cNvPr>
                      <p:cNvGrpSpPr/>
                      <p:nvPr/>
                    </p:nvGrpSpPr>
                    <p:grpSpPr>
                      <a:xfrm>
                        <a:off x="2970212" y="4724400"/>
                        <a:ext cx="1463040" cy="731520"/>
                        <a:chOff x="2970212" y="4724400"/>
                        <a:chExt cx="1463040" cy="731520"/>
                      </a:xfrm>
                    </p:grpSpPr>
                    <p:grpSp>
                      <p:nvGrpSpPr>
                        <p:cNvPr id="365" name="Group 364">
                          <a:extLst>
                            <a:ext uri="{FF2B5EF4-FFF2-40B4-BE49-F238E27FC236}">
                              <a16:creationId xmlns:a16="http://schemas.microsoft.com/office/drawing/2014/main" id="{17E3139F-1247-8F81-B35F-02E061C4DAD9}"/>
                            </a:ext>
                          </a:extLst>
                        </p:cNvPr>
                        <p:cNvGrpSpPr/>
                        <p:nvPr/>
                      </p:nvGrpSpPr>
                      <p:grpSpPr>
                        <a:xfrm>
                          <a:off x="2970212" y="4724400"/>
                          <a:ext cx="731520" cy="731520"/>
                          <a:chOff x="2970212" y="4724400"/>
                          <a:chExt cx="731520" cy="731520"/>
                        </a:xfrm>
                      </p:grpSpPr>
                      <p:grpSp>
                        <p:nvGrpSpPr>
                          <p:cNvPr id="372" name="Group 371">
                            <a:extLst>
                              <a:ext uri="{FF2B5EF4-FFF2-40B4-BE49-F238E27FC236}">
                                <a16:creationId xmlns:a16="http://schemas.microsoft.com/office/drawing/2014/main" id="{88E53927-6D2F-7585-98A1-04FD2DC6F5A1}"/>
                              </a:ext>
                            </a:extLst>
                          </p:cNvPr>
                          <p:cNvGrpSpPr/>
                          <p:nvPr/>
                        </p:nvGrpSpPr>
                        <p:grpSpPr>
                          <a:xfrm>
                            <a:off x="2970212" y="4724400"/>
                            <a:ext cx="731520" cy="365760"/>
                            <a:chOff x="2970212" y="4724400"/>
                            <a:chExt cx="731520" cy="365760"/>
                          </a:xfrm>
                        </p:grpSpPr>
                        <p:sp>
                          <p:nvSpPr>
                            <p:cNvPr id="375" name="Rectangle 374">
                              <a:extLst>
                                <a:ext uri="{FF2B5EF4-FFF2-40B4-BE49-F238E27FC236}">
                                  <a16:creationId xmlns:a16="http://schemas.microsoft.com/office/drawing/2014/main" id="{7DC2E484-268E-BD11-63A2-A309CC8FAAFA}"/>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6" name="Rectangle 375">
                              <a:extLst>
                                <a:ext uri="{FF2B5EF4-FFF2-40B4-BE49-F238E27FC236}">
                                  <a16:creationId xmlns:a16="http://schemas.microsoft.com/office/drawing/2014/main" id="{235834B4-4132-5003-FFB6-D6109A87DF8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73" name="Rectangle 372">
                            <a:extLst>
                              <a:ext uri="{FF2B5EF4-FFF2-40B4-BE49-F238E27FC236}">
                                <a16:creationId xmlns:a16="http://schemas.microsoft.com/office/drawing/2014/main" id="{52CEE0EC-F4DE-F72F-5528-C4C7A9764660}"/>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4" name="Rectangle 373">
                            <a:extLst>
                              <a:ext uri="{FF2B5EF4-FFF2-40B4-BE49-F238E27FC236}">
                                <a16:creationId xmlns:a16="http://schemas.microsoft.com/office/drawing/2014/main" id="{F3580D2A-9868-C365-6AC8-0C9BF9D1AE5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66" name="Group 365">
                          <a:extLst>
                            <a:ext uri="{FF2B5EF4-FFF2-40B4-BE49-F238E27FC236}">
                              <a16:creationId xmlns:a16="http://schemas.microsoft.com/office/drawing/2014/main" id="{98275637-279B-BE65-398B-1AA77DD9ED96}"/>
                            </a:ext>
                          </a:extLst>
                        </p:cNvPr>
                        <p:cNvGrpSpPr/>
                        <p:nvPr/>
                      </p:nvGrpSpPr>
                      <p:grpSpPr>
                        <a:xfrm>
                          <a:off x="3701732" y="4724400"/>
                          <a:ext cx="731520" cy="731520"/>
                          <a:chOff x="2970212" y="4724400"/>
                          <a:chExt cx="731520" cy="731520"/>
                        </a:xfrm>
                      </p:grpSpPr>
                      <p:grpSp>
                        <p:nvGrpSpPr>
                          <p:cNvPr id="367" name="Group 366">
                            <a:extLst>
                              <a:ext uri="{FF2B5EF4-FFF2-40B4-BE49-F238E27FC236}">
                                <a16:creationId xmlns:a16="http://schemas.microsoft.com/office/drawing/2014/main" id="{0D8E0C1A-AF3A-642E-A58D-AD40A8AB4D09}"/>
                              </a:ext>
                            </a:extLst>
                          </p:cNvPr>
                          <p:cNvGrpSpPr/>
                          <p:nvPr/>
                        </p:nvGrpSpPr>
                        <p:grpSpPr>
                          <a:xfrm>
                            <a:off x="2970212" y="4724400"/>
                            <a:ext cx="731520" cy="365760"/>
                            <a:chOff x="2970212" y="4724400"/>
                            <a:chExt cx="731520" cy="365760"/>
                          </a:xfrm>
                        </p:grpSpPr>
                        <p:sp>
                          <p:nvSpPr>
                            <p:cNvPr id="370" name="Rectangle 369">
                              <a:extLst>
                                <a:ext uri="{FF2B5EF4-FFF2-40B4-BE49-F238E27FC236}">
                                  <a16:creationId xmlns:a16="http://schemas.microsoft.com/office/drawing/2014/main" id="{BFF05082-E114-63E9-8FE7-4AAF69AD70B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1" name="Rectangle 370">
                              <a:extLst>
                                <a:ext uri="{FF2B5EF4-FFF2-40B4-BE49-F238E27FC236}">
                                  <a16:creationId xmlns:a16="http://schemas.microsoft.com/office/drawing/2014/main" id="{07B88583-F2EF-79A6-03D2-F8644FC0189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68" name="Rectangle 367">
                            <a:extLst>
                              <a:ext uri="{FF2B5EF4-FFF2-40B4-BE49-F238E27FC236}">
                                <a16:creationId xmlns:a16="http://schemas.microsoft.com/office/drawing/2014/main" id="{DE9577D5-D7A0-578F-F831-C1866C6FA1B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9" name="Rectangle 368">
                            <a:extLst>
                              <a:ext uri="{FF2B5EF4-FFF2-40B4-BE49-F238E27FC236}">
                                <a16:creationId xmlns:a16="http://schemas.microsoft.com/office/drawing/2014/main" id="{3AE89D77-6E20-D332-8A1C-3AB80B9E223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52" name="Group 351">
                        <a:extLst>
                          <a:ext uri="{FF2B5EF4-FFF2-40B4-BE49-F238E27FC236}">
                            <a16:creationId xmlns:a16="http://schemas.microsoft.com/office/drawing/2014/main" id="{C6FAB756-3C0B-33CD-7F1F-F0495C5196AB}"/>
                          </a:ext>
                        </a:extLst>
                      </p:cNvPr>
                      <p:cNvGrpSpPr/>
                      <p:nvPr/>
                    </p:nvGrpSpPr>
                    <p:grpSpPr>
                      <a:xfrm>
                        <a:off x="2970212" y="5455920"/>
                        <a:ext cx="1463040" cy="731520"/>
                        <a:chOff x="2970212" y="4724400"/>
                        <a:chExt cx="1463040" cy="731520"/>
                      </a:xfrm>
                    </p:grpSpPr>
                    <p:grpSp>
                      <p:nvGrpSpPr>
                        <p:cNvPr id="353" name="Group 352">
                          <a:extLst>
                            <a:ext uri="{FF2B5EF4-FFF2-40B4-BE49-F238E27FC236}">
                              <a16:creationId xmlns:a16="http://schemas.microsoft.com/office/drawing/2014/main" id="{02A84719-1F98-74E3-82DB-C4B7E2096DDB}"/>
                            </a:ext>
                          </a:extLst>
                        </p:cNvPr>
                        <p:cNvGrpSpPr/>
                        <p:nvPr/>
                      </p:nvGrpSpPr>
                      <p:grpSpPr>
                        <a:xfrm>
                          <a:off x="2970212" y="4724400"/>
                          <a:ext cx="731520" cy="731520"/>
                          <a:chOff x="2970212" y="4724400"/>
                          <a:chExt cx="731520" cy="731520"/>
                        </a:xfrm>
                      </p:grpSpPr>
                      <p:grpSp>
                        <p:nvGrpSpPr>
                          <p:cNvPr id="360" name="Group 359">
                            <a:extLst>
                              <a:ext uri="{FF2B5EF4-FFF2-40B4-BE49-F238E27FC236}">
                                <a16:creationId xmlns:a16="http://schemas.microsoft.com/office/drawing/2014/main" id="{C21AD923-A8C0-8EC9-389F-729BD1EFAAA5}"/>
                              </a:ext>
                            </a:extLst>
                          </p:cNvPr>
                          <p:cNvGrpSpPr/>
                          <p:nvPr/>
                        </p:nvGrpSpPr>
                        <p:grpSpPr>
                          <a:xfrm>
                            <a:off x="2970212" y="4724400"/>
                            <a:ext cx="731520" cy="365760"/>
                            <a:chOff x="2970212" y="4724400"/>
                            <a:chExt cx="731520" cy="365760"/>
                          </a:xfrm>
                        </p:grpSpPr>
                        <p:sp>
                          <p:nvSpPr>
                            <p:cNvPr id="363" name="Rectangle 362">
                              <a:extLst>
                                <a:ext uri="{FF2B5EF4-FFF2-40B4-BE49-F238E27FC236}">
                                  <a16:creationId xmlns:a16="http://schemas.microsoft.com/office/drawing/2014/main" id="{4B964868-AD90-F1A2-79BE-AB54B0275EE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4" name="Rectangle 363">
                              <a:extLst>
                                <a:ext uri="{FF2B5EF4-FFF2-40B4-BE49-F238E27FC236}">
                                  <a16:creationId xmlns:a16="http://schemas.microsoft.com/office/drawing/2014/main" id="{CC9ABC8F-7EBA-53FC-E452-9DFD63819AC4}"/>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61" name="Rectangle 360">
                            <a:extLst>
                              <a:ext uri="{FF2B5EF4-FFF2-40B4-BE49-F238E27FC236}">
                                <a16:creationId xmlns:a16="http://schemas.microsoft.com/office/drawing/2014/main" id="{9AE2B285-E514-6E6A-1A0B-110053E7950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2" name="Rectangle 361">
                            <a:extLst>
                              <a:ext uri="{FF2B5EF4-FFF2-40B4-BE49-F238E27FC236}">
                                <a16:creationId xmlns:a16="http://schemas.microsoft.com/office/drawing/2014/main" id="{5B431E27-5DA0-62CD-4C40-FDA68E264B6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54" name="Group 353">
                          <a:extLst>
                            <a:ext uri="{FF2B5EF4-FFF2-40B4-BE49-F238E27FC236}">
                              <a16:creationId xmlns:a16="http://schemas.microsoft.com/office/drawing/2014/main" id="{0A36CF56-80CA-9082-5040-81CA79E367D1}"/>
                            </a:ext>
                          </a:extLst>
                        </p:cNvPr>
                        <p:cNvGrpSpPr/>
                        <p:nvPr/>
                      </p:nvGrpSpPr>
                      <p:grpSpPr>
                        <a:xfrm>
                          <a:off x="3701732" y="4724400"/>
                          <a:ext cx="731520" cy="731520"/>
                          <a:chOff x="2970212" y="4724400"/>
                          <a:chExt cx="731520" cy="731520"/>
                        </a:xfrm>
                      </p:grpSpPr>
                      <p:grpSp>
                        <p:nvGrpSpPr>
                          <p:cNvPr id="355" name="Group 354">
                            <a:extLst>
                              <a:ext uri="{FF2B5EF4-FFF2-40B4-BE49-F238E27FC236}">
                                <a16:creationId xmlns:a16="http://schemas.microsoft.com/office/drawing/2014/main" id="{FDE87C27-78E5-F363-BBD1-26D2D62C7146}"/>
                              </a:ext>
                            </a:extLst>
                          </p:cNvPr>
                          <p:cNvGrpSpPr/>
                          <p:nvPr/>
                        </p:nvGrpSpPr>
                        <p:grpSpPr>
                          <a:xfrm>
                            <a:off x="2970212" y="4724400"/>
                            <a:ext cx="731520" cy="365760"/>
                            <a:chOff x="2970212" y="4724400"/>
                            <a:chExt cx="731520" cy="365760"/>
                          </a:xfrm>
                        </p:grpSpPr>
                        <p:sp>
                          <p:nvSpPr>
                            <p:cNvPr id="358" name="Rectangle 357">
                              <a:extLst>
                                <a:ext uri="{FF2B5EF4-FFF2-40B4-BE49-F238E27FC236}">
                                  <a16:creationId xmlns:a16="http://schemas.microsoft.com/office/drawing/2014/main" id="{69A22D26-EBFA-567F-D5F6-C330536859B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9" name="Rectangle 358">
                              <a:extLst>
                                <a:ext uri="{FF2B5EF4-FFF2-40B4-BE49-F238E27FC236}">
                                  <a16:creationId xmlns:a16="http://schemas.microsoft.com/office/drawing/2014/main" id="{34316F32-3A27-5E17-F713-4EC9085168E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56" name="Rectangle 355">
                            <a:extLst>
                              <a:ext uri="{FF2B5EF4-FFF2-40B4-BE49-F238E27FC236}">
                                <a16:creationId xmlns:a16="http://schemas.microsoft.com/office/drawing/2014/main" id="{FE2C0F78-456E-0051-D42D-86A0B1A2255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7" name="Rectangle 356">
                            <a:extLst>
                              <a:ext uri="{FF2B5EF4-FFF2-40B4-BE49-F238E27FC236}">
                                <a16:creationId xmlns:a16="http://schemas.microsoft.com/office/drawing/2014/main" id="{C22C50E3-881B-86FA-2F2B-0D98B3F7250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294" name="Group 293">
                    <a:extLst>
                      <a:ext uri="{FF2B5EF4-FFF2-40B4-BE49-F238E27FC236}">
                        <a16:creationId xmlns:a16="http://schemas.microsoft.com/office/drawing/2014/main" id="{5451AC70-07A6-B65D-B13C-E69A7F9742E3}"/>
                      </a:ext>
                    </a:extLst>
                  </p:cNvPr>
                  <p:cNvGrpSpPr/>
                  <p:nvPr/>
                </p:nvGrpSpPr>
                <p:grpSpPr>
                  <a:xfrm>
                    <a:off x="2132012" y="4587240"/>
                    <a:ext cx="2926080" cy="1463040"/>
                    <a:chOff x="2970212" y="4724400"/>
                    <a:chExt cx="2926080" cy="1463040"/>
                  </a:xfrm>
                </p:grpSpPr>
                <p:grpSp>
                  <p:nvGrpSpPr>
                    <p:cNvPr id="295" name="Group 294">
                      <a:extLst>
                        <a:ext uri="{FF2B5EF4-FFF2-40B4-BE49-F238E27FC236}">
                          <a16:creationId xmlns:a16="http://schemas.microsoft.com/office/drawing/2014/main" id="{06173395-B9A0-3C95-FFF3-F148C19A8B25}"/>
                        </a:ext>
                      </a:extLst>
                    </p:cNvPr>
                    <p:cNvGrpSpPr/>
                    <p:nvPr/>
                  </p:nvGrpSpPr>
                  <p:grpSpPr>
                    <a:xfrm>
                      <a:off x="2970212" y="4724400"/>
                      <a:ext cx="1463040" cy="1463040"/>
                      <a:chOff x="2970212" y="4724400"/>
                      <a:chExt cx="1463040" cy="1463040"/>
                    </a:xfrm>
                  </p:grpSpPr>
                  <p:grpSp>
                    <p:nvGrpSpPr>
                      <p:cNvPr id="323" name="Group 322">
                        <a:extLst>
                          <a:ext uri="{FF2B5EF4-FFF2-40B4-BE49-F238E27FC236}">
                            <a16:creationId xmlns:a16="http://schemas.microsoft.com/office/drawing/2014/main" id="{2455AEB1-56BC-CEBC-665B-2614B79DE65C}"/>
                          </a:ext>
                        </a:extLst>
                      </p:cNvPr>
                      <p:cNvGrpSpPr/>
                      <p:nvPr/>
                    </p:nvGrpSpPr>
                    <p:grpSpPr>
                      <a:xfrm>
                        <a:off x="2970212" y="4724400"/>
                        <a:ext cx="1463040" cy="731520"/>
                        <a:chOff x="2970212" y="4724400"/>
                        <a:chExt cx="1463040" cy="731520"/>
                      </a:xfrm>
                    </p:grpSpPr>
                    <p:grpSp>
                      <p:nvGrpSpPr>
                        <p:cNvPr id="337" name="Group 336">
                          <a:extLst>
                            <a:ext uri="{FF2B5EF4-FFF2-40B4-BE49-F238E27FC236}">
                              <a16:creationId xmlns:a16="http://schemas.microsoft.com/office/drawing/2014/main" id="{2701E8B9-D83E-E01A-23A7-AAC933CFCCB1}"/>
                            </a:ext>
                          </a:extLst>
                        </p:cNvPr>
                        <p:cNvGrpSpPr/>
                        <p:nvPr/>
                      </p:nvGrpSpPr>
                      <p:grpSpPr>
                        <a:xfrm>
                          <a:off x="2970212" y="4724400"/>
                          <a:ext cx="731520" cy="731520"/>
                          <a:chOff x="2970212" y="4724400"/>
                          <a:chExt cx="731520" cy="731520"/>
                        </a:xfrm>
                      </p:grpSpPr>
                      <p:grpSp>
                        <p:nvGrpSpPr>
                          <p:cNvPr id="344" name="Group 343">
                            <a:extLst>
                              <a:ext uri="{FF2B5EF4-FFF2-40B4-BE49-F238E27FC236}">
                                <a16:creationId xmlns:a16="http://schemas.microsoft.com/office/drawing/2014/main" id="{5458F26F-F6A9-690D-1DD5-AEBF39CA03A9}"/>
                              </a:ext>
                            </a:extLst>
                          </p:cNvPr>
                          <p:cNvGrpSpPr/>
                          <p:nvPr/>
                        </p:nvGrpSpPr>
                        <p:grpSpPr>
                          <a:xfrm>
                            <a:off x="2970212" y="4724400"/>
                            <a:ext cx="731520" cy="365760"/>
                            <a:chOff x="2970212" y="4724400"/>
                            <a:chExt cx="731520" cy="365760"/>
                          </a:xfrm>
                        </p:grpSpPr>
                        <p:sp>
                          <p:nvSpPr>
                            <p:cNvPr id="347" name="Rectangle 346">
                              <a:extLst>
                                <a:ext uri="{FF2B5EF4-FFF2-40B4-BE49-F238E27FC236}">
                                  <a16:creationId xmlns:a16="http://schemas.microsoft.com/office/drawing/2014/main" id="{EB02430E-D1ED-67E1-8F5A-65020847896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8" name="Rectangle 347">
                              <a:extLst>
                                <a:ext uri="{FF2B5EF4-FFF2-40B4-BE49-F238E27FC236}">
                                  <a16:creationId xmlns:a16="http://schemas.microsoft.com/office/drawing/2014/main" id="{F6D154C0-AC3C-9F20-02B3-D7F4D91F630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45" name="Rectangle 344">
                            <a:extLst>
                              <a:ext uri="{FF2B5EF4-FFF2-40B4-BE49-F238E27FC236}">
                                <a16:creationId xmlns:a16="http://schemas.microsoft.com/office/drawing/2014/main" id="{0B70A6CC-4B35-0AA0-E8C9-EB22FF46F89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6" name="Rectangle 345">
                            <a:extLst>
                              <a:ext uri="{FF2B5EF4-FFF2-40B4-BE49-F238E27FC236}">
                                <a16:creationId xmlns:a16="http://schemas.microsoft.com/office/drawing/2014/main" id="{756B6BF9-D4BB-D4C2-7F11-CED8E5FF50B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38" name="Group 337">
                          <a:extLst>
                            <a:ext uri="{FF2B5EF4-FFF2-40B4-BE49-F238E27FC236}">
                              <a16:creationId xmlns:a16="http://schemas.microsoft.com/office/drawing/2014/main" id="{1D9A6073-B6CA-B769-1D4E-28A35F9B428C}"/>
                            </a:ext>
                          </a:extLst>
                        </p:cNvPr>
                        <p:cNvGrpSpPr/>
                        <p:nvPr/>
                      </p:nvGrpSpPr>
                      <p:grpSpPr>
                        <a:xfrm>
                          <a:off x="3701732" y="4724400"/>
                          <a:ext cx="731520" cy="731520"/>
                          <a:chOff x="2970212" y="4724400"/>
                          <a:chExt cx="731520" cy="731520"/>
                        </a:xfrm>
                      </p:grpSpPr>
                      <p:grpSp>
                        <p:nvGrpSpPr>
                          <p:cNvPr id="339" name="Group 338">
                            <a:extLst>
                              <a:ext uri="{FF2B5EF4-FFF2-40B4-BE49-F238E27FC236}">
                                <a16:creationId xmlns:a16="http://schemas.microsoft.com/office/drawing/2014/main" id="{A4466672-A05A-3222-6E18-B5BA17A2AA49}"/>
                              </a:ext>
                            </a:extLst>
                          </p:cNvPr>
                          <p:cNvGrpSpPr/>
                          <p:nvPr/>
                        </p:nvGrpSpPr>
                        <p:grpSpPr>
                          <a:xfrm>
                            <a:off x="2970212" y="4724400"/>
                            <a:ext cx="731520" cy="365760"/>
                            <a:chOff x="2970212" y="4724400"/>
                            <a:chExt cx="731520" cy="365760"/>
                          </a:xfrm>
                        </p:grpSpPr>
                        <p:sp>
                          <p:nvSpPr>
                            <p:cNvPr id="342" name="Rectangle 341">
                              <a:extLst>
                                <a:ext uri="{FF2B5EF4-FFF2-40B4-BE49-F238E27FC236}">
                                  <a16:creationId xmlns:a16="http://schemas.microsoft.com/office/drawing/2014/main" id="{A6501194-9B2A-E124-7C59-A6FE53CAD23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3" name="Rectangle 342">
                              <a:extLst>
                                <a:ext uri="{FF2B5EF4-FFF2-40B4-BE49-F238E27FC236}">
                                  <a16:creationId xmlns:a16="http://schemas.microsoft.com/office/drawing/2014/main" id="{CFB1315C-90B4-99BC-BF07-2BFCCA3BC28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40" name="Rectangle 339">
                            <a:extLst>
                              <a:ext uri="{FF2B5EF4-FFF2-40B4-BE49-F238E27FC236}">
                                <a16:creationId xmlns:a16="http://schemas.microsoft.com/office/drawing/2014/main" id="{85516523-061D-EA21-8320-01804C9E638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1" name="Rectangle 340">
                            <a:extLst>
                              <a:ext uri="{FF2B5EF4-FFF2-40B4-BE49-F238E27FC236}">
                                <a16:creationId xmlns:a16="http://schemas.microsoft.com/office/drawing/2014/main" id="{D320154C-8C11-B490-91F5-2D081A1260C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24" name="Group 323">
                        <a:extLst>
                          <a:ext uri="{FF2B5EF4-FFF2-40B4-BE49-F238E27FC236}">
                            <a16:creationId xmlns:a16="http://schemas.microsoft.com/office/drawing/2014/main" id="{A9D98002-DBBB-A9BC-4B62-9C7B8B1FB5A3}"/>
                          </a:ext>
                        </a:extLst>
                      </p:cNvPr>
                      <p:cNvGrpSpPr/>
                      <p:nvPr/>
                    </p:nvGrpSpPr>
                    <p:grpSpPr>
                      <a:xfrm>
                        <a:off x="2970212" y="5455920"/>
                        <a:ext cx="1463040" cy="731520"/>
                        <a:chOff x="2970212" y="4724400"/>
                        <a:chExt cx="1463040" cy="731520"/>
                      </a:xfrm>
                    </p:grpSpPr>
                    <p:grpSp>
                      <p:nvGrpSpPr>
                        <p:cNvPr id="325" name="Group 324">
                          <a:extLst>
                            <a:ext uri="{FF2B5EF4-FFF2-40B4-BE49-F238E27FC236}">
                              <a16:creationId xmlns:a16="http://schemas.microsoft.com/office/drawing/2014/main" id="{BDD5C11D-2433-684C-553A-3E7DBDFA009B}"/>
                            </a:ext>
                          </a:extLst>
                        </p:cNvPr>
                        <p:cNvGrpSpPr/>
                        <p:nvPr/>
                      </p:nvGrpSpPr>
                      <p:grpSpPr>
                        <a:xfrm>
                          <a:off x="2970212" y="4724400"/>
                          <a:ext cx="731520" cy="731520"/>
                          <a:chOff x="2970212" y="4724400"/>
                          <a:chExt cx="731520" cy="731520"/>
                        </a:xfrm>
                      </p:grpSpPr>
                      <p:grpSp>
                        <p:nvGrpSpPr>
                          <p:cNvPr id="332" name="Group 331">
                            <a:extLst>
                              <a:ext uri="{FF2B5EF4-FFF2-40B4-BE49-F238E27FC236}">
                                <a16:creationId xmlns:a16="http://schemas.microsoft.com/office/drawing/2014/main" id="{FFB74A87-85CA-1E84-8D44-1250D1051DF8}"/>
                              </a:ext>
                            </a:extLst>
                          </p:cNvPr>
                          <p:cNvGrpSpPr/>
                          <p:nvPr/>
                        </p:nvGrpSpPr>
                        <p:grpSpPr>
                          <a:xfrm>
                            <a:off x="2970212" y="4724400"/>
                            <a:ext cx="731520" cy="365760"/>
                            <a:chOff x="2970212" y="4724400"/>
                            <a:chExt cx="731520" cy="365760"/>
                          </a:xfrm>
                        </p:grpSpPr>
                        <p:sp>
                          <p:nvSpPr>
                            <p:cNvPr id="335" name="Rectangle 334">
                              <a:extLst>
                                <a:ext uri="{FF2B5EF4-FFF2-40B4-BE49-F238E27FC236}">
                                  <a16:creationId xmlns:a16="http://schemas.microsoft.com/office/drawing/2014/main" id="{8BA4ACA3-FAFF-A371-9DB4-0DA8D29A274D}"/>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6" name="Rectangle 335">
                              <a:extLst>
                                <a:ext uri="{FF2B5EF4-FFF2-40B4-BE49-F238E27FC236}">
                                  <a16:creationId xmlns:a16="http://schemas.microsoft.com/office/drawing/2014/main" id="{311E5514-BEB1-7E94-3DDE-01345309A2F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33" name="Rectangle 332">
                            <a:extLst>
                              <a:ext uri="{FF2B5EF4-FFF2-40B4-BE49-F238E27FC236}">
                                <a16:creationId xmlns:a16="http://schemas.microsoft.com/office/drawing/2014/main" id="{46B6A354-D0F9-EE61-98F1-877D769A536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4" name="Rectangle 333">
                            <a:extLst>
                              <a:ext uri="{FF2B5EF4-FFF2-40B4-BE49-F238E27FC236}">
                                <a16:creationId xmlns:a16="http://schemas.microsoft.com/office/drawing/2014/main" id="{268BAD6F-0701-3DDE-52C5-D681153CD02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26" name="Group 325">
                          <a:extLst>
                            <a:ext uri="{FF2B5EF4-FFF2-40B4-BE49-F238E27FC236}">
                              <a16:creationId xmlns:a16="http://schemas.microsoft.com/office/drawing/2014/main" id="{4278590D-3427-D9F7-7BD3-AE8A551498BD}"/>
                            </a:ext>
                          </a:extLst>
                        </p:cNvPr>
                        <p:cNvGrpSpPr/>
                        <p:nvPr/>
                      </p:nvGrpSpPr>
                      <p:grpSpPr>
                        <a:xfrm>
                          <a:off x="3701732" y="4724400"/>
                          <a:ext cx="731520" cy="731520"/>
                          <a:chOff x="2970212" y="4724400"/>
                          <a:chExt cx="731520" cy="731520"/>
                        </a:xfrm>
                      </p:grpSpPr>
                      <p:grpSp>
                        <p:nvGrpSpPr>
                          <p:cNvPr id="327" name="Group 326">
                            <a:extLst>
                              <a:ext uri="{FF2B5EF4-FFF2-40B4-BE49-F238E27FC236}">
                                <a16:creationId xmlns:a16="http://schemas.microsoft.com/office/drawing/2014/main" id="{3B46B4A4-B20E-27E5-B2CE-DE8869109430}"/>
                              </a:ext>
                            </a:extLst>
                          </p:cNvPr>
                          <p:cNvGrpSpPr/>
                          <p:nvPr/>
                        </p:nvGrpSpPr>
                        <p:grpSpPr>
                          <a:xfrm>
                            <a:off x="2970212" y="4724400"/>
                            <a:ext cx="731520" cy="365760"/>
                            <a:chOff x="2970212" y="4724400"/>
                            <a:chExt cx="731520" cy="365760"/>
                          </a:xfrm>
                        </p:grpSpPr>
                        <p:sp>
                          <p:nvSpPr>
                            <p:cNvPr id="330" name="Rectangle 329">
                              <a:extLst>
                                <a:ext uri="{FF2B5EF4-FFF2-40B4-BE49-F238E27FC236}">
                                  <a16:creationId xmlns:a16="http://schemas.microsoft.com/office/drawing/2014/main" id="{3AB71A41-CFBE-DBC6-D0F3-9EB306DCBC6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1" name="Rectangle 330">
                              <a:extLst>
                                <a:ext uri="{FF2B5EF4-FFF2-40B4-BE49-F238E27FC236}">
                                  <a16:creationId xmlns:a16="http://schemas.microsoft.com/office/drawing/2014/main" id="{BF6689A3-CB33-1991-0E03-707B5BD0AEF3}"/>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28" name="Rectangle 327">
                            <a:extLst>
                              <a:ext uri="{FF2B5EF4-FFF2-40B4-BE49-F238E27FC236}">
                                <a16:creationId xmlns:a16="http://schemas.microsoft.com/office/drawing/2014/main" id="{9529BED3-2D6D-60FB-A624-4C87047B1D1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9" name="Rectangle 328">
                            <a:extLst>
                              <a:ext uri="{FF2B5EF4-FFF2-40B4-BE49-F238E27FC236}">
                                <a16:creationId xmlns:a16="http://schemas.microsoft.com/office/drawing/2014/main" id="{C41BA0B4-1B84-E2E5-13DA-BE2D7F997751}"/>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296" name="Group 295">
                      <a:extLst>
                        <a:ext uri="{FF2B5EF4-FFF2-40B4-BE49-F238E27FC236}">
                          <a16:creationId xmlns:a16="http://schemas.microsoft.com/office/drawing/2014/main" id="{DEEB281F-6698-9259-3FBF-C6B8E3AB9938}"/>
                        </a:ext>
                      </a:extLst>
                    </p:cNvPr>
                    <p:cNvGrpSpPr/>
                    <p:nvPr/>
                  </p:nvGrpSpPr>
                  <p:grpSpPr>
                    <a:xfrm>
                      <a:off x="4433252" y="4724400"/>
                      <a:ext cx="1463040" cy="1463040"/>
                      <a:chOff x="2970212" y="4724400"/>
                      <a:chExt cx="1463040" cy="1463040"/>
                    </a:xfrm>
                  </p:grpSpPr>
                  <p:grpSp>
                    <p:nvGrpSpPr>
                      <p:cNvPr id="297" name="Group 296">
                        <a:extLst>
                          <a:ext uri="{FF2B5EF4-FFF2-40B4-BE49-F238E27FC236}">
                            <a16:creationId xmlns:a16="http://schemas.microsoft.com/office/drawing/2014/main" id="{1411D1E4-12C1-D189-77B9-10103FF5A610}"/>
                          </a:ext>
                        </a:extLst>
                      </p:cNvPr>
                      <p:cNvGrpSpPr/>
                      <p:nvPr/>
                    </p:nvGrpSpPr>
                    <p:grpSpPr>
                      <a:xfrm>
                        <a:off x="2970212" y="4724400"/>
                        <a:ext cx="1463040" cy="731520"/>
                        <a:chOff x="2970212" y="4724400"/>
                        <a:chExt cx="1463040" cy="731520"/>
                      </a:xfrm>
                    </p:grpSpPr>
                    <p:grpSp>
                      <p:nvGrpSpPr>
                        <p:cNvPr id="311" name="Group 310">
                          <a:extLst>
                            <a:ext uri="{FF2B5EF4-FFF2-40B4-BE49-F238E27FC236}">
                              <a16:creationId xmlns:a16="http://schemas.microsoft.com/office/drawing/2014/main" id="{BD770330-CF11-5128-C663-F757922E8482}"/>
                            </a:ext>
                          </a:extLst>
                        </p:cNvPr>
                        <p:cNvGrpSpPr/>
                        <p:nvPr/>
                      </p:nvGrpSpPr>
                      <p:grpSpPr>
                        <a:xfrm>
                          <a:off x="2970212" y="4724400"/>
                          <a:ext cx="731520" cy="731520"/>
                          <a:chOff x="2970212" y="4724400"/>
                          <a:chExt cx="731520" cy="731520"/>
                        </a:xfrm>
                      </p:grpSpPr>
                      <p:grpSp>
                        <p:nvGrpSpPr>
                          <p:cNvPr id="318" name="Group 317">
                            <a:extLst>
                              <a:ext uri="{FF2B5EF4-FFF2-40B4-BE49-F238E27FC236}">
                                <a16:creationId xmlns:a16="http://schemas.microsoft.com/office/drawing/2014/main" id="{1C3E6BFB-DCBF-FECB-1336-B1B1C4270490}"/>
                              </a:ext>
                            </a:extLst>
                          </p:cNvPr>
                          <p:cNvGrpSpPr/>
                          <p:nvPr/>
                        </p:nvGrpSpPr>
                        <p:grpSpPr>
                          <a:xfrm>
                            <a:off x="2970212" y="4724400"/>
                            <a:ext cx="731520" cy="365760"/>
                            <a:chOff x="2970212" y="4724400"/>
                            <a:chExt cx="731520" cy="365760"/>
                          </a:xfrm>
                        </p:grpSpPr>
                        <p:sp>
                          <p:nvSpPr>
                            <p:cNvPr id="321" name="Rectangle 320">
                              <a:extLst>
                                <a:ext uri="{FF2B5EF4-FFF2-40B4-BE49-F238E27FC236}">
                                  <a16:creationId xmlns:a16="http://schemas.microsoft.com/office/drawing/2014/main" id="{681E0BC1-D5B1-5DF4-C193-AC8EB532F39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2" name="Rectangle 321">
                              <a:extLst>
                                <a:ext uri="{FF2B5EF4-FFF2-40B4-BE49-F238E27FC236}">
                                  <a16:creationId xmlns:a16="http://schemas.microsoft.com/office/drawing/2014/main" id="{82F0BD83-AB5D-3A34-C4A5-E25F7EC0ED8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19" name="Rectangle 318">
                            <a:extLst>
                              <a:ext uri="{FF2B5EF4-FFF2-40B4-BE49-F238E27FC236}">
                                <a16:creationId xmlns:a16="http://schemas.microsoft.com/office/drawing/2014/main" id="{475EF8B7-6E21-716B-C1E8-1ACDDA05E13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0" name="Rectangle 319">
                            <a:extLst>
                              <a:ext uri="{FF2B5EF4-FFF2-40B4-BE49-F238E27FC236}">
                                <a16:creationId xmlns:a16="http://schemas.microsoft.com/office/drawing/2014/main" id="{0E20E345-1670-F19D-5806-65F8321E7C87}"/>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12" name="Group 311">
                          <a:extLst>
                            <a:ext uri="{FF2B5EF4-FFF2-40B4-BE49-F238E27FC236}">
                              <a16:creationId xmlns:a16="http://schemas.microsoft.com/office/drawing/2014/main" id="{EEBEB632-2CB1-A8BA-C6E1-A637CE50A8DE}"/>
                            </a:ext>
                          </a:extLst>
                        </p:cNvPr>
                        <p:cNvGrpSpPr/>
                        <p:nvPr/>
                      </p:nvGrpSpPr>
                      <p:grpSpPr>
                        <a:xfrm>
                          <a:off x="3701732" y="4724400"/>
                          <a:ext cx="731520" cy="731520"/>
                          <a:chOff x="2970212" y="4724400"/>
                          <a:chExt cx="731520" cy="731520"/>
                        </a:xfrm>
                      </p:grpSpPr>
                      <p:grpSp>
                        <p:nvGrpSpPr>
                          <p:cNvPr id="313" name="Group 312">
                            <a:extLst>
                              <a:ext uri="{FF2B5EF4-FFF2-40B4-BE49-F238E27FC236}">
                                <a16:creationId xmlns:a16="http://schemas.microsoft.com/office/drawing/2014/main" id="{D2C33FBF-5DA0-AD99-B0FB-5859312EAFA3}"/>
                              </a:ext>
                            </a:extLst>
                          </p:cNvPr>
                          <p:cNvGrpSpPr/>
                          <p:nvPr/>
                        </p:nvGrpSpPr>
                        <p:grpSpPr>
                          <a:xfrm>
                            <a:off x="2970212" y="4724400"/>
                            <a:ext cx="731520" cy="365760"/>
                            <a:chOff x="2970212" y="4724400"/>
                            <a:chExt cx="731520" cy="365760"/>
                          </a:xfrm>
                        </p:grpSpPr>
                        <p:sp>
                          <p:nvSpPr>
                            <p:cNvPr id="316" name="Rectangle 315">
                              <a:extLst>
                                <a:ext uri="{FF2B5EF4-FFF2-40B4-BE49-F238E27FC236}">
                                  <a16:creationId xmlns:a16="http://schemas.microsoft.com/office/drawing/2014/main" id="{A4C11039-B6BB-1D78-973D-30C3F2F4853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7" name="Rectangle 316">
                              <a:extLst>
                                <a:ext uri="{FF2B5EF4-FFF2-40B4-BE49-F238E27FC236}">
                                  <a16:creationId xmlns:a16="http://schemas.microsoft.com/office/drawing/2014/main" id="{E0569F04-CC95-6A4E-6930-2BDF71D1F99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14" name="Rectangle 313">
                            <a:extLst>
                              <a:ext uri="{FF2B5EF4-FFF2-40B4-BE49-F238E27FC236}">
                                <a16:creationId xmlns:a16="http://schemas.microsoft.com/office/drawing/2014/main" id="{6DF28B24-88D1-5ED1-A381-77BCF4D9708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5" name="Rectangle 314">
                            <a:extLst>
                              <a:ext uri="{FF2B5EF4-FFF2-40B4-BE49-F238E27FC236}">
                                <a16:creationId xmlns:a16="http://schemas.microsoft.com/office/drawing/2014/main" id="{0C132725-FB26-40D1-4363-2D60DCC47A62}"/>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98" name="Group 297">
                        <a:extLst>
                          <a:ext uri="{FF2B5EF4-FFF2-40B4-BE49-F238E27FC236}">
                            <a16:creationId xmlns:a16="http://schemas.microsoft.com/office/drawing/2014/main" id="{48264E53-F1DA-9973-CEF8-DE33263BBE0F}"/>
                          </a:ext>
                        </a:extLst>
                      </p:cNvPr>
                      <p:cNvGrpSpPr/>
                      <p:nvPr/>
                    </p:nvGrpSpPr>
                    <p:grpSpPr>
                      <a:xfrm>
                        <a:off x="2970212" y="5455920"/>
                        <a:ext cx="1463040" cy="731520"/>
                        <a:chOff x="2970212" y="4724400"/>
                        <a:chExt cx="1463040" cy="731520"/>
                      </a:xfrm>
                    </p:grpSpPr>
                    <p:grpSp>
                      <p:nvGrpSpPr>
                        <p:cNvPr id="299" name="Group 298">
                          <a:extLst>
                            <a:ext uri="{FF2B5EF4-FFF2-40B4-BE49-F238E27FC236}">
                              <a16:creationId xmlns:a16="http://schemas.microsoft.com/office/drawing/2014/main" id="{ED41ABCF-792A-862A-5726-5A7B9F5F6E64}"/>
                            </a:ext>
                          </a:extLst>
                        </p:cNvPr>
                        <p:cNvGrpSpPr/>
                        <p:nvPr/>
                      </p:nvGrpSpPr>
                      <p:grpSpPr>
                        <a:xfrm>
                          <a:off x="2970212" y="4724400"/>
                          <a:ext cx="731520" cy="731520"/>
                          <a:chOff x="2970212" y="4724400"/>
                          <a:chExt cx="731520" cy="731520"/>
                        </a:xfrm>
                      </p:grpSpPr>
                      <p:grpSp>
                        <p:nvGrpSpPr>
                          <p:cNvPr id="306" name="Group 305">
                            <a:extLst>
                              <a:ext uri="{FF2B5EF4-FFF2-40B4-BE49-F238E27FC236}">
                                <a16:creationId xmlns:a16="http://schemas.microsoft.com/office/drawing/2014/main" id="{1AD52840-8332-36FC-0F0E-1597509FF1B6}"/>
                              </a:ext>
                            </a:extLst>
                          </p:cNvPr>
                          <p:cNvGrpSpPr/>
                          <p:nvPr/>
                        </p:nvGrpSpPr>
                        <p:grpSpPr>
                          <a:xfrm>
                            <a:off x="2970212" y="4724400"/>
                            <a:ext cx="731520" cy="365760"/>
                            <a:chOff x="2970212" y="4724400"/>
                            <a:chExt cx="731520" cy="365760"/>
                          </a:xfrm>
                        </p:grpSpPr>
                        <p:sp>
                          <p:nvSpPr>
                            <p:cNvPr id="309" name="Rectangle 308">
                              <a:extLst>
                                <a:ext uri="{FF2B5EF4-FFF2-40B4-BE49-F238E27FC236}">
                                  <a16:creationId xmlns:a16="http://schemas.microsoft.com/office/drawing/2014/main" id="{14D55F2C-4E81-96B4-6F55-6E311A5189B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0" name="Rectangle 309">
                              <a:extLst>
                                <a:ext uri="{FF2B5EF4-FFF2-40B4-BE49-F238E27FC236}">
                                  <a16:creationId xmlns:a16="http://schemas.microsoft.com/office/drawing/2014/main" id="{01F9F6C4-FC46-E227-3944-4CBDA809535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07" name="Rectangle 306">
                            <a:extLst>
                              <a:ext uri="{FF2B5EF4-FFF2-40B4-BE49-F238E27FC236}">
                                <a16:creationId xmlns:a16="http://schemas.microsoft.com/office/drawing/2014/main" id="{854F6AF1-7E81-B774-95AA-C5ECEDAF9DC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8" name="Rectangle 307">
                            <a:extLst>
                              <a:ext uri="{FF2B5EF4-FFF2-40B4-BE49-F238E27FC236}">
                                <a16:creationId xmlns:a16="http://schemas.microsoft.com/office/drawing/2014/main" id="{1F63942F-61D2-DB9C-F0DD-087CF5B56F2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00" name="Group 299">
                          <a:extLst>
                            <a:ext uri="{FF2B5EF4-FFF2-40B4-BE49-F238E27FC236}">
                              <a16:creationId xmlns:a16="http://schemas.microsoft.com/office/drawing/2014/main" id="{4CFE56AF-B608-3A45-E5A6-E401BC7EB744}"/>
                            </a:ext>
                          </a:extLst>
                        </p:cNvPr>
                        <p:cNvGrpSpPr/>
                        <p:nvPr/>
                      </p:nvGrpSpPr>
                      <p:grpSpPr>
                        <a:xfrm>
                          <a:off x="3701732" y="4724400"/>
                          <a:ext cx="731520" cy="731520"/>
                          <a:chOff x="2970212" y="4724400"/>
                          <a:chExt cx="731520" cy="731520"/>
                        </a:xfrm>
                      </p:grpSpPr>
                      <p:grpSp>
                        <p:nvGrpSpPr>
                          <p:cNvPr id="301" name="Group 300">
                            <a:extLst>
                              <a:ext uri="{FF2B5EF4-FFF2-40B4-BE49-F238E27FC236}">
                                <a16:creationId xmlns:a16="http://schemas.microsoft.com/office/drawing/2014/main" id="{DB8E16CF-635D-B96E-5C5B-92F10C826203}"/>
                              </a:ext>
                            </a:extLst>
                          </p:cNvPr>
                          <p:cNvGrpSpPr/>
                          <p:nvPr/>
                        </p:nvGrpSpPr>
                        <p:grpSpPr>
                          <a:xfrm>
                            <a:off x="2970212" y="4724400"/>
                            <a:ext cx="731520" cy="365760"/>
                            <a:chOff x="2970212" y="4724400"/>
                            <a:chExt cx="731520" cy="365760"/>
                          </a:xfrm>
                        </p:grpSpPr>
                        <p:sp>
                          <p:nvSpPr>
                            <p:cNvPr id="304" name="Rectangle 303">
                              <a:extLst>
                                <a:ext uri="{FF2B5EF4-FFF2-40B4-BE49-F238E27FC236}">
                                  <a16:creationId xmlns:a16="http://schemas.microsoft.com/office/drawing/2014/main" id="{C07C0057-0255-DFAD-0A86-9DC63797B38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5" name="Rectangle 304">
                              <a:extLst>
                                <a:ext uri="{FF2B5EF4-FFF2-40B4-BE49-F238E27FC236}">
                                  <a16:creationId xmlns:a16="http://schemas.microsoft.com/office/drawing/2014/main" id="{6A65D2B8-7E4D-64B6-4A84-5B00541736C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02" name="Rectangle 301">
                            <a:extLst>
                              <a:ext uri="{FF2B5EF4-FFF2-40B4-BE49-F238E27FC236}">
                                <a16:creationId xmlns:a16="http://schemas.microsoft.com/office/drawing/2014/main" id="{AEBE97B2-6C3D-DA20-AF5B-0A93B4C8301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3" name="Rectangle 302">
                            <a:extLst>
                              <a:ext uri="{FF2B5EF4-FFF2-40B4-BE49-F238E27FC236}">
                                <a16:creationId xmlns:a16="http://schemas.microsoft.com/office/drawing/2014/main" id="{13C9DF93-7235-F0D8-A785-1B07686747D3}"/>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cxnSp>
            <p:nvCxnSpPr>
              <p:cNvPr id="405" name="Straight Connector 404">
                <a:extLst>
                  <a:ext uri="{FF2B5EF4-FFF2-40B4-BE49-F238E27FC236}">
                    <a16:creationId xmlns:a16="http://schemas.microsoft.com/office/drawing/2014/main" id="{1272C31A-973A-2F6C-E70D-4AD2E8448450}"/>
                  </a:ext>
                </a:extLst>
              </p:cNvPr>
              <p:cNvCxnSpPr>
                <a:cxnSpLocks/>
              </p:cNvCxnSpPr>
              <p:nvPr/>
            </p:nvCxnSpPr>
            <p:spPr>
              <a:xfrm flipV="1">
                <a:off x="2132012" y="4572000"/>
                <a:ext cx="8778240" cy="15240"/>
              </a:xfrm>
              <a:prstGeom prst="line">
                <a:avLst/>
              </a:prstGeom>
            </p:spPr>
            <p:style>
              <a:lnRef idx="3">
                <a:schemeClr val="dk1"/>
              </a:lnRef>
              <a:fillRef idx="0">
                <a:schemeClr val="dk1"/>
              </a:fillRef>
              <a:effectRef idx="2">
                <a:schemeClr val="dk1"/>
              </a:effectRef>
              <a:fontRef idx="minor">
                <a:schemeClr val="tx1"/>
              </a:fontRef>
            </p:style>
          </p:cxnSp>
          <p:cxnSp>
            <p:nvCxnSpPr>
              <p:cNvPr id="409" name="Straight Connector 408">
                <a:extLst>
                  <a:ext uri="{FF2B5EF4-FFF2-40B4-BE49-F238E27FC236}">
                    <a16:creationId xmlns:a16="http://schemas.microsoft.com/office/drawing/2014/main" id="{210A4E37-53AA-A2F6-D12A-5B8A3E602D9C}"/>
                  </a:ext>
                </a:extLst>
              </p:cNvPr>
              <p:cNvCxnSpPr/>
              <p:nvPr/>
            </p:nvCxnSpPr>
            <p:spPr>
              <a:xfrm>
                <a:off x="6537011" y="3124200"/>
                <a:ext cx="0" cy="2971800"/>
              </a:xfrm>
              <a:prstGeom prst="line">
                <a:avLst/>
              </a:prstGeom>
            </p:spPr>
            <p:style>
              <a:lnRef idx="3">
                <a:schemeClr val="dk1"/>
              </a:lnRef>
              <a:fillRef idx="0">
                <a:schemeClr val="dk1"/>
              </a:fillRef>
              <a:effectRef idx="2">
                <a:schemeClr val="dk1"/>
              </a:effectRef>
              <a:fontRef idx="minor">
                <a:schemeClr val="tx1"/>
              </a:fontRef>
            </p:style>
          </p:cxnSp>
        </p:grpSp>
        <p:cxnSp>
          <p:nvCxnSpPr>
            <p:cNvPr id="412" name="Straight Connector 411">
              <a:extLst>
                <a:ext uri="{FF2B5EF4-FFF2-40B4-BE49-F238E27FC236}">
                  <a16:creationId xmlns:a16="http://schemas.microsoft.com/office/drawing/2014/main" id="{F8A5C81F-A37A-E1F8-4B38-2C146ED62806}"/>
                </a:ext>
              </a:extLst>
            </p:cNvPr>
            <p:cNvCxnSpPr>
              <a:cxnSpLocks/>
            </p:cNvCxnSpPr>
            <p:nvPr/>
          </p:nvCxnSpPr>
          <p:spPr>
            <a:xfrm flipV="1">
              <a:off x="2031696" y="3733800"/>
              <a:ext cx="8802356" cy="2225040"/>
            </a:xfrm>
            <a:prstGeom prst="line">
              <a:avLst/>
            </a:prstGeom>
            <a:ln w="38100"/>
          </p:spPr>
          <p:style>
            <a:lnRef idx="3">
              <a:schemeClr val="accent4"/>
            </a:lnRef>
            <a:fillRef idx="0">
              <a:schemeClr val="accent4"/>
            </a:fillRef>
            <a:effectRef idx="2">
              <a:schemeClr val="accent4"/>
            </a:effectRef>
            <a:fontRef idx="minor">
              <a:schemeClr val="tx1"/>
            </a:fontRef>
          </p:style>
        </p:cxnSp>
        <p:sp>
          <p:nvSpPr>
            <p:cNvPr id="414" name="Oval 413">
              <a:extLst>
                <a:ext uri="{FF2B5EF4-FFF2-40B4-BE49-F238E27FC236}">
                  <a16:creationId xmlns:a16="http://schemas.microsoft.com/office/drawing/2014/main" id="{2013F672-379A-12B0-1135-F9EA7AECBF97}"/>
                </a:ext>
              </a:extLst>
            </p:cNvPr>
            <p:cNvSpPr/>
            <p:nvPr/>
          </p:nvSpPr>
          <p:spPr>
            <a:xfrm>
              <a:off x="6727193" y="4648201"/>
              <a:ext cx="182878" cy="182878"/>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BEC2A244-326D-1AE4-C330-AB3583817238}"/>
                </a:ext>
              </a:extLst>
            </p:cNvPr>
            <p:cNvSpPr txBox="1"/>
            <p:nvPr/>
          </p:nvSpPr>
          <p:spPr>
            <a:xfrm>
              <a:off x="2055813" y="3240009"/>
              <a:ext cx="8778238" cy="369332"/>
            </a:xfrm>
            <a:prstGeom prst="rect">
              <a:avLst/>
            </a:prstGeom>
            <a:noFill/>
          </p:spPr>
          <p:txBody>
            <a:bodyPr wrap="square" rtlCol="0">
              <a:spAutoFit/>
            </a:bodyPr>
            <a:lstStyle/>
            <a:p>
              <a:pPr algn="ctr"/>
              <a:r>
                <a:rPr lang="en-US" dirty="0">
                  <a:solidFill>
                    <a:schemeClr val="bg1"/>
                  </a:solidFill>
                  <a:latin typeface="Consolas" panose="020B0609020204030204" pitchFamily="49" charset="0"/>
                </a:rPr>
                <a:t>-9 -8 -7 -6 -5 -4 -3 -2 -1 0 +1 +2 +3 +4 +5 +6 +7 +8 +9</a:t>
              </a:r>
            </a:p>
          </p:txBody>
        </p:sp>
        <p:sp>
          <p:nvSpPr>
            <p:cNvPr id="3" name="TextBox 2">
              <a:extLst>
                <a:ext uri="{FF2B5EF4-FFF2-40B4-BE49-F238E27FC236}">
                  <a16:creationId xmlns:a16="http://schemas.microsoft.com/office/drawing/2014/main" id="{A76A89A7-7886-E351-1396-C566B9EFA6DF}"/>
                </a:ext>
              </a:extLst>
            </p:cNvPr>
            <p:cNvSpPr txBox="1"/>
            <p:nvPr/>
          </p:nvSpPr>
          <p:spPr>
            <a:xfrm>
              <a:off x="1354773" y="3412480"/>
              <a:ext cx="688981" cy="3416320"/>
            </a:xfrm>
            <a:prstGeom prst="rect">
              <a:avLst/>
            </a:prstGeom>
            <a:noFill/>
          </p:spPr>
          <p:txBody>
            <a:bodyPr wrap="square" rtlCol="0">
              <a:spAutoFit/>
            </a:bodyPr>
            <a:lstStyle/>
            <a:p>
              <a:pPr algn="r"/>
              <a:r>
                <a:rPr lang="en-US" sz="2400" dirty="0">
                  <a:solidFill>
                    <a:schemeClr val="bg1"/>
                  </a:solidFill>
                  <a:latin typeface="Consolas" panose="020B0609020204030204" pitchFamily="49" charset="0"/>
                </a:rPr>
                <a:t>-16</a:t>
              </a:r>
            </a:p>
            <a:p>
              <a:pPr algn="r"/>
              <a:r>
                <a:rPr lang="en-US" sz="2400" dirty="0">
                  <a:solidFill>
                    <a:schemeClr val="bg1"/>
                  </a:solidFill>
                  <a:latin typeface="Consolas" panose="020B0609020204030204" pitchFamily="49" charset="0"/>
                </a:rPr>
                <a:t>-8</a:t>
              </a:r>
            </a:p>
            <a:p>
              <a:pPr algn="r"/>
              <a:r>
                <a:rPr lang="en-US" sz="2400" dirty="0">
                  <a:solidFill>
                    <a:schemeClr val="bg1"/>
                  </a:solidFill>
                  <a:latin typeface="Consolas" panose="020B0609020204030204" pitchFamily="49" charset="0"/>
                </a:rPr>
                <a:t>-4</a:t>
              </a:r>
            </a:p>
            <a:p>
              <a:pPr algn="r"/>
              <a:r>
                <a:rPr lang="en-US" sz="2400" dirty="0">
                  <a:solidFill>
                    <a:schemeClr val="bg1"/>
                  </a:solidFill>
                  <a:latin typeface="Consolas" panose="020B0609020204030204" pitchFamily="49" charset="0"/>
                </a:rPr>
                <a:t>-2</a:t>
              </a:r>
            </a:p>
            <a:p>
              <a:pPr algn="r"/>
              <a:r>
                <a:rPr lang="en-US" sz="2400" dirty="0">
                  <a:solidFill>
                    <a:schemeClr val="bg1"/>
                  </a:solidFill>
                  <a:latin typeface="Consolas" panose="020B0609020204030204" pitchFamily="49" charset="0"/>
                </a:rPr>
                <a:t>0</a:t>
              </a:r>
            </a:p>
            <a:p>
              <a:pPr algn="r"/>
              <a:r>
                <a:rPr lang="en-US" sz="2400" dirty="0">
                  <a:solidFill>
                    <a:schemeClr val="bg1"/>
                  </a:solidFill>
                  <a:latin typeface="Consolas" panose="020B0609020204030204" pitchFamily="49" charset="0"/>
                </a:rPr>
                <a:t>2</a:t>
              </a:r>
            </a:p>
            <a:p>
              <a:pPr algn="r"/>
              <a:r>
                <a:rPr lang="en-US" sz="2400" dirty="0">
                  <a:solidFill>
                    <a:schemeClr val="bg1"/>
                  </a:solidFill>
                  <a:latin typeface="Consolas" panose="020B0609020204030204" pitchFamily="49" charset="0"/>
                </a:rPr>
                <a:t>4</a:t>
              </a:r>
            </a:p>
            <a:p>
              <a:pPr algn="r"/>
              <a:r>
                <a:rPr lang="en-US" sz="2400" dirty="0">
                  <a:solidFill>
                    <a:schemeClr val="bg1"/>
                  </a:solidFill>
                  <a:latin typeface="Consolas" panose="020B0609020204030204" pitchFamily="49" charset="0"/>
                </a:rPr>
                <a:t>-3</a:t>
              </a:r>
            </a:p>
            <a:p>
              <a:pPr algn="r"/>
              <a:r>
                <a:rPr lang="en-US" sz="2400" dirty="0">
                  <a:solidFill>
                    <a:schemeClr val="bg1"/>
                  </a:solidFill>
                  <a:latin typeface="Consolas" panose="020B0609020204030204" pitchFamily="49" charset="0"/>
                </a:rPr>
                <a:t>-4</a:t>
              </a:r>
            </a:p>
          </p:txBody>
        </p:sp>
      </p:grpSp>
      <p:sp>
        <p:nvSpPr>
          <p:cNvPr id="14" name="Rectangle: Rounded Corners 13">
            <a:extLst>
              <a:ext uri="{FF2B5EF4-FFF2-40B4-BE49-F238E27FC236}">
                <a16:creationId xmlns:a16="http://schemas.microsoft.com/office/drawing/2014/main" id="{C56CC2DC-2399-6810-40AA-F11671969A20}"/>
              </a:ext>
            </a:extLst>
          </p:cNvPr>
          <p:cNvSpPr/>
          <p:nvPr/>
        </p:nvSpPr>
        <p:spPr>
          <a:xfrm>
            <a:off x="6987515" y="4739640"/>
            <a:ext cx="948394" cy="25655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2"/>
                </a:solidFill>
                <a:latin typeface="Arial" panose="020B0604020202020204" pitchFamily="34" charset="0"/>
                <a:cs typeface="Arial" panose="020B0604020202020204" pitchFamily="34" charset="0"/>
              </a:rPr>
              <a:t>P(1,1)</a:t>
            </a:r>
          </a:p>
        </p:txBody>
      </p:sp>
      <p:sp>
        <p:nvSpPr>
          <p:cNvPr id="22" name="Callout: Left Arrow 21">
            <a:extLst>
              <a:ext uri="{FF2B5EF4-FFF2-40B4-BE49-F238E27FC236}">
                <a16:creationId xmlns:a16="http://schemas.microsoft.com/office/drawing/2014/main" id="{0CFEC9C0-57E5-E0FD-CCC9-ADC6D0E44709}"/>
              </a:ext>
            </a:extLst>
          </p:cNvPr>
          <p:cNvSpPr/>
          <p:nvPr/>
        </p:nvSpPr>
        <p:spPr>
          <a:xfrm>
            <a:off x="7983058" y="4441823"/>
            <a:ext cx="3141667" cy="875031"/>
          </a:xfrm>
          <a:prstGeom prst="leftArrowCallout">
            <a:avLst>
              <a:gd name="adj1" fmla="val 25000"/>
              <a:gd name="adj2" fmla="val 25000"/>
              <a:gd name="adj3" fmla="val 25000"/>
              <a:gd name="adj4" fmla="val 88254"/>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Since “P” is located on the line, then</a:t>
            </a:r>
          </a:p>
          <a:p>
            <a:pPr algn="ctr"/>
            <a:r>
              <a:rPr lang="en-US" dirty="0">
                <a:highlight>
                  <a:srgbClr val="000000"/>
                </a:highlight>
                <a:latin typeface="Consolas" panose="020B0609020204030204" pitchFamily="49" charset="0"/>
              </a:rPr>
              <a:t>1∙1 + (-4)∙1 + 3 = 0</a:t>
            </a:r>
          </a:p>
        </p:txBody>
      </p:sp>
      <p:sp>
        <p:nvSpPr>
          <p:cNvPr id="23" name="Rectangle 22">
            <a:extLst>
              <a:ext uri="{FF2B5EF4-FFF2-40B4-BE49-F238E27FC236}">
                <a16:creationId xmlns:a16="http://schemas.microsoft.com/office/drawing/2014/main" id="{5835B38E-7094-2B53-E284-A7D64F148BCB}"/>
              </a:ext>
            </a:extLst>
          </p:cNvPr>
          <p:cNvSpPr/>
          <p:nvPr/>
        </p:nvSpPr>
        <p:spPr>
          <a:xfrm>
            <a:off x="2238692" y="1908047"/>
            <a:ext cx="6217920" cy="423332"/>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72705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randombar(horizontal)">
                                      <p:cBhvr>
                                        <p:cTn id="7" dur="500"/>
                                        <p:tgtEl>
                                          <p:spTgt spid="14"/>
                                        </p:tgtEl>
                                      </p:cBhvr>
                                    </p:animEffect>
                                  </p:childTnLst>
                                </p:cTn>
                              </p:par>
                            </p:childTnLst>
                          </p:cTn>
                        </p:par>
                        <p:par>
                          <p:cTn id="8" fill="hold">
                            <p:stCondLst>
                              <p:cond delay="500"/>
                            </p:stCondLst>
                            <p:childTnLst>
                              <p:par>
                                <p:cTn id="9" presetID="2" presetClass="entr" presetSubtype="2"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1+#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Algorithm</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859001" cy="1676400"/>
              </a:xfrm>
            </p:spPr>
            <p:txBody>
              <a:bodyPr/>
              <a:lstStyle/>
              <a:p>
                <a:pPr marL="0" indent="0">
                  <a:buNone/>
                </a:pPr>
                <a:r>
                  <a:rPr lang="en-US" b="0" dirty="0">
                    <a:latin typeface="Cambria Math" panose="02040503050406030204" pitchFamily="18" charset="0"/>
                    <a:cs typeface="Arial" panose="020B0604020202020204" pitchFamily="34" charset="0"/>
                  </a:rPr>
                  <a:t>To understand the meaning of </a:t>
                </a:r>
                <a:r>
                  <a:rPr lang="en-US" dirty="0">
                    <a:latin typeface="Cambria Math" panose="02040503050406030204" pitchFamily="18" charset="0"/>
                    <a:cs typeface="Arial" panose="020B0604020202020204" pitchFamily="34" charset="0"/>
                  </a:rPr>
                  <a:t>the equation, </a:t>
                </a:r>
                <a:r>
                  <a:rPr lang="en-US" b="0" dirty="0">
                    <a:latin typeface="Cambria Math" panose="02040503050406030204" pitchFamily="18" charset="0"/>
                    <a:cs typeface="Arial" panose="020B0604020202020204" pitchFamily="34" charset="0"/>
                  </a:rPr>
                  <a:t>lets consider the following line: </a:t>
                </a:r>
                <a14:m>
                  <m:oMath xmlns:m="http://schemas.openxmlformats.org/officeDocument/2006/math">
                    <m:r>
                      <a:rPr lang="en-US" b="0" i="0" smtClean="0">
                        <a:latin typeface="Cambria Math" panose="02040503050406030204" pitchFamily="18" charset="0"/>
                        <a:cs typeface="Arial" panose="020B0604020202020204" pitchFamily="34" charset="0"/>
                      </a:rPr>
                      <m:t>1</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𝒙</m:t>
                    </m:r>
                    <m:r>
                      <a:rPr lang="en-US" b="1" i="1" smtClean="0">
                        <a:latin typeface="Cambria Math" panose="02040503050406030204" pitchFamily="18" charset="0"/>
                        <a:cs typeface="Arial" panose="020B0604020202020204" pitchFamily="34" charset="0"/>
                      </a:rPr>
                      <m:t>+</m:t>
                    </m:r>
                    <m:d>
                      <m:dPr>
                        <m:ctrlPr>
                          <a:rPr lang="en-US" b="1" i="1" smtClean="0">
                            <a:latin typeface="Cambria Math" panose="02040503050406030204" pitchFamily="18" charset="0"/>
                            <a:cs typeface="Arial" panose="020B0604020202020204" pitchFamily="34" charset="0"/>
                          </a:rPr>
                        </m:ctrlPr>
                      </m:dPr>
                      <m:e>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𝟒</m:t>
                        </m:r>
                      </m:e>
                    </m:d>
                    <m:r>
                      <a:rPr lang="en-US" b="1" i="1" smtClean="0">
                        <a:latin typeface="Cambria Math" panose="02040503050406030204" pitchFamily="18" charset="0"/>
                        <a:ea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𝒚</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𝟑</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𝟎</m:t>
                    </m:r>
                    <m:r>
                      <a:rPr lang="en-US" b="1" i="1" smtClean="0">
                        <a:latin typeface="Cambria Math" panose="02040503050406030204" pitchFamily="18" charset="0"/>
                        <a:cs typeface="Arial" panose="020B0604020202020204" pitchFamily="34" charset="0"/>
                      </a:rPr>
                      <m:t>, </m:t>
                    </m:r>
                    <m:r>
                      <a:rPr lang="en-US" b="1" i="1" smtClean="0">
                        <a:latin typeface="Cambria Math" panose="02040503050406030204" pitchFamily="18" charset="0"/>
                        <a:cs typeface="Arial" panose="020B0604020202020204" pitchFamily="34" charset="0"/>
                      </a:rPr>
                      <m:t>𝒂</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𝟏</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𝒃</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𝟒</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𝒄</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𝟑</m:t>
                    </m:r>
                  </m:oMath>
                </a14:m>
                <a:r>
                  <a:rPr lang="en-US" b="1" dirty="0">
                    <a:latin typeface="Cambria Math" panose="02040503050406030204" pitchFamily="18" charset="0"/>
                    <a:cs typeface="Arial" panose="020B0604020202020204" pitchFamily="34" charset="0"/>
                  </a:rPr>
                  <a:t>  </a:t>
                </a:r>
                <a:r>
                  <a:rPr lang="en-US" b="0" dirty="0">
                    <a:latin typeface="Cambria Math" panose="02040503050406030204" pitchFamily="18" charset="0"/>
                    <a:cs typeface="Arial" panose="020B0604020202020204" pitchFamily="34" charset="0"/>
                  </a:rPr>
                  <a:t>as described in the below picture.</a:t>
                </a:r>
              </a:p>
            </p:txBody>
          </p:sp>
        </mc:Choice>
        <mc:Fallback xmlns="">
          <p:sp>
            <p:nvSpPr>
              <p:cNvPr id="6" name="Content Placeholder 5">
                <a:extLst>
                  <a:ext uri="{FF2B5EF4-FFF2-40B4-BE49-F238E27FC236}">
                    <a16:creationId xmlns:a16="http://schemas.microsoft.com/office/drawing/2014/main" id="{75C8F42D-68F5-9BC0-5FC5-9D26B76AB49A}"/>
                  </a:ext>
                </a:extLst>
              </p:cNvPr>
              <p:cNvSpPr>
                <a:spLocks noGrp="1" noRot="1" noChangeAspect="1" noMove="1" noResize="1" noEditPoints="1" noAdjustHandles="1" noChangeArrowheads="1" noChangeShapeType="1" noTextEdit="1"/>
              </p:cNvSpPr>
              <p:nvPr>
                <p:ph idx="1"/>
              </p:nvPr>
            </p:nvSpPr>
            <p:spPr>
              <a:xfrm>
                <a:off x="1645611" y="1600200"/>
                <a:ext cx="9859001" cy="1676400"/>
              </a:xfrm>
              <a:blipFill>
                <a:blip r:embed="rId2"/>
                <a:stretch>
                  <a:fillRect l="-1030" t="-4511"/>
                </a:stretch>
              </a:blipFill>
            </p:spPr>
            <p:txBody>
              <a:bodyPr/>
              <a:lstStyle/>
              <a:p>
                <a:r>
                  <a:rPr lang="en-US">
                    <a:noFill/>
                  </a:rPr>
                  <a:t> </a:t>
                </a:r>
              </a:p>
            </p:txBody>
          </p:sp>
        </mc:Fallback>
      </mc:AlternateContent>
      <p:grpSp>
        <p:nvGrpSpPr>
          <p:cNvPr id="7" name="Group 6">
            <a:extLst>
              <a:ext uri="{FF2B5EF4-FFF2-40B4-BE49-F238E27FC236}">
                <a16:creationId xmlns:a16="http://schemas.microsoft.com/office/drawing/2014/main" id="{42B32645-CD4E-18D8-DF6F-45FC0DF5D1D8}"/>
              </a:ext>
            </a:extLst>
          </p:cNvPr>
          <p:cNvGrpSpPr/>
          <p:nvPr/>
        </p:nvGrpSpPr>
        <p:grpSpPr>
          <a:xfrm>
            <a:off x="1516718" y="3240009"/>
            <a:ext cx="9317334" cy="3588791"/>
            <a:chOff x="1516718" y="3240009"/>
            <a:chExt cx="9317334" cy="3588791"/>
          </a:xfrm>
        </p:grpSpPr>
        <p:grpSp>
          <p:nvGrpSpPr>
            <p:cNvPr id="410" name="Group 409">
              <a:extLst>
                <a:ext uri="{FF2B5EF4-FFF2-40B4-BE49-F238E27FC236}">
                  <a16:creationId xmlns:a16="http://schemas.microsoft.com/office/drawing/2014/main" id="{88B3EBF7-C9A2-D9F2-3358-428A949F3CD4}"/>
                </a:ext>
              </a:extLst>
            </p:cNvPr>
            <p:cNvGrpSpPr/>
            <p:nvPr/>
          </p:nvGrpSpPr>
          <p:grpSpPr>
            <a:xfrm>
              <a:off x="2055812" y="3657600"/>
              <a:ext cx="8778240" cy="2971800"/>
              <a:chOff x="2132012" y="3124200"/>
              <a:chExt cx="8778240" cy="2971800"/>
            </a:xfrm>
          </p:grpSpPr>
          <p:grpSp>
            <p:nvGrpSpPr>
              <p:cNvPr id="403" name="Group 402">
                <a:extLst>
                  <a:ext uri="{FF2B5EF4-FFF2-40B4-BE49-F238E27FC236}">
                    <a16:creationId xmlns:a16="http://schemas.microsoft.com/office/drawing/2014/main" id="{17AB6608-F51E-D44B-5D04-5ADBEFBA3C28}"/>
                  </a:ext>
                </a:extLst>
              </p:cNvPr>
              <p:cNvGrpSpPr/>
              <p:nvPr/>
            </p:nvGrpSpPr>
            <p:grpSpPr>
              <a:xfrm>
                <a:off x="2132012" y="3124200"/>
                <a:ext cx="8778240" cy="2926080"/>
                <a:chOff x="2132012" y="3124200"/>
                <a:chExt cx="8778240" cy="2926080"/>
              </a:xfrm>
            </p:grpSpPr>
            <p:grpSp>
              <p:nvGrpSpPr>
                <p:cNvPr id="125" name="Group 124">
                  <a:extLst>
                    <a:ext uri="{FF2B5EF4-FFF2-40B4-BE49-F238E27FC236}">
                      <a16:creationId xmlns:a16="http://schemas.microsoft.com/office/drawing/2014/main" id="{9CBAC667-CF1B-92BF-8137-C3B66C320A63}"/>
                    </a:ext>
                  </a:extLst>
                </p:cNvPr>
                <p:cNvGrpSpPr/>
                <p:nvPr/>
              </p:nvGrpSpPr>
              <p:grpSpPr>
                <a:xfrm>
                  <a:off x="2132012" y="3124200"/>
                  <a:ext cx="2926080" cy="2926080"/>
                  <a:chOff x="2132012" y="3124200"/>
                  <a:chExt cx="2926080" cy="2926080"/>
                </a:xfrm>
              </p:grpSpPr>
              <p:grpSp>
                <p:nvGrpSpPr>
                  <p:cNvPr id="69" name="Group 68">
                    <a:extLst>
                      <a:ext uri="{FF2B5EF4-FFF2-40B4-BE49-F238E27FC236}">
                        <a16:creationId xmlns:a16="http://schemas.microsoft.com/office/drawing/2014/main" id="{57CE3321-BDA9-BC9D-4458-5A9FDFCC9279}"/>
                      </a:ext>
                    </a:extLst>
                  </p:cNvPr>
                  <p:cNvGrpSpPr/>
                  <p:nvPr/>
                </p:nvGrpSpPr>
                <p:grpSpPr>
                  <a:xfrm>
                    <a:off x="2132012" y="3124200"/>
                    <a:ext cx="2926080" cy="1463040"/>
                    <a:chOff x="2970212" y="4724400"/>
                    <a:chExt cx="2926080" cy="1463040"/>
                  </a:xfrm>
                </p:grpSpPr>
                <p:grpSp>
                  <p:nvGrpSpPr>
                    <p:cNvPr id="41" name="Group 40">
                      <a:extLst>
                        <a:ext uri="{FF2B5EF4-FFF2-40B4-BE49-F238E27FC236}">
                          <a16:creationId xmlns:a16="http://schemas.microsoft.com/office/drawing/2014/main" id="{E591D691-764B-040E-1287-F2E1AFEE5A49}"/>
                        </a:ext>
                      </a:extLst>
                    </p:cNvPr>
                    <p:cNvGrpSpPr/>
                    <p:nvPr/>
                  </p:nvGrpSpPr>
                  <p:grpSpPr>
                    <a:xfrm>
                      <a:off x="2970212" y="4724400"/>
                      <a:ext cx="1463040" cy="1463040"/>
                      <a:chOff x="2970212" y="4724400"/>
                      <a:chExt cx="1463040" cy="1463040"/>
                    </a:xfrm>
                  </p:grpSpPr>
                  <p:grpSp>
                    <p:nvGrpSpPr>
                      <p:cNvPr id="21" name="Group 20">
                        <a:extLst>
                          <a:ext uri="{FF2B5EF4-FFF2-40B4-BE49-F238E27FC236}">
                            <a16:creationId xmlns:a16="http://schemas.microsoft.com/office/drawing/2014/main" id="{3FE1A9B0-E26D-384A-8587-D9FB00A3D72B}"/>
                          </a:ext>
                        </a:extLst>
                      </p:cNvPr>
                      <p:cNvGrpSpPr/>
                      <p:nvPr/>
                    </p:nvGrpSpPr>
                    <p:grpSpPr>
                      <a:xfrm>
                        <a:off x="2970212" y="4724400"/>
                        <a:ext cx="1463040" cy="731520"/>
                        <a:chOff x="2970212" y="4724400"/>
                        <a:chExt cx="1463040" cy="731520"/>
                      </a:xfrm>
                    </p:grpSpPr>
                    <p:grpSp>
                      <p:nvGrpSpPr>
                        <p:cNvPr id="12" name="Group 11">
                          <a:extLst>
                            <a:ext uri="{FF2B5EF4-FFF2-40B4-BE49-F238E27FC236}">
                              <a16:creationId xmlns:a16="http://schemas.microsoft.com/office/drawing/2014/main" id="{D8B94FAE-1D6F-221E-9C77-92A447977311}"/>
                            </a:ext>
                          </a:extLst>
                        </p:cNvPr>
                        <p:cNvGrpSpPr/>
                        <p:nvPr/>
                      </p:nvGrpSpPr>
                      <p:grpSpPr>
                        <a:xfrm>
                          <a:off x="2970212" y="4724400"/>
                          <a:ext cx="731520" cy="731520"/>
                          <a:chOff x="2970212" y="4724400"/>
                          <a:chExt cx="731520" cy="731520"/>
                        </a:xfrm>
                      </p:grpSpPr>
                      <p:grpSp>
                        <p:nvGrpSpPr>
                          <p:cNvPr id="9" name="Group 8">
                            <a:extLst>
                              <a:ext uri="{FF2B5EF4-FFF2-40B4-BE49-F238E27FC236}">
                                <a16:creationId xmlns:a16="http://schemas.microsoft.com/office/drawing/2014/main" id="{FDA4200E-7308-5745-D397-42C3A1941F97}"/>
                              </a:ext>
                            </a:extLst>
                          </p:cNvPr>
                          <p:cNvGrpSpPr/>
                          <p:nvPr/>
                        </p:nvGrpSpPr>
                        <p:grpSpPr>
                          <a:xfrm>
                            <a:off x="2970212" y="4724400"/>
                            <a:ext cx="731520" cy="365760"/>
                            <a:chOff x="2970212" y="4724400"/>
                            <a:chExt cx="731520" cy="365760"/>
                          </a:xfrm>
                        </p:grpSpPr>
                        <p:sp>
                          <p:nvSpPr>
                            <p:cNvPr id="4" name="Rectangle 3">
                              <a:extLst>
                                <a:ext uri="{FF2B5EF4-FFF2-40B4-BE49-F238E27FC236}">
                                  <a16:creationId xmlns:a16="http://schemas.microsoft.com/office/drawing/2014/main" id="{40A1CE94-EFD3-2136-E072-F672753A679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AA4C45E6-FCD4-0567-B532-9A52124BA01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 name="Rectangle 9">
                            <a:extLst>
                              <a:ext uri="{FF2B5EF4-FFF2-40B4-BE49-F238E27FC236}">
                                <a16:creationId xmlns:a16="http://schemas.microsoft.com/office/drawing/2014/main" id="{A0B5002B-6CF4-9256-9D80-1757C55991E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 name="Rectangle 10">
                            <a:extLst>
                              <a:ext uri="{FF2B5EF4-FFF2-40B4-BE49-F238E27FC236}">
                                <a16:creationId xmlns:a16="http://schemas.microsoft.com/office/drawing/2014/main" id="{7948705D-8B21-7B36-379C-C3D1BF9047A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F8F5FDF1-4199-1447-6130-7EB6BD3D2F1D}"/>
                            </a:ext>
                          </a:extLst>
                        </p:cNvPr>
                        <p:cNvGrpSpPr/>
                        <p:nvPr/>
                      </p:nvGrpSpPr>
                      <p:grpSpPr>
                        <a:xfrm>
                          <a:off x="3701732" y="4724400"/>
                          <a:ext cx="731520" cy="731520"/>
                          <a:chOff x="2970212" y="4724400"/>
                          <a:chExt cx="731520" cy="731520"/>
                        </a:xfrm>
                      </p:grpSpPr>
                      <p:grpSp>
                        <p:nvGrpSpPr>
                          <p:cNvPr id="16" name="Group 15">
                            <a:extLst>
                              <a:ext uri="{FF2B5EF4-FFF2-40B4-BE49-F238E27FC236}">
                                <a16:creationId xmlns:a16="http://schemas.microsoft.com/office/drawing/2014/main" id="{78EF4743-9A9F-A0A7-0608-53590E58AF48}"/>
                              </a:ext>
                            </a:extLst>
                          </p:cNvPr>
                          <p:cNvGrpSpPr/>
                          <p:nvPr/>
                        </p:nvGrpSpPr>
                        <p:grpSpPr>
                          <a:xfrm>
                            <a:off x="2970212" y="4724400"/>
                            <a:ext cx="731520" cy="365760"/>
                            <a:chOff x="2970212" y="4724400"/>
                            <a:chExt cx="731520" cy="365760"/>
                          </a:xfrm>
                        </p:grpSpPr>
                        <p:sp>
                          <p:nvSpPr>
                            <p:cNvPr id="19" name="Rectangle 18">
                              <a:extLst>
                                <a:ext uri="{FF2B5EF4-FFF2-40B4-BE49-F238E27FC236}">
                                  <a16:creationId xmlns:a16="http://schemas.microsoft.com/office/drawing/2014/main" id="{EA711D48-D6C3-65ED-4089-C8498EEAB111}"/>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 name="Rectangle 19">
                              <a:extLst>
                                <a:ext uri="{FF2B5EF4-FFF2-40B4-BE49-F238E27FC236}">
                                  <a16:creationId xmlns:a16="http://schemas.microsoft.com/office/drawing/2014/main" id="{6F418835-1B9D-65D8-0266-23456CAAF174}"/>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ABFAFC10-8BDA-1167-B0C6-EFB75A83681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8" name="Rectangle 17">
                            <a:extLst>
                              <a:ext uri="{FF2B5EF4-FFF2-40B4-BE49-F238E27FC236}">
                                <a16:creationId xmlns:a16="http://schemas.microsoft.com/office/drawing/2014/main" id="{5C71C587-4D6E-565C-9679-F5FAFD607D0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8" name="Group 27">
                        <a:extLst>
                          <a:ext uri="{FF2B5EF4-FFF2-40B4-BE49-F238E27FC236}">
                            <a16:creationId xmlns:a16="http://schemas.microsoft.com/office/drawing/2014/main" id="{49373B72-7E08-2D1A-F813-2A9786513C90}"/>
                          </a:ext>
                        </a:extLst>
                      </p:cNvPr>
                      <p:cNvGrpSpPr/>
                      <p:nvPr/>
                    </p:nvGrpSpPr>
                    <p:grpSpPr>
                      <a:xfrm>
                        <a:off x="2970212" y="5455920"/>
                        <a:ext cx="1463040" cy="731520"/>
                        <a:chOff x="2970212" y="4724400"/>
                        <a:chExt cx="1463040" cy="731520"/>
                      </a:xfrm>
                    </p:grpSpPr>
                    <p:grpSp>
                      <p:nvGrpSpPr>
                        <p:cNvPr id="29" name="Group 28">
                          <a:extLst>
                            <a:ext uri="{FF2B5EF4-FFF2-40B4-BE49-F238E27FC236}">
                              <a16:creationId xmlns:a16="http://schemas.microsoft.com/office/drawing/2014/main" id="{5718B21C-F6A5-7D68-5C18-101867B9D4A3}"/>
                            </a:ext>
                          </a:extLst>
                        </p:cNvPr>
                        <p:cNvGrpSpPr/>
                        <p:nvPr/>
                      </p:nvGrpSpPr>
                      <p:grpSpPr>
                        <a:xfrm>
                          <a:off x="2970212" y="4724400"/>
                          <a:ext cx="731520" cy="731520"/>
                          <a:chOff x="2970212" y="4724400"/>
                          <a:chExt cx="731520" cy="731520"/>
                        </a:xfrm>
                      </p:grpSpPr>
                      <p:grpSp>
                        <p:nvGrpSpPr>
                          <p:cNvPr id="36" name="Group 35">
                            <a:extLst>
                              <a:ext uri="{FF2B5EF4-FFF2-40B4-BE49-F238E27FC236}">
                                <a16:creationId xmlns:a16="http://schemas.microsoft.com/office/drawing/2014/main" id="{3B278792-A4BC-D4E5-0966-FE8BB6FDDF9B}"/>
                              </a:ext>
                            </a:extLst>
                          </p:cNvPr>
                          <p:cNvGrpSpPr/>
                          <p:nvPr/>
                        </p:nvGrpSpPr>
                        <p:grpSpPr>
                          <a:xfrm>
                            <a:off x="2970212" y="4724400"/>
                            <a:ext cx="731520" cy="365760"/>
                            <a:chOff x="2970212" y="4724400"/>
                            <a:chExt cx="731520" cy="365760"/>
                          </a:xfrm>
                        </p:grpSpPr>
                        <p:sp>
                          <p:nvSpPr>
                            <p:cNvPr id="39" name="Rectangle 38">
                              <a:extLst>
                                <a:ext uri="{FF2B5EF4-FFF2-40B4-BE49-F238E27FC236}">
                                  <a16:creationId xmlns:a16="http://schemas.microsoft.com/office/drawing/2014/main" id="{13A8CF73-5EB4-9A75-6143-563910E97BF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 name="Rectangle 39">
                              <a:extLst>
                                <a:ext uri="{FF2B5EF4-FFF2-40B4-BE49-F238E27FC236}">
                                  <a16:creationId xmlns:a16="http://schemas.microsoft.com/office/drawing/2014/main" id="{9D4E0F80-DD44-E107-7159-2C4A9C649327}"/>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7" name="Rectangle 36">
                            <a:extLst>
                              <a:ext uri="{FF2B5EF4-FFF2-40B4-BE49-F238E27FC236}">
                                <a16:creationId xmlns:a16="http://schemas.microsoft.com/office/drawing/2014/main" id="{260A1155-EDF9-E4A7-6C6C-E9E13E59295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 name="Rectangle 37">
                            <a:extLst>
                              <a:ext uri="{FF2B5EF4-FFF2-40B4-BE49-F238E27FC236}">
                                <a16:creationId xmlns:a16="http://schemas.microsoft.com/office/drawing/2014/main" id="{25B1D993-EE4A-69DE-A5FA-47373AFFE06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2E2EF1A7-9B43-2820-2A53-D0C1CDDEF949}"/>
                            </a:ext>
                          </a:extLst>
                        </p:cNvPr>
                        <p:cNvGrpSpPr/>
                        <p:nvPr/>
                      </p:nvGrpSpPr>
                      <p:grpSpPr>
                        <a:xfrm>
                          <a:off x="3701732" y="4724400"/>
                          <a:ext cx="731520" cy="731520"/>
                          <a:chOff x="2970212" y="4724400"/>
                          <a:chExt cx="731520" cy="731520"/>
                        </a:xfrm>
                      </p:grpSpPr>
                      <p:grpSp>
                        <p:nvGrpSpPr>
                          <p:cNvPr id="31" name="Group 30">
                            <a:extLst>
                              <a:ext uri="{FF2B5EF4-FFF2-40B4-BE49-F238E27FC236}">
                                <a16:creationId xmlns:a16="http://schemas.microsoft.com/office/drawing/2014/main" id="{A18F52D0-B7F7-C731-7DE7-6883F2C935CD}"/>
                              </a:ext>
                            </a:extLst>
                          </p:cNvPr>
                          <p:cNvGrpSpPr/>
                          <p:nvPr/>
                        </p:nvGrpSpPr>
                        <p:grpSpPr>
                          <a:xfrm>
                            <a:off x="2970212" y="4724400"/>
                            <a:ext cx="731520" cy="365760"/>
                            <a:chOff x="2970212" y="4724400"/>
                            <a:chExt cx="731520" cy="365760"/>
                          </a:xfrm>
                        </p:grpSpPr>
                        <p:sp>
                          <p:nvSpPr>
                            <p:cNvPr id="34" name="Rectangle 33">
                              <a:extLst>
                                <a:ext uri="{FF2B5EF4-FFF2-40B4-BE49-F238E27FC236}">
                                  <a16:creationId xmlns:a16="http://schemas.microsoft.com/office/drawing/2014/main" id="{8437F47D-5007-6290-FFE2-C4DEA9740CA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 name="Rectangle 34">
                              <a:extLst>
                                <a:ext uri="{FF2B5EF4-FFF2-40B4-BE49-F238E27FC236}">
                                  <a16:creationId xmlns:a16="http://schemas.microsoft.com/office/drawing/2014/main" id="{036B0E81-F778-8426-B1F3-DFC4B751109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2" name="Rectangle 31">
                            <a:extLst>
                              <a:ext uri="{FF2B5EF4-FFF2-40B4-BE49-F238E27FC236}">
                                <a16:creationId xmlns:a16="http://schemas.microsoft.com/office/drawing/2014/main" id="{DA846111-1FC3-30BC-794A-5430619991D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 name="Rectangle 32">
                            <a:extLst>
                              <a:ext uri="{FF2B5EF4-FFF2-40B4-BE49-F238E27FC236}">
                                <a16:creationId xmlns:a16="http://schemas.microsoft.com/office/drawing/2014/main" id="{948700FF-46EE-7304-FD9E-9ADE26AE2AEB}"/>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42" name="Group 41">
                      <a:extLst>
                        <a:ext uri="{FF2B5EF4-FFF2-40B4-BE49-F238E27FC236}">
                          <a16:creationId xmlns:a16="http://schemas.microsoft.com/office/drawing/2014/main" id="{172ABDE7-1C1D-2911-7658-525298CE9549}"/>
                        </a:ext>
                      </a:extLst>
                    </p:cNvPr>
                    <p:cNvGrpSpPr/>
                    <p:nvPr/>
                  </p:nvGrpSpPr>
                  <p:grpSpPr>
                    <a:xfrm>
                      <a:off x="4433252" y="4724400"/>
                      <a:ext cx="1463040" cy="1463040"/>
                      <a:chOff x="2970212" y="4724400"/>
                      <a:chExt cx="1463040" cy="1463040"/>
                    </a:xfrm>
                  </p:grpSpPr>
                  <p:grpSp>
                    <p:nvGrpSpPr>
                      <p:cNvPr id="43" name="Group 42">
                        <a:extLst>
                          <a:ext uri="{FF2B5EF4-FFF2-40B4-BE49-F238E27FC236}">
                            <a16:creationId xmlns:a16="http://schemas.microsoft.com/office/drawing/2014/main" id="{0B454B95-6AED-5998-C509-C0BAC8087CE0}"/>
                          </a:ext>
                        </a:extLst>
                      </p:cNvPr>
                      <p:cNvGrpSpPr/>
                      <p:nvPr/>
                    </p:nvGrpSpPr>
                    <p:grpSpPr>
                      <a:xfrm>
                        <a:off x="2970212" y="4724400"/>
                        <a:ext cx="1463040" cy="731520"/>
                        <a:chOff x="2970212" y="4724400"/>
                        <a:chExt cx="1463040" cy="731520"/>
                      </a:xfrm>
                    </p:grpSpPr>
                    <p:grpSp>
                      <p:nvGrpSpPr>
                        <p:cNvPr id="57" name="Group 56">
                          <a:extLst>
                            <a:ext uri="{FF2B5EF4-FFF2-40B4-BE49-F238E27FC236}">
                              <a16:creationId xmlns:a16="http://schemas.microsoft.com/office/drawing/2014/main" id="{CE03F92E-45A3-4EB2-EC57-2A11F3AE20CF}"/>
                            </a:ext>
                          </a:extLst>
                        </p:cNvPr>
                        <p:cNvGrpSpPr/>
                        <p:nvPr/>
                      </p:nvGrpSpPr>
                      <p:grpSpPr>
                        <a:xfrm>
                          <a:off x="2970212" y="4724400"/>
                          <a:ext cx="731520" cy="731520"/>
                          <a:chOff x="2970212" y="4724400"/>
                          <a:chExt cx="731520" cy="731520"/>
                        </a:xfrm>
                      </p:grpSpPr>
                      <p:grpSp>
                        <p:nvGrpSpPr>
                          <p:cNvPr id="64" name="Group 63">
                            <a:extLst>
                              <a:ext uri="{FF2B5EF4-FFF2-40B4-BE49-F238E27FC236}">
                                <a16:creationId xmlns:a16="http://schemas.microsoft.com/office/drawing/2014/main" id="{B1920F4D-A5A2-27FE-AEB3-9AD7FC1BAED2}"/>
                              </a:ext>
                            </a:extLst>
                          </p:cNvPr>
                          <p:cNvGrpSpPr/>
                          <p:nvPr/>
                        </p:nvGrpSpPr>
                        <p:grpSpPr>
                          <a:xfrm>
                            <a:off x="2970212" y="4724400"/>
                            <a:ext cx="731520" cy="365760"/>
                            <a:chOff x="2970212" y="4724400"/>
                            <a:chExt cx="731520" cy="365760"/>
                          </a:xfrm>
                        </p:grpSpPr>
                        <p:sp>
                          <p:nvSpPr>
                            <p:cNvPr id="67" name="Rectangle 66">
                              <a:extLst>
                                <a:ext uri="{FF2B5EF4-FFF2-40B4-BE49-F238E27FC236}">
                                  <a16:creationId xmlns:a16="http://schemas.microsoft.com/office/drawing/2014/main" id="{1B96144B-3BC7-5C9C-7EA3-9C021A70CB7F}"/>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8" name="Rectangle 67">
                              <a:extLst>
                                <a:ext uri="{FF2B5EF4-FFF2-40B4-BE49-F238E27FC236}">
                                  <a16:creationId xmlns:a16="http://schemas.microsoft.com/office/drawing/2014/main" id="{05B0656E-5999-0B70-7CE7-274773257D6E}"/>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65" name="Rectangle 64">
                            <a:extLst>
                              <a:ext uri="{FF2B5EF4-FFF2-40B4-BE49-F238E27FC236}">
                                <a16:creationId xmlns:a16="http://schemas.microsoft.com/office/drawing/2014/main" id="{5F464F21-5061-D038-E819-C7DF0BE7261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6" name="Rectangle 65">
                            <a:extLst>
                              <a:ext uri="{FF2B5EF4-FFF2-40B4-BE49-F238E27FC236}">
                                <a16:creationId xmlns:a16="http://schemas.microsoft.com/office/drawing/2014/main" id="{933FEF85-2585-0566-D089-AD52D2C61DC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58" name="Group 57">
                          <a:extLst>
                            <a:ext uri="{FF2B5EF4-FFF2-40B4-BE49-F238E27FC236}">
                              <a16:creationId xmlns:a16="http://schemas.microsoft.com/office/drawing/2014/main" id="{6EE20B55-F3DE-4BA5-4002-4C8F7847D116}"/>
                            </a:ext>
                          </a:extLst>
                        </p:cNvPr>
                        <p:cNvGrpSpPr/>
                        <p:nvPr/>
                      </p:nvGrpSpPr>
                      <p:grpSpPr>
                        <a:xfrm>
                          <a:off x="3701732" y="4724400"/>
                          <a:ext cx="731520" cy="731520"/>
                          <a:chOff x="2970212" y="4724400"/>
                          <a:chExt cx="731520" cy="731520"/>
                        </a:xfrm>
                      </p:grpSpPr>
                      <p:grpSp>
                        <p:nvGrpSpPr>
                          <p:cNvPr id="59" name="Group 58">
                            <a:extLst>
                              <a:ext uri="{FF2B5EF4-FFF2-40B4-BE49-F238E27FC236}">
                                <a16:creationId xmlns:a16="http://schemas.microsoft.com/office/drawing/2014/main" id="{3255FB4D-5554-8B8E-0C7A-28F863B6B67B}"/>
                              </a:ext>
                            </a:extLst>
                          </p:cNvPr>
                          <p:cNvGrpSpPr/>
                          <p:nvPr/>
                        </p:nvGrpSpPr>
                        <p:grpSpPr>
                          <a:xfrm>
                            <a:off x="2970212" y="4724400"/>
                            <a:ext cx="731520" cy="365760"/>
                            <a:chOff x="2970212" y="4724400"/>
                            <a:chExt cx="731520" cy="365760"/>
                          </a:xfrm>
                        </p:grpSpPr>
                        <p:sp>
                          <p:nvSpPr>
                            <p:cNvPr id="62" name="Rectangle 61">
                              <a:extLst>
                                <a:ext uri="{FF2B5EF4-FFF2-40B4-BE49-F238E27FC236}">
                                  <a16:creationId xmlns:a16="http://schemas.microsoft.com/office/drawing/2014/main" id="{6387A1E8-475B-82DC-CC51-10242640AF9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3" name="Rectangle 62">
                              <a:extLst>
                                <a:ext uri="{FF2B5EF4-FFF2-40B4-BE49-F238E27FC236}">
                                  <a16:creationId xmlns:a16="http://schemas.microsoft.com/office/drawing/2014/main" id="{E1262F7B-14BA-BC08-8254-4E74B858383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60" name="Rectangle 59">
                            <a:extLst>
                              <a:ext uri="{FF2B5EF4-FFF2-40B4-BE49-F238E27FC236}">
                                <a16:creationId xmlns:a16="http://schemas.microsoft.com/office/drawing/2014/main" id="{251DA5CD-9A2C-1716-7390-4CF9F7FE5FA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1" name="Rectangle 60">
                            <a:extLst>
                              <a:ext uri="{FF2B5EF4-FFF2-40B4-BE49-F238E27FC236}">
                                <a16:creationId xmlns:a16="http://schemas.microsoft.com/office/drawing/2014/main" id="{563E7A1D-EA89-29BD-301D-3385197B513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44" name="Group 43">
                        <a:extLst>
                          <a:ext uri="{FF2B5EF4-FFF2-40B4-BE49-F238E27FC236}">
                            <a16:creationId xmlns:a16="http://schemas.microsoft.com/office/drawing/2014/main" id="{3F03E808-9C24-C334-856A-3AF613303F02}"/>
                          </a:ext>
                        </a:extLst>
                      </p:cNvPr>
                      <p:cNvGrpSpPr/>
                      <p:nvPr/>
                    </p:nvGrpSpPr>
                    <p:grpSpPr>
                      <a:xfrm>
                        <a:off x="2970212" y="5455920"/>
                        <a:ext cx="1463040" cy="731520"/>
                        <a:chOff x="2970212" y="4724400"/>
                        <a:chExt cx="1463040" cy="731520"/>
                      </a:xfrm>
                    </p:grpSpPr>
                    <p:grpSp>
                      <p:nvGrpSpPr>
                        <p:cNvPr id="45" name="Group 44">
                          <a:extLst>
                            <a:ext uri="{FF2B5EF4-FFF2-40B4-BE49-F238E27FC236}">
                              <a16:creationId xmlns:a16="http://schemas.microsoft.com/office/drawing/2014/main" id="{F7A39F38-820C-4B63-0005-B627346FCF22}"/>
                            </a:ext>
                          </a:extLst>
                        </p:cNvPr>
                        <p:cNvGrpSpPr/>
                        <p:nvPr/>
                      </p:nvGrpSpPr>
                      <p:grpSpPr>
                        <a:xfrm>
                          <a:off x="2970212" y="4724400"/>
                          <a:ext cx="731520" cy="731520"/>
                          <a:chOff x="2970212" y="4724400"/>
                          <a:chExt cx="731520" cy="731520"/>
                        </a:xfrm>
                      </p:grpSpPr>
                      <p:grpSp>
                        <p:nvGrpSpPr>
                          <p:cNvPr id="52" name="Group 51">
                            <a:extLst>
                              <a:ext uri="{FF2B5EF4-FFF2-40B4-BE49-F238E27FC236}">
                                <a16:creationId xmlns:a16="http://schemas.microsoft.com/office/drawing/2014/main" id="{F1758ADC-828F-B3B2-3659-EBD8EC5426E7}"/>
                              </a:ext>
                            </a:extLst>
                          </p:cNvPr>
                          <p:cNvGrpSpPr/>
                          <p:nvPr/>
                        </p:nvGrpSpPr>
                        <p:grpSpPr>
                          <a:xfrm>
                            <a:off x="2970212" y="4724400"/>
                            <a:ext cx="731520" cy="365760"/>
                            <a:chOff x="2970212" y="4724400"/>
                            <a:chExt cx="731520" cy="365760"/>
                          </a:xfrm>
                        </p:grpSpPr>
                        <p:sp>
                          <p:nvSpPr>
                            <p:cNvPr id="55" name="Rectangle 54">
                              <a:extLst>
                                <a:ext uri="{FF2B5EF4-FFF2-40B4-BE49-F238E27FC236}">
                                  <a16:creationId xmlns:a16="http://schemas.microsoft.com/office/drawing/2014/main" id="{5F54D3B5-1228-CD52-8DE6-24916633AC3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6" name="Rectangle 55">
                              <a:extLst>
                                <a:ext uri="{FF2B5EF4-FFF2-40B4-BE49-F238E27FC236}">
                                  <a16:creationId xmlns:a16="http://schemas.microsoft.com/office/drawing/2014/main" id="{297F7C33-C433-C621-F5EF-CB8A73500DB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53" name="Rectangle 52">
                            <a:extLst>
                              <a:ext uri="{FF2B5EF4-FFF2-40B4-BE49-F238E27FC236}">
                                <a16:creationId xmlns:a16="http://schemas.microsoft.com/office/drawing/2014/main" id="{041D8961-5A58-EAC7-4F60-37E2F065010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4" name="Rectangle 53">
                            <a:extLst>
                              <a:ext uri="{FF2B5EF4-FFF2-40B4-BE49-F238E27FC236}">
                                <a16:creationId xmlns:a16="http://schemas.microsoft.com/office/drawing/2014/main" id="{43D832B5-98C0-9773-46AC-B4F4808D74EC}"/>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46" name="Group 45">
                          <a:extLst>
                            <a:ext uri="{FF2B5EF4-FFF2-40B4-BE49-F238E27FC236}">
                              <a16:creationId xmlns:a16="http://schemas.microsoft.com/office/drawing/2014/main" id="{CE22E725-4FAF-F456-61B3-1AD9FD78B673}"/>
                            </a:ext>
                          </a:extLst>
                        </p:cNvPr>
                        <p:cNvGrpSpPr/>
                        <p:nvPr/>
                      </p:nvGrpSpPr>
                      <p:grpSpPr>
                        <a:xfrm>
                          <a:off x="3701732" y="4724400"/>
                          <a:ext cx="731520" cy="731520"/>
                          <a:chOff x="2970212" y="4724400"/>
                          <a:chExt cx="731520" cy="731520"/>
                        </a:xfrm>
                      </p:grpSpPr>
                      <p:grpSp>
                        <p:nvGrpSpPr>
                          <p:cNvPr id="47" name="Group 46">
                            <a:extLst>
                              <a:ext uri="{FF2B5EF4-FFF2-40B4-BE49-F238E27FC236}">
                                <a16:creationId xmlns:a16="http://schemas.microsoft.com/office/drawing/2014/main" id="{299BEFDF-8275-E8F6-6CD0-5064A6D17B4C}"/>
                              </a:ext>
                            </a:extLst>
                          </p:cNvPr>
                          <p:cNvGrpSpPr/>
                          <p:nvPr/>
                        </p:nvGrpSpPr>
                        <p:grpSpPr>
                          <a:xfrm>
                            <a:off x="2970212" y="4724400"/>
                            <a:ext cx="731520" cy="365760"/>
                            <a:chOff x="2970212" y="4724400"/>
                            <a:chExt cx="731520" cy="365760"/>
                          </a:xfrm>
                        </p:grpSpPr>
                        <p:sp>
                          <p:nvSpPr>
                            <p:cNvPr id="50" name="Rectangle 49">
                              <a:extLst>
                                <a:ext uri="{FF2B5EF4-FFF2-40B4-BE49-F238E27FC236}">
                                  <a16:creationId xmlns:a16="http://schemas.microsoft.com/office/drawing/2014/main" id="{0A617FE3-F397-5B24-3183-B268F92FC3E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1" name="Rectangle 50">
                              <a:extLst>
                                <a:ext uri="{FF2B5EF4-FFF2-40B4-BE49-F238E27FC236}">
                                  <a16:creationId xmlns:a16="http://schemas.microsoft.com/office/drawing/2014/main" id="{683B4162-9B1A-98EB-80B3-CCAB33FFE7D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48" name="Rectangle 47">
                            <a:extLst>
                              <a:ext uri="{FF2B5EF4-FFF2-40B4-BE49-F238E27FC236}">
                                <a16:creationId xmlns:a16="http://schemas.microsoft.com/office/drawing/2014/main" id="{AC91D1CB-EDC8-AE8C-73C6-97463B4845F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9" name="Rectangle 48">
                            <a:extLst>
                              <a:ext uri="{FF2B5EF4-FFF2-40B4-BE49-F238E27FC236}">
                                <a16:creationId xmlns:a16="http://schemas.microsoft.com/office/drawing/2014/main" id="{CF654491-3515-DDCB-8697-EBAD8A13ECE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70" name="Group 69">
                    <a:extLst>
                      <a:ext uri="{FF2B5EF4-FFF2-40B4-BE49-F238E27FC236}">
                        <a16:creationId xmlns:a16="http://schemas.microsoft.com/office/drawing/2014/main" id="{E95469E0-711B-401E-894B-91041B2AF119}"/>
                      </a:ext>
                    </a:extLst>
                  </p:cNvPr>
                  <p:cNvGrpSpPr/>
                  <p:nvPr/>
                </p:nvGrpSpPr>
                <p:grpSpPr>
                  <a:xfrm>
                    <a:off x="2132012" y="4587240"/>
                    <a:ext cx="2926080" cy="1463040"/>
                    <a:chOff x="2970212" y="4724400"/>
                    <a:chExt cx="2926080" cy="1463040"/>
                  </a:xfrm>
                </p:grpSpPr>
                <p:grpSp>
                  <p:nvGrpSpPr>
                    <p:cNvPr id="71" name="Group 70">
                      <a:extLst>
                        <a:ext uri="{FF2B5EF4-FFF2-40B4-BE49-F238E27FC236}">
                          <a16:creationId xmlns:a16="http://schemas.microsoft.com/office/drawing/2014/main" id="{6063D257-015D-E24A-EA83-C81CD94D8E19}"/>
                        </a:ext>
                      </a:extLst>
                    </p:cNvPr>
                    <p:cNvGrpSpPr/>
                    <p:nvPr/>
                  </p:nvGrpSpPr>
                  <p:grpSpPr>
                    <a:xfrm>
                      <a:off x="2970212" y="4724400"/>
                      <a:ext cx="1463040" cy="1463040"/>
                      <a:chOff x="2970212" y="4724400"/>
                      <a:chExt cx="1463040" cy="1463040"/>
                    </a:xfrm>
                  </p:grpSpPr>
                  <p:grpSp>
                    <p:nvGrpSpPr>
                      <p:cNvPr id="99" name="Group 98">
                        <a:extLst>
                          <a:ext uri="{FF2B5EF4-FFF2-40B4-BE49-F238E27FC236}">
                            <a16:creationId xmlns:a16="http://schemas.microsoft.com/office/drawing/2014/main" id="{3EDDBEC6-7846-E653-FD8E-B3C71DCC2E4D}"/>
                          </a:ext>
                        </a:extLst>
                      </p:cNvPr>
                      <p:cNvGrpSpPr/>
                      <p:nvPr/>
                    </p:nvGrpSpPr>
                    <p:grpSpPr>
                      <a:xfrm>
                        <a:off x="2970212" y="4724400"/>
                        <a:ext cx="1463040" cy="731520"/>
                        <a:chOff x="2970212" y="4724400"/>
                        <a:chExt cx="1463040" cy="731520"/>
                      </a:xfrm>
                    </p:grpSpPr>
                    <p:grpSp>
                      <p:nvGrpSpPr>
                        <p:cNvPr id="113" name="Group 112">
                          <a:extLst>
                            <a:ext uri="{FF2B5EF4-FFF2-40B4-BE49-F238E27FC236}">
                              <a16:creationId xmlns:a16="http://schemas.microsoft.com/office/drawing/2014/main" id="{A3F75599-EAA3-FFBF-E7B8-D987A8832813}"/>
                            </a:ext>
                          </a:extLst>
                        </p:cNvPr>
                        <p:cNvGrpSpPr/>
                        <p:nvPr/>
                      </p:nvGrpSpPr>
                      <p:grpSpPr>
                        <a:xfrm>
                          <a:off x="2970212" y="4724400"/>
                          <a:ext cx="731520" cy="731520"/>
                          <a:chOff x="2970212" y="4724400"/>
                          <a:chExt cx="731520" cy="731520"/>
                        </a:xfrm>
                      </p:grpSpPr>
                      <p:grpSp>
                        <p:nvGrpSpPr>
                          <p:cNvPr id="120" name="Group 119">
                            <a:extLst>
                              <a:ext uri="{FF2B5EF4-FFF2-40B4-BE49-F238E27FC236}">
                                <a16:creationId xmlns:a16="http://schemas.microsoft.com/office/drawing/2014/main" id="{CDE596BE-B4E6-1733-084F-28E76F7CA6F9}"/>
                              </a:ext>
                            </a:extLst>
                          </p:cNvPr>
                          <p:cNvGrpSpPr/>
                          <p:nvPr/>
                        </p:nvGrpSpPr>
                        <p:grpSpPr>
                          <a:xfrm>
                            <a:off x="2970212" y="4724400"/>
                            <a:ext cx="731520" cy="365760"/>
                            <a:chOff x="2970212" y="4724400"/>
                            <a:chExt cx="731520" cy="365760"/>
                          </a:xfrm>
                        </p:grpSpPr>
                        <p:sp>
                          <p:nvSpPr>
                            <p:cNvPr id="123" name="Rectangle 122">
                              <a:extLst>
                                <a:ext uri="{FF2B5EF4-FFF2-40B4-BE49-F238E27FC236}">
                                  <a16:creationId xmlns:a16="http://schemas.microsoft.com/office/drawing/2014/main" id="{B0D96188-04A0-22D5-D874-095A052F9AB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4" name="Rectangle 123">
                              <a:extLst>
                                <a:ext uri="{FF2B5EF4-FFF2-40B4-BE49-F238E27FC236}">
                                  <a16:creationId xmlns:a16="http://schemas.microsoft.com/office/drawing/2014/main" id="{BC6B740B-A72F-B611-6CF9-D4CBE8D9054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21" name="Rectangle 120">
                            <a:extLst>
                              <a:ext uri="{FF2B5EF4-FFF2-40B4-BE49-F238E27FC236}">
                                <a16:creationId xmlns:a16="http://schemas.microsoft.com/office/drawing/2014/main" id="{B507DF56-15B3-21BF-23DF-27625BC533B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2" name="Rectangle 121">
                            <a:extLst>
                              <a:ext uri="{FF2B5EF4-FFF2-40B4-BE49-F238E27FC236}">
                                <a16:creationId xmlns:a16="http://schemas.microsoft.com/office/drawing/2014/main" id="{A15750D7-5656-46D8-7720-FE6AE66AAD7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14" name="Group 113">
                          <a:extLst>
                            <a:ext uri="{FF2B5EF4-FFF2-40B4-BE49-F238E27FC236}">
                              <a16:creationId xmlns:a16="http://schemas.microsoft.com/office/drawing/2014/main" id="{167AE103-F7A8-D8EE-786D-03E04FDEC31A}"/>
                            </a:ext>
                          </a:extLst>
                        </p:cNvPr>
                        <p:cNvGrpSpPr/>
                        <p:nvPr/>
                      </p:nvGrpSpPr>
                      <p:grpSpPr>
                        <a:xfrm>
                          <a:off x="3701732" y="4724400"/>
                          <a:ext cx="731520" cy="731520"/>
                          <a:chOff x="2970212" y="4724400"/>
                          <a:chExt cx="731520" cy="731520"/>
                        </a:xfrm>
                      </p:grpSpPr>
                      <p:grpSp>
                        <p:nvGrpSpPr>
                          <p:cNvPr id="115" name="Group 114">
                            <a:extLst>
                              <a:ext uri="{FF2B5EF4-FFF2-40B4-BE49-F238E27FC236}">
                                <a16:creationId xmlns:a16="http://schemas.microsoft.com/office/drawing/2014/main" id="{6848AAFC-3591-A12C-4B2F-CF6C1ACA0D30}"/>
                              </a:ext>
                            </a:extLst>
                          </p:cNvPr>
                          <p:cNvGrpSpPr/>
                          <p:nvPr/>
                        </p:nvGrpSpPr>
                        <p:grpSpPr>
                          <a:xfrm>
                            <a:off x="2970212" y="4724400"/>
                            <a:ext cx="731520" cy="365760"/>
                            <a:chOff x="2970212" y="4724400"/>
                            <a:chExt cx="731520" cy="365760"/>
                          </a:xfrm>
                        </p:grpSpPr>
                        <p:sp>
                          <p:nvSpPr>
                            <p:cNvPr id="118" name="Rectangle 117">
                              <a:extLst>
                                <a:ext uri="{FF2B5EF4-FFF2-40B4-BE49-F238E27FC236}">
                                  <a16:creationId xmlns:a16="http://schemas.microsoft.com/office/drawing/2014/main" id="{2F4780AA-FB05-B79A-D9E9-DD6E1A217F3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9" name="Rectangle 118">
                              <a:extLst>
                                <a:ext uri="{FF2B5EF4-FFF2-40B4-BE49-F238E27FC236}">
                                  <a16:creationId xmlns:a16="http://schemas.microsoft.com/office/drawing/2014/main" id="{EEABC3C4-7E4E-0B81-F1B1-C3F11EA2DD96}"/>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16" name="Rectangle 115">
                            <a:extLst>
                              <a:ext uri="{FF2B5EF4-FFF2-40B4-BE49-F238E27FC236}">
                                <a16:creationId xmlns:a16="http://schemas.microsoft.com/office/drawing/2014/main" id="{BF7B9303-2F8C-3562-0912-D58F5147790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7" name="Rectangle 116">
                            <a:extLst>
                              <a:ext uri="{FF2B5EF4-FFF2-40B4-BE49-F238E27FC236}">
                                <a16:creationId xmlns:a16="http://schemas.microsoft.com/office/drawing/2014/main" id="{D4A37911-CC9A-07C1-0DB1-DC3FA199BCEA}"/>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100" name="Group 99">
                        <a:extLst>
                          <a:ext uri="{FF2B5EF4-FFF2-40B4-BE49-F238E27FC236}">
                            <a16:creationId xmlns:a16="http://schemas.microsoft.com/office/drawing/2014/main" id="{CF544DE0-89E8-BAC0-9C76-D7FA94F9E538}"/>
                          </a:ext>
                        </a:extLst>
                      </p:cNvPr>
                      <p:cNvGrpSpPr/>
                      <p:nvPr/>
                    </p:nvGrpSpPr>
                    <p:grpSpPr>
                      <a:xfrm>
                        <a:off x="2970212" y="5455920"/>
                        <a:ext cx="1463040" cy="731520"/>
                        <a:chOff x="2970212" y="4724400"/>
                        <a:chExt cx="1463040" cy="731520"/>
                      </a:xfrm>
                    </p:grpSpPr>
                    <p:grpSp>
                      <p:nvGrpSpPr>
                        <p:cNvPr id="101" name="Group 100">
                          <a:extLst>
                            <a:ext uri="{FF2B5EF4-FFF2-40B4-BE49-F238E27FC236}">
                              <a16:creationId xmlns:a16="http://schemas.microsoft.com/office/drawing/2014/main" id="{4FC06795-F10A-E9E6-F495-F56590495C49}"/>
                            </a:ext>
                          </a:extLst>
                        </p:cNvPr>
                        <p:cNvGrpSpPr/>
                        <p:nvPr/>
                      </p:nvGrpSpPr>
                      <p:grpSpPr>
                        <a:xfrm>
                          <a:off x="2970212" y="4724400"/>
                          <a:ext cx="731520" cy="731520"/>
                          <a:chOff x="2970212" y="4724400"/>
                          <a:chExt cx="731520" cy="731520"/>
                        </a:xfrm>
                      </p:grpSpPr>
                      <p:grpSp>
                        <p:nvGrpSpPr>
                          <p:cNvPr id="108" name="Group 107">
                            <a:extLst>
                              <a:ext uri="{FF2B5EF4-FFF2-40B4-BE49-F238E27FC236}">
                                <a16:creationId xmlns:a16="http://schemas.microsoft.com/office/drawing/2014/main" id="{1C19B01F-A570-89E8-C3CC-59F0A0FBCE7B}"/>
                              </a:ext>
                            </a:extLst>
                          </p:cNvPr>
                          <p:cNvGrpSpPr/>
                          <p:nvPr/>
                        </p:nvGrpSpPr>
                        <p:grpSpPr>
                          <a:xfrm>
                            <a:off x="2970212" y="4724400"/>
                            <a:ext cx="731520" cy="365760"/>
                            <a:chOff x="2970212" y="4724400"/>
                            <a:chExt cx="731520" cy="365760"/>
                          </a:xfrm>
                        </p:grpSpPr>
                        <p:sp>
                          <p:nvSpPr>
                            <p:cNvPr id="111" name="Rectangle 110">
                              <a:extLst>
                                <a:ext uri="{FF2B5EF4-FFF2-40B4-BE49-F238E27FC236}">
                                  <a16:creationId xmlns:a16="http://schemas.microsoft.com/office/drawing/2014/main" id="{0475172F-A701-179F-3590-7EA1E0E9F06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2" name="Rectangle 111">
                              <a:extLst>
                                <a:ext uri="{FF2B5EF4-FFF2-40B4-BE49-F238E27FC236}">
                                  <a16:creationId xmlns:a16="http://schemas.microsoft.com/office/drawing/2014/main" id="{2A9B2116-36D4-2C79-5539-EF359C79CCC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9" name="Rectangle 108">
                            <a:extLst>
                              <a:ext uri="{FF2B5EF4-FFF2-40B4-BE49-F238E27FC236}">
                                <a16:creationId xmlns:a16="http://schemas.microsoft.com/office/drawing/2014/main" id="{67F3D780-72E5-E985-7072-9223AFB5490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0" name="Rectangle 109">
                            <a:extLst>
                              <a:ext uri="{FF2B5EF4-FFF2-40B4-BE49-F238E27FC236}">
                                <a16:creationId xmlns:a16="http://schemas.microsoft.com/office/drawing/2014/main" id="{5C5EE404-8C54-E591-73AD-0E202A91E85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02" name="Group 101">
                          <a:extLst>
                            <a:ext uri="{FF2B5EF4-FFF2-40B4-BE49-F238E27FC236}">
                              <a16:creationId xmlns:a16="http://schemas.microsoft.com/office/drawing/2014/main" id="{718540D2-5A18-4A15-6DBF-EC61EA8079A2}"/>
                            </a:ext>
                          </a:extLst>
                        </p:cNvPr>
                        <p:cNvGrpSpPr/>
                        <p:nvPr/>
                      </p:nvGrpSpPr>
                      <p:grpSpPr>
                        <a:xfrm>
                          <a:off x="3701732" y="4724400"/>
                          <a:ext cx="731520" cy="731520"/>
                          <a:chOff x="2970212" y="4724400"/>
                          <a:chExt cx="731520" cy="731520"/>
                        </a:xfrm>
                      </p:grpSpPr>
                      <p:grpSp>
                        <p:nvGrpSpPr>
                          <p:cNvPr id="103" name="Group 102">
                            <a:extLst>
                              <a:ext uri="{FF2B5EF4-FFF2-40B4-BE49-F238E27FC236}">
                                <a16:creationId xmlns:a16="http://schemas.microsoft.com/office/drawing/2014/main" id="{121E8F8B-F587-E153-9DE3-FF09F3CD7ACA}"/>
                              </a:ext>
                            </a:extLst>
                          </p:cNvPr>
                          <p:cNvGrpSpPr/>
                          <p:nvPr/>
                        </p:nvGrpSpPr>
                        <p:grpSpPr>
                          <a:xfrm>
                            <a:off x="2970212" y="4724400"/>
                            <a:ext cx="731520" cy="365760"/>
                            <a:chOff x="2970212" y="4724400"/>
                            <a:chExt cx="731520" cy="365760"/>
                          </a:xfrm>
                        </p:grpSpPr>
                        <p:sp>
                          <p:nvSpPr>
                            <p:cNvPr id="106" name="Rectangle 105">
                              <a:extLst>
                                <a:ext uri="{FF2B5EF4-FFF2-40B4-BE49-F238E27FC236}">
                                  <a16:creationId xmlns:a16="http://schemas.microsoft.com/office/drawing/2014/main" id="{59A0CDD8-3D30-ABC2-A14D-78C57C4E64F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7" name="Rectangle 106">
                              <a:extLst>
                                <a:ext uri="{FF2B5EF4-FFF2-40B4-BE49-F238E27FC236}">
                                  <a16:creationId xmlns:a16="http://schemas.microsoft.com/office/drawing/2014/main" id="{58B50FA8-F41E-47C8-8DA1-923FEB3C4336}"/>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4" name="Rectangle 103">
                            <a:extLst>
                              <a:ext uri="{FF2B5EF4-FFF2-40B4-BE49-F238E27FC236}">
                                <a16:creationId xmlns:a16="http://schemas.microsoft.com/office/drawing/2014/main" id="{D438CEEF-1996-ED72-0079-0828AABF86A7}"/>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5" name="Rectangle 104">
                            <a:extLst>
                              <a:ext uri="{FF2B5EF4-FFF2-40B4-BE49-F238E27FC236}">
                                <a16:creationId xmlns:a16="http://schemas.microsoft.com/office/drawing/2014/main" id="{DCBEBCE6-0EB8-FE07-2688-30DF0F9E07BA}"/>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72" name="Group 71">
                      <a:extLst>
                        <a:ext uri="{FF2B5EF4-FFF2-40B4-BE49-F238E27FC236}">
                          <a16:creationId xmlns:a16="http://schemas.microsoft.com/office/drawing/2014/main" id="{4C278C3C-E639-0FF7-0766-5BD33506231E}"/>
                        </a:ext>
                      </a:extLst>
                    </p:cNvPr>
                    <p:cNvGrpSpPr/>
                    <p:nvPr/>
                  </p:nvGrpSpPr>
                  <p:grpSpPr>
                    <a:xfrm>
                      <a:off x="4433252" y="4724400"/>
                      <a:ext cx="1463040" cy="1463040"/>
                      <a:chOff x="2970212" y="4724400"/>
                      <a:chExt cx="1463040" cy="1463040"/>
                    </a:xfrm>
                  </p:grpSpPr>
                  <p:grpSp>
                    <p:nvGrpSpPr>
                      <p:cNvPr id="73" name="Group 72">
                        <a:extLst>
                          <a:ext uri="{FF2B5EF4-FFF2-40B4-BE49-F238E27FC236}">
                            <a16:creationId xmlns:a16="http://schemas.microsoft.com/office/drawing/2014/main" id="{9836511F-9DD3-BD97-D57A-6C2193911599}"/>
                          </a:ext>
                        </a:extLst>
                      </p:cNvPr>
                      <p:cNvGrpSpPr/>
                      <p:nvPr/>
                    </p:nvGrpSpPr>
                    <p:grpSpPr>
                      <a:xfrm>
                        <a:off x="2970212" y="4724400"/>
                        <a:ext cx="1463040" cy="731520"/>
                        <a:chOff x="2970212" y="4724400"/>
                        <a:chExt cx="1463040" cy="731520"/>
                      </a:xfrm>
                    </p:grpSpPr>
                    <p:grpSp>
                      <p:nvGrpSpPr>
                        <p:cNvPr id="87" name="Group 86">
                          <a:extLst>
                            <a:ext uri="{FF2B5EF4-FFF2-40B4-BE49-F238E27FC236}">
                              <a16:creationId xmlns:a16="http://schemas.microsoft.com/office/drawing/2014/main" id="{1632F4D5-DFCB-BD94-A7E3-3D952CEDCE88}"/>
                            </a:ext>
                          </a:extLst>
                        </p:cNvPr>
                        <p:cNvGrpSpPr/>
                        <p:nvPr/>
                      </p:nvGrpSpPr>
                      <p:grpSpPr>
                        <a:xfrm>
                          <a:off x="2970212" y="4724400"/>
                          <a:ext cx="731520" cy="731520"/>
                          <a:chOff x="2970212" y="4724400"/>
                          <a:chExt cx="731520" cy="731520"/>
                        </a:xfrm>
                      </p:grpSpPr>
                      <p:grpSp>
                        <p:nvGrpSpPr>
                          <p:cNvPr id="94" name="Group 93">
                            <a:extLst>
                              <a:ext uri="{FF2B5EF4-FFF2-40B4-BE49-F238E27FC236}">
                                <a16:creationId xmlns:a16="http://schemas.microsoft.com/office/drawing/2014/main" id="{33544E49-7FAE-172F-4B0F-D0640360A780}"/>
                              </a:ext>
                            </a:extLst>
                          </p:cNvPr>
                          <p:cNvGrpSpPr/>
                          <p:nvPr/>
                        </p:nvGrpSpPr>
                        <p:grpSpPr>
                          <a:xfrm>
                            <a:off x="2970212" y="4724400"/>
                            <a:ext cx="731520" cy="365760"/>
                            <a:chOff x="2970212" y="4724400"/>
                            <a:chExt cx="731520" cy="365760"/>
                          </a:xfrm>
                        </p:grpSpPr>
                        <p:sp>
                          <p:nvSpPr>
                            <p:cNvPr id="97" name="Rectangle 96">
                              <a:extLst>
                                <a:ext uri="{FF2B5EF4-FFF2-40B4-BE49-F238E27FC236}">
                                  <a16:creationId xmlns:a16="http://schemas.microsoft.com/office/drawing/2014/main" id="{D63F5653-3FDF-6652-227C-DC33EB042D6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8" name="Rectangle 97">
                              <a:extLst>
                                <a:ext uri="{FF2B5EF4-FFF2-40B4-BE49-F238E27FC236}">
                                  <a16:creationId xmlns:a16="http://schemas.microsoft.com/office/drawing/2014/main" id="{65619C36-BEA1-4657-12B7-CEC8A1EA805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95" name="Rectangle 94">
                            <a:extLst>
                              <a:ext uri="{FF2B5EF4-FFF2-40B4-BE49-F238E27FC236}">
                                <a16:creationId xmlns:a16="http://schemas.microsoft.com/office/drawing/2014/main" id="{694E9D81-48B5-8521-BBEC-C690EE038CC7}"/>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6" name="Rectangle 95">
                            <a:extLst>
                              <a:ext uri="{FF2B5EF4-FFF2-40B4-BE49-F238E27FC236}">
                                <a16:creationId xmlns:a16="http://schemas.microsoft.com/office/drawing/2014/main" id="{CA2C897E-11CA-5E93-05EF-17A51BF39A6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88" name="Group 87">
                          <a:extLst>
                            <a:ext uri="{FF2B5EF4-FFF2-40B4-BE49-F238E27FC236}">
                              <a16:creationId xmlns:a16="http://schemas.microsoft.com/office/drawing/2014/main" id="{4D913862-B20B-01D7-BA7A-23DF0FC8A023}"/>
                            </a:ext>
                          </a:extLst>
                        </p:cNvPr>
                        <p:cNvGrpSpPr/>
                        <p:nvPr/>
                      </p:nvGrpSpPr>
                      <p:grpSpPr>
                        <a:xfrm>
                          <a:off x="3701732" y="4724400"/>
                          <a:ext cx="731520" cy="731520"/>
                          <a:chOff x="2970212" y="4724400"/>
                          <a:chExt cx="731520" cy="731520"/>
                        </a:xfrm>
                      </p:grpSpPr>
                      <p:grpSp>
                        <p:nvGrpSpPr>
                          <p:cNvPr id="89" name="Group 88">
                            <a:extLst>
                              <a:ext uri="{FF2B5EF4-FFF2-40B4-BE49-F238E27FC236}">
                                <a16:creationId xmlns:a16="http://schemas.microsoft.com/office/drawing/2014/main" id="{8FE2F16A-FBA6-3715-9FAF-DA5B91918AC5}"/>
                              </a:ext>
                            </a:extLst>
                          </p:cNvPr>
                          <p:cNvGrpSpPr/>
                          <p:nvPr/>
                        </p:nvGrpSpPr>
                        <p:grpSpPr>
                          <a:xfrm>
                            <a:off x="2970212" y="4724400"/>
                            <a:ext cx="731520" cy="365760"/>
                            <a:chOff x="2970212" y="4724400"/>
                            <a:chExt cx="731520" cy="365760"/>
                          </a:xfrm>
                        </p:grpSpPr>
                        <p:sp>
                          <p:nvSpPr>
                            <p:cNvPr id="92" name="Rectangle 91">
                              <a:extLst>
                                <a:ext uri="{FF2B5EF4-FFF2-40B4-BE49-F238E27FC236}">
                                  <a16:creationId xmlns:a16="http://schemas.microsoft.com/office/drawing/2014/main" id="{7C349BBE-B81B-E489-1F04-39B66BA09B8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3" name="Rectangle 92">
                              <a:extLst>
                                <a:ext uri="{FF2B5EF4-FFF2-40B4-BE49-F238E27FC236}">
                                  <a16:creationId xmlns:a16="http://schemas.microsoft.com/office/drawing/2014/main" id="{9A19E765-3F13-4EA2-D03C-B67F297007D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90" name="Rectangle 89">
                            <a:extLst>
                              <a:ext uri="{FF2B5EF4-FFF2-40B4-BE49-F238E27FC236}">
                                <a16:creationId xmlns:a16="http://schemas.microsoft.com/office/drawing/2014/main" id="{51623074-FD5A-5EDB-3E7F-3D6C29E935A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1" name="Rectangle 90">
                            <a:extLst>
                              <a:ext uri="{FF2B5EF4-FFF2-40B4-BE49-F238E27FC236}">
                                <a16:creationId xmlns:a16="http://schemas.microsoft.com/office/drawing/2014/main" id="{11CD845C-BA43-1456-DD19-FF5C701D362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74" name="Group 73">
                        <a:extLst>
                          <a:ext uri="{FF2B5EF4-FFF2-40B4-BE49-F238E27FC236}">
                            <a16:creationId xmlns:a16="http://schemas.microsoft.com/office/drawing/2014/main" id="{2B9F4068-F64E-9A70-0942-B4FAC9D7D943}"/>
                          </a:ext>
                        </a:extLst>
                      </p:cNvPr>
                      <p:cNvGrpSpPr/>
                      <p:nvPr/>
                    </p:nvGrpSpPr>
                    <p:grpSpPr>
                      <a:xfrm>
                        <a:off x="2970212" y="5455920"/>
                        <a:ext cx="1463040" cy="731520"/>
                        <a:chOff x="2970212" y="4724400"/>
                        <a:chExt cx="1463040" cy="731520"/>
                      </a:xfrm>
                    </p:grpSpPr>
                    <p:grpSp>
                      <p:nvGrpSpPr>
                        <p:cNvPr id="75" name="Group 74">
                          <a:extLst>
                            <a:ext uri="{FF2B5EF4-FFF2-40B4-BE49-F238E27FC236}">
                              <a16:creationId xmlns:a16="http://schemas.microsoft.com/office/drawing/2014/main" id="{D05932E0-B12B-BF27-A4A8-8D2D063F6019}"/>
                            </a:ext>
                          </a:extLst>
                        </p:cNvPr>
                        <p:cNvGrpSpPr/>
                        <p:nvPr/>
                      </p:nvGrpSpPr>
                      <p:grpSpPr>
                        <a:xfrm>
                          <a:off x="2970212" y="4724400"/>
                          <a:ext cx="731520" cy="731520"/>
                          <a:chOff x="2970212" y="4724400"/>
                          <a:chExt cx="731520" cy="731520"/>
                        </a:xfrm>
                      </p:grpSpPr>
                      <p:grpSp>
                        <p:nvGrpSpPr>
                          <p:cNvPr id="82" name="Group 81">
                            <a:extLst>
                              <a:ext uri="{FF2B5EF4-FFF2-40B4-BE49-F238E27FC236}">
                                <a16:creationId xmlns:a16="http://schemas.microsoft.com/office/drawing/2014/main" id="{F84CB894-33FE-A944-BCC7-B251CCA6ACA0}"/>
                              </a:ext>
                            </a:extLst>
                          </p:cNvPr>
                          <p:cNvGrpSpPr/>
                          <p:nvPr/>
                        </p:nvGrpSpPr>
                        <p:grpSpPr>
                          <a:xfrm>
                            <a:off x="2970212" y="4724400"/>
                            <a:ext cx="731520" cy="365760"/>
                            <a:chOff x="2970212" y="4724400"/>
                            <a:chExt cx="731520" cy="365760"/>
                          </a:xfrm>
                        </p:grpSpPr>
                        <p:sp>
                          <p:nvSpPr>
                            <p:cNvPr id="85" name="Rectangle 84">
                              <a:extLst>
                                <a:ext uri="{FF2B5EF4-FFF2-40B4-BE49-F238E27FC236}">
                                  <a16:creationId xmlns:a16="http://schemas.microsoft.com/office/drawing/2014/main" id="{2FC057C4-C309-A93E-094C-71B40536744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6" name="Rectangle 85">
                              <a:extLst>
                                <a:ext uri="{FF2B5EF4-FFF2-40B4-BE49-F238E27FC236}">
                                  <a16:creationId xmlns:a16="http://schemas.microsoft.com/office/drawing/2014/main" id="{800F61F2-C59A-0FE9-1E91-693D88C10F3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83" name="Rectangle 82">
                            <a:extLst>
                              <a:ext uri="{FF2B5EF4-FFF2-40B4-BE49-F238E27FC236}">
                                <a16:creationId xmlns:a16="http://schemas.microsoft.com/office/drawing/2014/main" id="{61CFD236-CD48-896A-9EAB-7C866808564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4" name="Rectangle 83">
                            <a:extLst>
                              <a:ext uri="{FF2B5EF4-FFF2-40B4-BE49-F238E27FC236}">
                                <a16:creationId xmlns:a16="http://schemas.microsoft.com/office/drawing/2014/main" id="{8344BEDB-3286-D01F-7BCA-DD23A6A2337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76" name="Group 75">
                          <a:extLst>
                            <a:ext uri="{FF2B5EF4-FFF2-40B4-BE49-F238E27FC236}">
                              <a16:creationId xmlns:a16="http://schemas.microsoft.com/office/drawing/2014/main" id="{7EC9B7F6-C063-F80F-8D0C-AF776D5C6DFD}"/>
                            </a:ext>
                          </a:extLst>
                        </p:cNvPr>
                        <p:cNvGrpSpPr/>
                        <p:nvPr/>
                      </p:nvGrpSpPr>
                      <p:grpSpPr>
                        <a:xfrm>
                          <a:off x="3701732" y="4724400"/>
                          <a:ext cx="731520" cy="731520"/>
                          <a:chOff x="2970212" y="4724400"/>
                          <a:chExt cx="731520" cy="731520"/>
                        </a:xfrm>
                      </p:grpSpPr>
                      <p:grpSp>
                        <p:nvGrpSpPr>
                          <p:cNvPr id="77" name="Group 76">
                            <a:extLst>
                              <a:ext uri="{FF2B5EF4-FFF2-40B4-BE49-F238E27FC236}">
                                <a16:creationId xmlns:a16="http://schemas.microsoft.com/office/drawing/2014/main" id="{A7DE8B47-9940-81D4-7876-55E49B9E78DD}"/>
                              </a:ext>
                            </a:extLst>
                          </p:cNvPr>
                          <p:cNvGrpSpPr/>
                          <p:nvPr/>
                        </p:nvGrpSpPr>
                        <p:grpSpPr>
                          <a:xfrm>
                            <a:off x="2970212" y="4724400"/>
                            <a:ext cx="731520" cy="365760"/>
                            <a:chOff x="2970212" y="4724400"/>
                            <a:chExt cx="731520" cy="365760"/>
                          </a:xfrm>
                        </p:grpSpPr>
                        <p:sp>
                          <p:nvSpPr>
                            <p:cNvPr id="80" name="Rectangle 79">
                              <a:extLst>
                                <a:ext uri="{FF2B5EF4-FFF2-40B4-BE49-F238E27FC236}">
                                  <a16:creationId xmlns:a16="http://schemas.microsoft.com/office/drawing/2014/main" id="{BFCFA2A4-EB6B-5304-F901-6BC569403A2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1" name="Rectangle 80">
                              <a:extLst>
                                <a:ext uri="{FF2B5EF4-FFF2-40B4-BE49-F238E27FC236}">
                                  <a16:creationId xmlns:a16="http://schemas.microsoft.com/office/drawing/2014/main" id="{D8E8473B-5331-52DD-3334-6863996B64F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78" name="Rectangle 77">
                            <a:extLst>
                              <a:ext uri="{FF2B5EF4-FFF2-40B4-BE49-F238E27FC236}">
                                <a16:creationId xmlns:a16="http://schemas.microsoft.com/office/drawing/2014/main" id="{541AA220-D7DC-C29F-8842-8D4920CB6CA0}"/>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9" name="Rectangle 78">
                            <a:extLst>
                              <a:ext uri="{FF2B5EF4-FFF2-40B4-BE49-F238E27FC236}">
                                <a16:creationId xmlns:a16="http://schemas.microsoft.com/office/drawing/2014/main" id="{804BD431-E88F-82F7-5245-C271B0D2D15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nvGrpSpPr>
                <p:cNvPr id="181" name="Group 180">
                  <a:extLst>
                    <a:ext uri="{FF2B5EF4-FFF2-40B4-BE49-F238E27FC236}">
                      <a16:creationId xmlns:a16="http://schemas.microsoft.com/office/drawing/2014/main" id="{DC3D0616-E758-97E1-EE77-8AD5F2BBC1A3}"/>
                    </a:ext>
                  </a:extLst>
                </p:cNvPr>
                <p:cNvGrpSpPr/>
                <p:nvPr/>
              </p:nvGrpSpPr>
              <p:grpSpPr>
                <a:xfrm>
                  <a:off x="5058092" y="3124200"/>
                  <a:ext cx="2926080" cy="2926080"/>
                  <a:chOff x="2132012" y="3124200"/>
                  <a:chExt cx="2926080" cy="2926080"/>
                </a:xfrm>
              </p:grpSpPr>
              <p:grpSp>
                <p:nvGrpSpPr>
                  <p:cNvPr id="182" name="Group 181">
                    <a:extLst>
                      <a:ext uri="{FF2B5EF4-FFF2-40B4-BE49-F238E27FC236}">
                        <a16:creationId xmlns:a16="http://schemas.microsoft.com/office/drawing/2014/main" id="{F06B89F4-01E6-A43C-2504-750C1E31021A}"/>
                      </a:ext>
                    </a:extLst>
                  </p:cNvPr>
                  <p:cNvGrpSpPr/>
                  <p:nvPr/>
                </p:nvGrpSpPr>
                <p:grpSpPr>
                  <a:xfrm>
                    <a:off x="2132012" y="3124200"/>
                    <a:ext cx="2926080" cy="1463040"/>
                    <a:chOff x="2970212" y="4724400"/>
                    <a:chExt cx="2926080" cy="1463040"/>
                  </a:xfrm>
                </p:grpSpPr>
                <p:grpSp>
                  <p:nvGrpSpPr>
                    <p:cNvPr id="238" name="Group 237">
                      <a:extLst>
                        <a:ext uri="{FF2B5EF4-FFF2-40B4-BE49-F238E27FC236}">
                          <a16:creationId xmlns:a16="http://schemas.microsoft.com/office/drawing/2014/main" id="{78C991A3-893D-D3CD-A7DC-B34F40F69B61}"/>
                        </a:ext>
                      </a:extLst>
                    </p:cNvPr>
                    <p:cNvGrpSpPr/>
                    <p:nvPr/>
                  </p:nvGrpSpPr>
                  <p:grpSpPr>
                    <a:xfrm>
                      <a:off x="2970212" y="4724400"/>
                      <a:ext cx="1463040" cy="1463040"/>
                      <a:chOff x="2970212" y="4724400"/>
                      <a:chExt cx="1463040" cy="1463040"/>
                    </a:xfrm>
                  </p:grpSpPr>
                  <p:grpSp>
                    <p:nvGrpSpPr>
                      <p:cNvPr id="266" name="Group 265">
                        <a:extLst>
                          <a:ext uri="{FF2B5EF4-FFF2-40B4-BE49-F238E27FC236}">
                            <a16:creationId xmlns:a16="http://schemas.microsoft.com/office/drawing/2014/main" id="{2787BC15-B479-CF21-7757-4CBB886A24A5}"/>
                          </a:ext>
                        </a:extLst>
                      </p:cNvPr>
                      <p:cNvGrpSpPr/>
                      <p:nvPr/>
                    </p:nvGrpSpPr>
                    <p:grpSpPr>
                      <a:xfrm>
                        <a:off x="2970212" y="4724400"/>
                        <a:ext cx="1463040" cy="731520"/>
                        <a:chOff x="2970212" y="4724400"/>
                        <a:chExt cx="1463040" cy="731520"/>
                      </a:xfrm>
                    </p:grpSpPr>
                    <p:grpSp>
                      <p:nvGrpSpPr>
                        <p:cNvPr id="280" name="Group 279">
                          <a:extLst>
                            <a:ext uri="{FF2B5EF4-FFF2-40B4-BE49-F238E27FC236}">
                              <a16:creationId xmlns:a16="http://schemas.microsoft.com/office/drawing/2014/main" id="{876C5508-5B98-848C-CDF0-F370F117916D}"/>
                            </a:ext>
                          </a:extLst>
                        </p:cNvPr>
                        <p:cNvGrpSpPr/>
                        <p:nvPr/>
                      </p:nvGrpSpPr>
                      <p:grpSpPr>
                        <a:xfrm>
                          <a:off x="2970212" y="4724400"/>
                          <a:ext cx="731520" cy="731520"/>
                          <a:chOff x="2970212" y="4724400"/>
                          <a:chExt cx="731520" cy="731520"/>
                        </a:xfrm>
                      </p:grpSpPr>
                      <p:grpSp>
                        <p:nvGrpSpPr>
                          <p:cNvPr id="287" name="Group 286">
                            <a:extLst>
                              <a:ext uri="{FF2B5EF4-FFF2-40B4-BE49-F238E27FC236}">
                                <a16:creationId xmlns:a16="http://schemas.microsoft.com/office/drawing/2014/main" id="{07144071-E423-9C4E-9470-4C6BD293EB40}"/>
                              </a:ext>
                            </a:extLst>
                          </p:cNvPr>
                          <p:cNvGrpSpPr/>
                          <p:nvPr/>
                        </p:nvGrpSpPr>
                        <p:grpSpPr>
                          <a:xfrm>
                            <a:off x="2970212" y="4724400"/>
                            <a:ext cx="731520" cy="365760"/>
                            <a:chOff x="2970212" y="4724400"/>
                            <a:chExt cx="731520" cy="365760"/>
                          </a:xfrm>
                        </p:grpSpPr>
                        <p:sp>
                          <p:nvSpPr>
                            <p:cNvPr id="290" name="Rectangle 289">
                              <a:extLst>
                                <a:ext uri="{FF2B5EF4-FFF2-40B4-BE49-F238E27FC236}">
                                  <a16:creationId xmlns:a16="http://schemas.microsoft.com/office/drawing/2014/main" id="{B010B432-2113-B26F-24B6-7208657D33C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91" name="Rectangle 290">
                              <a:extLst>
                                <a:ext uri="{FF2B5EF4-FFF2-40B4-BE49-F238E27FC236}">
                                  <a16:creationId xmlns:a16="http://schemas.microsoft.com/office/drawing/2014/main" id="{E19D5EA8-43A0-79E1-D937-EA62E5322CA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88" name="Rectangle 287">
                            <a:extLst>
                              <a:ext uri="{FF2B5EF4-FFF2-40B4-BE49-F238E27FC236}">
                                <a16:creationId xmlns:a16="http://schemas.microsoft.com/office/drawing/2014/main" id="{A5058DF3-5E54-4859-1A63-7872E210CC1C}"/>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9" name="Rectangle 288">
                            <a:extLst>
                              <a:ext uri="{FF2B5EF4-FFF2-40B4-BE49-F238E27FC236}">
                                <a16:creationId xmlns:a16="http://schemas.microsoft.com/office/drawing/2014/main" id="{8565FE7E-7DC7-5AF4-DEFA-07F709EDB6E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81" name="Group 280">
                          <a:extLst>
                            <a:ext uri="{FF2B5EF4-FFF2-40B4-BE49-F238E27FC236}">
                              <a16:creationId xmlns:a16="http://schemas.microsoft.com/office/drawing/2014/main" id="{49C2ED1B-3F1F-4C1E-C7E7-31CD0D519B1F}"/>
                            </a:ext>
                          </a:extLst>
                        </p:cNvPr>
                        <p:cNvGrpSpPr/>
                        <p:nvPr/>
                      </p:nvGrpSpPr>
                      <p:grpSpPr>
                        <a:xfrm>
                          <a:off x="3701732" y="4724400"/>
                          <a:ext cx="731520" cy="731520"/>
                          <a:chOff x="2970212" y="4724400"/>
                          <a:chExt cx="731520" cy="731520"/>
                        </a:xfrm>
                      </p:grpSpPr>
                      <p:grpSp>
                        <p:nvGrpSpPr>
                          <p:cNvPr id="282" name="Group 281">
                            <a:extLst>
                              <a:ext uri="{FF2B5EF4-FFF2-40B4-BE49-F238E27FC236}">
                                <a16:creationId xmlns:a16="http://schemas.microsoft.com/office/drawing/2014/main" id="{2978EB4B-0DC1-7DBD-F1A0-1547A4D4F64B}"/>
                              </a:ext>
                            </a:extLst>
                          </p:cNvPr>
                          <p:cNvGrpSpPr/>
                          <p:nvPr/>
                        </p:nvGrpSpPr>
                        <p:grpSpPr>
                          <a:xfrm>
                            <a:off x="2970212" y="4724400"/>
                            <a:ext cx="731520" cy="365760"/>
                            <a:chOff x="2970212" y="4724400"/>
                            <a:chExt cx="731520" cy="365760"/>
                          </a:xfrm>
                        </p:grpSpPr>
                        <p:sp>
                          <p:nvSpPr>
                            <p:cNvPr id="285" name="Rectangle 284">
                              <a:extLst>
                                <a:ext uri="{FF2B5EF4-FFF2-40B4-BE49-F238E27FC236}">
                                  <a16:creationId xmlns:a16="http://schemas.microsoft.com/office/drawing/2014/main" id="{FAFC5B12-716C-477A-36AC-ADB5F86E879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6" name="Rectangle 285">
                              <a:extLst>
                                <a:ext uri="{FF2B5EF4-FFF2-40B4-BE49-F238E27FC236}">
                                  <a16:creationId xmlns:a16="http://schemas.microsoft.com/office/drawing/2014/main" id="{E7B48678-0225-5359-AA4A-B137C846BBC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83" name="Rectangle 282">
                            <a:extLst>
                              <a:ext uri="{FF2B5EF4-FFF2-40B4-BE49-F238E27FC236}">
                                <a16:creationId xmlns:a16="http://schemas.microsoft.com/office/drawing/2014/main" id="{BD8B3835-0D6A-1174-47EE-AFEA62BA53E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4" name="Rectangle 283">
                            <a:extLst>
                              <a:ext uri="{FF2B5EF4-FFF2-40B4-BE49-F238E27FC236}">
                                <a16:creationId xmlns:a16="http://schemas.microsoft.com/office/drawing/2014/main" id="{EFEB1AE6-BE0E-A801-5A18-467AD824F5D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67" name="Group 266">
                        <a:extLst>
                          <a:ext uri="{FF2B5EF4-FFF2-40B4-BE49-F238E27FC236}">
                            <a16:creationId xmlns:a16="http://schemas.microsoft.com/office/drawing/2014/main" id="{071986B0-447A-921E-557A-6CCA97D14542}"/>
                          </a:ext>
                        </a:extLst>
                      </p:cNvPr>
                      <p:cNvGrpSpPr/>
                      <p:nvPr/>
                    </p:nvGrpSpPr>
                    <p:grpSpPr>
                      <a:xfrm>
                        <a:off x="2970212" y="5455920"/>
                        <a:ext cx="1463040" cy="731520"/>
                        <a:chOff x="2970212" y="4724400"/>
                        <a:chExt cx="1463040" cy="731520"/>
                      </a:xfrm>
                    </p:grpSpPr>
                    <p:grpSp>
                      <p:nvGrpSpPr>
                        <p:cNvPr id="268" name="Group 267">
                          <a:extLst>
                            <a:ext uri="{FF2B5EF4-FFF2-40B4-BE49-F238E27FC236}">
                              <a16:creationId xmlns:a16="http://schemas.microsoft.com/office/drawing/2014/main" id="{EFB211DF-2A08-6CB9-C86F-6F2DCEDB4685}"/>
                            </a:ext>
                          </a:extLst>
                        </p:cNvPr>
                        <p:cNvGrpSpPr/>
                        <p:nvPr/>
                      </p:nvGrpSpPr>
                      <p:grpSpPr>
                        <a:xfrm>
                          <a:off x="2970212" y="4724400"/>
                          <a:ext cx="731520" cy="731520"/>
                          <a:chOff x="2970212" y="4724400"/>
                          <a:chExt cx="731520" cy="731520"/>
                        </a:xfrm>
                      </p:grpSpPr>
                      <p:grpSp>
                        <p:nvGrpSpPr>
                          <p:cNvPr id="275" name="Group 274">
                            <a:extLst>
                              <a:ext uri="{FF2B5EF4-FFF2-40B4-BE49-F238E27FC236}">
                                <a16:creationId xmlns:a16="http://schemas.microsoft.com/office/drawing/2014/main" id="{A85EE5F4-E22E-E8F8-EF12-5F8315CF9889}"/>
                              </a:ext>
                            </a:extLst>
                          </p:cNvPr>
                          <p:cNvGrpSpPr/>
                          <p:nvPr/>
                        </p:nvGrpSpPr>
                        <p:grpSpPr>
                          <a:xfrm>
                            <a:off x="2970212" y="4724400"/>
                            <a:ext cx="731520" cy="365760"/>
                            <a:chOff x="2970212" y="4724400"/>
                            <a:chExt cx="731520" cy="365760"/>
                          </a:xfrm>
                        </p:grpSpPr>
                        <p:sp>
                          <p:nvSpPr>
                            <p:cNvPr id="278" name="Rectangle 277">
                              <a:extLst>
                                <a:ext uri="{FF2B5EF4-FFF2-40B4-BE49-F238E27FC236}">
                                  <a16:creationId xmlns:a16="http://schemas.microsoft.com/office/drawing/2014/main" id="{6C611188-8953-97A4-ED6F-178BB5FA7E07}"/>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9" name="Rectangle 278">
                              <a:extLst>
                                <a:ext uri="{FF2B5EF4-FFF2-40B4-BE49-F238E27FC236}">
                                  <a16:creationId xmlns:a16="http://schemas.microsoft.com/office/drawing/2014/main" id="{F5A46E83-135B-D62B-2B16-C122280AB6C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76" name="Rectangle 275">
                            <a:extLst>
                              <a:ext uri="{FF2B5EF4-FFF2-40B4-BE49-F238E27FC236}">
                                <a16:creationId xmlns:a16="http://schemas.microsoft.com/office/drawing/2014/main" id="{19B23F0B-B8D1-B662-D1C4-69672FBE502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7" name="Rectangle 276">
                            <a:extLst>
                              <a:ext uri="{FF2B5EF4-FFF2-40B4-BE49-F238E27FC236}">
                                <a16:creationId xmlns:a16="http://schemas.microsoft.com/office/drawing/2014/main" id="{2A5A7DDF-F545-16FB-C728-A746B195758B}"/>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69" name="Group 268">
                          <a:extLst>
                            <a:ext uri="{FF2B5EF4-FFF2-40B4-BE49-F238E27FC236}">
                              <a16:creationId xmlns:a16="http://schemas.microsoft.com/office/drawing/2014/main" id="{588BE228-6797-A1E0-A456-B24B6C4BD76D}"/>
                            </a:ext>
                          </a:extLst>
                        </p:cNvPr>
                        <p:cNvGrpSpPr/>
                        <p:nvPr/>
                      </p:nvGrpSpPr>
                      <p:grpSpPr>
                        <a:xfrm>
                          <a:off x="3701732" y="4724400"/>
                          <a:ext cx="731520" cy="731520"/>
                          <a:chOff x="2970212" y="4724400"/>
                          <a:chExt cx="731520" cy="731520"/>
                        </a:xfrm>
                      </p:grpSpPr>
                      <p:grpSp>
                        <p:nvGrpSpPr>
                          <p:cNvPr id="270" name="Group 269">
                            <a:extLst>
                              <a:ext uri="{FF2B5EF4-FFF2-40B4-BE49-F238E27FC236}">
                                <a16:creationId xmlns:a16="http://schemas.microsoft.com/office/drawing/2014/main" id="{78054DE0-5E3B-8153-258D-6ED6DE5EE80E}"/>
                              </a:ext>
                            </a:extLst>
                          </p:cNvPr>
                          <p:cNvGrpSpPr/>
                          <p:nvPr/>
                        </p:nvGrpSpPr>
                        <p:grpSpPr>
                          <a:xfrm>
                            <a:off x="2970212" y="4724400"/>
                            <a:ext cx="731520" cy="365760"/>
                            <a:chOff x="2970212" y="4724400"/>
                            <a:chExt cx="731520" cy="365760"/>
                          </a:xfrm>
                        </p:grpSpPr>
                        <p:sp>
                          <p:nvSpPr>
                            <p:cNvPr id="273" name="Rectangle 272">
                              <a:extLst>
                                <a:ext uri="{FF2B5EF4-FFF2-40B4-BE49-F238E27FC236}">
                                  <a16:creationId xmlns:a16="http://schemas.microsoft.com/office/drawing/2014/main" id="{8B63F195-FC93-799F-4E9C-666188BF1DB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4" name="Rectangle 273">
                              <a:extLst>
                                <a:ext uri="{FF2B5EF4-FFF2-40B4-BE49-F238E27FC236}">
                                  <a16:creationId xmlns:a16="http://schemas.microsoft.com/office/drawing/2014/main" id="{34280049-4FA0-A093-3E18-56589B332D1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71" name="Rectangle 270">
                            <a:extLst>
                              <a:ext uri="{FF2B5EF4-FFF2-40B4-BE49-F238E27FC236}">
                                <a16:creationId xmlns:a16="http://schemas.microsoft.com/office/drawing/2014/main" id="{31788E8B-0114-0C7B-6F3F-067CCFD242D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2" name="Rectangle 271">
                            <a:extLst>
                              <a:ext uri="{FF2B5EF4-FFF2-40B4-BE49-F238E27FC236}">
                                <a16:creationId xmlns:a16="http://schemas.microsoft.com/office/drawing/2014/main" id="{B6C959A2-ABE6-8432-B404-7622E173C18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239" name="Group 238">
                      <a:extLst>
                        <a:ext uri="{FF2B5EF4-FFF2-40B4-BE49-F238E27FC236}">
                          <a16:creationId xmlns:a16="http://schemas.microsoft.com/office/drawing/2014/main" id="{B3D34467-F1B7-985F-034E-1992C3D0F268}"/>
                        </a:ext>
                      </a:extLst>
                    </p:cNvPr>
                    <p:cNvGrpSpPr/>
                    <p:nvPr/>
                  </p:nvGrpSpPr>
                  <p:grpSpPr>
                    <a:xfrm>
                      <a:off x="4433252" y="4724400"/>
                      <a:ext cx="1463040" cy="1463040"/>
                      <a:chOff x="2970212" y="4724400"/>
                      <a:chExt cx="1463040" cy="1463040"/>
                    </a:xfrm>
                  </p:grpSpPr>
                  <p:grpSp>
                    <p:nvGrpSpPr>
                      <p:cNvPr id="240" name="Group 239">
                        <a:extLst>
                          <a:ext uri="{FF2B5EF4-FFF2-40B4-BE49-F238E27FC236}">
                            <a16:creationId xmlns:a16="http://schemas.microsoft.com/office/drawing/2014/main" id="{5E87856B-EC4C-4781-5205-4DE446506F41}"/>
                          </a:ext>
                        </a:extLst>
                      </p:cNvPr>
                      <p:cNvGrpSpPr/>
                      <p:nvPr/>
                    </p:nvGrpSpPr>
                    <p:grpSpPr>
                      <a:xfrm>
                        <a:off x="2970212" y="4724400"/>
                        <a:ext cx="1463040" cy="731520"/>
                        <a:chOff x="2970212" y="4724400"/>
                        <a:chExt cx="1463040" cy="731520"/>
                      </a:xfrm>
                    </p:grpSpPr>
                    <p:grpSp>
                      <p:nvGrpSpPr>
                        <p:cNvPr id="254" name="Group 253">
                          <a:extLst>
                            <a:ext uri="{FF2B5EF4-FFF2-40B4-BE49-F238E27FC236}">
                              <a16:creationId xmlns:a16="http://schemas.microsoft.com/office/drawing/2014/main" id="{2587CCBD-7E3A-042B-1109-9E3186989C92}"/>
                            </a:ext>
                          </a:extLst>
                        </p:cNvPr>
                        <p:cNvGrpSpPr/>
                        <p:nvPr/>
                      </p:nvGrpSpPr>
                      <p:grpSpPr>
                        <a:xfrm>
                          <a:off x="2970212" y="4724400"/>
                          <a:ext cx="731520" cy="731520"/>
                          <a:chOff x="2970212" y="4724400"/>
                          <a:chExt cx="731520" cy="731520"/>
                        </a:xfrm>
                      </p:grpSpPr>
                      <p:grpSp>
                        <p:nvGrpSpPr>
                          <p:cNvPr id="261" name="Group 260">
                            <a:extLst>
                              <a:ext uri="{FF2B5EF4-FFF2-40B4-BE49-F238E27FC236}">
                                <a16:creationId xmlns:a16="http://schemas.microsoft.com/office/drawing/2014/main" id="{CBBA38B7-68D9-19A7-4CA7-9A09F38A8015}"/>
                              </a:ext>
                            </a:extLst>
                          </p:cNvPr>
                          <p:cNvGrpSpPr/>
                          <p:nvPr/>
                        </p:nvGrpSpPr>
                        <p:grpSpPr>
                          <a:xfrm>
                            <a:off x="2970212" y="4724400"/>
                            <a:ext cx="731520" cy="365760"/>
                            <a:chOff x="2970212" y="4724400"/>
                            <a:chExt cx="731520" cy="365760"/>
                          </a:xfrm>
                        </p:grpSpPr>
                        <p:sp>
                          <p:nvSpPr>
                            <p:cNvPr id="264" name="Rectangle 263">
                              <a:extLst>
                                <a:ext uri="{FF2B5EF4-FFF2-40B4-BE49-F238E27FC236}">
                                  <a16:creationId xmlns:a16="http://schemas.microsoft.com/office/drawing/2014/main" id="{264446B1-6D98-F141-7F43-56954B2B053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5" name="Rectangle 264">
                              <a:extLst>
                                <a:ext uri="{FF2B5EF4-FFF2-40B4-BE49-F238E27FC236}">
                                  <a16:creationId xmlns:a16="http://schemas.microsoft.com/office/drawing/2014/main" id="{B4D1F769-4F9C-E829-0648-D371699F6B9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62" name="Rectangle 261">
                            <a:extLst>
                              <a:ext uri="{FF2B5EF4-FFF2-40B4-BE49-F238E27FC236}">
                                <a16:creationId xmlns:a16="http://schemas.microsoft.com/office/drawing/2014/main" id="{DB1FB918-DE23-E60E-8F80-FC468EDC14A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3" name="Rectangle 262">
                            <a:extLst>
                              <a:ext uri="{FF2B5EF4-FFF2-40B4-BE49-F238E27FC236}">
                                <a16:creationId xmlns:a16="http://schemas.microsoft.com/office/drawing/2014/main" id="{8E7ADF55-AA35-5432-2576-C5030A649C1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55" name="Group 254">
                          <a:extLst>
                            <a:ext uri="{FF2B5EF4-FFF2-40B4-BE49-F238E27FC236}">
                              <a16:creationId xmlns:a16="http://schemas.microsoft.com/office/drawing/2014/main" id="{C8755F6E-1C89-C9EA-E55A-435864B688A1}"/>
                            </a:ext>
                          </a:extLst>
                        </p:cNvPr>
                        <p:cNvGrpSpPr/>
                        <p:nvPr/>
                      </p:nvGrpSpPr>
                      <p:grpSpPr>
                        <a:xfrm>
                          <a:off x="3701732" y="4724400"/>
                          <a:ext cx="731520" cy="731520"/>
                          <a:chOff x="2970212" y="4724400"/>
                          <a:chExt cx="731520" cy="731520"/>
                        </a:xfrm>
                      </p:grpSpPr>
                      <p:grpSp>
                        <p:nvGrpSpPr>
                          <p:cNvPr id="256" name="Group 255">
                            <a:extLst>
                              <a:ext uri="{FF2B5EF4-FFF2-40B4-BE49-F238E27FC236}">
                                <a16:creationId xmlns:a16="http://schemas.microsoft.com/office/drawing/2014/main" id="{8A86C341-AE0C-5902-E7B9-39E4850134E8}"/>
                              </a:ext>
                            </a:extLst>
                          </p:cNvPr>
                          <p:cNvGrpSpPr/>
                          <p:nvPr/>
                        </p:nvGrpSpPr>
                        <p:grpSpPr>
                          <a:xfrm>
                            <a:off x="2970212" y="4724400"/>
                            <a:ext cx="731520" cy="365760"/>
                            <a:chOff x="2970212" y="4724400"/>
                            <a:chExt cx="731520" cy="365760"/>
                          </a:xfrm>
                        </p:grpSpPr>
                        <p:sp>
                          <p:nvSpPr>
                            <p:cNvPr id="259" name="Rectangle 258">
                              <a:extLst>
                                <a:ext uri="{FF2B5EF4-FFF2-40B4-BE49-F238E27FC236}">
                                  <a16:creationId xmlns:a16="http://schemas.microsoft.com/office/drawing/2014/main" id="{FA21437E-DDA2-F45F-072A-5FD0E6D35B09}"/>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0" name="Rectangle 259">
                              <a:extLst>
                                <a:ext uri="{FF2B5EF4-FFF2-40B4-BE49-F238E27FC236}">
                                  <a16:creationId xmlns:a16="http://schemas.microsoft.com/office/drawing/2014/main" id="{FCDD2D23-B866-0163-ABE1-503089837F87}"/>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57" name="Rectangle 256">
                            <a:extLst>
                              <a:ext uri="{FF2B5EF4-FFF2-40B4-BE49-F238E27FC236}">
                                <a16:creationId xmlns:a16="http://schemas.microsoft.com/office/drawing/2014/main" id="{023012C2-AB95-0B97-A2A9-12C9A91CC68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8" name="Rectangle 257">
                            <a:extLst>
                              <a:ext uri="{FF2B5EF4-FFF2-40B4-BE49-F238E27FC236}">
                                <a16:creationId xmlns:a16="http://schemas.microsoft.com/office/drawing/2014/main" id="{F34BFE23-5358-5F1E-5B8D-38AC7CA7800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41" name="Group 240">
                        <a:extLst>
                          <a:ext uri="{FF2B5EF4-FFF2-40B4-BE49-F238E27FC236}">
                            <a16:creationId xmlns:a16="http://schemas.microsoft.com/office/drawing/2014/main" id="{79CB21ED-3D2B-116E-BA79-56BF88E306AF}"/>
                          </a:ext>
                        </a:extLst>
                      </p:cNvPr>
                      <p:cNvGrpSpPr/>
                      <p:nvPr/>
                    </p:nvGrpSpPr>
                    <p:grpSpPr>
                      <a:xfrm>
                        <a:off x="2970212" y="5455920"/>
                        <a:ext cx="1463040" cy="731520"/>
                        <a:chOff x="2970212" y="4724400"/>
                        <a:chExt cx="1463040" cy="731520"/>
                      </a:xfrm>
                    </p:grpSpPr>
                    <p:grpSp>
                      <p:nvGrpSpPr>
                        <p:cNvPr id="242" name="Group 241">
                          <a:extLst>
                            <a:ext uri="{FF2B5EF4-FFF2-40B4-BE49-F238E27FC236}">
                              <a16:creationId xmlns:a16="http://schemas.microsoft.com/office/drawing/2014/main" id="{8652529F-CAC1-1CBE-0797-BD3366C518E3}"/>
                            </a:ext>
                          </a:extLst>
                        </p:cNvPr>
                        <p:cNvGrpSpPr/>
                        <p:nvPr/>
                      </p:nvGrpSpPr>
                      <p:grpSpPr>
                        <a:xfrm>
                          <a:off x="2970212" y="4724400"/>
                          <a:ext cx="731520" cy="731520"/>
                          <a:chOff x="2970212" y="4724400"/>
                          <a:chExt cx="731520" cy="731520"/>
                        </a:xfrm>
                      </p:grpSpPr>
                      <p:grpSp>
                        <p:nvGrpSpPr>
                          <p:cNvPr id="249" name="Group 248">
                            <a:extLst>
                              <a:ext uri="{FF2B5EF4-FFF2-40B4-BE49-F238E27FC236}">
                                <a16:creationId xmlns:a16="http://schemas.microsoft.com/office/drawing/2014/main" id="{8582BD87-C3B3-4A0F-8BDC-FA0EF67D0CDB}"/>
                              </a:ext>
                            </a:extLst>
                          </p:cNvPr>
                          <p:cNvGrpSpPr/>
                          <p:nvPr/>
                        </p:nvGrpSpPr>
                        <p:grpSpPr>
                          <a:xfrm>
                            <a:off x="2970212" y="4724400"/>
                            <a:ext cx="731520" cy="365760"/>
                            <a:chOff x="2970212" y="4724400"/>
                            <a:chExt cx="731520" cy="365760"/>
                          </a:xfrm>
                        </p:grpSpPr>
                        <p:sp>
                          <p:nvSpPr>
                            <p:cNvPr id="252" name="Rectangle 251">
                              <a:extLst>
                                <a:ext uri="{FF2B5EF4-FFF2-40B4-BE49-F238E27FC236}">
                                  <a16:creationId xmlns:a16="http://schemas.microsoft.com/office/drawing/2014/main" id="{AF5C351D-5C0B-7366-6F34-6DE343D6851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3" name="Rectangle 252">
                              <a:extLst>
                                <a:ext uri="{FF2B5EF4-FFF2-40B4-BE49-F238E27FC236}">
                                  <a16:creationId xmlns:a16="http://schemas.microsoft.com/office/drawing/2014/main" id="{10122B2F-5E40-32E1-D434-AFE4D68650B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50" name="Rectangle 249">
                            <a:extLst>
                              <a:ext uri="{FF2B5EF4-FFF2-40B4-BE49-F238E27FC236}">
                                <a16:creationId xmlns:a16="http://schemas.microsoft.com/office/drawing/2014/main" id="{D073A017-3A2F-28A8-4FCD-D2CF2341C32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1" name="Rectangle 250">
                            <a:extLst>
                              <a:ext uri="{FF2B5EF4-FFF2-40B4-BE49-F238E27FC236}">
                                <a16:creationId xmlns:a16="http://schemas.microsoft.com/office/drawing/2014/main" id="{4BFB7C9F-3F8B-359D-8FE3-FED6F53A1E7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43" name="Group 242">
                          <a:extLst>
                            <a:ext uri="{FF2B5EF4-FFF2-40B4-BE49-F238E27FC236}">
                              <a16:creationId xmlns:a16="http://schemas.microsoft.com/office/drawing/2014/main" id="{8EA054F7-FBB2-7B72-FC80-92E5A2E04E55}"/>
                            </a:ext>
                          </a:extLst>
                        </p:cNvPr>
                        <p:cNvGrpSpPr/>
                        <p:nvPr/>
                      </p:nvGrpSpPr>
                      <p:grpSpPr>
                        <a:xfrm>
                          <a:off x="3701732" y="4724400"/>
                          <a:ext cx="731520" cy="731520"/>
                          <a:chOff x="2970212" y="4724400"/>
                          <a:chExt cx="731520" cy="731520"/>
                        </a:xfrm>
                      </p:grpSpPr>
                      <p:grpSp>
                        <p:nvGrpSpPr>
                          <p:cNvPr id="244" name="Group 243">
                            <a:extLst>
                              <a:ext uri="{FF2B5EF4-FFF2-40B4-BE49-F238E27FC236}">
                                <a16:creationId xmlns:a16="http://schemas.microsoft.com/office/drawing/2014/main" id="{FEA67C01-F60F-F1C9-ABAF-495746A53636}"/>
                              </a:ext>
                            </a:extLst>
                          </p:cNvPr>
                          <p:cNvGrpSpPr/>
                          <p:nvPr/>
                        </p:nvGrpSpPr>
                        <p:grpSpPr>
                          <a:xfrm>
                            <a:off x="2970212" y="4724400"/>
                            <a:ext cx="731520" cy="365760"/>
                            <a:chOff x="2970212" y="4724400"/>
                            <a:chExt cx="731520" cy="365760"/>
                          </a:xfrm>
                        </p:grpSpPr>
                        <p:sp>
                          <p:nvSpPr>
                            <p:cNvPr id="247" name="Rectangle 246">
                              <a:extLst>
                                <a:ext uri="{FF2B5EF4-FFF2-40B4-BE49-F238E27FC236}">
                                  <a16:creationId xmlns:a16="http://schemas.microsoft.com/office/drawing/2014/main" id="{2BF4B444-D457-6117-CCCD-FA1277B3AEC1}"/>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48" name="Rectangle 247">
                              <a:extLst>
                                <a:ext uri="{FF2B5EF4-FFF2-40B4-BE49-F238E27FC236}">
                                  <a16:creationId xmlns:a16="http://schemas.microsoft.com/office/drawing/2014/main" id="{119EB92C-3BC8-071A-F148-B82ECA1B755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45" name="Rectangle 244">
                            <a:extLst>
                              <a:ext uri="{FF2B5EF4-FFF2-40B4-BE49-F238E27FC236}">
                                <a16:creationId xmlns:a16="http://schemas.microsoft.com/office/drawing/2014/main" id="{BCBADC26-9D47-0A93-CA59-9FEF5F5BF10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46" name="Rectangle 245">
                            <a:extLst>
                              <a:ext uri="{FF2B5EF4-FFF2-40B4-BE49-F238E27FC236}">
                                <a16:creationId xmlns:a16="http://schemas.microsoft.com/office/drawing/2014/main" id="{E2612721-7B41-CB38-C157-F01E3420D10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183" name="Group 182">
                    <a:extLst>
                      <a:ext uri="{FF2B5EF4-FFF2-40B4-BE49-F238E27FC236}">
                        <a16:creationId xmlns:a16="http://schemas.microsoft.com/office/drawing/2014/main" id="{53397187-12D2-E839-0DCD-8DE5AA7EE8FC}"/>
                      </a:ext>
                    </a:extLst>
                  </p:cNvPr>
                  <p:cNvGrpSpPr/>
                  <p:nvPr/>
                </p:nvGrpSpPr>
                <p:grpSpPr>
                  <a:xfrm>
                    <a:off x="2132012" y="4587240"/>
                    <a:ext cx="2926080" cy="1463040"/>
                    <a:chOff x="2970212" y="4724400"/>
                    <a:chExt cx="2926080" cy="1463040"/>
                  </a:xfrm>
                </p:grpSpPr>
                <p:grpSp>
                  <p:nvGrpSpPr>
                    <p:cNvPr id="184" name="Group 183">
                      <a:extLst>
                        <a:ext uri="{FF2B5EF4-FFF2-40B4-BE49-F238E27FC236}">
                          <a16:creationId xmlns:a16="http://schemas.microsoft.com/office/drawing/2014/main" id="{D9783632-CE2F-9CFB-5302-316C089447DA}"/>
                        </a:ext>
                      </a:extLst>
                    </p:cNvPr>
                    <p:cNvGrpSpPr/>
                    <p:nvPr/>
                  </p:nvGrpSpPr>
                  <p:grpSpPr>
                    <a:xfrm>
                      <a:off x="2970212" y="4724400"/>
                      <a:ext cx="1463040" cy="1463040"/>
                      <a:chOff x="2970212" y="4724400"/>
                      <a:chExt cx="1463040" cy="1463040"/>
                    </a:xfrm>
                  </p:grpSpPr>
                  <p:grpSp>
                    <p:nvGrpSpPr>
                      <p:cNvPr id="212" name="Group 211">
                        <a:extLst>
                          <a:ext uri="{FF2B5EF4-FFF2-40B4-BE49-F238E27FC236}">
                            <a16:creationId xmlns:a16="http://schemas.microsoft.com/office/drawing/2014/main" id="{88F3AB9A-D1BA-9EFB-3EC2-AD6424327E57}"/>
                          </a:ext>
                        </a:extLst>
                      </p:cNvPr>
                      <p:cNvGrpSpPr/>
                      <p:nvPr/>
                    </p:nvGrpSpPr>
                    <p:grpSpPr>
                      <a:xfrm>
                        <a:off x="2970212" y="4724400"/>
                        <a:ext cx="1463040" cy="731520"/>
                        <a:chOff x="2970212" y="4724400"/>
                        <a:chExt cx="1463040" cy="731520"/>
                      </a:xfrm>
                    </p:grpSpPr>
                    <p:grpSp>
                      <p:nvGrpSpPr>
                        <p:cNvPr id="226" name="Group 225">
                          <a:extLst>
                            <a:ext uri="{FF2B5EF4-FFF2-40B4-BE49-F238E27FC236}">
                              <a16:creationId xmlns:a16="http://schemas.microsoft.com/office/drawing/2014/main" id="{C5CE6062-4693-19CA-850B-68013B9FED14}"/>
                            </a:ext>
                          </a:extLst>
                        </p:cNvPr>
                        <p:cNvGrpSpPr/>
                        <p:nvPr/>
                      </p:nvGrpSpPr>
                      <p:grpSpPr>
                        <a:xfrm>
                          <a:off x="2970212" y="4724400"/>
                          <a:ext cx="731520" cy="731520"/>
                          <a:chOff x="2970212" y="4724400"/>
                          <a:chExt cx="731520" cy="731520"/>
                        </a:xfrm>
                      </p:grpSpPr>
                      <p:grpSp>
                        <p:nvGrpSpPr>
                          <p:cNvPr id="233" name="Group 232">
                            <a:extLst>
                              <a:ext uri="{FF2B5EF4-FFF2-40B4-BE49-F238E27FC236}">
                                <a16:creationId xmlns:a16="http://schemas.microsoft.com/office/drawing/2014/main" id="{6FB93103-0740-5159-5CA2-33FEA2B7CE5D}"/>
                              </a:ext>
                            </a:extLst>
                          </p:cNvPr>
                          <p:cNvGrpSpPr/>
                          <p:nvPr/>
                        </p:nvGrpSpPr>
                        <p:grpSpPr>
                          <a:xfrm>
                            <a:off x="2970212" y="4724400"/>
                            <a:ext cx="731520" cy="365760"/>
                            <a:chOff x="2970212" y="4724400"/>
                            <a:chExt cx="731520" cy="365760"/>
                          </a:xfrm>
                        </p:grpSpPr>
                        <p:sp>
                          <p:nvSpPr>
                            <p:cNvPr id="236" name="Rectangle 235">
                              <a:extLst>
                                <a:ext uri="{FF2B5EF4-FFF2-40B4-BE49-F238E27FC236}">
                                  <a16:creationId xmlns:a16="http://schemas.microsoft.com/office/drawing/2014/main" id="{9B23085A-5D9D-43F4-A871-33929DA9143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7" name="Rectangle 236">
                              <a:extLst>
                                <a:ext uri="{FF2B5EF4-FFF2-40B4-BE49-F238E27FC236}">
                                  <a16:creationId xmlns:a16="http://schemas.microsoft.com/office/drawing/2014/main" id="{3C569825-E9AF-BD58-22F9-B3376D0FCE2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34" name="Rectangle 233">
                            <a:extLst>
                              <a:ext uri="{FF2B5EF4-FFF2-40B4-BE49-F238E27FC236}">
                                <a16:creationId xmlns:a16="http://schemas.microsoft.com/office/drawing/2014/main" id="{32DD5094-1839-7863-90A6-5C54DAFCAF0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5" name="Rectangle 234">
                            <a:extLst>
                              <a:ext uri="{FF2B5EF4-FFF2-40B4-BE49-F238E27FC236}">
                                <a16:creationId xmlns:a16="http://schemas.microsoft.com/office/drawing/2014/main" id="{667A3AD8-919C-5DCC-6995-CF00B088D7A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27" name="Group 226">
                          <a:extLst>
                            <a:ext uri="{FF2B5EF4-FFF2-40B4-BE49-F238E27FC236}">
                              <a16:creationId xmlns:a16="http://schemas.microsoft.com/office/drawing/2014/main" id="{6310A9CE-891B-A044-D7FB-4A05CC1DE5BB}"/>
                            </a:ext>
                          </a:extLst>
                        </p:cNvPr>
                        <p:cNvGrpSpPr/>
                        <p:nvPr/>
                      </p:nvGrpSpPr>
                      <p:grpSpPr>
                        <a:xfrm>
                          <a:off x="3701732" y="4724400"/>
                          <a:ext cx="731520" cy="731520"/>
                          <a:chOff x="2970212" y="4724400"/>
                          <a:chExt cx="731520" cy="731520"/>
                        </a:xfrm>
                      </p:grpSpPr>
                      <p:grpSp>
                        <p:nvGrpSpPr>
                          <p:cNvPr id="228" name="Group 227">
                            <a:extLst>
                              <a:ext uri="{FF2B5EF4-FFF2-40B4-BE49-F238E27FC236}">
                                <a16:creationId xmlns:a16="http://schemas.microsoft.com/office/drawing/2014/main" id="{8D14F848-A6F6-A13B-559B-44C868AA023B}"/>
                              </a:ext>
                            </a:extLst>
                          </p:cNvPr>
                          <p:cNvGrpSpPr/>
                          <p:nvPr/>
                        </p:nvGrpSpPr>
                        <p:grpSpPr>
                          <a:xfrm>
                            <a:off x="2970212" y="4724400"/>
                            <a:ext cx="731520" cy="365760"/>
                            <a:chOff x="2970212" y="4724400"/>
                            <a:chExt cx="731520" cy="365760"/>
                          </a:xfrm>
                        </p:grpSpPr>
                        <p:sp>
                          <p:nvSpPr>
                            <p:cNvPr id="231" name="Rectangle 230">
                              <a:extLst>
                                <a:ext uri="{FF2B5EF4-FFF2-40B4-BE49-F238E27FC236}">
                                  <a16:creationId xmlns:a16="http://schemas.microsoft.com/office/drawing/2014/main" id="{33BBFF7B-9262-4C56-9DDC-E4F52DFAFE3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2" name="Rectangle 231">
                              <a:extLst>
                                <a:ext uri="{FF2B5EF4-FFF2-40B4-BE49-F238E27FC236}">
                                  <a16:creationId xmlns:a16="http://schemas.microsoft.com/office/drawing/2014/main" id="{CB191756-6C7E-3B3B-B768-A8358D54DB8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29" name="Rectangle 228">
                            <a:extLst>
                              <a:ext uri="{FF2B5EF4-FFF2-40B4-BE49-F238E27FC236}">
                                <a16:creationId xmlns:a16="http://schemas.microsoft.com/office/drawing/2014/main" id="{DAD1F42B-0A07-4FB6-3498-34AF0AD00A5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0" name="Rectangle 229">
                            <a:extLst>
                              <a:ext uri="{FF2B5EF4-FFF2-40B4-BE49-F238E27FC236}">
                                <a16:creationId xmlns:a16="http://schemas.microsoft.com/office/drawing/2014/main" id="{E6812FF4-3FCC-DCAC-1550-E31712AFA57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13" name="Group 212">
                        <a:extLst>
                          <a:ext uri="{FF2B5EF4-FFF2-40B4-BE49-F238E27FC236}">
                            <a16:creationId xmlns:a16="http://schemas.microsoft.com/office/drawing/2014/main" id="{98B1FC35-4864-03A9-8334-F027498F005A}"/>
                          </a:ext>
                        </a:extLst>
                      </p:cNvPr>
                      <p:cNvGrpSpPr/>
                      <p:nvPr/>
                    </p:nvGrpSpPr>
                    <p:grpSpPr>
                      <a:xfrm>
                        <a:off x="2970212" y="5455920"/>
                        <a:ext cx="1463040" cy="731520"/>
                        <a:chOff x="2970212" y="4724400"/>
                        <a:chExt cx="1463040" cy="731520"/>
                      </a:xfrm>
                    </p:grpSpPr>
                    <p:grpSp>
                      <p:nvGrpSpPr>
                        <p:cNvPr id="214" name="Group 213">
                          <a:extLst>
                            <a:ext uri="{FF2B5EF4-FFF2-40B4-BE49-F238E27FC236}">
                              <a16:creationId xmlns:a16="http://schemas.microsoft.com/office/drawing/2014/main" id="{E42E776E-00A3-3BFF-1E2F-F6AF972BAFC4}"/>
                            </a:ext>
                          </a:extLst>
                        </p:cNvPr>
                        <p:cNvGrpSpPr/>
                        <p:nvPr/>
                      </p:nvGrpSpPr>
                      <p:grpSpPr>
                        <a:xfrm>
                          <a:off x="2970212" y="4724400"/>
                          <a:ext cx="731520" cy="731520"/>
                          <a:chOff x="2970212" y="4724400"/>
                          <a:chExt cx="731520" cy="731520"/>
                        </a:xfrm>
                      </p:grpSpPr>
                      <p:grpSp>
                        <p:nvGrpSpPr>
                          <p:cNvPr id="221" name="Group 220">
                            <a:extLst>
                              <a:ext uri="{FF2B5EF4-FFF2-40B4-BE49-F238E27FC236}">
                                <a16:creationId xmlns:a16="http://schemas.microsoft.com/office/drawing/2014/main" id="{CAF35A9E-EB52-B741-69DE-89548F783E22}"/>
                              </a:ext>
                            </a:extLst>
                          </p:cNvPr>
                          <p:cNvGrpSpPr/>
                          <p:nvPr/>
                        </p:nvGrpSpPr>
                        <p:grpSpPr>
                          <a:xfrm>
                            <a:off x="2970212" y="4724400"/>
                            <a:ext cx="731520" cy="365760"/>
                            <a:chOff x="2970212" y="4724400"/>
                            <a:chExt cx="731520" cy="365760"/>
                          </a:xfrm>
                        </p:grpSpPr>
                        <p:sp>
                          <p:nvSpPr>
                            <p:cNvPr id="224" name="Rectangle 223">
                              <a:extLst>
                                <a:ext uri="{FF2B5EF4-FFF2-40B4-BE49-F238E27FC236}">
                                  <a16:creationId xmlns:a16="http://schemas.microsoft.com/office/drawing/2014/main" id="{1EF638FF-A509-B8FE-426B-79B50BFA808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5" name="Rectangle 224">
                              <a:extLst>
                                <a:ext uri="{FF2B5EF4-FFF2-40B4-BE49-F238E27FC236}">
                                  <a16:creationId xmlns:a16="http://schemas.microsoft.com/office/drawing/2014/main" id="{93BE3AD1-DA43-84BC-E8B3-F8B0CC4F5B1F}"/>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22" name="Rectangle 221">
                            <a:extLst>
                              <a:ext uri="{FF2B5EF4-FFF2-40B4-BE49-F238E27FC236}">
                                <a16:creationId xmlns:a16="http://schemas.microsoft.com/office/drawing/2014/main" id="{927A241D-C740-B28B-B2B3-65205FB5B5A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3" name="Rectangle 222">
                            <a:extLst>
                              <a:ext uri="{FF2B5EF4-FFF2-40B4-BE49-F238E27FC236}">
                                <a16:creationId xmlns:a16="http://schemas.microsoft.com/office/drawing/2014/main" id="{310BB661-784E-E9A6-4432-03C7A7D7EAA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15" name="Group 214">
                          <a:extLst>
                            <a:ext uri="{FF2B5EF4-FFF2-40B4-BE49-F238E27FC236}">
                              <a16:creationId xmlns:a16="http://schemas.microsoft.com/office/drawing/2014/main" id="{70485CB6-EE14-332D-AB07-99341F4FE5B8}"/>
                            </a:ext>
                          </a:extLst>
                        </p:cNvPr>
                        <p:cNvGrpSpPr/>
                        <p:nvPr/>
                      </p:nvGrpSpPr>
                      <p:grpSpPr>
                        <a:xfrm>
                          <a:off x="3701732" y="4724400"/>
                          <a:ext cx="731520" cy="731520"/>
                          <a:chOff x="2970212" y="4724400"/>
                          <a:chExt cx="731520" cy="731520"/>
                        </a:xfrm>
                      </p:grpSpPr>
                      <p:grpSp>
                        <p:nvGrpSpPr>
                          <p:cNvPr id="216" name="Group 215">
                            <a:extLst>
                              <a:ext uri="{FF2B5EF4-FFF2-40B4-BE49-F238E27FC236}">
                                <a16:creationId xmlns:a16="http://schemas.microsoft.com/office/drawing/2014/main" id="{3CE3202D-95F9-DA61-8A6D-A63E7416ACD1}"/>
                              </a:ext>
                            </a:extLst>
                          </p:cNvPr>
                          <p:cNvGrpSpPr/>
                          <p:nvPr/>
                        </p:nvGrpSpPr>
                        <p:grpSpPr>
                          <a:xfrm>
                            <a:off x="2970212" y="4724400"/>
                            <a:ext cx="731520" cy="365760"/>
                            <a:chOff x="2970212" y="4724400"/>
                            <a:chExt cx="731520" cy="365760"/>
                          </a:xfrm>
                        </p:grpSpPr>
                        <p:sp>
                          <p:nvSpPr>
                            <p:cNvPr id="219" name="Rectangle 218">
                              <a:extLst>
                                <a:ext uri="{FF2B5EF4-FFF2-40B4-BE49-F238E27FC236}">
                                  <a16:creationId xmlns:a16="http://schemas.microsoft.com/office/drawing/2014/main" id="{DC04123A-4526-25B3-75B9-3408BAF3349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0" name="Rectangle 219">
                              <a:extLst>
                                <a:ext uri="{FF2B5EF4-FFF2-40B4-BE49-F238E27FC236}">
                                  <a16:creationId xmlns:a16="http://schemas.microsoft.com/office/drawing/2014/main" id="{10F7056C-63D6-7EB1-7A85-00D35573BCC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17" name="Rectangle 216">
                            <a:extLst>
                              <a:ext uri="{FF2B5EF4-FFF2-40B4-BE49-F238E27FC236}">
                                <a16:creationId xmlns:a16="http://schemas.microsoft.com/office/drawing/2014/main" id="{7F2F2FAF-E672-FE6D-001E-577D103F6D8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18" name="Rectangle 217">
                            <a:extLst>
                              <a:ext uri="{FF2B5EF4-FFF2-40B4-BE49-F238E27FC236}">
                                <a16:creationId xmlns:a16="http://schemas.microsoft.com/office/drawing/2014/main" id="{06318D3F-157E-57C4-775C-612E8AE426D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185" name="Group 184">
                      <a:extLst>
                        <a:ext uri="{FF2B5EF4-FFF2-40B4-BE49-F238E27FC236}">
                          <a16:creationId xmlns:a16="http://schemas.microsoft.com/office/drawing/2014/main" id="{60E248E5-6AC8-BD4D-060A-F470234BE41E}"/>
                        </a:ext>
                      </a:extLst>
                    </p:cNvPr>
                    <p:cNvGrpSpPr/>
                    <p:nvPr/>
                  </p:nvGrpSpPr>
                  <p:grpSpPr>
                    <a:xfrm>
                      <a:off x="4433252" y="4724400"/>
                      <a:ext cx="1463040" cy="1463040"/>
                      <a:chOff x="2970212" y="4724400"/>
                      <a:chExt cx="1463040" cy="1463040"/>
                    </a:xfrm>
                  </p:grpSpPr>
                  <p:grpSp>
                    <p:nvGrpSpPr>
                      <p:cNvPr id="186" name="Group 185">
                        <a:extLst>
                          <a:ext uri="{FF2B5EF4-FFF2-40B4-BE49-F238E27FC236}">
                            <a16:creationId xmlns:a16="http://schemas.microsoft.com/office/drawing/2014/main" id="{C12CCAB5-445F-F567-7524-8F2EA703405B}"/>
                          </a:ext>
                        </a:extLst>
                      </p:cNvPr>
                      <p:cNvGrpSpPr/>
                      <p:nvPr/>
                    </p:nvGrpSpPr>
                    <p:grpSpPr>
                      <a:xfrm>
                        <a:off x="2970212" y="4724400"/>
                        <a:ext cx="1463040" cy="731520"/>
                        <a:chOff x="2970212" y="4724400"/>
                        <a:chExt cx="1463040" cy="731520"/>
                      </a:xfrm>
                    </p:grpSpPr>
                    <p:grpSp>
                      <p:nvGrpSpPr>
                        <p:cNvPr id="200" name="Group 199">
                          <a:extLst>
                            <a:ext uri="{FF2B5EF4-FFF2-40B4-BE49-F238E27FC236}">
                              <a16:creationId xmlns:a16="http://schemas.microsoft.com/office/drawing/2014/main" id="{C5CB87FC-005A-7549-FD4D-4137C9228AE5}"/>
                            </a:ext>
                          </a:extLst>
                        </p:cNvPr>
                        <p:cNvGrpSpPr/>
                        <p:nvPr/>
                      </p:nvGrpSpPr>
                      <p:grpSpPr>
                        <a:xfrm>
                          <a:off x="2970212" y="4724400"/>
                          <a:ext cx="731520" cy="731520"/>
                          <a:chOff x="2970212" y="4724400"/>
                          <a:chExt cx="731520" cy="731520"/>
                        </a:xfrm>
                      </p:grpSpPr>
                      <p:grpSp>
                        <p:nvGrpSpPr>
                          <p:cNvPr id="207" name="Group 206">
                            <a:extLst>
                              <a:ext uri="{FF2B5EF4-FFF2-40B4-BE49-F238E27FC236}">
                                <a16:creationId xmlns:a16="http://schemas.microsoft.com/office/drawing/2014/main" id="{DCA11C85-3325-E478-62C3-A0A903955368}"/>
                              </a:ext>
                            </a:extLst>
                          </p:cNvPr>
                          <p:cNvGrpSpPr/>
                          <p:nvPr/>
                        </p:nvGrpSpPr>
                        <p:grpSpPr>
                          <a:xfrm>
                            <a:off x="2970212" y="4724400"/>
                            <a:ext cx="731520" cy="365760"/>
                            <a:chOff x="2970212" y="4724400"/>
                            <a:chExt cx="731520" cy="365760"/>
                          </a:xfrm>
                        </p:grpSpPr>
                        <p:sp>
                          <p:nvSpPr>
                            <p:cNvPr id="210" name="Rectangle 209">
                              <a:extLst>
                                <a:ext uri="{FF2B5EF4-FFF2-40B4-BE49-F238E27FC236}">
                                  <a16:creationId xmlns:a16="http://schemas.microsoft.com/office/drawing/2014/main" id="{AE78BA34-6FBA-85C9-3C2A-D2646C117796}"/>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11" name="Rectangle 210">
                              <a:extLst>
                                <a:ext uri="{FF2B5EF4-FFF2-40B4-BE49-F238E27FC236}">
                                  <a16:creationId xmlns:a16="http://schemas.microsoft.com/office/drawing/2014/main" id="{1EB005B4-D971-FA3B-7289-F002D23846A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08" name="Rectangle 207">
                            <a:extLst>
                              <a:ext uri="{FF2B5EF4-FFF2-40B4-BE49-F238E27FC236}">
                                <a16:creationId xmlns:a16="http://schemas.microsoft.com/office/drawing/2014/main" id="{51C0C08B-0833-B7A2-9E34-7DE7439D209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9" name="Rectangle 208">
                            <a:extLst>
                              <a:ext uri="{FF2B5EF4-FFF2-40B4-BE49-F238E27FC236}">
                                <a16:creationId xmlns:a16="http://schemas.microsoft.com/office/drawing/2014/main" id="{2CAF787D-5D64-E453-3538-F677EA6F842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01" name="Group 200">
                          <a:extLst>
                            <a:ext uri="{FF2B5EF4-FFF2-40B4-BE49-F238E27FC236}">
                              <a16:creationId xmlns:a16="http://schemas.microsoft.com/office/drawing/2014/main" id="{7BF417C7-BEE9-2D2B-8DAA-A91B4BC4B8D3}"/>
                            </a:ext>
                          </a:extLst>
                        </p:cNvPr>
                        <p:cNvGrpSpPr/>
                        <p:nvPr/>
                      </p:nvGrpSpPr>
                      <p:grpSpPr>
                        <a:xfrm>
                          <a:off x="3701732" y="4724400"/>
                          <a:ext cx="731520" cy="731520"/>
                          <a:chOff x="2970212" y="4724400"/>
                          <a:chExt cx="731520" cy="731520"/>
                        </a:xfrm>
                      </p:grpSpPr>
                      <p:grpSp>
                        <p:nvGrpSpPr>
                          <p:cNvPr id="202" name="Group 201">
                            <a:extLst>
                              <a:ext uri="{FF2B5EF4-FFF2-40B4-BE49-F238E27FC236}">
                                <a16:creationId xmlns:a16="http://schemas.microsoft.com/office/drawing/2014/main" id="{17C1BCDC-53E9-3687-1FE1-DB03A610FCB5}"/>
                              </a:ext>
                            </a:extLst>
                          </p:cNvPr>
                          <p:cNvGrpSpPr/>
                          <p:nvPr/>
                        </p:nvGrpSpPr>
                        <p:grpSpPr>
                          <a:xfrm>
                            <a:off x="2970212" y="4724400"/>
                            <a:ext cx="731520" cy="365760"/>
                            <a:chOff x="2970212" y="4724400"/>
                            <a:chExt cx="731520" cy="365760"/>
                          </a:xfrm>
                        </p:grpSpPr>
                        <p:sp>
                          <p:nvSpPr>
                            <p:cNvPr id="205" name="Rectangle 204">
                              <a:extLst>
                                <a:ext uri="{FF2B5EF4-FFF2-40B4-BE49-F238E27FC236}">
                                  <a16:creationId xmlns:a16="http://schemas.microsoft.com/office/drawing/2014/main" id="{B68B986C-4063-B479-9585-9DEFF2B1ED5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6" name="Rectangle 205">
                              <a:extLst>
                                <a:ext uri="{FF2B5EF4-FFF2-40B4-BE49-F238E27FC236}">
                                  <a16:creationId xmlns:a16="http://schemas.microsoft.com/office/drawing/2014/main" id="{BC09C458-4FEC-A50C-6937-0FD9E6869E4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03" name="Rectangle 202">
                            <a:extLst>
                              <a:ext uri="{FF2B5EF4-FFF2-40B4-BE49-F238E27FC236}">
                                <a16:creationId xmlns:a16="http://schemas.microsoft.com/office/drawing/2014/main" id="{921106FE-F12E-5E15-FA37-2B9396FC4A0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4" name="Rectangle 203">
                            <a:extLst>
                              <a:ext uri="{FF2B5EF4-FFF2-40B4-BE49-F238E27FC236}">
                                <a16:creationId xmlns:a16="http://schemas.microsoft.com/office/drawing/2014/main" id="{35331B61-0F33-C8DD-E89C-D5DF3D555957}"/>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187" name="Group 186">
                        <a:extLst>
                          <a:ext uri="{FF2B5EF4-FFF2-40B4-BE49-F238E27FC236}">
                            <a16:creationId xmlns:a16="http://schemas.microsoft.com/office/drawing/2014/main" id="{0AE928AE-CE2D-9E83-87AA-61C9C8704C00}"/>
                          </a:ext>
                        </a:extLst>
                      </p:cNvPr>
                      <p:cNvGrpSpPr/>
                      <p:nvPr/>
                    </p:nvGrpSpPr>
                    <p:grpSpPr>
                      <a:xfrm>
                        <a:off x="2970212" y="5455920"/>
                        <a:ext cx="1463040" cy="731520"/>
                        <a:chOff x="2970212" y="4724400"/>
                        <a:chExt cx="1463040" cy="731520"/>
                      </a:xfrm>
                    </p:grpSpPr>
                    <p:grpSp>
                      <p:nvGrpSpPr>
                        <p:cNvPr id="188" name="Group 187">
                          <a:extLst>
                            <a:ext uri="{FF2B5EF4-FFF2-40B4-BE49-F238E27FC236}">
                              <a16:creationId xmlns:a16="http://schemas.microsoft.com/office/drawing/2014/main" id="{AEBF79D0-D4B6-EA37-F87D-A71FC386F019}"/>
                            </a:ext>
                          </a:extLst>
                        </p:cNvPr>
                        <p:cNvGrpSpPr/>
                        <p:nvPr/>
                      </p:nvGrpSpPr>
                      <p:grpSpPr>
                        <a:xfrm>
                          <a:off x="2970212" y="4724400"/>
                          <a:ext cx="731520" cy="731520"/>
                          <a:chOff x="2970212" y="4724400"/>
                          <a:chExt cx="731520" cy="731520"/>
                        </a:xfrm>
                      </p:grpSpPr>
                      <p:grpSp>
                        <p:nvGrpSpPr>
                          <p:cNvPr id="195" name="Group 194">
                            <a:extLst>
                              <a:ext uri="{FF2B5EF4-FFF2-40B4-BE49-F238E27FC236}">
                                <a16:creationId xmlns:a16="http://schemas.microsoft.com/office/drawing/2014/main" id="{431D042F-A84F-CA68-88CA-0AD3A36590DC}"/>
                              </a:ext>
                            </a:extLst>
                          </p:cNvPr>
                          <p:cNvGrpSpPr/>
                          <p:nvPr/>
                        </p:nvGrpSpPr>
                        <p:grpSpPr>
                          <a:xfrm>
                            <a:off x="2970212" y="4724400"/>
                            <a:ext cx="731520" cy="365760"/>
                            <a:chOff x="2970212" y="4724400"/>
                            <a:chExt cx="731520" cy="365760"/>
                          </a:xfrm>
                        </p:grpSpPr>
                        <p:sp>
                          <p:nvSpPr>
                            <p:cNvPr id="198" name="Rectangle 197">
                              <a:extLst>
                                <a:ext uri="{FF2B5EF4-FFF2-40B4-BE49-F238E27FC236}">
                                  <a16:creationId xmlns:a16="http://schemas.microsoft.com/office/drawing/2014/main" id="{CC2DEEA2-3C2C-B5FE-1EC3-1B7202F1DBA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9" name="Rectangle 198">
                              <a:extLst>
                                <a:ext uri="{FF2B5EF4-FFF2-40B4-BE49-F238E27FC236}">
                                  <a16:creationId xmlns:a16="http://schemas.microsoft.com/office/drawing/2014/main" id="{1017E713-0627-DEAD-B247-2E4AEB8C4F6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96" name="Rectangle 195">
                            <a:extLst>
                              <a:ext uri="{FF2B5EF4-FFF2-40B4-BE49-F238E27FC236}">
                                <a16:creationId xmlns:a16="http://schemas.microsoft.com/office/drawing/2014/main" id="{A97A5EC1-CCC0-FF66-87CF-011BF6811F5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7" name="Rectangle 196">
                            <a:extLst>
                              <a:ext uri="{FF2B5EF4-FFF2-40B4-BE49-F238E27FC236}">
                                <a16:creationId xmlns:a16="http://schemas.microsoft.com/office/drawing/2014/main" id="{E2A63448-01BF-F7A2-4095-E5ABBCC3E0EC}"/>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89" name="Group 188">
                          <a:extLst>
                            <a:ext uri="{FF2B5EF4-FFF2-40B4-BE49-F238E27FC236}">
                              <a16:creationId xmlns:a16="http://schemas.microsoft.com/office/drawing/2014/main" id="{4A707F49-16A4-0C88-EE34-107A4B1EEA5C}"/>
                            </a:ext>
                          </a:extLst>
                        </p:cNvPr>
                        <p:cNvGrpSpPr/>
                        <p:nvPr/>
                      </p:nvGrpSpPr>
                      <p:grpSpPr>
                        <a:xfrm>
                          <a:off x="3701732" y="4724400"/>
                          <a:ext cx="731520" cy="731520"/>
                          <a:chOff x="2970212" y="4724400"/>
                          <a:chExt cx="731520" cy="731520"/>
                        </a:xfrm>
                      </p:grpSpPr>
                      <p:grpSp>
                        <p:nvGrpSpPr>
                          <p:cNvPr id="190" name="Group 189">
                            <a:extLst>
                              <a:ext uri="{FF2B5EF4-FFF2-40B4-BE49-F238E27FC236}">
                                <a16:creationId xmlns:a16="http://schemas.microsoft.com/office/drawing/2014/main" id="{C93437FD-810A-D71F-E7CA-C296E74AF877}"/>
                              </a:ext>
                            </a:extLst>
                          </p:cNvPr>
                          <p:cNvGrpSpPr/>
                          <p:nvPr/>
                        </p:nvGrpSpPr>
                        <p:grpSpPr>
                          <a:xfrm>
                            <a:off x="2970212" y="4724400"/>
                            <a:ext cx="731520" cy="365760"/>
                            <a:chOff x="2970212" y="4724400"/>
                            <a:chExt cx="731520" cy="365760"/>
                          </a:xfrm>
                        </p:grpSpPr>
                        <p:sp>
                          <p:nvSpPr>
                            <p:cNvPr id="193" name="Rectangle 192">
                              <a:extLst>
                                <a:ext uri="{FF2B5EF4-FFF2-40B4-BE49-F238E27FC236}">
                                  <a16:creationId xmlns:a16="http://schemas.microsoft.com/office/drawing/2014/main" id="{16601E4F-752C-67A7-9203-F21ED3F49F2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4" name="Rectangle 193">
                              <a:extLst>
                                <a:ext uri="{FF2B5EF4-FFF2-40B4-BE49-F238E27FC236}">
                                  <a16:creationId xmlns:a16="http://schemas.microsoft.com/office/drawing/2014/main" id="{EFA43D22-31DC-83B0-C0B3-3E8C77A1781D}"/>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91" name="Rectangle 190">
                            <a:extLst>
                              <a:ext uri="{FF2B5EF4-FFF2-40B4-BE49-F238E27FC236}">
                                <a16:creationId xmlns:a16="http://schemas.microsoft.com/office/drawing/2014/main" id="{2F2B9DD5-4336-DEF7-8B49-8150F6272C2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2" name="Rectangle 191">
                            <a:extLst>
                              <a:ext uri="{FF2B5EF4-FFF2-40B4-BE49-F238E27FC236}">
                                <a16:creationId xmlns:a16="http://schemas.microsoft.com/office/drawing/2014/main" id="{B52364F4-A4B9-A06E-9F6F-FC2250A327B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nvGrpSpPr>
                <p:cNvPr id="292" name="Group 291">
                  <a:extLst>
                    <a:ext uri="{FF2B5EF4-FFF2-40B4-BE49-F238E27FC236}">
                      <a16:creationId xmlns:a16="http://schemas.microsoft.com/office/drawing/2014/main" id="{9A6CA6B9-AA75-0505-799F-E25C7B1B8AD0}"/>
                    </a:ext>
                  </a:extLst>
                </p:cNvPr>
                <p:cNvGrpSpPr/>
                <p:nvPr/>
              </p:nvGrpSpPr>
              <p:grpSpPr>
                <a:xfrm>
                  <a:off x="7984172" y="3124200"/>
                  <a:ext cx="2926080" cy="2926080"/>
                  <a:chOff x="2132012" y="3124200"/>
                  <a:chExt cx="2926080" cy="2926080"/>
                </a:xfrm>
              </p:grpSpPr>
              <p:grpSp>
                <p:nvGrpSpPr>
                  <p:cNvPr id="293" name="Group 292">
                    <a:extLst>
                      <a:ext uri="{FF2B5EF4-FFF2-40B4-BE49-F238E27FC236}">
                        <a16:creationId xmlns:a16="http://schemas.microsoft.com/office/drawing/2014/main" id="{BE73FA84-4F6B-A398-FEB9-8BF7CD332373}"/>
                      </a:ext>
                    </a:extLst>
                  </p:cNvPr>
                  <p:cNvGrpSpPr/>
                  <p:nvPr/>
                </p:nvGrpSpPr>
                <p:grpSpPr>
                  <a:xfrm>
                    <a:off x="2132012" y="3124200"/>
                    <a:ext cx="2926080" cy="1463040"/>
                    <a:chOff x="2970212" y="4724400"/>
                    <a:chExt cx="2926080" cy="1463040"/>
                  </a:xfrm>
                </p:grpSpPr>
                <p:grpSp>
                  <p:nvGrpSpPr>
                    <p:cNvPr id="349" name="Group 348">
                      <a:extLst>
                        <a:ext uri="{FF2B5EF4-FFF2-40B4-BE49-F238E27FC236}">
                          <a16:creationId xmlns:a16="http://schemas.microsoft.com/office/drawing/2014/main" id="{5BDCFEAC-65E5-AC9D-FC54-D921B8B50B47}"/>
                        </a:ext>
                      </a:extLst>
                    </p:cNvPr>
                    <p:cNvGrpSpPr/>
                    <p:nvPr/>
                  </p:nvGrpSpPr>
                  <p:grpSpPr>
                    <a:xfrm>
                      <a:off x="2970212" y="4724400"/>
                      <a:ext cx="1463040" cy="1463040"/>
                      <a:chOff x="2970212" y="4724400"/>
                      <a:chExt cx="1463040" cy="1463040"/>
                    </a:xfrm>
                  </p:grpSpPr>
                  <p:grpSp>
                    <p:nvGrpSpPr>
                      <p:cNvPr id="377" name="Group 376">
                        <a:extLst>
                          <a:ext uri="{FF2B5EF4-FFF2-40B4-BE49-F238E27FC236}">
                            <a16:creationId xmlns:a16="http://schemas.microsoft.com/office/drawing/2014/main" id="{B8A4190C-5F72-3BC2-DCDD-A52C26582A76}"/>
                          </a:ext>
                        </a:extLst>
                      </p:cNvPr>
                      <p:cNvGrpSpPr/>
                      <p:nvPr/>
                    </p:nvGrpSpPr>
                    <p:grpSpPr>
                      <a:xfrm>
                        <a:off x="2970212" y="4724400"/>
                        <a:ext cx="1463040" cy="731520"/>
                        <a:chOff x="2970212" y="4724400"/>
                        <a:chExt cx="1463040" cy="731520"/>
                      </a:xfrm>
                    </p:grpSpPr>
                    <p:grpSp>
                      <p:nvGrpSpPr>
                        <p:cNvPr id="391" name="Group 390">
                          <a:extLst>
                            <a:ext uri="{FF2B5EF4-FFF2-40B4-BE49-F238E27FC236}">
                              <a16:creationId xmlns:a16="http://schemas.microsoft.com/office/drawing/2014/main" id="{2DAF74F5-B8ED-4C8C-D3F4-BCA6A6CAB990}"/>
                            </a:ext>
                          </a:extLst>
                        </p:cNvPr>
                        <p:cNvGrpSpPr/>
                        <p:nvPr/>
                      </p:nvGrpSpPr>
                      <p:grpSpPr>
                        <a:xfrm>
                          <a:off x="2970212" y="4724400"/>
                          <a:ext cx="731520" cy="731520"/>
                          <a:chOff x="2970212" y="4724400"/>
                          <a:chExt cx="731520" cy="731520"/>
                        </a:xfrm>
                      </p:grpSpPr>
                      <p:grpSp>
                        <p:nvGrpSpPr>
                          <p:cNvPr id="398" name="Group 397">
                            <a:extLst>
                              <a:ext uri="{FF2B5EF4-FFF2-40B4-BE49-F238E27FC236}">
                                <a16:creationId xmlns:a16="http://schemas.microsoft.com/office/drawing/2014/main" id="{13FF7777-03CD-BE93-EDCE-ADE3B51B783B}"/>
                              </a:ext>
                            </a:extLst>
                          </p:cNvPr>
                          <p:cNvGrpSpPr/>
                          <p:nvPr/>
                        </p:nvGrpSpPr>
                        <p:grpSpPr>
                          <a:xfrm>
                            <a:off x="2970212" y="4724400"/>
                            <a:ext cx="731520" cy="365760"/>
                            <a:chOff x="2970212" y="4724400"/>
                            <a:chExt cx="731520" cy="365760"/>
                          </a:xfrm>
                        </p:grpSpPr>
                        <p:sp>
                          <p:nvSpPr>
                            <p:cNvPr id="401" name="Rectangle 400">
                              <a:extLst>
                                <a:ext uri="{FF2B5EF4-FFF2-40B4-BE49-F238E27FC236}">
                                  <a16:creationId xmlns:a16="http://schemas.microsoft.com/office/drawing/2014/main" id="{F316A1F2-8BAE-6B56-346A-6FC89A018E0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2" name="Rectangle 401">
                              <a:extLst>
                                <a:ext uri="{FF2B5EF4-FFF2-40B4-BE49-F238E27FC236}">
                                  <a16:creationId xmlns:a16="http://schemas.microsoft.com/office/drawing/2014/main" id="{36A571F7-B78E-96BC-6864-5899B4B86FF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99" name="Rectangle 398">
                            <a:extLst>
                              <a:ext uri="{FF2B5EF4-FFF2-40B4-BE49-F238E27FC236}">
                                <a16:creationId xmlns:a16="http://schemas.microsoft.com/office/drawing/2014/main" id="{60505AAF-5D19-BBD8-3F97-4BFC04A395B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0" name="Rectangle 399">
                            <a:extLst>
                              <a:ext uri="{FF2B5EF4-FFF2-40B4-BE49-F238E27FC236}">
                                <a16:creationId xmlns:a16="http://schemas.microsoft.com/office/drawing/2014/main" id="{E0BEE075-9657-665A-829B-B43D45A9890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92" name="Group 391">
                          <a:extLst>
                            <a:ext uri="{FF2B5EF4-FFF2-40B4-BE49-F238E27FC236}">
                              <a16:creationId xmlns:a16="http://schemas.microsoft.com/office/drawing/2014/main" id="{C3D63536-57E3-D868-63B8-0791ACC52D2E}"/>
                            </a:ext>
                          </a:extLst>
                        </p:cNvPr>
                        <p:cNvGrpSpPr/>
                        <p:nvPr/>
                      </p:nvGrpSpPr>
                      <p:grpSpPr>
                        <a:xfrm>
                          <a:off x="3701732" y="4724400"/>
                          <a:ext cx="731520" cy="731520"/>
                          <a:chOff x="2970212" y="4724400"/>
                          <a:chExt cx="731520" cy="731520"/>
                        </a:xfrm>
                      </p:grpSpPr>
                      <p:grpSp>
                        <p:nvGrpSpPr>
                          <p:cNvPr id="393" name="Group 392">
                            <a:extLst>
                              <a:ext uri="{FF2B5EF4-FFF2-40B4-BE49-F238E27FC236}">
                                <a16:creationId xmlns:a16="http://schemas.microsoft.com/office/drawing/2014/main" id="{F822152E-34A9-1241-EA83-2C799FAC253F}"/>
                              </a:ext>
                            </a:extLst>
                          </p:cNvPr>
                          <p:cNvGrpSpPr/>
                          <p:nvPr/>
                        </p:nvGrpSpPr>
                        <p:grpSpPr>
                          <a:xfrm>
                            <a:off x="2970212" y="4724400"/>
                            <a:ext cx="731520" cy="365760"/>
                            <a:chOff x="2970212" y="4724400"/>
                            <a:chExt cx="731520" cy="365760"/>
                          </a:xfrm>
                        </p:grpSpPr>
                        <p:sp>
                          <p:nvSpPr>
                            <p:cNvPr id="396" name="Rectangle 395">
                              <a:extLst>
                                <a:ext uri="{FF2B5EF4-FFF2-40B4-BE49-F238E27FC236}">
                                  <a16:creationId xmlns:a16="http://schemas.microsoft.com/office/drawing/2014/main" id="{2DC70C7C-B482-A82F-281F-8A76FA53D48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7" name="Rectangle 396">
                              <a:extLst>
                                <a:ext uri="{FF2B5EF4-FFF2-40B4-BE49-F238E27FC236}">
                                  <a16:creationId xmlns:a16="http://schemas.microsoft.com/office/drawing/2014/main" id="{AF9CFDD6-53BE-D84F-651A-E1A2AA27155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94" name="Rectangle 393">
                            <a:extLst>
                              <a:ext uri="{FF2B5EF4-FFF2-40B4-BE49-F238E27FC236}">
                                <a16:creationId xmlns:a16="http://schemas.microsoft.com/office/drawing/2014/main" id="{9A4C9636-090F-430B-B70A-CF02D3D2788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5" name="Rectangle 394">
                            <a:extLst>
                              <a:ext uri="{FF2B5EF4-FFF2-40B4-BE49-F238E27FC236}">
                                <a16:creationId xmlns:a16="http://schemas.microsoft.com/office/drawing/2014/main" id="{A0CC7B8E-F661-4EC0-D85F-98828284FD6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78" name="Group 377">
                        <a:extLst>
                          <a:ext uri="{FF2B5EF4-FFF2-40B4-BE49-F238E27FC236}">
                            <a16:creationId xmlns:a16="http://schemas.microsoft.com/office/drawing/2014/main" id="{F4A11FD2-21BA-D543-3022-338CB20E8BE2}"/>
                          </a:ext>
                        </a:extLst>
                      </p:cNvPr>
                      <p:cNvGrpSpPr/>
                      <p:nvPr/>
                    </p:nvGrpSpPr>
                    <p:grpSpPr>
                      <a:xfrm>
                        <a:off x="2970212" y="5455920"/>
                        <a:ext cx="1463040" cy="731520"/>
                        <a:chOff x="2970212" y="4724400"/>
                        <a:chExt cx="1463040" cy="731520"/>
                      </a:xfrm>
                    </p:grpSpPr>
                    <p:grpSp>
                      <p:nvGrpSpPr>
                        <p:cNvPr id="379" name="Group 378">
                          <a:extLst>
                            <a:ext uri="{FF2B5EF4-FFF2-40B4-BE49-F238E27FC236}">
                              <a16:creationId xmlns:a16="http://schemas.microsoft.com/office/drawing/2014/main" id="{BA6EB5DA-66E0-0998-25BD-5287BBE4F5D3}"/>
                            </a:ext>
                          </a:extLst>
                        </p:cNvPr>
                        <p:cNvGrpSpPr/>
                        <p:nvPr/>
                      </p:nvGrpSpPr>
                      <p:grpSpPr>
                        <a:xfrm>
                          <a:off x="2970212" y="4724400"/>
                          <a:ext cx="731520" cy="731520"/>
                          <a:chOff x="2970212" y="4724400"/>
                          <a:chExt cx="731520" cy="731520"/>
                        </a:xfrm>
                      </p:grpSpPr>
                      <p:grpSp>
                        <p:nvGrpSpPr>
                          <p:cNvPr id="386" name="Group 385">
                            <a:extLst>
                              <a:ext uri="{FF2B5EF4-FFF2-40B4-BE49-F238E27FC236}">
                                <a16:creationId xmlns:a16="http://schemas.microsoft.com/office/drawing/2014/main" id="{5D069E1C-B0CB-B7E8-F740-1224A3294B86}"/>
                              </a:ext>
                            </a:extLst>
                          </p:cNvPr>
                          <p:cNvGrpSpPr/>
                          <p:nvPr/>
                        </p:nvGrpSpPr>
                        <p:grpSpPr>
                          <a:xfrm>
                            <a:off x="2970212" y="4724400"/>
                            <a:ext cx="731520" cy="365760"/>
                            <a:chOff x="2970212" y="4724400"/>
                            <a:chExt cx="731520" cy="365760"/>
                          </a:xfrm>
                        </p:grpSpPr>
                        <p:sp>
                          <p:nvSpPr>
                            <p:cNvPr id="389" name="Rectangle 388">
                              <a:extLst>
                                <a:ext uri="{FF2B5EF4-FFF2-40B4-BE49-F238E27FC236}">
                                  <a16:creationId xmlns:a16="http://schemas.microsoft.com/office/drawing/2014/main" id="{6607725D-D756-3920-5FA8-095D78E37AC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0" name="Rectangle 389">
                              <a:extLst>
                                <a:ext uri="{FF2B5EF4-FFF2-40B4-BE49-F238E27FC236}">
                                  <a16:creationId xmlns:a16="http://schemas.microsoft.com/office/drawing/2014/main" id="{9275EBFB-26D0-091F-53C9-30512CD7461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87" name="Rectangle 386">
                            <a:extLst>
                              <a:ext uri="{FF2B5EF4-FFF2-40B4-BE49-F238E27FC236}">
                                <a16:creationId xmlns:a16="http://schemas.microsoft.com/office/drawing/2014/main" id="{560F52C2-B682-86CA-B2F8-4FB5A512B193}"/>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8" name="Rectangle 387">
                            <a:extLst>
                              <a:ext uri="{FF2B5EF4-FFF2-40B4-BE49-F238E27FC236}">
                                <a16:creationId xmlns:a16="http://schemas.microsoft.com/office/drawing/2014/main" id="{C943F446-36F0-27DC-95A4-2EACD181801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80" name="Group 379">
                          <a:extLst>
                            <a:ext uri="{FF2B5EF4-FFF2-40B4-BE49-F238E27FC236}">
                              <a16:creationId xmlns:a16="http://schemas.microsoft.com/office/drawing/2014/main" id="{7D6BCE38-1A21-0331-B86F-377FCDFE9287}"/>
                            </a:ext>
                          </a:extLst>
                        </p:cNvPr>
                        <p:cNvGrpSpPr/>
                        <p:nvPr/>
                      </p:nvGrpSpPr>
                      <p:grpSpPr>
                        <a:xfrm>
                          <a:off x="3701732" y="4724400"/>
                          <a:ext cx="731520" cy="731520"/>
                          <a:chOff x="2970212" y="4724400"/>
                          <a:chExt cx="731520" cy="731520"/>
                        </a:xfrm>
                      </p:grpSpPr>
                      <p:grpSp>
                        <p:nvGrpSpPr>
                          <p:cNvPr id="381" name="Group 380">
                            <a:extLst>
                              <a:ext uri="{FF2B5EF4-FFF2-40B4-BE49-F238E27FC236}">
                                <a16:creationId xmlns:a16="http://schemas.microsoft.com/office/drawing/2014/main" id="{1859EC56-9B41-69AD-6D9B-DB7BBB37E567}"/>
                              </a:ext>
                            </a:extLst>
                          </p:cNvPr>
                          <p:cNvGrpSpPr/>
                          <p:nvPr/>
                        </p:nvGrpSpPr>
                        <p:grpSpPr>
                          <a:xfrm>
                            <a:off x="2970212" y="4724400"/>
                            <a:ext cx="731520" cy="365760"/>
                            <a:chOff x="2970212" y="4724400"/>
                            <a:chExt cx="731520" cy="365760"/>
                          </a:xfrm>
                        </p:grpSpPr>
                        <p:sp>
                          <p:nvSpPr>
                            <p:cNvPr id="384" name="Rectangle 383">
                              <a:extLst>
                                <a:ext uri="{FF2B5EF4-FFF2-40B4-BE49-F238E27FC236}">
                                  <a16:creationId xmlns:a16="http://schemas.microsoft.com/office/drawing/2014/main" id="{5BB634CA-CB51-74D5-9389-6E20167AA89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5" name="Rectangle 384">
                              <a:extLst>
                                <a:ext uri="{FF2B5EF4-FFF2-40B4-BE49-F238E27FC236}">
                                  <a16:creationId xmlns:a16="http://schemas.microsoft.com/office/drawing/2014/main" id="{416B7B37-87B6-651D-3521-BEE2C3587E8F}"/>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82" name="Rectangle 381">
                            <a:extLst>
                              <a:ext uri="{FF2B5EF4-FFF2-40B4-BE49-F238E27FC236}">
                                <a16:creationId xmlns:a16="http://schemas.microsoft.com/office/drawing/2014/main" id="{8E4DB480-2577-37FD-5E5F-7AA80551929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3" name="Rectangle 382">
                            <a:extLst>
                              <a:ext uri="{FF2B5EF4-FFF2-40B4-BE49-F238E27FC236}">
                                <a16:creationId xmlns:a16="http://schemas.microsoft.com/office/drawing/2014/main" id="{E2294DD4-93DB-C6A2-3A77-73802302BCF3}"/>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350" name="Group 349">
                      <a:extLst>
                        <a:ext uri="{FF2B5EF4-FFF2-40B4-BE49-F238E27FC236}">
                          <a16:creationId xmlns:a16="http://schemas.microsoft.com/office/drawing/2014/main" id="{453F4548-23AC-F4DB-F10B-796F61381B20}"/>
                        </a:ext>
                      </a:extLst>
                    </p:cNvPr>
                    <p:cNvGrpSpPr/>
                    <p:nvPr/>
                  </p:nvGrpSpPr>
                  <p:grpSpPr>
                    <a:xfrm>
                      <a:off x="4433252" y="4724400"/>
                      <a:ext cx="1463040" cy="1463040"/>
                      <a:chOff x="2970212" y="4724400"/>
                      <a:chExt cx="1463040" cy="1463040"/>
                    </a:xfrm>
                  </p:grpSpPr>
                  <p:grpSp>
                    <p:nvGrpSpPr>
                      <p:cNvPr id="351" name="Group 350">
                        <a:extLst>
                          <a:ext uri="{FF2B5EF4-FFF2-40B4-BE49-F238E27FC236}">
                            <a16:creationId xmlns:a16="http://schemas.microsoft.com/office/drawing/2014/main" id="{7ACF60A2-B443-8C6F-EE3E-46EC70F2990D}"/>
                          </a:ext>
                        </a:extLst>
                      </p:cNvPr>
                      <p:cNvGrpSpPr/>
                      <p:nvPr/>
                    </p:nvGrpSpPr>
                    <p:grpSpPr>
                      <a:xfrm>
                        <a:off x="2970212" y="4724400"/>
                        <a:ext cx="1463040" cy="731520"/>
                        <a:chOff x="2970212" y="4724400"/>
                        <a:chExt cx="1463040" cy="731520"/>
                      </a:xfrm>
                    </p:grpSpPr>
                    <p:grpSp>
                      <p:nvGrpSpPr>
                        <p:cNvPr id="365" name="Group 364">
                          <a:extLst>
                            <a:ext uri="{FF2B5EF4-FFF2-40B4-BE49-F238E27FC236}">
                              <a16:creationId xmlns:a16="http://schemas.microsoft.com/office/drawing/2014/main" id="{17E3139F-1247-8F81-B35F-02E061C4DAD9}"/>
                            </a:ext>
                          </a:extLst>
                        </p:cNvPr>
                        <p:cNvGrpSpPr/>
                        <p:nvPr/>
                      </p:nvGrpSpPr>
                      <p:grpSpPr>
                        <a:xfrm>
                          <a:off x="2970212" y="4724400"/>
                          <a:ext cx="731520" cy="731520"/>
                          <a:chOff x="2970212" y="4724400"/>
                          <a:chExt cx="731520" cy="731520"/>
                        </a:xfrm>
                      </p:grpSpPr>
                      <p:grpSp>
                        <p:nvGrpSpPr>
                          <p:cNvPr id="372" name="Group 371">
                            <a:extLst>
                              <a:ext uri="{FF2B5EF4-FFF2-40B4-BE49-F238E27FC236}">
                                <a16:creationId xmlns:a16="http://schemas.microsoft.com/office/drawing/2014/main" id="{88E53927-6D2F-7585-98A1-04FD2DC6F5A1}"/>
                              </a:ext>
                            </a:extLst>
                          </p:cNvPr>
                          <p:cNvGrpSpPr/>
                          <p:nvPr/>
                        </p:nvGrpSpPr>
                        <p:grpSpPr>
                          <a:xfrm>
                            <a:off x="2970212" y="4724400"/>
                            <a:ext cx="731520" cy="365760"/>
                            <a:chOff x="2970212" y="4724400"/>
                            <a:chExt cx="731520" cy="365760"/>
                          </a:xfrm>
                        </p:grpSpPr>
                        <p:sp>
                          <p:nvSpPr>
                            <p:cNvPr id="375" name="Rectangle 374">
                              <a:extLst>
                                <a:ext uri="{FF2B5EF4-FFF2-40B4-BE49-F238E27FC236}">
                                  <a16:creationId xmlns:a16="http://schemas.microsoft.com/office/drawing/2014/main" id="{7DC2E484-268E-BD11-63A2-A309CC8FAAFA}"/>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6" name="Rectangle 375">
                              <a:extLst>
                                <a:ext uri="{FF2B5EF4-FFF2-40B4-BE49-F238E27FC236}">
                                  <a16:creationId xmlns:a16="http://schemas.microsoft.com/office/drawing/2014/main" id="{235834B4-4132-5003-FFB6-D6109A87DF8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73" name="Rectangle 372">
                            <a:extLst>
                              <a:ext uri="{FF2B5EF4-FFF2-40B4-BE49-F238E27FC236}">
                                <a16:creationId xmlns:a16="http://schemas.microsoft.com/office/drawing/2014/main" id="{52CEE0EC-F4DE-F72F-5528-C4C7A9764660}"/>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4" name="Rectangle 373">
                            <a:extLst>
                              <a:ext uri="{FF2B5EF4-FFF2-40B4-BE49-F238E27FC236}">
                                <a16:creationId xmlns:a16="http://schemas.microsoft.com/office/drawing/2014/main" id="{F3580D2A-9868-C365-6AC8-0C9BF9D1AE5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66" name="Group 365">
                          <a:extLst>
                            <a:ext uri="{FF2B5EF4-FFF2-40B4-BE49-F238E27FC236}">
                              <a16:creationId xmlns:a16="http://schemas.microsoft.com/office/drawing/2014/main" id="{98275637-279B-BE65-398B-1AA77DD9ED96}"/>
                            </a:ext>
                          </a:extLst>
                        </p:cNvPr>
                        <p:cNvGrpSpPr/>
                        <p:nvPr/>
                      </p:nvGrpSpPr>
                      <p:grpSpPr>
                        <a:xfrm>
                          <a:off x="3701732" y="4724400"/>
                          <a:ext cx="731520" cy="731520"/>
                          <a:chOff x="2970212" y="4724400"/>
                          <a:chExt cx="731520" cy="731520"/>
                        </a:xfrm>
                      </p:grpSpPr>
                      <p:grpSp>
                        <p:nvGrpSpPr>
                          <p:cNvPr id="367" name="Group 366">
                            <a:extLst>
                              <a:ext uri="{FF2B5EF4-FFF2-40B4-BE49-F238E27FC236}">
                                <a16:creationId xmlns:a16="http://schemas.microsoft.com/office/drawing/2014/main" id="{0D8E0C1A-AF3A-642E-A58D-AD40A8AB4D09}"/>
                              </a:ext>
                            </a:extLst>
                          </p:cNvPr>
                          <p:cNvGrpSpPr/>
                          <p:nvPr/>
                        </p:nvGrpSpPr>
                        <p:grpSpPr>
                          <a:xfrm>
                            <a:off x="2970212" y="4724400"/>
                            <a:ext cx="731520" cy="365760"/>
                            <a:chOff x="2970212" y="4724400"/>
                            <a:chExt cx="731520" cy="365760"/>
                          </a:xfrm>
                        </p:grpSpPr>
                        <p:sp>
                          <p:nvSpPr>
                            <p:cNvPr id="370" name="Rectangle 369">
                              <a:extLst>
                                <a:ext uri="{FF2B5EF4-FFF2-40B4-BE49-F238E27FC236}">
                                  <a16:creationId xmlns:a16="http://schemas.microsoft.com/office/drawing/2014/main" id="{BFF05082-E114-63E9-8FE7-4AAF69AD70B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1" name="Rectangle 370">
                              <a:extLst>
                                <a:ext uri="{FF2B5EF4-FFF2-40B4-BE49-F238E27FC236}">
                                  <a16:creationId xmlns:a16="http://schemas.microsoft.com/office/drawing/2014/main" id="{07B88583-F2EF-79A6-03D2-F8644FC0189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68" name="Rectangle 367">
                            <a:extLst>
                              <a:ext uri="{FF2B5EF4-FFF2-40B4-BE49-F238E27FC236}">
                                <a16:creationId xmlns:a16="http://schemas.microsoft.com/office/drawing/2014/main" id="{DE9577D5-D7A0-578F-F831-C1866C6FA1B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9" name="Rectangle 368">
                            <a:extLst>
                              <a:ext uri="{FF2B5EF4-FFF2-40B4-BE49-F238E27FC236}">
                                <a16:creationId xmlns:a16="http://schemas.microsoft.com/office/drawing/2014/main" id="{3AE89D77-6E20-D332-8A1C-3AB80B9E223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52" name="Group 351">
                        <a:extLst>
                          <a:ext uri="{FF2B5EF4-FFF2-40B4-BE49-F238E27FC236}">
                            <a16:creationId xmlns:a16="http://schemas.microsoft.com/office/drawing/2014/main" id="{C6FAB756-3C0B-33CD-7F1F-F0495C5196AB}"/>
                          </a:ext>
                        </a:extLst>
                      </p:cNvPr>
                      <p:cNvGrpSpPr/>
                      <p:nvPr/>
                    </p:nvGrpSpPr>
                    <p:grpSpPr>
                      <a:xfrm>
                        <a:off x="2970212" y="5455920"/>
                        <a:ext cx="1463040" cy="731520"/>
                        <a:chOff x="2970212" y="4724400"/>
                        <a:chExt cx="1463040" cy="731520"/>
                      </a:xfrm>
                    </p:grpSpPr>
                    <p:grpSp>
                      <p:nvGrpSpPr>
                        <p:cNvPr id="353" name="Group 352">
                          <a:extLst>
                            <a:ext uri="{FF2B5EF4-FFF2-40B4-BE49-F238E27FC236}">
                              <a16:creationId xmlns:a16="http://schemas.microsoft.com/office/drawing/2014/main" id="{02A84719-1F98-74E3-82DB-C4B7E2096DDB}"/>
                            </a:ext>
                          </a:extLst>
                        </p:cNvPr>
                        <p:cNvGrpSpPr/>
                        <p:nvPr/>
                      </p:nvGrpSpPr>
                      <p:grpSpPr>
                        <a:xfrm>
                          <a:off x="2970212" y="4724400"/>
                          <a:ext cx="731520" cy="731520"/>
                          <a:chOff x="2970212" y="4724400"/>
                          <a:chExt cx="731520" cy="731520"/>
                        </a:xfrm>
                      </p:grpSpPr>
                      <p:grpSp>
                        <p:nvGrpSpPr>
                          <p:cNvPr id="360" name="Group 359">
                            <a:extLst>
                              <a:ext uri="{FF2B5EF4-FFF2-40B4-BE49-F238E27FC236}">
                                <a16:creationId xmlns:a16="http://schemas.microsoft.com/office/drawing/2014/main" id="{C21AD923-A8C0-8EC9-389F-729BD1EFAAA5}"/>
                              </a:ext>
                            </a:extLst>
                          </p:cNvPr>
                          <p:cNvGrpSpPr/>
                          <p:nvPr/>
                        </p:nvGrpSpPr>
                        <p:grpSpPr>
                          <a:xfrm>
                            <a:off x="2970212" y="4724400"/>
                            <a:ext cx="731520" cy="365760"/>
                            <a:chOff x="2970212" y="4724400"/>
                            <a:chExt cx="731520" cy="365760"/>
                          </a:xfrm>
                        </p:grpSpPr>
                        <p:sp>
                          <p:nvSpPr>
                            <p:cNvPr id="363" name="Rectangle 362">
                              <a:extLst>
                                <a:ext uri="{FF2B5EF4-FFF2-40B4-BE49-F238E27FC236}">
                                  <a16:creationId xmlns:a16="http://schemas.microsoft.com/office/drawing/2014/main" id="{4B964868-AD90-F1A2-79BE-AB54B0275EE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4" name="Rectangle 363">
                              <a:extLst>
                                <a:ext uri="{FF2B5EF4-FFF2-40B4-BE49-F238E27FC236}">
                                  <a16:creationId xmlns:a16="http://schemas.microsoft.com/office/drawing/2014/main" id="{CC9ABC8F-7EBA-53FC-E452-9DFD63819AC4}"/>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61" name="Rectangle 360">
                            <a:extLst>
                              <a:ext uri="{FF2B5EF4-FFF2-40B4-BE49-F238E27FC236}">
                                <a16:creationId xmlns:a16="http://schemas.microsoft.com/office/drawing/2014/main" id="{9AE2B285-E514-6E6A-1A0B-110053E7950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2" name="Rectangle 361">
                            <a:extLst>
                              <a:ext uri="{FF2B5EF4-FFF2-40B4-BE49-F238E27FC236}">
                                <a16:creationId xmlns:a16="http://schemas.microsoft.com/office/drawing/2014/main" id="{5B431E27-5DA0-62CD-4C40-FDA68E264B6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54" name="Group 353">
                          <a:extLst>
                            <a:ext uri="{FF2B5EF4-FFF2-40B4-BE49-F238E27FC236}">
                              <a16:creationId xmlns:a16="http://schemas.microsoft.com/office/drawing/2014/main" id="{0A36CF56-80CA-9082-5040-81CA79E367D1}"/>
                            </a:ext>
                          </a:extLst>
                        </p:cNvPr>
                        <p:cNvGrpSpPr/>
                        <p:nvPr/>
                      </p:nvGrpSpPr>
                      <p:grpSpPr>
                        <a:xfrm>
                          <a:off x="3701732" y="4724400"/>
                          <a:ext cx="731520" cy="731520"/>
                          <a:chOff x="2970212" y="4724400"/>
                          <a:chExt cx="731520" cy="731520"/>
                        </a:xfrm>
                      </p:grpSpPr>
                      <p:grpSp>
                        <p:nvGrpSpPr>
                          <p:cNvPr id="355" name="Group 354">
                            <a:extLst>
                              <a:ext uri="{FF2B5EF4-FFF2-40B4-BE49-F238E27FC236}">
                                <a16:creationId xmlns:a16="http://schemas.microsoft.com/office/drawing/2014/main" id="{FDE87C27-78E5-F363-BBD1-26D2D62C7146}"/>
                              </a:ext>
                            </a:extLst>
                          </p:cNvPr>
                          <p:cNvGrpSpPr/>
                          <p:nvPr/>
                        </p:nvGrpSpPr>
                        <p:grpSpPr>
                          <a:xfrm>
                            <a:off x="2970212" y="4724400"/>
                            <a:ext cx="731520" cy="365760"/>
                            <a:chOff x="2970212" y="4724400"/>
                            <a:chExt cx="731520" cy="365760"/>
                          </a:xfrm>
                        </p:grpSpPr>
                        <p:sp>
                          <p:nvSpPr>
                            <p:cNvPr id="358" name="Rectangle 357">
                              <a:extLst>
                                <a:ext uri="{FF2B5EF4-FFF2-40B4-BE49-F238E27FC236}">
                                  <a16:creationId xmlns:a16="http://schemas.microsoft.com/office/drawing/2014/main" id="{69A22D26-EBFA-567F-D5F6-C330536859B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9" name="Rectangle 358">
                              <a:extLst>
                                <a:ext uri="{FF2B5EF4-FFF2-40B4-BE49-F238E27FC236}">
                                  <a16:creationId xmlns:a16="http://schemas.microsoft.com/office/drawing/2014/main" id="{34316F32-3A27-5E17-F713-4EC9085168E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56" name="Rectangle 355">
                            <a:extLst>
                              <a:ext uri="{FF2B5EF4-FFF2-40B4-BE49-F238E27FC236}">
                                <a16:creationId xmlns:a16="http://schemas.microsoft.com/office/drawing/2014/main" id="{FE2C0F78-456E-0051-D42D-86A0B1A2255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7" name="Rectangle 356">
                            <a:extLst>
                              <a:ext uri="{FF2B5EF4-FFF2-40B4-BE49-F238E27FC236}">
                                <a16:creationId xmlns:a16="http://schemas.microsoft.com/office/drawing/2014/main" id="{C22C50E3-881B-86FA-2F2B-0D98B3F7250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294" name="Group 293">
                    <a:extLst>
                      <a:ext uri="{FF2B5EF4-FFF2-40B4-BE49-F238E27FC236}">
                        <a16:creationId xmlns:a16="http://schemas.microsoft.com/office/drawing/2014/main" id="{5451AC70-07A6-B65D-B13C-E69A7F9742E3}"/>
                      </a:ext>
                    </a:extLst>
                  </p:cNvPr>
                  <p:cNvGrpSpPr/>
                  <p:nvPr/>
                </p:nvGrpSpPr>
                <p:grpSpPr>
                  <a:xfrm>
                    <a:off x="2132012" y="4587240"/>
                    <a:ext cx="2926080" cy="1463040"/>
                    <a:chOff x="2970212" y="4724400"/>
                    <a:chExt cx="2926080" cy="1463040"/>
                  </a:xfrm>
                </p:grpSpPr>
                <p:grpSp>
                  <p:nvGrpSpPr>
                    <p:cNvPr id="295" name="Group 294">
                      <a:extLst>
                        <a:ext uri="{FF2B5EF4-FFF2-40B4-BE49-F238E27FC236}">
                          <a16:creationId xmlns:a16="http://schemas.microsoft.com/office/drawing/2014/main" id="{06173395-B9A0-3C95-FFF3-F148C19A8B25}"/>
                        </a:ext>
                      </a:extLst>
                    </p:cNvPr>
                    <p:cNvGrpSpPr/>
                    <p:nvPr/>
                  </p:nvGrpSpPr>
                  <p:grpSpPr>
                    <a:xfrm>
                      <a:off x="2970212" y="4724400"/>
                      <a:ext cx="1463040" cy="1463040"/>
                      <a:chOff x="2970212" y="4724400"/>
                      <a:chExt cx="1463040" cy="1463040"/>
                    </a:xfrm>
                  </p:grpSpPr>
                  <p:grpSp>
                    <p:nvGrpSpPr>
                      <p:cNvPr id="323" name="Group 322">
                        <a:extLst>
                          <a:ext uri="{FF2B5EF4-FFF2-40B4-BE49-F238E27FC236}">
                            <a16:creationId xmlns:a16="http://schemas.microsoft.com/office/drawing/2014/main" id="{2455AEB1-56BC-CEBC-665B-2614B79DE65C}"/>
                          </a:ext>
                        </a:extLst>
                      </p:cNvPr>
                      <p:cNvGrpSpPr/>
                      <p:nvPr/>
                    </p:nvGrpSpPr>
                    <p:grpSpPr>
                      <a:xfrm>
                        <a:off x="2970212" y="4724400"/>
                        <a:ext cx="1463040" cy="731520"/>
                        <a:chOff x="2970212" y="4724400"/>
                        <a:chExt cx="1463040" cy="731520"/>
                      </a:xfrm>
                    </p:grpSpPr>
                    <p:grpSp>
                      <p:nvGrpSpPr>
                        <p:cNvPr id="337" name="Group 336">
                          <a:extLst>
                            <a:ext uri="{FF2B5EF4-FFF2-40B4-BE49-F238E27FC236}">
                              <a16:creationId xmlns:a16="http://schemas.microsoft.com/office/drawing/2014/main" id="{2701E8B9-D83E-E01A-23A7-AAC933CFCCB1}"/>
                            </a:ext>
                          </a:extLst>
                        </p:cNvPr>
                        <p:cNvGrpSpPr/>
                        <p:nvPr/>
                      </p:nvGrpSpPr>
                      <p:grpSpPr>
                        <a:xfrm>
                          <a:off x="2970212" y="4724400"/>
                          <a:ext cx="731520" cy="731520"/>
                          <a:chOff x="2970212" y="4724400"/>
                          <a:chExt cx="731520" cy="731520"/>
                        </a:xfrm>
                      </p:grpSpPr>
                      <p:grpSp>
                        <p:nvGrpSpPr>
                          <p:cNvPr id="344" name="Group 343">
                            <a:extLst>
                              <a:ext uri="{FF2B5EF4-FFF2-40B4-BE49-F238E27FC236}">
                                <a16:creationId xmlns:a16="http://schemas.microsoft.com/office/drawing/2014/main" id="{5458F26F-F6A9-690D-1DD5-AEBF39CA03A9}"/>
                              </a:ext>
                            </a:extLst>
                          </p:cNvPr>
                          <p:cNvGrpSpPr/>
                          <p:nvPr/>
                        </p:nvGrpSpPr>
                        <p:grpSpPr>
                          <a:xfrm>
                            <a:off x="2970212" y="4724400"/>
                            <a:ext cx="731520" cy="365760"/>
                            <a:chOff x="2970212" y="4724400"/>
                            <a:chExt cx="731520" cy="365760"/>
                          </a:xfrm>
                        </p:grpSpPr>
                        <p:sp>
                          <p:nvSpPr>
                            <p:cNvPr id="347" name="Rectangle 346">
                              <a:extLst>
                                <a:ext uri="{FF2B5EF4-FFF2-40B4-BE49-F238E27FC236}">
                                  <a16:creationId xmlns:a16="http://schemas.microsoft.com/office/drawing/2014/main" id="{EB02430E-D1ED-67E1-8F5A-65020847896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8" name="Rectangle 347">
                              <a:extLst>
                                <a:ext uri="{FF2B5EF4-FFF2-40B4-BE49-F238E27FC236}">
                                  <a16:creationId xmlns:a16="http://schemas.microsoft.com/office/drawing/2014/main" id="{F6D154C0-AC3C-9F20-02B3-D7F4D91F630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45" name="Rectangle 344">
                            <a:extLst>
                              <a:ext uri="{FF2B5EF4-FFF2-40B4-BE49-F238E27FC236}">
                                <a16:creationId xmlns:a16="http://schemas.microsoft.com/office/drawing/2014/main" id="{0B70A6CC-4B35-0AA0-E8C9-EB22FF46F89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6" name="Rectangle 345">
                            <a:extLst>
                              <a:ext uri="{FF2B5EF4-FFF2-40B4-BE49-F238E27FC236}">
                                <a16:creationId xmlns:a16="http://schemas.microsoft.com/office/drawing/2014/main" id="{756B6BF9-D4BB-D4C2-7F11-CED8E5FF50B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38" name="Group 337">
                          <a:extLst>
                            <a:ext uri="{FF2B5EF4-FFF2-40B4-BE49-F238E27FC236}">
                              <a16:creationId xmlns:a16="http://schemas.microsoft.com/office/drawing/2014/main" id="{1D9A6073-B6CA-B769-1D4E-28A35F9B428C}"/>
                            </a:ext>
                          </a:extLst>
                        </p:cNvPr>
                        <p:cNvGrpSpPr/>
                        <p:nvPr/>
                      </p:nvGrpSpPr>
                      <p:grpSpPr>
                        <a:xfrm>
                          <a:off x="3701732" y="4724400"/>
                          <a:ext cx="731520" cy="731520"/>
                          <a:chOff x="2970212" y="4724400"/>
                          <a:chExt cx="731520" cy="731520"/>
                        </a:xfrm>
                      </p:grpSpPr>
                      <p:grpSp>
                        <p:nvGrpSpPr>
                          <p:cNvPr id="339" name="Group 338">
                            <a:extLst>
                              <a:ext uri="{FF2B5EF4-FFF2-40B4-BE49-F238E27FC236}">
                                <a16:creationId xmlns:a16="http://schemas.microsoft.com/office/drawing/2014/main" id="{A4466672-A05A-3222-6E18-B5BA17A2AA49}"/>
                              </a:ext>
                            </a:extLst>
                          </p:cNvPr>
                          <p:cNvGrpSpPr/>
                          <p:nvPr/>
                        </p:nvGrpSpPr>
                        <p:grpSpPr>
                          <a:xfrm>
                            <a:off x="2970212" y="4724400"/>
                            <a:ext cx="731520" cy="365760"/>
                            <a:chOff x="2970212" y="4724400"/>
                            <a:chExt cx="731520" cy="365760"/>
                          </a:xfrm>
                        </p:grpSpPr>
                        <p:sp>
                          <p:nvSpPr>
                            <p:cNvPr id="342" name="Rectangle 341">
                              <a:extLst>
                                <a:ext uri="{FF2B5EF4-FFF2-40B4-BE49-F238E27FC236}">
                                  <a16:creationId xmlns:a16="http://schemas.microsoft.com/office/drawing/2014/main" id="{A6501194-9B2A-E124-7C59-A6FE53CAD23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3" name="Rectangle 342">
                              <a:extLst>
                                <a:ext uri="{FF2B5EF4-FFF2-40B4-BE49-F238E27FC236}">
                                  <a16:creationId xmlns:a16="http://schemas.microsoft.com/office/drawing/2014/main" id="{CFB1315C-90B4-99BC-BF07-2BFCCA3BC28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40" name="Rectangle 339">
                            <a:extLst>
                              <a:ext uri="{FF2B5EF4-FFF2-40B4-BE49-F238E27FC236}">
                                <a16:creationId xmlns:a16="http://schemas.microsoft.com/office/drawing/2014/main" id="{85516523-061D-EA21-8320-01804C9E638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1" name="Rectangle 340">
                            <a:extLst>
                              <a:ext uri="{FF2B5EF4-FFF2-40B4-BE49-F238E27FC236}">
                                <a16:creationId xmlns:a16="http://schemas.microsoft.com/office/drawing/2014/main" id="{D320154C-8C11-B490-91F5-2D081A1260C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24" name="Group 323">
                        <a:extLst>
                          <a:ext uri="{FF2B5EF4-FFF2-40B4-BE49-F238E27FC236}">
                            <a16:creationId xmlns:a16="http://schemas.microsoft.com/office/drawing/2014/main" id="{A9D98002-DBBB-A9BC-4B62-9C7B8B1FB5A3}"/>
                          </a:ext>
                        </a:extLst>
                      </p:cNvPr>
                      <p:cNvGrpSpPr/>
                      <p:nvPr/>
                    </p:nvGrpSpPr>
                    <p:grpSpPr>
                      <a:xfrm>
                        <a:off x="2970212" y="5455920"/>
                        <a:ext cx="1463040" cy="731520"/>
                        <a:chOff x="2970212" y="4724400"/>
                        <a:chExt cx="1463040" cy="731520"/>
                      </a:xfrm>
                    </p:grpSpPr>
                    <p:grpSp>
                      <p:nvGrpSpPr>
                        <p:cNvPr id="325" name="Group 324">
                          <a:extLst>
                            <a:ext uri="{FF2B5EF4-FFF2-40B4-BE49-F238E27FC236}">
                              <a16:creationId xmlns:a16="http://schemas.microsoft.com/office/drawing/2014/main" id="{BDD5C11D-2433-684C-553A-3E7DBDFA009B}"/>
                            </a:ext>
                          </a:extLst>
                        </p:cNvPr>
                        <p:cNvGrpSpPr/>
                        <p:nvPr/>
                      </p:nvGrpSpPr>
                      <p:grpSpPr>
                        <a:xfrm>
                          <a:off x="2970212" y="4724400"/>
                          <a:ext cx="731520" cy="731520"/>
                          <a:chOff x="2970212" y="4724400"/>
                          <a:chExt cx="731520" cy="731520"/>
                        </a:xfrm>
                      </p:grpSpPr>
                      <p:grpSp>
                        <p:nvGrpSpPr>
                          <p:cNvPr id="332" name="Group 331">
                            <a:extLst>
                              <a:ext uri="{FF2B5EF4-FFF2-40B4-BE49-F238E27FC236}">
                                <a16:creationId xmlns:a16="http://schemas.microsoft.com/office/drawing/2014/main" id="{FFB74A87-85CA-1E84-8D44-1250D1051DF8}"/>
                              </a:ext>
                            </a:extLst>
                          </p:cNvPr>
                          <p:cNvGrpSpPr/>
                          <p:nvPr/>
                        </p:nvGrpSpPr>
                        <p:grpSpPr>
                          <a:xfrm>
                            <a:off x="2970212" y="4724400"/>
                            <a:ext cx="731520" cy="365760"/>
                            <a:chOff x="2970212" y="4724400"/>
                            <a:chExt cx="731520" cy="365760"/>
                          </a:xfrm>
                        </p:grpSpPr>
                        <p:sp>
                          <p:nvSpPr>
                            <p:cNvPr id="335" name="Rectangle 334">
                              <a:extLst>
                                <a:ext uri="{FF2B5EF4-FFF2-40B4-BE49-F238E27FC236}">
                                  <a16:creationId xmlns:a16="http://schemas.microsoft.com/office/drawing/2014/main" id="{8BA4ACA3-FAFF-A371-9DB4-0DA8D29A274D}"/>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6" name="Rectangle 335">
                              <a:extLst>
                                <a:ext uri="{FF2B5EF4-FFF2-40B4-BE49-F238E27FC236}">
                                  <a16:creationId xmlns:a16="http://schemas.microsoft.com/office/drawing/2014/main" id="{311E5514-BEB1-7E94-3DDE-01345309A2F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33" name="Rectangle 332">
                            <a:extLst>
                              <a:ext uri="{FF2B5EF4-FFF2-40B4-BE49-F238E27FC236}">
                                <a16:creationId xmlns:a16="http://schemas.microsoft.com/office/drawing/2014/main" id="{46B6A354-D0F9-EE61-98F1-877D769A536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4" name="Rectangle 333">
                            <a:extLst>
                              <a:ext uri="{FF2B5EF4-FFF2-40B4-BE49-F238E27FC236}">
                                <a16:creationId xmlns:a16="http://schemas.microsoft.com/office/drawing/2014/main" id="{268BAD6F-0701-3DDE-52C5-D681153CD02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26" name="Group 325">
                          <a:extLst>
                            <a:ext uri="{FF2B5EF4-FFF2-40B4-BE49-F238E27FC236}">
                              <a16:creationId xmlns:a16="http://schemas.microsoft.com/office/drawing/2014/main" id="{4278590D-3427-D9F7-7BD3-AE8A551498BD}"/>
                            </a:ext>
                          </a:extLst>
                        </p:cNvPr>
                        <p:cNvGrpSpPr/>
                        <p:nvPr/>
                      </p:nvGrpSpPr>
                      <p:grpSpPr>
                        <a:xfrm>
                          <a:off x="3701732" y="4724400"/>
                          <a:ext cx="731520" cy="731520"/>
                          <a:chOff x="2970212" y="4724400"/>
                          <a:chExt cx="731520" cy="731520"/>
                        </a:xfrm>
                      </p:grpSpPr>
                      <p:grpSp>
                        <p:nvGrpSpPr>
                          <p:cNvPr id="327" name="Group 326">
                            <a:extLst>
                              <a:ext uri="{FF2B5EF4-FFF2-40B4-BE49-F238E27FC236}">
                                <a16:creationId xmlns:a16="http://schemas.microsoft.com/office/drawing/2014/main" id="{3B46B4A4-B20E-27E5-B2CE-DE8869109430}"/>
                              </a:ext>
                            </a:extLst>
                          </p:cNvPr>
                          <p:cNvGrpSpPr/>
                          <p:nvPr/>
                        </p:nvGrpSpPr>
                        <p:grpSpPr>
                          <a:xfrm>
                            <a:off x="2970212" y="4724400"/>
                            <a:ext cx="731520" cy="365760"/>
                            <a:chOff x="2970212" y="4724400"/>
                            <a:chExt cx="731520" cy="365760"/>
                          </a:xfrm>
                        </p:grpSpPr>
                        <p:sp>
                          <p:nvSpPr>
                            <p:cNvPr id="330" name="Rectangle 329">
                              <a:extLst>
                                <a:ext uri="{FF2B5EF4-FFF2-40B4-BE49-F238E27FC236}">
                                  <a16:creationId xmlns:a16="http://schemas.microsoft.com/office/drawing/2014/main" id="{3AB71A41-CFBE-DBC6-D0F3-9EB306DCBC6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1" name="Rectangle 330">
                              <a:extLst>
                                <a:ext uri="{FF2B5EF4-FFF2-40B4-BE49-F238E27FC236}">
                                  <a16:creationId xmlns:a16="http://schemas.microsoft.com/office/drawing/2014/main" id="{BF6689A3-CB33-1991-0E03-707B5BD0AEF3}"/>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28" name="Rectangle 327">
                            <a:extLst>
                              <a:ext uri="{FF2B5EF4-FFF2-40B4-BE49-F238E27FC236}">
                                <a16:creationId xmlns:a16="http://schemas.microsoft.com/office/drawing/2014/main" id="{9529BED3-2D6D-60FB-A624-4C87047B1D1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9" name="Rectangle 328">
                            <a:extLst>
                              <a:ext uri="{FF2B5EF4-FFF2-40B4-BE49-F238E27FC236}">
                                <a16:creationId xmlns:a16="http://schemas.microsoft.com/office/drawing/2014/main" id="{C41BA0B4-1B84-E2E5-13DA-BE2D7F997751}"/>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296" name="Group 295">
                      <a:extLst>
                        <a:ext uri="{FF2B5EF4-FFF2-40B4-BE49-F238E27FC236}">
                          <a16:creationId xmlns:a16="http://schemas.microsoft.com/office/drawing/2014/main" id="{DEEB281F-6698-9259-3FBF-C6B8E3AB9938}"/>
                        </a:ext>
                      </a:extLst>
                    </p:cNvPr>
                    <p:cNvGrpSpPr/>
                    <p:nvPr/>
                  </p:nvGrpSpPr>
                  <p:grpSpPr>
                    <a:xfrm>
                      <a:off x="4433252" y="4724400"/>
                      <a:ext cx="1463040" cy="1463040"/>
                      <a:chOff x="2970212" y="4724400"/>
                      <a:chExt cx="1463040" cy="1463040"/>
                    </a:xfrm>
                  </p:grpSpPr>
                  <p:grpSp>
                    <p:nvGrpSpPr>
                      <p:cNvPr id="297" name="Group 296">
                        <a:extLst>
                          <a:ext uri="{FF2B5EF4-FFF2-40B4-BE49-F238E27FC236}">
                            <a16:creationId xmlns:a16="http://schemas.microsoft.com/office/drawing/2014/main" id="{1411D1E4-12C1-D189-77B9-10103FF5A610}"/>
                          </a:ext>
                        </a:extLst>
                      </p:cNvPr>
                      <p:cNvGrpSpPr/>
                      <p:nvPr/>
                    </p:nvGrpSpPr>
                    <p:grpSpPr>
                      <a:xfrm>
                        <a:off x="2970212" y="4724400"/>
                        <a:ext cx="1463040" cy="731520"/>
                        <a:chOff x="2970212" y="4724400"/>
                        <a:chExt cx="1463040" cy="731520"/>
                      </a:xfrm>
                    </p:grpSpPr>
                    <p:grpSp>
                      <p:nvGrpSpPr>
                        <p:cNvPr id="311" name="Group 310">
                          <a:extLst>
                            <a:ext uri="{FF2B5EF4-FFF2-40B4-BE49-F238E27FC236}">
                              <a16:creationId xmlns:a16="http://schemas.microsoft.com/office/drawing/2014/main" id="{BD770330-CF11-5128-C663-F757922E8482}"/>
                            </a:ext>
                          </a:extLst>
                        </p:cNvPr>
                        <p:cNvGrpSpPr/>
                        <p:nvPr/>
                      </p:nvGrpSpPr>
                      <p:grpSpPr>
                        <a:xfrm>
                          <a:off x="2970212" y="4724400"/>
                          <a:ext cx="731520" cy="731520"/>
                          <a:chOff x="2970212" y="4724400"/>
                          <a:chExt cx="731520" cy="731520"/>
                        </a:xfrm>
                      </p:grpSpPr>
                      <p:grpSp>
                        <p:nvGrpSpPr>
                          <p:cNvPr id="318" name="Group 317">
                            <a:extLst>
                              <a:ext uri="{FF2B5EF4-FFF2-40B4-BE49-F238E27FC236}">
                                <a16:creationId xmlns:a16="http://schemas.microsoft.com/office/drawing/2014/main" id="{1C3E6BFB-DCBF-FECB-1336-B1B1C4270490}"/>
                              </a:ext>
                            </a:extLst>
                          </p:cNvPr>
                          <p:cNvGrpSpPr/>
                          <p:nvPr/>
                        </p:nvGrpSpPr>
                        <p:grpSpPr>
                          <a:xfrm>
                            <a:off x="2970212" y="4724400"/>
                            <a:ext cx="731520" cy="365760"/>
                            <a:chOff x="2970212" y="4724400"/>
                            <a:chExt cx="731520" cy="365760"/>
                          </a:xfrm>
                        </p:grpSpPr>
                        <p:sp>
                          <p:nvSpPr>
                            <p:cNvPr id="321" name="Rectangle 320">
                              <a:extLst>
                                <a:ext uri="{FF2B5EF4-FFF2-40B4-BE49-F238E27FC236}">
                                  <a16:creationId xmlns:a16="http://schemas.microsoft.com/office/drawing/2014/main" id="{681E0BC1-D5B1-5DF4-C193-AC8EB532F39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2" name="Rectangle 321">
                              <a:extLst>
                                <a:ext uri="{FF2B5EF4-FFF2-40B4-BE49-F238E27FC236}">
                                  <a16:creationId xmlns:a16="http://schemas.microsoft.com/office/drawing/2014/main" id="{82F0BD83-AB5D-3A34-C4A5-E25F7EC0ED8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19" name="Rectangle 318">
                            <a:extLst>
                              <a:ext uri="{FF2B5EF4-FFF2-40B4-BE49-F238E27FC236}">
                                <a16:creationId xmlns:a16="http://schemas.microsoft.com/office/drawing/2014/main" id="{475EF8B7-6E21-716B-C1E8-1ACDDA05E13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0" name="Rectangle 319">
                            <a:extLst>
                              <a:ext uri="{FF2B5EF4-FFF2-40B4-BE49-F238E27FC236}">
                                <a16:creationId xmlns:a16="http://schemas.microsoft.com/office/drawing/2014/main" id="{0E20E345-1670-F19D-5806-65F8321E7C87}"/>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12" name="Group 311">
                          <a:extLst>
                            <a:ext uri="{FF2B5EF4-FFF2-40B4-BE49-F238E27FC236}">
                              <a16:creationId xmlns:a16="http://schemas.microsoft.com/office/drawing/2014/main" id="{EEBEB632-2CB1-A8BA-C6E1-A637CE50A8DE}"/>
                            </a:ext>
                          </a:extLst>
                        </p:cNvPr>
                        <p:cNvGrpSpPr/>
                        <p:nvPr/>
                      </p:nvGrpSpPr>
                      <p:grpSpPr>
                        <a:xfrm>
                          <a:off x="3701732" y="4724400"/>
                          <a:ext cx="731520" cy="731520"/>
                          <a:chOff x="2970212" y="4724400"/>
                          <a:chExt cx="731520" cy="731520"/>
                        </a:xfrm>
                      </p:grpSpPr>
                      <p:grpSp>
                        <p:nvGrpSpPr>
                          <p:cNvPr id="313" name="Group 312">
                            <a:extLst>
                              <a:ext uri="{FF2B5EF4-FFF2-40B4-BE49-F238E27FC236}">
                                <a16:creationId xmlns:a16="http://schemas.microsoft.com/office/drawing/2014/main" id="{D2C33FBF-5DA0-AD99-B0FB-5859312EAFA3}"/>
                              </a:ext>
                            </a:extLst>
                          </p:cNvPr>
                          <p:cNvGrpSpPr/>
                          <p:nvPr/>
                        </p:nvGrpSpPr>
                        <p:grpSpPr>
                          <a:xfrm>
                            <a:off x="2970212" y="4724400"/>
                            <a:ext cx="731520" cy="365760"/>
                            <a:chOff x="2970212" y="4724400"/>
                            <a:chExt cx="731520" cy="365760"/>
                          </a:xfrm>
                        </p:grpSpPr>
                        <p:sp>
                          <p:nvSpPr>
                            <p:cNvPr id="316" name="Rectangle 315">
                              <a:extLst>
                                <a:ext uri="{FF2B5EF4-FFF2-40B4-BE49-F238E27FC236}">
                                  <a16:creationId xmlns:a16="http://schemas.microsoft.com/office/drawing/2014/main" id="{A4C11039-B6BB-1D78-973D-30C3F2F4853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7" name="Rectangle 316">
                              <a:extLst>
                                <a:ext uri="{FF2B5EF4-FFF2-40B4-BE49-F238E27FC236}">
                                  <a16:creationId xmlns:a16="http://schemas.microsoft.com/office/drawing/2014/main" id="{E0569F04-CC95-6A4E-6930-2BDF71D1F99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14" name="Rectangle 313">
                            <a:extLst>
                              <a:ext uri="{FF2B5EF4-FFF2-40B4-BE49-F238E27FC236}">
                                <a16:creationId xmlns:a16="http://schemas.microsoft.com/office/drawing/2014/main" id="{6DF28B24-88D1-5ED1-A381-77BCF4D9708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5" name="Rectangle 314">
                            <a:extLst>
                              <a:ext uri="{FF2B5EF4-FFF2-40B4-BE49-F238E27FC236}">
                                <a16:creationId xmlns:a16="http://schemas.microsoft.com/office/drawing/2014/main" id="{0C132725-FB26-40D1-4363-2D60DCC47A62}"/>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98" name="Group 297">
                        <a:extLst>
                          <a:ext uri="{FF2B5EF4-FFF2-40B4-BE49-F238E27FC236}">
                            <a16:creationId xmlns:a16="http://schemas.microsoft.com/office/drawing/2014/main" id="{48264E53-F1DA-9973-CEF8-DE33263BBE0F}"/>
                          </a:ext>
                        </a:extLst>
                      </p:cNvPr>
                      <p:cNvGrpSpPr/>
                      <p:nvPr/>
                    </p:nvGrpSpPr>
                    <p:grpSpPr>
                      <a:xfrm>
                        <a:off x="2970212" y="5455920"/>
                        <a:ext cx="1463040" cy="731520"/>
                        <a:chOff x="2970212" y="4724400"/>
                        <a:chExt cx="1463040" cy="731520"/>
                      </a:xfrm>
                    </p:grpSpPr>
                    <p:grpSp>
                      <p:nvGrpSpPr>
                        <p:cNvPr id="299" name="Group 298">
                          <a:extLst>
                            <a:ext uri="{FF2B5EF4-FFF2-40B4-BE49-F238E27FC236}">
                              <a16:creationId xmlns:a16="http://schemas.microsoft.com/office/drawing/2014/main" id="{ED41ABCF-792A-862A-5726-5A7B9F5F6E64}"/>
                            </a:ext>
                          </a:extLst>
                        </p:cNvPr>
                        <p:cNvGrpSpPr/>
                        <p:nvPr/>
                      </p:nvGrpSpPr>
                      <p:grpSpPr>
                        <a:xfrm>
                          <a:off x="2970212" y="4724400"/>
                          <a:ext cx="731520" cy="731520"/>
                          <a:chOff x="2970212" y="4724400"/>
                          <a:chExt cx="731520" cy="731520"/>
                        </a:xfrm>
                      </p:grpSpPr>
                      <p:grpSp>
                        <p:nvGrpSpPr>
                          <p:cNvPr id="306" name="Group 305">
                            <a:extLst>
                              <a:ext uri="{FF2B5EF4-FFF2-40B4-BE49-F238E27FC236}">
                                <a16:creationId xmlns:a16="http://schemas.microsoft.com/office/drawing/2014/main" id="{1AD52840-8332-36FC-0F0E-1597509FF1B6}"/>
                              </a:ext>
                            </a:extLst>
                          </p:cNvPr>
                          <p:cNvGrpSpPr/>
                          <p:nvPr/>
                        </p:nvGrpSpPr>
                        <p:grpSpPr>
                          <a:xfrm>
                            <a:off x="2970212" y="4724400"/>
                            <a:ext cx="731520" cy="365760"/>
                            <a:chOff x="2970212" y="4724400"/>
                            <a:chExt cx="731520" cy="365760"/>
                          </a:xfrm>
                        </p:grpSpPr>
                        <p:sp>
                          <p:nvSpPr>
                            <p:cNvPr id="309" name="Rectangle 308">
                              <a:extLst>
                                <a:ext uri="{FF2B5EF4-FFF2-40B4-BE49-F238E27FC236}">
                                  <a16:creationId xmlns:a16="http://schemas.microsoft.com/office/drawing/2014/main" id="{14D55F2C-4E81-96B4-6F55-6E311A5189B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0" name="Rectangle 309">
                              <a:extLst>
                                <a:ext uri="{FF2B5EF4-FFF2-40B4-BE49-F238E27FC236}">
                                  <a16:creationId xmlns:a16="http://schemas.microsoft.com/office/drawing/2014/main" id="{01F9F6C4-FC46-E227-3944-4CBDA809535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07" name="Rectangle 306">
                            <a:extLst>
                              <a:ext uri="{FF2B5EF4-FFF2-40B4-BE49-F238E27FC236}">
                                <a16:creationId xmlns:a16="http://schemas.microsoft.com/office/drawing/2014/main" id="{854F6AF1-7E81-B774-95AA-C5ECEDAF9DC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8" name="Rectangle 307">
                            <a:extLst>
                              <a:ext uri="{FF2B5EF4-FFF2-40B4-BE49-F238E27FC236}">
                                <a16:creationId xmlns:a16="http://schemas.microsoft.com/office/drawing/2014/main" id="{1F63942F-61D2-DB9C-F0DD-087CF5B56F2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00" name="Group 299">
                          <a:extLst>
                            <a:ext uri="{FF2B5EF4-FFF2-40B4-BE49-F238E27FC236}">
                              <a16:creationId xmlns:a16="http://schemas.microsoft.com/office/drawing/2014/main" id="{4CFE56AF-B608-3A45-E5A6-E401BC7EB744}"/>
                            </a:ext>
                          </a:extLst>
                        </p:cNvPr>
                        <p:cNvGrpSpPr/>
                        <p:nvPr/>
                      </p:nvGrpSpPr>
                      <p:grpSpPr>
                        <a:xfrm>
                          <a:off x="3701732" y="4724400"/>
                          <a:ext cx="731520" cy="731520"/>
                          <a:chOff x="2970212" y="4724400"/>
                          <a:chExt cx="731520" cy="731520"/>
                        </a:xfrm>
                      </p:grpSpPr>
                      <p:grpSp>
                        <p:nvGrpSpPr>
                          <p:cNvPr id="301" name="Group 300">
                            <a:extLst>
                              <a:ext uri="{FF2B5EF4-FFF2-40B4-BE49-F238E27FC236}">
                                <a16:creationId xmlns:a16="http://schemas.microsoft.com/office/drawing/2014/main" id="{DB8E16CF-635D-B96E-5C5B-92F10C826203}"/>
                              </a:ext>
                            </a:extLst>
                          </p:cNvPr>
                          <p:cNvGrpSpPr/>
                          <p:nvPr/>
                        </p:nvGrpSpPr>
                        <p:grpSpPr>
                          <a:xfrm>
                            <a:off x="2970212" y="4724400"/>
                            <a:ext cx="731520" cy="365760"/>
                            <a:chOff x="2970212" y="4724400"/>
                            <a:chExt cx="731520" cy="365760"/>
                          </a:xfrm>
                        </p:grpSpPr>
                        <p:sp>
                          <p:nvSpPr>
                            <p:cNvPr id="304" name="Rectangle 303">
                              <a:extLst>
                                <a:ext uri="{FF2B5EF4-FFF2-40B4-BE49-F238E27FC236}">
                                  <a16:creationId xmlns:a16="http://schemas.microsoft.com/office/drawing/2014/main" id="{C07C0057-0255-DFAD-0A86-9DC63797B38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5" name="Rectangle 304">
                              <a:extLst>
                                <a:ext uri="{FF2B5EF4-FFF2-40B4-BE49-F238E27FC236}">
                                  <a16:creationId xmlns:a16="http://schemas.microsoft.com/office/drawing/2014/main" id="{6A65D2B8-7E4D-64B6-4A84-5B00541736C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02" name="Rectangle 301">
                            <a:extLst>
                              <a:ext uri="{FF2B5EF4-FFF2-40B4-BE49-F238E27FC236}">
                                <a16:creationId xmlns:a16="http://schemas.microsoft.com/office/drawing/2014/main" id="{AEBE97B2-6C3D-DA20-AF5B-0A93B4C8301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3" name="Rectangle 302">
                            <a:extLst>
                              <a:ext uri="{FF2B5EF4-FFF2-40B4-BE49-F238E27FC236}">
                                <a16:creationId xmlns:a16="http://schemas.microsoft.com/office/drawing/2014/main" id="{13C9DF93-7235-F0D8-A785-1B07686747D3}"/>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cxnSp>
            <p:nvCxnSpPr>
              <p:cNvPr id="405" name="Straight Connector 404">
                <a:extLst>
                  <a:ext uri="{FF2B5EF4-FFF2-40B4-BE49-F238E27FC236}">
                    <a16:creationId xmlns:a16="http://schemas.microsoft.com/office/drawing/2014/main" id="{1272C31A-973A-2F6C-E70D-4AD2E8448450}"/>
                  </a:ext>
                </a:extLst>
              </p:cNvPr>
              <p:cNvCxnSpPr>
                <a:cxnSpLocks/>
              </p:cNvCxnSpPr>
              <p:nvPr/>
            </p:nvCxnSpPr>
            <p:spPr>
              <a:xfrm flipV="1">
                <a:off x="2132012" y="4572000"/>
                <a:ext cx="8778240" cy="15240"/>
              </a:xfrm>
              <a:prstGeom prst="line">
                <a:avLst/>
              </a:prstGeom>
            </p:spPr>
            <p:style>
              <a:lnRef idx="3">
                <a:schemeClr val="dk1"/>
              </a:lnRef>
              <a:fillRef idx="0">
                <a:schemeClr val="dk1"/>
              </a:fillRef>
              <a:effectRef idx="2">
                <a:schemeClr val="dk1"/>
              </a:effectRef>
              <a:fontRef idx="minor">
                <a:schemeClr val="tx1"/>
              </a:fontRef>
            </p:style>
          </p:cxnSp>
          <p:cxnSp>
            <p:nvCxnSpPr>
              <p:cNvPr id="409" name="Straight Connector 408">
                <a:extLst>
                  <a:ext uri="{FF2B5EF4-FFF2-40B4-BE49-F238E27FC236}">
                    <a16:creationId xmlns:a16="http://schemas.microsoft.com/office/drawing/2014/main" id="{210A4E37-53AA-A2F6-D12A-5B8A3E602D9C}"/>
                  </a:ext>
                </a:extLst>
              </p:cNvPr>
              <p:cNvCxnSpPr/>
              <p:nvPr/>
            </p:nvCxnSpPr>
            <p:spPr>
              <a:xfrm>
                <a:off x="6537011" y="3124200"/>
                <a:ext cx="0" cy="2971800"/>
              </a:xfrm>
              <a:prstGeom prst="line">
                <a:avLst/>
              </a:prstGeom>
            </p:spPr>
            <p:style>
              <a:lnRef idx="3">
                <a:schemeClr val="dk1"/>
              </a:lnRef>
              <a:fillRef idx="0">
                <a:schemeClr val="dk1"/>
              </a:fillRef>
              <a:effectRef idx="2">
                <a:schemeClr val="dk1"/>
              </a:effectRef>
              <a:fontRef idx="minor">
                <a:schemeClr val="tx1"/>
              </a:fontRef>
            </p:style>
          </p:cxnSp>
        </p:grpSp>
        <p:cxnSp>
          <p:nvCxnSpPr>
            <p:cNvPr id="412" name="Straight Connector 411">
              <a:extLst>
                <a:ext uri="{FF2B5EF4-FFF2-40B4-BE49-F238E27FC236}">
                  <a16:creationId xmlns:a16="http://schemas.microsoft.com/office/drawing/2014/main" id="{F8A5C81F-A37A-E1F8-4B38-2C146ED62806}"/>
                </a:ext>
              </a:extLst>
            </p:cNvPr>
            <p:cNvCxnSpPr>
              <a:cxnSpLocks/>
            </p:cNvCxnSpPr>
            <p:nvPr/>
          </p:nvCxnSpPr>
          <p:spPr>
            <a:xfrm flipV="1">
              <a:off x="2031696" y="3733800"/>
              <a:ext cx="8802356" cy="2225040"/>
            </a:xfrm>
            <a:prstGeom prst="line">
              <a:avLst/>
            </a:prstGeom>
            <a:ln w="38100"/>
          </p:spPr>
          <p:style>
            <a:lnRef idx="3">
              <a:schemeClr val="accent4"/>
            </a:lnRef>
            <a:fillRef idx="0">
              <a:schemeClr val="accent4"/>
            </a:fillRef>
            <a:effectRef idx="2">
              <a:schemeClr val="accent4"/>
            </a:effectRef>
            <a:fontRef idx="minor">
              <a:schemeClr val="tx1"/>
            </a:fontRef>
          </p:style>
        </p:cxnSp>
        <p:sp>
          <p:nvSpPr>
            <p:cNvPr id="414" name="Oval 413">
              <a:extLst>
                <a:ext uri="{FF2B5EF4-FFF2-40B4-BE49-F238E27FC236}">
                  <a16:creationId xmlns:a16="http://schemas.microsoft.com/office/drawing/2014/main" id="{2013F672-379A-12B0-1135-F9EA7AECBF97}"/>
                </a:ext>
              </a:extLst>
            </p:cNvPr>
            <p:cNvSpPr/>
            <p:nvPr/>
          </p:nvSpPr>
          <p:spPr>
            <a:xfrm>
              <a:off x="6727193" y="4648201"/>
              <a:ext cx="182878" cy="182878"/>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BEC2A244-326D-1AE4-C330-AB3583817238}"/>
                </a:ext>
              </a:extLst>
            </p:cNvPr>
            <p:cNvSpPr txBox="1"/>
            <p:nvPr/>
          </p:nvSpPr>
          <p:spPr>
            <a:xfrm>
              <a:off x="2055813" y="3240009"/>
              <a:ext cx="8778238" cy="369332"/>
            </a:xfrm>
            <a:prstGeom prst="rect">
              <a:avLst/>
            </a:prstGeom>
            <a:noFill/>
          </p:spPr>
          <p:txBody>
            <a:bodyPr wrap="square" rtlCol="0">
              <a:spAutoFit/>
            </a:bodyPr>
            <a:lstStyle/>
            <a:p>
              <a:pPr algn="ctr"/>
              <a:r>
                <a:rPr lang="en-US" dirty="0">
                  <a:solidFill>
                    <a:schemeClr val="bg1"/>
                  </a:solidFill>
                  <a:latin typeface="Consolas" panose="020B0609020204030204" pitchFamily="49" charset="0"/>
                </a:rPr>
                <a:t>-9 -8 -7 -6 -5 -4 -3 -2 -1 0 +1 +2 +3 +4 +5 +6 +7 +8 +9</a:t>
              </a:r>
            </a:p>
          </p:txBody>
        </p:sp>
        <p:sp>
          <p:nvSpPr>
            <p:cNvPr id="3" name="TextBox 2">
              <a:extLst>
                <a:ext uri="{FF2B5EF4-FFF2-40B4-BE49-F238E27FC236}">
                  <a16:creationId xmlns:a16="http://schemas.microsoft.com/office/drawing/2014/main" id="{A76A89A7-7886-E351-1396-C566B9EFA6DF}"/>
                </a:ext>
              </a:extLst>
            </p:cNvPr>
            <p:cNvSpPr txBox="1"/>
            <p:nvPr/>
          </p:nvSpPr>
          <p:spPr>
            <a:xfrm>
              <a:off x="1516718" y="3412480"/>
              <a:ext cx="527036" cy="3416320"/>
            </a:xfrm>
            <a:prstGeom prst="rect">
              <a:avLst/>
            </a:prstGeom>
            <a:noFill/>
          </p:spPr>
          <p:txBody>
            <a:bodyPr wrap="square" rtlCol="0">
              <a:spAutoFit/>
            </a:bodyPr>
            <a:lstStyle/>
            <a:p>
              <a:pPr algn="r"/>
              <a:r>
                <a:rPr lang="en-US" sz="2400" dirty="0">
                  <a:solidFill>
                    <a:schemeClr val="bg1"/>
                  </a:solidFill>
                  <a:latin typeface="Consolas" panose="020B0609020204030204" pitchFamily="49" charset="0"/>
                </a:rPr>
                <a:t>+4</a:t>
              </a:r>
            </a:p>
            <a:p>
              <a:pPr algn="r"/>
              <a:r>
                <a:rPr lang="en-US" sz="2400" dirty="0">
                  <a:solidFill>
                    <a:schemeClr val="bg1"/>
                  </a:solidFill>
                  <a:latin typeface="Consolas" panose="020B0609020204030204" pitchFamily="49" charset="0"/>
                </a:rPr>
                <a:t>+3</a:t>
              </a:r>
            </a:p>
            <a:p>
              <a:pPr algn="r"/>
              <a:r>
                <a:rPr lang="en-US" sz="2400" dirty="0">
                  <a:solidFill>
                    <a:schemeClr val="bg1"/>
                  </a:solidFill>
                  <a:latin typeface="Consolas" panose="020B0609020204030204" pitchFamily="49" charset="0"/>
                </a:rPr>
                <a:t>+2</a:t>
              </a:r>
            </a:p>
            <a:p>
              <a:pPr algn="r"/>
              <a:r>
                <a:rPr lang="en-US" sz="2400" dirty="0">
                  <a:solidFill>
                    <a:schemeClr val="bg1"/>
                  </a:solidFill>
                  <a:latin typeface="Consolas" panose="020B0609020204030204" pitchFamily="49" charset="0"/>
                </a:rPr>
                <a:t>+1</a:t>
              </a:r>
            </a:p>
            <a:p>
              <a:pPr algn="r"/>
              <a:r>
                <a:rPr lang="en-US" sz="2400" dirty="0">
                  <a:solidFill>
                    <a:schemeClr val="bg1"/>
                  </a:solidFill>
                  <a:latin typeface="Consolas" panose="020B0609020204030204" pitchFamily="49" charset="0"/>
                </a:rPr>
                <a:t>0</a:t>
              </a:r>
            </a:p>
            <a:p>
              <a:pPr algn="r"/>
              <a:r>
                <a:rPr lang="en-US" sz="2400" dirty="0">
                  <a:solidFill>
                    <a:schemeClr val="bg1"/>
                  </a:solidFill>
                  <a:latin typeface="Consolas" panose="020B0609020204030204" pitchFamily="49" charset="0"/>
                </a:rPr>
                <a:t>-1</a:t>
              </a:r>
            </a:p>
            <a:p>
              <a:pPr algn="r"/>
              <a:r>
                <a:rPr lang="en-US" sz="2400" dirty="0">
                  <a:solidFill>
                    <a:schemeClr val="bg1"/>
                  </a:solidFill>
                  <a:latin typeface="Consolas" panose="020B0609020204030204" pitchFamily="49" charset="0"/>
                </a:rPr>
                <a:t>-2</a:t>
              </a:r>
            </a:p>
            <a:p>
              <a:pPr algn="r"/>
              <a:r>
                <a:rPr lang="en-US" sz="2400" dirty="0">
                  <a:solidFill>
                    <a:schemeClr val="bg1"/>
                  </a:solidFill>
                  <a:latin typeface="Consolas" panose="020B0609020204030204" pitchFamily="49" charset="0"/>
                </a:rPr>
                <a:t>-3</a:t>
              </a:r>
            </a:p>
            <a:p>
              <a:pPr algn="r"/>
              <a:r>
                <a:rPr lang="en-US" sz="2400" dirty="0">
                  <a:solidFill>
                    <a:schemeClr val="bg1"/>
                  </a:solidFill>
                  <a:latin typeface="Consolas" panose="020B0609020204030204" pitchFamily="49" charset="0"/>
                </a:rPr>
                <a:t>-4</a:t>
              </a:r>
            </a:p>
          </p:txBody>
        </p:sp>
      </p:grpSp>
      <p:sp>
        <p:nvSpPr>
          <p:cNvPr id="23" name="Oval 22">
            <a:extLst>
              <a:ext uri="{FF2B5EF4-FFF2-40B4-BE49-F238E27FC236}">
                <a16:creationId xmlns:a16="http://schemas.microsoft.com/office/drawing/2014/main" id="{409CEF25-8629-60A9-D05B-1523448D0D5E}"/>
              </a:ext>
            </a:extLst>
          </p:cNvPr>
          <p:cNvSpPr/>
          <p:nvPr/>
        </p:nvSpPr>
        <p:spPr>
          <a:xfrm>
            <a:off x="6005355" y="4838701"/>
            <a:ext cx="182878" cy="182878"/>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802E652B-D6BB-1984-481A-31D9D9437330}"/>
              </a:ext>
            </a:extLst>
          </p:cNvPr>
          <p:cNvSpPr/>
          <p:nvPr/>
        </p:nvSpPr>
        <p:spPr>
          <a:xfrm>
            <a:off x="7478710" y="4472943"/>
            <a:ext cx="182878" cy="182878"/>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2E30746C-BD10-9A8F-E9B8-5A2AC8DB8013}"/>
              </a:ext>
            </a:extLst>
          </p:cNvPr>
          <p:cNvSpPr/>
          <p:nvPr/>
        </p:nvSpPr>
        <p:spPr>
          <a:xfrm>
            <a:off x="5258851" y="5019673"/>
            <a:ext cx="182878" cy="182878"/>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E65E54A2-0F7D-A8B9-CC2B-0AE93690DE18}"/>
              </a:ext>
            </a:extLst>
          </p:cNvPr>
          <p:cNvSpPr/>
          <p:nvPr/>
        </p:nvSpPr>
        <p:spPr>
          <a:xfrm>
            <a:off x="4519394" y="5221224"/>
            <a:ext cx="182878" cy="182878"/>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C5A89FC5-CB67-2DAC-6080-1CEB3ED5A5F0}"/>
              </a:ext>
            </a:extLst>
          </p:cNvPr>
          <p:cNvSpPr/>
          <p:nvPr/>
        </p:nvSpPr>
        <p:spPr>
          <a:xfrm>
            <a:off x="3824932" y="5394962"/>
            <a:ext cx="182878" cy="182878"/>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26" name="Oval 125">
            <a:extLst>
              <a:ext uri="{FF2B5EF4-FFF2-40B4-BE49-F238E27FC236}">
                <a16:creationId xmlns:a16="http://schemas.microsoft.com/office/drawing/2014/main" id="{0912EF1D-F65C-BEDF-7B98-CAFC1537CA67}"/>
              </a:ext>
            </a:extLst>
          </p:cNvPr>
          <p:cNvSpPr/>
          <p:nvPr/>
        </p:nvSpPr>
        <p:spPr>
          <a:xfrm>
            <a:off x="3077532" y="5583890"/>
            <a:ext cx="182878" cy="182878"/>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27" name="Oval 126">
            <a:extLst>
              <a:ext uri="{FF2B5EF4-FFF2-40B4-BE49-F238E27FC236}">
                <a16:creationId xmlns:a16="http://schemas.microsoft.com/office/drawing/2014/main" id="{2DD30305-F748-CA04-CBD2-6B29D99C289D}"/>
              </a:ext>
            </a:extLst>
          </p:cNvPr>
          <p:cNvSpPr/>
          <p:nvPr/>
        </p:nvSpPr>
        <p:spPr>
          <a:xfrm>
            <a:off x="2330135" y="5760721"/>
            <a:ext cx="182878" cy="182878"/>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28" name="Oval 127">
            <a:extLst>
              <a:ext uri="{FF2B5EF4-FFF2-40B4-BE49-F238E27FC236}">
                <a16:creationId xmlns:a16="http://schemas.microsoft.com/office/drawing/2014/main" id="{2B1C9E4C-69E6-A928-EE87-57121A8A4ABD}"/>
              </a:ext>
            </a:extLst>
          </p:cNvPr>
          <p:cNvSpPr/>
          <p:nvPr/>
        </p:nvSpPr>
        <p:spPr>
          <a:xfrm>
            <a:off x="8154356" y="4297568"/>
            <a:ext cx="182878" cy="182878"/>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29" name="Oval 128">
            <a:extLst>
              <a:ext uri="{FF2B5EF4-FFF2-40B4-BE49-F238E27FC236}">
                <a16:creationId xmlns:a16="http://schemas.microsoft.com/office/drawing/2014/main" id="{B1C00AE6-0666-8B9A-EB45-4EFC9DAA7A2C}"/>
              </a:ext>
            </a:extLst>
          </p:cNvPr>
          <p:cNvSpPr/>
          <p:nvPr/>
        </p:nvSpPr>
        <p:spPr>
          <a:xfrm>
            <a:off x="8913813" y="4116651"/>
            <a:ext cx="182878" cy="182878"/>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0" name="Oval 129">
            <a:extLst>
              <a:ext uri="{FF2B5EF4-FFF2-40B4-BE49-F238E27FC236}">
                <a16:creationId xmlns:a16="http://schemas.microsoft.com/office/drawing/2014/main" id="{7760F565-BAA4-F63B-2DF1-9217B3D4C6BF}"/>
              </a:ext>
            </a:extLst>
          </p:cNvPr>
          <p:cNvSpPr/>
          <p:nvPr/>
        </p:nvSpPr>
        <p:spPr>
          <a:xfrm>
            <a:off x="9645333" y="3895331"/>
            <a:ext cx="182878" cy="182878"/>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1" name="Oval 130">
            <a:extLst>
              <a:ext uri="{FF2B5EF4-FFF2-40B4-BE49-F238E27FC236}">
                <a16:creationId xmlns:a16="http://schemas.microsoft.com/office/drawing/2014/main" id="{496BA4C8-E9D0-82F2-E791-A0E5B6D7E57D}"/>
              </a:ext>
            </a:extLst>
          </p:cNvPr>
          <p:cNvSpPr/>
          <p:nvPr/>
        </p:nvSpPr>
        <p:spPr>
          <a:xfrm>
            <a:off x="10376873" y="3733802"/>
            <a:ext cx="182878" cy="182878"/>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32" name="Rectangle: Rounded Corners 131">
            <a:extLst>
              <a:ext uri="{FF2B5EF4-FFF2-40B4-BE49-F238E27FC236}">
                <a16:creationId xmlns:a16="http://schemas.microsoft.com/office/drawing/2014/main" id="{CA8C5250-E6EB-4943-99CA-0C0F128E9D74}"/>
              </a:ext>
            </a:extLst>
          </p:cNvPr>
          <p:cNvSpPr/>
          <p:nvPr/>
        </p:nvSpPr>
        <p:spPr>
          <a:xfrm>
            <a:off x="5637212" y="5257800"/>
            <a:ext cx="5439402"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cs typeface="Arial" panose="020B0604020202020204" pitchFamily="34" charset="0"/>
              </a:rPr>
              <a:t>In fact, for every point that resides on this line, the line equation (</a:t>
            </a:r>
            <a:r>
              <a:rPr lang="en-US" dirty="0">
                <a:solidFill>
                  <a:schemeClr val="bg1"/>
                </a:solidFill>
                <a:highlight>
                  <a:srgbClr val="C0C0C0"/>
                </a:highlight>
                <a:latin typeface="Arial" panose="020B0604020202020204" pitchFamily="34" charset="0"/>
                <a:cs typeface="Arial" panose="020B0604020202020204" pitchFamily="34" charset="0"/>
              </a:rPr>
              <a:t>1x-4y+3</a:t>
            </a:r>
            <a:r>
              <a:rPr lang="en-US" dirty="0">
                <a:solidFill>
                  <a:schemeClr val="bg1"/>
                </a:solidFill>
                <a:latin typeface="Arial" panose="020B0604020202020204" pitchFamily="34" charset="0"/>
                <a:cs typeface="Arial" panose="020B0604020202020204" pitchFamily="34" charset="0"/>
              </a:rPr>
              <a:t>) will always result in </a:t>
            </a:r>
            <a:r>
              <a:rPr lang="en-US" b="1" dirty="0">
                <a:solidFill>
                  <a:schemeClr val="bg1"/>
                </a:solidFill>
                <a:highlight>
                  <a:srgbClr val="C0C0C0"/>
                </a:highlight>
                <a:latin typeface="Arial" panose="020B0604020202020204" pitchFamily="34" charset="0"/>
                <a:cs typeface="Arial" panose="020B0604020202020204" pitchFamily="34" charset="0"/>
              </a:rPr>
              <a:t>0</a:t>
            </a:r>
          </a:p>
        </p:txBody>
      </p:sp>
      <p:sp>
        <p:nvSpPr>
          <p:cNvPr id="14" name="Rectangle 13">
            <a:extLst>
              <a:ext uri="{FF2B5EF4-FFF2-40B4-BE49-F238E27FC236}">
                <a16:creationId xmlns:a16="http://schemas.microsoft.com/office/drawing/2014/main" id="{1BA10E83-DECC-3A29-74AA-739705CCC5AA}"/>
              </a:ext>
            </a:extLst>
          </p:cNvPr>
          <p:cNvSpPr/>
          <p:nvPr/>
        </p:nvSpPr>
        <p:spPr>
          <a:xfrm>
            <a:off x="2238692" y="1908047"/>
            <a:ext cx="6217920" cy="423332"/>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45721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32"/>
                                        </p:tgtEl>
                                        <p:attrNameLst>
                                          <p:attrName>style.visibility</p:attrName>
                                        </p:attrNameLst>
                                      </p:cBhvr>
                                      <p:to>
                                        <p:strVal val="visible"/>
                                      </p:to>
                                    </p:set>
                                    <p:animEffect transition="in" filter="randombar(horizontal)">
                                      <p:cBhvr>
                                        <p:cTn id="7" dur="500"/>
                                        <p:tgtEl>
                                          <p:spTgt spid="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Algorithm</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859001" cy="1676400"/>
              </a:xfrm>
            </p:spPr>
            <p:txBody>
              <a:bodyPr/>
              <a:lstStyle/>
              <a:p>
                <a:pPr marL="0" indent="0">
                  <a:buNone/>
                </a:pPr>
                <a:r>
                  <a:rPr lang="en-US" b="0" dirty="0">
                    <a:latin typeface="Cambria Math" panose="02040503050406030204" pitchFamily="18" charset="0"/>
                    <a:cs typeface="Arial" panose="020B0604020202020204" pitchFamily="34" charset="0"/>
                  </a:rPr>
                  <a:t>To understand the meaning </a:t>
                </a:r>
                <a:r>
                  <a:rPr lang="en-US" dirty="0">
                    <a:latin typeface="Cambria Math" panose="02040503050406030204" pitchFamily="18" charset="0"/>
                    <a:cs typeface="Arial" panose="020B0604020202020204" pitchFamily="34" charset="0"/>
                  </a:rPr>
                  <a:t>of the equation, </a:t>
                </a:r>
                <a:r>
                  <a:rPr lang="en-US" b="0" dirty="0">
                    <a:latin typeface="Cambria Math" panose="02040503050406030204" pitchFamily="18" charset="0"/>
                    <a:cs typeface="Arial" panose="020B0604020202020204" pitchFamily="34" charset="0"/>
                  </a:rPr>
                  <a:t>lets consider the following line: </a:t>
                </a:r>
                <a14:m>
                  <m:oMath xmlns:m="http://schemas.openxmlformats.org/officeDocument/2006/math">
                    <m:r>
                      <a:rPr lang="en-US" b="0" i="0" smtClean="0">
                        <a:latin typeface="Cambria Math" panose="02040503050406030204" pitchFamily="18" charset="0"/>
                        <a:cs typeface="Arial" panose="020B0604020202020204" pitchFamily="34" charset="0"/>
                      </a:rPr>
                      <m:t>1</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𝒙</m:t>
                    </m:r>
                    <m:r>
                      <a:rPr lang="en-US" b="1" i="1" smtClean="0">
                        <a:latin typeface="Cambria Math" panose="02040503050406030204" pitchFamily="18" charset="0"/>
                        <a:cs typeface="Arial" panose="020B0604020202020204" pitchFamily="34" charset="0"/>
                      </a:rPr>
                      <m:t>+</m:t>
                    </m:r>
                    <m:d>
                      <m:dPr>
                        <m:ctrlPr>
                          <a:rPr lang="en-US" b="1" i="1" smtClean="0">
                            <a:latin typeface="Cambria Math" panose="02040503050406030204" pitchFamily="18" charset="0"/>
                            <a:cs typeface="Arial" panose="020B0604020202020204" pitchFamily="34" charset="0"/>
                          </a:rPr>
                        </m:ctrlPr>
                      </m:dPr>
                      <m:e>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𝟒</m:t>
                        </m:r>
                      </m:e>
                    </m:d>
                    <m:r>
                      <a:rPr lang="en-US" b="1" i="1" smtClean="0">
                        <a:latin typeface="Cambria Math" panose="02040503050406030204" pitchFamily="18" charset="0"/>
                        <a:ea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𝒚</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𝟑</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𝟎</m:t>
                    </m:r>
                    <m:r>
                      <a:rPr lang="en-US" b="1" i="1" smtClean="0">
                        <a:latin typeface="Cambria Math" panose="02040503050406030204" pitchFamily="18" charset="0"/>
                        <a:cs typeface="Arial" panose="020B0604020202020204" pitchFamily="34" charset="0"/>
                      </a:rPr>
                      <m:t>, </m:t>
                    </m:r>
                    <m:r>
                      <a:rPr lang="en-US" b="1" i="1" smtClean="0">
                        <a:latin typeface="Cambria Math" panose="02040503050406030204" pitchFamily="18" charset="0"/>
                        <a:cs typeface="Arial" panose="020B0604020202020204" pitchFamily="34" charset="0"/>
                      </a:rPr>
                      <m:t>𝒂</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𝟏</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𝒃</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𝟒</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𝒄</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𝟑</m:t>
                    </m:r>
                  </m:oMath>
                </a14:m>
                <a:r>
                  <a:rPr lang="en-US" b="1" dirty="0">
                    <a:latin typeface="Cambria Math" panose="02040503050406030204" pitchFamily="18" charset="0"/>
                    <a:cs typeface="Arial" panose="020B0604020202020204" pitchFamily="34" charset="0"/>
                  </a:rPr>
                  <a:t>  </a:t>
                </a:r>
                <a:r>
                  <a:rPr lang="en-US" b="0" dirty="0">
                    <a:latin typeface="Cambria Math" panose="02040503050406030204" pitchFamily="18" charset="0"/>
                    <a:cs typeface="Arial" panose="020B0604020202020204" pitchFamily="34" charset="0"/>
                  </a:rPr>
                  <a:t>as described in the below picture.</a:t>
                </a:r>
              </a:p>
            </p:txBody>
          </p:sp>
        </mc:Choice>
        <mc:Fallback xmlns="">
          <p:sp>
            <p:nvSpPr>
              <p:cNvPr id="6" name="Content Placeholder 5">
                <a:extLst>
                  <a:ext uri="{FF2B5EF4-FFF2-40B4-BE49-F238E27FC236}">
                    <a16:creationId xmlns:a16="http://schemas.microsoft.com/office/drawing/2014/main" id="{75C8F42D-68F5-9BC0-5FC5-9D26B76AB49A}"/>
                  </a:ext>
                </a:extLst>
              </p:cNvPr>
              <p:cNvSpPr>
                <a:spLocks noGrp="1" noRot="1" noChangeAspect="1" noMove="1" noResize="1" noEditPoints="1" noAdjustHandles="1" noChangeArrowheads="1" noChangeShapeType="1" noTextEdit="1"/>
              </p:cNvSpPr>
              <p:nvPr>
                <p:ph idx="1"/>
              </p:nvPr>
            </p:nvSpPr>
            <p:spPr>
              <a:xfrm>
                <a:off x="1645611" y="1600200"/>
                <a:ext cx="9859001" cy="1676400"/>
              </a:xfrm>
              <a:blipFill>
                <a:blip r:embed="rId2"/>
                <a:stretch>
                  <a:fillRect l="-1030" t="-4511"/>
                </a:stretch>
              </a:blipFill>
            </p:spPr>
            <p:txBody>
              <a:bodyPr/>
              <a:lstStyle/>
              <a:p>
                <a:r>
                  <a:rPr lang="en-US">
                    <a:noFill/>
                  </a:rPr>
                  <a:t> </a:t>
                </a:r>
              </a:p>
            </p:txBody>
          </p:sp>
        </mc:Fallback>
      </mc:AlternateContent>
      <p:grpSp>
        <p:nvGrpSpPr>
          <p:cNvPr id="7" name="Group 6">
            <a:extLst>
              <a:ext uri="{FF2B5EF4-FFF2-40B4-BE49-F238E27FC236}">
                <a16:creationId xmlns:a16="http://schemas.microsoft.com/office/drawing/2014/main" id="{42B32645-CD4E-18D8-DF6F-45FC0DF5D1D8}"/>
              </a:ext>
            </a:extLst>
          </p:cNvPr>
          <p:cNvGrpSpPr/>
          <p:nvPr/>
        </p:nvGrpSpPr>
        <p:grpSpPr>
          <a:xfrm>
            <a:off x="1516718" y="3240009"/>
            <a:ext cx="9317334" cy="3588791"/>
            <a:chOff x="1516718" y="3240009"/>
            <a:chExt cx="9317334" cy="3588791"/>
          </a:xfrm>
        </p:grpSpPr>
        <p:grpSp>
          <p:nvGrpSpPr>
            <p:cNvPr id="410" name="Group 409">
              <a:extLst>
                <a:ext uri="{FF2B5EF4-FFF2-40B4-BE49-F238E27FC236}">
                  <a16:creationId xmlns:a16="http://schemas.microsoft.com/office/drawing/2014/main" id="{88B3EBF7-C9A2-D9F2-3358-428A949F3CD4}"/>
                </a:ext>
              </a:extLst>
            </p:cNvPr>
            <p:cNvGrpSpPr/>
            <p:nvPr/>
          </p:nvGrpSpPr>
          <p:grpSpPr>
            <a:xfrm>
              <a:off x="2055812" y="3657600"/>
              <a:ext cx="8778240" cy="2971800"/>
              <a:chOff x="2132012" y="3124200"/>
              <a:chExt cx="8778240" cy="2971800"/>
            </a:xfrm>
          </p:grpSpPr>
          <p:grpSp>
            <p:nvGrpSpPr>
              <p:cNvPr id="403" name="Group 402">
                <a:extLst>
                  <a:ext uri="{FF2B5EF4-FFF2-40B4-BE49-F238E27FC236}">
                    <a16:creationId xmlns:a16="http://schemas.microsoft.com/office/drawing/2014/main" id="{17AB6608-F51E-D44B-5D04-5ADBEFBA3C28}"/>
                  </a:ext>
                </a:extLst>
              </p:cNvPr>
              <p:cNvGrpSpPr/>
              <p:nvPr/>
            </p:nvGrpSpPr>
            <p:grpSpPr>
              <a:xfrm>
                <a:off x="2132012" y="3124200"/>
                <a:ext cx="8778240" cy="2926080"/>
                <a:chOff x="2132012" y="3124200"/>
                <a:chExt cx="8778240" cy="2926080"/>
              </a:xfrm>
            </p:grpSpPr>
            <p:grpSp>
              <p:nvGrpSpPr>
                <p:cNvPr id="125" name="Group 124">
                  <a:extLst>
                    <a:ext uri="{FF2B5EF4-FFF2-40B4-BE49-F238E27FC236}">
                      <a16:creationId xmlns:a16="http://schemas.microsoft.com/office/drawing/2014/main" id="{9CBAC667-CF1B-92BF-8137-C3B66C320A63}"/>
                    </a:ext>
                  </a:extLst>
                </p:cNvPr>
                <p:cNvGrpSpPr/>
                <p:nvPr/>
              </p:nvGrpSpPr>
              <p:grpSpPr>
                <a:xfrm>
                  <a:off x="2132012" y="3124200"/>
                  <a:ext cx="2926080" cy="2926080"/>
                  <a:chOff x="2132012" y="3124200"/>
                  <a:chExt cx="2926080" cy="2926080"/>
                </a:xfrm>
              </p:grpSpPr>
              <p:grpSp>
                <p:nvGrpSpPr>
                  <p:cNvPr id="69" name="Group 68">
                    <a:extLst>
                      <a:ext uri="{FF2B5EF4-FFF2-40B4-BE49-F238E27FC236}">
                        <a16:creationId xmlns:a16="http://schemas.microsoft.com/office/drawing/2014/main" id="{57CE3321-BDA9-BC9D-4458-5A9FDFCC9279}"/>
                      </a:ext>
                    </a:extLst>
                  </p:cNvPr>
                  <p:cNvGrpSpPr/>
                  <p:nvPr/>
                </p:nvGrpSpPr>
                <p:grpSpPr>
                  <a:xfrm>
                    <a:off x="2132012" y="3124200"/>
                    <a:ext cx="2926080" cy="1463040"/>
                    <a:chOff x="2970212" y="4724400"/>
                    <a:chExt cx="2926080" cy="1463040"/>
                  </a:xfrm>
                </p:grpSpPr>
                <p:grpSp>
                  <p:nvGrpSpPr>
                    <p:cNvPr id="41" name="Group 40">
                      <a:extLst>
                        <a:ext uri="{FF2B5EF4-FFF2-40B4-BE49-F238E27FC236}">
                          <a16:creationId xmlns:a16="http://schemas.microsoft.com/office/drawing/2014/main" id="{E591D691-764B-040E-1287-F2E1AFEE5A49}"/>
                        </a:ext>
                      </a:extLst>
                    </p:cNvPr>
                    <p:cNvGrpSpPr/>
                    <p:nvPr/>
                  </p:nvGrpSpPr>
                  <p:grpSpPr>
                    <a:xfrm>
                      <a:off x="2970212" y="4724400"/>
                      <a:ext cx="1463040" cy="1463040"/>
                      <a:chOff x="2970212" y="4724400"/>
                      <a:chExt cx="1463040" cy="1463040"/>
                    </a:xfrm>
                  </p:grpSpPr>
                  <p:grpSp>
                    <p:nvGrpSpPr>
                      <p:cNvPr id="21" name="Group 20">
                        <a:extLst>
                          <a:ext uri="{FF2B5EF4-FFF2-40B4-BE49-F238E27FC236}">
                            <a16:creationId xmlns:a16="http://schemas.microsoft.com/office/drawing/2014/main" id="{3FE1A9B0-E26D-384A-8587-D9FB00A3D72B}"/>
                          </a:ext>
                        </a:extLst>
                      </p:cNvPr>
                      <p:cNvGrpSpPr/>
                      <p:nvPr/>
                    </p:nvGrpSpPr>
                    <p:grpSpPr>
                      <a:xfrm>
                        <a:off x="2970212" y="4724400"/>
                        <a:ext cx="1463040" cy="731520"/>
                        <a:chOff x="2970212" y="4724400"/>
                        <a:chExt cx="1463040" cy="731520"/>
                      </a:xfrm>
                    </p:grpSpPr>
                    <p:grpSp>
                      <p:nvGrpSpPr>
                        <p:cNvPr id="12" name="Group 11">
                          <a:extLst>
                            <a:ext uri="{FF2B5EF4-FFF2-40B4-BE49-F238E27FC236}">
                              <a16:creationId xmlns:a16="http://schemas.microsoft.com/office/drawing/2014/main" id="{D8B94FAE-1D6F-221E-9C77-92A447977311}"/>
                            </a:ext>
                          </a:extLst>
                        </p:cNvPr>
                        <p:cNvGrpSpPr/>
                        <p:nvPr/>
                      </p:nvGrpSpPr>
                      <p:grpSpPr>
                        <a:xfrm>
                          <a:off x="2970212" y="4724400"/>
                          <a:ext cx="731520" cy="731520"/>
                          <a:chOff x="2970212" y="4724400"/>
                          <a:chExt cx="731520" cy="731520"/>
                        </a:xfrm>
                      </p:grpSpPr>
                      <p:grpSp>
                        <p:nvGrpSpPr>
                          <p:cNvPr id="9" name="Group 8">
                            <a:extLst>
                              <a:ext uri="{FF2B5EF4-FFF2-40B4-BE49-F238E27FC236}">
                                <a16:creationId xmlns:a16="http://schemas.microsoft.com/office/drawing/2014/main" id="{FDA4200E-7308-5745-D397-42C3A1941F97}"/>
                              </a:ext>
                            </a:extLst>
                          </p:cNvPr>
                          <p:cNvGrpSpPr/>
                          <p:nvPr/>
                        </p:nvGrpSpPr>
                        <p:grpSpPr>
                          <a:xfrm>
                            <a:off x="2970212" y="4724400"/>
                            <a:ext cx="731520" cy="365760"/>
                            <a:chOff x="2970212" y="4724400"/>
                            <a:chExt cx="731520" cy="365760"/>
                          </a:xfrm>
                        </p:grpSpPr>
                        <p:sp>
                          <p:nvSpPr>
                            <p:cNvPr id="4" name="Rectangle 3">
                              <a:extLst>
                                <a:ext uri="{FF2B5EF4-FFF2-40B4-BE49-F238E27FC236}">
                                  <a16:creationId xmlns:a16="http://schemas.microsoft.com/office/drawing/2014/main" id="{40A1CE94-EFD3-2136-E072-F672753A679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AA4C45E6-FCD4-0567-B532-9A52124BA01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 name="Rectangle 9">
                            <a:extLst>
                              <a:ext uri="{FF2B5EF4-FFF2-40B4-BE49-F238E27FC236}">
                                <a16:creationId xmlns:a16="http://schemas.microsoft.com/office/drawing/2014/main" id="{A0B5002B-6CF4-9256-9D80-1757C55991E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 name="Rectangle 10">
                            <a:extLst>
                              <a:ext uri="{FF2B5EF4-FFF2-40B4-BE49-F238E27FC236}">
                                <a16:creationId xmlns:a16="http://schemas.microsoft.com/office/drawing/2014/main" id="{7948705D-8B21-7B36-379C-C3D1BF9047A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F8F5FDF1-4199-1447-6130-7EB6BD3D2F1D}"/>
                            </a:ext>
                          </a:extLst>
                        </p:cNvPr>
                        <p:cNvGrpSpPr/>
                        <p:nvPr/>
                      </p:nvGrpSpPr>
                      <p:grpSpPr>
                        <a:xfrm>
                          <a:off x="3701732" y="4724400"/>
                          <a:ext cx="731520" cy="731520"/>
                          <a:chOff x="2970212" y="4724400"/>
                          <a:chExt cx="731520" cy="731520"/>
                        </a:xfrm>
                      </p:grpSpPr>
                      <p:grpSp>
                        <p:nvGrpSpPr>
                          <p:cNvPr id="16" name="Group 15">
                            <a:extLst>
                              <a:ext uri="{FF2B5EF4-FFF2-40B4-BE49-F238E27FC236}">
                                <a16:creationId xmlns:a16="http://schemas.microsoft.com/office/drawing/2014/main" id="{78EF4743-9A9F-A0A7-0608-53590E58AF48}"/>
                              </a:ext>
                            </a:extLst>
                          </p:cNvPr>
                          <p:cNvGrpSpPr/>
                          <p:nvPr/>
                        </p:nvGrpSpPr>
                        <p:grpSpPr>
                          <a:xfrm>
                            <a:off x="2970212" y="4724400"/>
                            <a:ext cx="731520" cy="365760"/>
                            <a:chOff x="2970212" y="4724400"/>
                            <a:chExt cx="731520" cy="365760"/>
                          </a:xfrm>
                        </p:grpSpPr>
                        <p:sp>
                          <p:nvSpPr>
                            <p:cNvPr id="19" name="Rectangle 18">
                              <a:extLst>
                                <a:ext uri="{FF2B5EF4-FFF2-40B4-BE49-F238E27FC236}">
                                  <a16:creationId xmlns:a16="http://schemas.microsoft.com/office/drawing/2014/main" id="{EA711D48-D6C3-65ED-4089-C8498EEAB111}"/>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 name="Rectangle 19">
                              <a:extLst>
                                <a:ext uri="{FF2B5EF4-FFF2-40B4-BE49-F238E27FC236}">
                                  <a16:creationId xmlns:a16="http://schemas.microsoft.com/office/drawing/2014/main" id="{6F418835-1B9D-65D8-0266-23456CAAF174}"/>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ABFAFC10-8BDA-1167-B0C6-EFB75A83681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8" name="Rectangle 17">
                            <a:extLst>
                              <a:ext uri="{FF2B5EF4-FFF2-40B4-BE49-F238E27FC236}">
                                <a16:creationId xmlns:a16="http://schemas.microsoft.com/office/drawing/2014/main" id="{5C71C587-4D6E-565C-9679-F5FAFD607D0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8" name="Group 27">
                        <a:extLst>
                          <a:ext uri="{FF2B5EF4-FFF2-40B4-BE49-F238E27FC236}">
                            <a16:creationId xmlns:a16="http://schemas.microsoft.com/office/drawing/2014/main" id="{49373B72-7E08-2D1A-F813-2A9786513C90}"/>
                          </a:ext>
                        </a:extLst>
                      </p:cNvPr>
                      <p:cNvGrpSpPr/>
                      <p:nvPr/>
                    </p:nvGrpSpPr>
                    <p:grpSpPr>
                      <a:xfrm>
                        <a:off x="2970212" y="5455920"/>
                        <a:ext cx="1463040" cy="731520"/>
                        <a:chOff x="2970212" y="4724400"/>
                        <a:chExt cx="1463040" cy="731520"/>
                      </a:xfrm>
                    </p:grpSpPr>
                    <p:grpSp>
                      <p:nvGrpSpPr>
                        <p:cNvPr id="29" name="Group 28">
                          <a:extLst>
                            <a:ext uri="{FF2B5EF4-FFF2-40B4-BE49-F238E27FC236}">
                              <a16:creationId xmlns:a16="http://schemas.microsoft.com/office/drawing/2014/main" id="{5718B21C-F6A5-7D68-5C18-101867B9D4A3}"/>
                            </a:ext>
                          </a:extLst>
                        </p:cNvPr>
                        <p:cNvGrpSpPr/>
                        <p:nvPr/>
                      </p:nvGrpSpPr>
                      <p:grpSpPr>
                        <a:xfrm>
                          <a:off x="2970212" y="4724400"/>
                          <a:ext cx="731520" cy="731520"/>
                          <a:chOff x="2970212" y="4724400"/>
                          <a:chExt cx="731520" cy="731520"/>
                        </a:xfrm>
                      </p:grpSpPr>
                      <p:grpSp>
                        <p:nvGrpSpPr>
                          <p:cNvPr id="36" name="Group 35">
                            <a:extLst>
                              <a:ext uri="{FF2B5EF4-FFF2-40B4-BE49-F238E27FC236}">
                                <a16:creationId xmlns:a16="http://schemas.microsoft.com/office/drawing/2014/main" id="{3B278792-A4BC-D4E5-0966-FE8BB6FDDF9B}"/>
                              </a:ext>
                            </a:extLst>
                          </p:cNvPr>
                          <p:cNvGrpSpPr/>
                          <p:nvPr/>
                        </p:nvGrpSpPr>
                        <p:grpSpPr>
                          <a:xfrm>
                            <a:off x="2970212" y="4724400"/>
                            <a:ext cx="731520" cy="365760"/>
                            <a:chOff x="2970212" y="4724400"/>
                            <a:chExt cx="731520" cy="365760"/>
                          </a:xfrm>
                        </p:grpSpPr>
                        <p:sp>
                          <p:nvSpPr>
                            <p:cNvPr id="39" name="Rectangle 38">
                              <a:extLst>
                                <a:ext uri="{FF2B5EF4-FFF2-40B4-BE49-F238E27FC236}">
                                  <a16:creationId xmlns:a16="http://schemas.microsoft.com/office/drawing/2014/main" id="{13A8CF73-5EB4-9A75-6143-563910E97BF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 name="Rectangle 39">
                              <a:extLst>
                                <a:ext uri="{FF2B5EF4-FFF2-40B4-BE49-F238E27FC236}">
                                  <a16:creationId xmlns:a16="http://schemas.microsoft.com/office/drawing/2014/main" id="{9D4E0F80-DD44-E107-7159-2C4A9C649327}"/>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7" name="Rectangle 36">
                            <a:extLst>
                              <a:ext uri="{FF2B5EF4-FFF2-40B4-BE49-F238E27FC236}">
                                <a16:creationId xmlns:a16="http://schemas.microsoft.com/office/drawing/2014/main" id="{260A1155-EDF9-E4A7-6C6C-E9E13E59295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 name="Rectangle 37">
                            <a:extLst>
                              <a:ext uri="{FF2B5EF4-FFF2-40B4-BE49-F238E27FC236}">
                                <a16:creationId xmlns:a16="http://schemas.microsoft.com/office/drawing/2014/main" id="{25B1D993-EE4A-69DE-A5FA-47373AFFE06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2E2EF1A7-9B43-2820-2A53-D0C1CDDEF949}"/>
                            </a:ext>
                          </a:extLst>
                        </p:cNvPr>
                        <p:cNvGrpSpPr/>
                        <p:nvPr/>
                      </p:nvGrpSpPr>
                      <p:grpSpPr>
                        <a:xfrm>
                          <a:off x="3701732" y="4724400"/>
                          <a:ext cx="731520" cy="731520"/>
                          <a:chOff x="2970212" y="4724400"/>
                          <a:chExt cx="731520" cy="731520"/>
                        </a:xfrm>
                      </p:grpSpPr>
                      <p:grpSp>
                        <p:nvGrpSpPr>
                          <p:cNvPr id="31" name="Group 30">
                            <a:extLst>
                              <a:ext uri="{FF2B5EF4-FFF2-40B4-BE49-F238E27FC236}">
                                <a16:creationId xmlns:a16="http://schemas.microsoft.com/office/drawing/2014/main" id="{A18F52D0-B7F7-C731-7DE7-6883F2C935CD}"/>
                              </a:ext>
                            </a:extLst>
                          </p:cNvPr>
                          <p:cNvGrpSpPr/>
                          <p:nvPr/>
                        </p:nvGrpSpPr>
                        <p:grpSpPr>
                          <a:xfrm>
                            <a:off x="2970212" y="4724400"/>
                            <a:ext cx="731520" cy="365760"/>
                            <a:chOff x="2970212" y="4724400"/>
                            <a:chExt cx="731520" cy="365760"/>
                          </a:xfrm>
                        </p:grpSpPr>
                        <p:sp>
                          <p:nvSpPr>
                            <p:cNvPr id="34" name="Rectangle 33">
                              <a:extLst>
                                <a:ext uri="{FF2B5EF4-FFF2-40B4-BE49-F238E27FC236}">
                                  <a16:creationId xmlns:a16="http://schemas.microsoft.com/office/drawing/2014/main" id="{8437F47D-5007-6290-FFE2-C4DEA9740CA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 name="Rectangle 34">
                              <a:extLst>
                                <a:ext uri="{FF2B5EF4-FFF2-40B4-BE49-F238E27FC236}">
                                  <a16:creationId xmlns:a16="http://schemas.microsoft.com/office/drawing/2014/main" id="{036B0E81-F778-8426-B1F3-DFC4B751109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2" name="Rectangle 31">
                            <a:extLst>
                              <a:ext uri="{FF2B5EF4-FFF2-40B4-BE49-F238E27FC236}">
                                <a16:creationId xmlns:a16="http://schemas.microsoft.com/office/drawing/2014/main" id="{DA846111-1FC3-30BC-794A-5430619991D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 name="Rectangle 32">
                            <a:extLst>
                              <a:ext uri="{FF2B5EF4-FFF2-40B4-BE49-F238E27FC236}">
                                <a16:creationId xmlns:a16="http://schemas.microsoft.com/office/drawing/2014/main" id="{948700FF-46EE-7304-FD9E-9ADE26AE2AEB}"/>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42" name="Group 41">
                      <a:extLst>
                        <a:ext uri="{FF2B5EF4-FFF2-40B4-BE49-F238E27FC236}">
                          <a16:creationId xmlns:a16="http://schemas.microsoft.com/office/drawing/2014/main" id="{172ABDE7-1C1D-2911-7658-525298CE9549}"/>
                        </a:ext>
                      </a:extLst>
                    </p:cNvPr>
                    <p:cNvGrpSpPr/>
                    <p:nvPr/>
                  </p:nvGrpSpPr>
                  <p:grpSpPr>
                    <a:xfrm>
                      <a:off x="4433252" y="4724400"/>
                      <a:ext cx="1463040" cy="1463040"/>
                      <a:chOff x="2970212" y="4724400"/>
                      <a:chExt cx="1463040" cy="1463040"/>
                    </a:xfrm>
                  </p:grpSpPr>
                  <p:grpSp>
                    <p:nvGrpSpPr>
                      <p:cNvPr id="43" name="Group 42">
                        <a:extLst>
                          <a:ext uri="{FF2B5EF4-FFF2-40B4-BE49-F238E27FC236}">
                            <a16:creationId xmlns:a16="http://schemas.microsoft.com/office/drawing/2014/main" id="{0B454B95-6AED-5998-C509-C0BAC8087CE0}"/>
                          </a:ext>
                        </a:extLst>
                      </p:cNvPr>
                      <p:cNvGrpSpPr/>
                      <p:nvPr/>
                    </p:nvGrpSpPr>
                    <p:grpSpPr>
                      <a:xfrm>
                        <a:off x="2970212" y="4724400"/>
                        <a:ext cx="1463040" cy="731520"/>
                        <a:chOff x="2970212" y="4724400"/>
                        <a:chExt cx="1463040" cy="731520"/>
                      </a:xfrm>
                    </p:grpSpPr>
                    <p:grpSp>
                      <p:nvGrpSpPr>
                        <p:cNvPr id="57" name="Group 56">
                          <a:extLst>
                            <a:ext uri="{FF2B5EF4-FFF2-40B4-BE49-F238E27FC236}">
                              <a16:creationId xmlns:a16="http://schemas.microsoft.com/office/drawing/2014/main" id="{CE03F92E-45A3-4EB2-EC57-2A11F3AE20CF}"/>
                            </a:ext>
                          </a:extLst>
                        </p:cNvPr>
                        <p:cNvGrpSpPr/>
                        <p:nvPr/>
                      </p:nvGrpSpPr>
                      <p:grpSpPr>
                        <a:xfrm>
                          <a:off x="2970212" y="4724400"/>
                          <a:ext cx="731520" cy="731520"/>
                          <a:chOff x="2970212" y="4724400"/>
                          <a:chExt cx="731520" cy="731520"/>
                        </a:xfrm>
                      </p:grpSpPr>
                      <p:grpSp>
                        <p:nvGrpSpPr>
                          <p:cNvPr id="64" name="Group 63">
                            <a:extLst>
                              <a:ext uri="{FF2B5EF4-FFF2-40B4-BE49-F238E27FC236}">
                                <a16:creationId xmlns:a16="http://schemas.microsoft.com/office/drawing/2014/main" id="{B1920F4D-A5A2-27FE-AEB3-9AD7FC1BAED2}"/>
                              </a:ext>
                            </a:extLst>
                          </p:cNvPr>
                          <p:cNvGrpSpPr/>
                          <p:nvPr/>
                        </p:nvGrpSpPr>
                        <p:grpSpPr>
                          <a:xfrm>
                            <a:off x="2970212" y="4724400"/>
                            <a:ext cx="731520" cy="365760"/>
                            <a:chOff x="2970212" y="4724400"/>
                            <a:chExt cx="731520" cy="365760"/>
                          </a:xfrm>
                        </p:grpSpPr>
                        <p:sp>
                          <p:nvSpPr>
                            <p:cNvPr id="67" name="Rectangle 66">
                              <a:extLst>
                                <a:ext uri="{FF2B5EF4-FFF2-40B4-BE49-F238E27FC236}">
                                  <a16:creationId xmlns:a16="http://schemas.microsoft.com/office/drawing/2014/main" id="{1B96144B-3BC7-5C9C-7EA3-9C021A70CB7F}"/>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8" name="Rectangle 67">
                              <a:extLst>
                                <a:ext uri="{FF2B5EF4-FFF2-40B4-BE49-F238E27FC236}">
                                  <a16:creationId xmlns:a16="http://schemas.microsoft.com/office/drawing/2014/main" id="{05B0656E-5999-0B70-7CE7-274773257D6E}"/>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65" name="Rectangle 64">
                            <a:extLst>
                              <a:ext uri="{FF2B5EF4-FFF2-40B4-BE49-F238E27FC236}">
                                <a16:creationId xmlns:a16="http://schemas.microsoft.com/office/drawing/2014/main" id="{5F464F21-5061-D038-E819-C7DF0BE7261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6" name="Rectangle 65">
                            <a:extLst>
                              <a:ext uri="{FF2B5EF4-FFF2-40B4-BE49-F238E27FC236}">
                                <a16:creationId xmlns:a16="http://schemas.microsoft.com/office/drawing/2014/main" id="{933FEF85-2585-0566-D089-AD52D2C61DC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58" name="Group 57">
                          <a:extLst>
                            <a:ext uri="{FF2B5EF4-FFF2-40B4-BE49-F238E27FC236}">
                              <a16:creationId xmlns:a16="http://schemas.microsoft.com/office/drawing/2014/main" id="{6EE20B55-F3DE-4BA5-4002-4C8F7847D116}"/>
                            </a:ext>
                          </a:extLst>
                        </p:cNvPr>
                        <p:cNvGrpSpPr/>
                        <p:nvPr/>
                      </p:nvGrpSpPr>
                      <p:grpSpPr>
                        <a:xfrm>
                          <a:off x="3701732" y="4724400"/>
                          <a:ext cx="731520" cy="731520"/>
                          <a:chOff x="2970212" y="4724400"/>
                          <a:chExt cx="731520" cy="731520"/>
                        </a:xfrm>
                      </p:grpSpPr>
                      <p:grpSp>
                        <p:nvGrpSpPr>
                          <p:cNvPr id="59" name="Group 58">
                            <a:extLst>
                              <a:ext uri="{FF2B5EF4-FFF2-40B4-BE49-F238E27FC236}">
                                <a16:creationId xmlns:a16="http://schemas.microsoft.com/office/drawing/2014/main" id="{3255FB4D-5554-8B8E-0C7A-28F863B6B67B}"/>
                              </a:ext>
                            </a:extLst>
                          </p:cNvPr>
                          <p:cNvGrpSpPr/>
                          <p:nvPr/>
                        </p:nvGrpSpPr>
                        <p:grpSpPr>
                          <a:xfrm>
                            <a:off x="2970212" y="4724400"/>
                            <a:ext cx="731520" cy="365760"/>
                            <a:chOff x="2970212" y="4724400"/>
                            <a:chExt cx="731520" cy="365760"/>
                          </a:xfrm>
                        </p:grpSpPr>
                        <p:sp>
                          <p:nvSpPr>
                            <p:cNvPr id="62" name="Rectangle 61">
                              <a:extLst>
                                <a:ext uri="{FF2B5EF4-FFF2-40B4-BE49-F238E27FC236}">
                                  <a16:creationId xmlns:a16="http://schemas.microsoft.com/office/drawing/2014/main" id="{6387A1E8-475B-82DC-CC51-10242640AF9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3" name="Rectangle 62">
                              <a:extLst>
                                <a:ext uri="{FF2B5EF4-FFF2-40B4-BE49-F238E27FC236}">
                                  <a16:creationId xmlns:a16="http://schemas.microsoft.com/office/drawing/2014/main" id="{E1262F7B-14BA-BC08-8254-4E74B858383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60" name="Rectangle 59">
                            <a:extLst>
                              <a:ext uri="{FF2B5EF4-FFF2-40B4-BE49-F238E27FC236}">
                                <a16:creationId xmlns:a16="http://schemas.microsoft.com/office/drawing/2014/main" id="{251DA5CD-9A2C-1716-7390-4CF9F7FE5FA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1" name="Rectangle 60">
                            <a:extLst>
                              <a:ext uri="{FF2B5EF4-FFF2-40B4-BE49-F238E27FC236}">
                                <a16:creationId xmlns:a16="http://schemas.microsoft.com/office/drawing/2014/main" id="{563E7A1D-EA89-29BD-301D-3385197B513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44" name="Group 43">
                        <a:extLst>
                          <a:ext uri="{FF2B5EF4-FFF2-40B4-BE49-F238E27FC236}">
                            <a16:creationId xmlns:a16="http://schemas.microsoft.com/office/drawing/2014/main" id="{3F03E808-9C24-C334-856A-3AF613303F02}"/>
                          </a:ext>
                        </a:extLst>
                      </p:cNvPr>
                      <p:cNvGrpSpPr/>
                      <p:nvPr/>
                    </p:nvGrpSpPr>
                    <p:grpSpPr>
                      <a:xfrm>
                        <a:off x="2970212" y="5455920"/>
                        <a:ext cx="1463040" cy="731520"/>
                        <a:chOff x="2970212" y="4724400"/>
                        <a:chExt cx="1463040" cy="731520"/>
                      </a:xfrm>
                    </p:grpSpPr>
                    <p:grpSp>
                      <p:nvGrpSpPr>
                        <p:cNvPr id="45" name="Group 44">
                          <a:extLst>
                            <a:ext uri="{FF2B5EF4-FFF2-40B4-BE49-F238E27FC236}">
                              <a16:creationId xmlns:a16="http://schemas.microsoft.com/office/drawing/2014/main" id="{F7A39F38-820C-4B63-0005-B627346FCF22}"/>
                            </a:ext>
                          </a:extLst>
                        </p:cNvPr>
                        <p:cNvGrpSpPr/>
                        <p:nvPr/>
                      </p:nvGrpSpPr>
                      <p:grpSpPr>
                        <a:xfrm>
                          <a:off x="2970212" y="4724400"/>
                          <a:ext cx="731520" cy="731520"/>
                          <a:chOff x="2970212" y="4724400"/>
                          <a:chExt cx="731520" cy="731520"/>
                        </a:xfrm>
                      </p:grpSpPr>
                      <p:grpSp>
                        <p:nvGrpSpPr>
                          <p:cNvPr id="52" name="Group 51">
                            <a:extLst>
                              <a:ext uri="{FF2B5EF4-FFF2-40B4-BE49-F238E27FC236}">
                                <a16:creationId xmlns:a16="http://schemas.microsoft.com/office/drawing/2014/main" id="{F1758ADC-828F-B3B2-3659-EBD8EC5426E7}"/>
                              </a:ext>
                            </a:extLst>
                          </p:cNvPr>
                          <p:cNvGrpSpPr/>
                          <p:nvPr/>
                        </p:nvGrpSpPr>
                        <p:grpSpPr>
                          <a:xfrm>
                            <a:off x="2970212" y="4724400"/>
                            <a:ext cx="731520" cy="365760"/>
                            <a:chOff x="2970212" y="4724400"/>
                            <a:chExt cx="731520" cy="365760"/>
                          </a:xfrm>
                        </p:grpSpPr>
                        <p:sp>
                          <p:nvSpPr>
                            <p:cNvPr id="55" name="Rectangle 54">
                              <a:extLst>
                                <a:ext uri="{FF2B5EF4-FFF2-40B4-BE49-F238E27FC236}">
                                  <a16:creationId xmlns:a16="http://schemas.microsoft.com/office/drawing/2014/main" id="{5F54D3B5-1228-CD52-8DE6-24916633AC3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6" name="Rectangle 55">
                              <a:extLst>
                                <a:ext uri="{FF2B5EF4-FFF2-40B4-BE49-F238E27FC236}">
                                  <a16:creationId xmlns:a16="http://schemas.microsoft.com/office/drawing/2014/main" id="{297F7C33-C433-C621-F5EF-CB8A73500DB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53" name="Rectangle 52">
                            <a:extLst>
                              <a:ext uri="{FF2B5EF4-FFF2-40B4-BE49-F238E27FC236}">
                                <a16:creationId xmlns:a16="http://schemas.microsoft.com/office/drawing/2014/main" id="{041D8961-5A58-EAC7-4F60-37E2F065010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4" name="Rectangle 53">
                            <a:extLst>
                              <a:ext uri="{FF2B5EF4-FFF2-40B4-BE49-F238E27FC236}">
                                <a16:creationId xmlns:a16="http://schemas.microsoft.com/office/drawing/2014/main" id="{43D832B5-98C0-9773-46AC-B4F4808D74EC}"/>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46" name="Group 45">
                          <a:extLst>
                            <a:ext uri="{FF2B5EF4-FFF2-40B4-BE49-F238E27FC236}">
                              <a16:creationId xmlns:a16="http://schemas.microsoft.com/office/drawing/2014/main" id="{CE22E725-4FAF-F456-61B3-1AD9FD78B673}"/>
                            </a:ext>
                          </a:extLst>
                        </p:cNvPr>
                        <p:cNvGrpSpPr/>
                        <p:nvPr/>
                      </p:nvGrpSpPr>
                      <p:grpSpPr>
                        <a:xfrm>
                          <a:off x="3701732" y="4724400"/>
                          <a:ext cx="731520" cy="731520"/>
                          <a:chOff x="2970212" y="4724400"/>
                          <a:chExt cx="731520" cy="731520"/>
                        </a:xfrm>
                      </p:grpSpPr>
                      <p:grpSp>
                        <p:nvGrpSpPr>
                          <p:cNvPr id="47" name="Group 46">
                            <a:extLst>
                              <a:ext uri="{FF2B5EF4-FFF2-40B4-BE49-F238E27FC236}">
                                <a16:creationId xmlns:a16="http://schemas.microsoft.com/office/drawing/2014/main" id="{299BEFDF-8275-E8F6-6CD0-5064A6D17B4C}"/>
                              </a:ext>
                            </a:extLst>
                          </p:cNvPr>
                          <p:cNvGrpSpPr/>
                          <p:nvPr/>
                        </p:nvGrpSpPr>
                        <p:grpSpPr>
                          <a:xfrm>
                            <a:off x="2970212" y="4724400"/>
                            <a:ext cx="731520" cy="365760"/>
                            <a:chOff x="2970212" y="4724400"/>
                            <a:chExt cx="731520" cy="365760"/>
                          </a:xfrm>
                        </p:grpSpPr>
                        <p:sp>
                          <p:nvSpPr>
                            <p:cNvPr id="50" name="Rectangle 49">
                              <a:extLst>
                                <a:ext uri="{FF2B5EF4-FFF2-40B4-BE49-F238E27FC236}">
                                  <a16:creationId xmlns:a16="http://schemas.microsoft.com/office/drawing/2014/main" id="{0A617FE3-F397-5B24-3183-B268F92FC3E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1" name="Rectangle 50">
                              <a:extLst>
                                <a:ext uri="{FF2B5EF4-FFF2-40B4-BE49-F238E27FC236}">
                                  <a16:creationId xmlns:a16="http://schemas.microsoft.com/office/drawing/2014/main" id="{683B4162-9B1A-98EB-80B3-CCAB33FFE7D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48" name="Rectangle 47">
                            <a:extLst>
                              <a:ext uri="{FF2B5EF4-FFF2-40B4-BE49-F238E27FC236}">
                                <a16:creationId xmlns:a16="http://schemas.microsoft.com/office/drawing/2014/main" id="{AC91D1CB-EDC8-AE8C-73C6-97463B4845F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9" name="Rectangle 48">
                            <a:extLst>
                              <a:ext uri="{FF2B5EF4-FFF2-40B4-BE49-F238E27FC236}">
                                <a16:creationId xmlns:a16="http://schemas.microsoft.com/office/drawing/2014/main" id="{CF654491-3515-DDCB-8697-EBAD8A13ECE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70" name="Group 69">
                    <a:extLst>
                      <a:ext uri="{FF2B5EF4-FFF2-40B4-BE49-F238E27FC236}">
                        <a16:creationId xmlns:a16="http://schemas.microsoft.com/office/drawing/2014/main" id="{E95469E0-711B-401E-894B-91041B2AF119}"/>
                      </a:ext>
                    </a:extLst>
                  </p:cNvPr>
                  <p:cNvGrpSpPr/>
                  <p:nvPr/>
                </p:nvGrpSpPr>
                <p:grpSpPr>
                  <a:xfrm>
                    <a:off x="2132012" y="4587240"/>
                    <a:ext cx="2926080" cy="1463040"/>
                    <a:chOff x="2970212" y="4724400"/>
                    <a:chExt cx="2926080" cy="1463040"/>
                  </a:xfrm>
                </p:grpSpPr>
                <p:grpSp>
                  <p:nvGrpSpPr>
                    <p:cNvPr id="71" name="Group 70">
                      <a:extLst>
                        <a:ext uri="{FF2B5EF4-FFF2-40B4-BE49-F238E27FC236}">
                          <a16:creationId xmlns:a16="http://schemas.microsoft.com/office/drawing/2014/main" id="{6063D257-015D-E24A-EA83-C81CD94D8E19}"/>
                        </a:ext>
                      </a:extLst>
                    </p:cNvPr>
                    <p:cNvGrpSpPr/>
                    <p:nvPr/>
                  </p:nvGrpSpPr>
                  <p:grpSpPr>
                    <a:xfrm>
                      <a:off x="2970212" y="4724400"/>
                      <a:ext cx="1463040" cy="1463040"/>
                      <a:chOff x="2970212" y="4724400"/>
                      <a:chExt cx="1463040" cy="1463040"/>
                    </a:xfrm>
                  </p:grpSpPr>
                  <p:grpSp>
                    <p:nvGrpSpPr>
                      <p:cNvPr id="99" name="Group 98">
                        <a:extLst>
                          <a:ext uri="{FF2B5EF4-FFF2-40B4-BE49-F238E27FC236}">
                            <a16:creationId xmlns:a16="http://schemas.microsoft.com/office/drawing/2014/main" id="{3EDDBEC6-7846-E653-FD8E-B3C71DCC2E4D}"/>
                          </a:ext>
                        </a:extLst>
                      </p:cNvPr>
                      <p:cNvGrpSpPr/>
                      <p:nvPr/>
                    </p:nvGrpSpPr>
                    <p:grpSpPr>
                      <a:xfrm>
                        <a:off x="2970212" y="4724400"/>
                        <a:ext cx="1463040" cy="731520"/>
                        <a:chOff x="2970212" y="4724400"/>
                        <a:chExt cx="1463040" cy="731520"/>
                      </a:xfrm>
                    </p:grpSpPr>
                    <p:grpSp>
                      <p:nvGrpSpPr>
                        <p:cNvPr id="113" name="Group 112">
                          <a:extLst>
                            <a:ext uri="{FF2B5EF4-FFF2-40B4-BE49-F238E27FC236}">
                              <a16:creationId xmlns:a16="http://schemas.microsoft.com/office/drawing/2014/main" id="{A3F75599-EAA3-FFBF-E7B8-D987A8832813}"/>
                            </a:ext>
                          </a:extLst>
                        </p:cNvPr>
                        <p:cNvGrpSpPr/>
                        <p:nvPr/>
                      </p:nvGrpSpPr>
                      <p:grpSpPr>
                        <a:xfrm>
                          <a:off x="2970212" y="4724400"/>
                          <a:ext cx="731520" cy="731520"/>
                          <a:chOff x="2970212" y="4724400"/>
                          <a:chExt cx="731520" cy="731520"/>
                        </a:xfrm>
                      </p:grpSpPr>
                      <p:grpSp>
                        <p:nvGrpSpPr>
                          <p:cNvPr id="120" name="Group 119">
                            <a:extLst>
                              <a:ext uri="{FF2B5EF4-FFF2-40B4-BE49-F238E27FC236}">
                                <a16:creationId xmlns:a16="http://schemas.microsoft.com/office/drawing/2014/main" id="{CDE596BE-B4E6-1733-084F-28E76F7CA6F9}"/>
                              </a:ext>
                            </a:extLst>
                          </p:cNvPr>
                          <p:cNvGrpSpPr/>
                          <p:nvPr/>
                        </p:nvGrpSpPr>
                        <p:grpSpPr>
                          <a:xfrm>
                            <a:off x="2970212" y="4724400"/>
                            <a:ext cx="731520" cy="365760"/>
                            <a:chOff x="2970212" y="4724400"/>
                            <a:chExt cx="731520" cy="365760"/>
                          </a:xfrm>
                        </p:grpSpPr>
                        <p:sp>
                          <p:nvSpPr>
                            <p:cNvPr id="123" name="Rectangle 122">
                              <a:extLst>
                                <a:ext uri="{FF2B5EF4-FFF2-40B4-BE49-F238E27FC236}">
                                  <a16:creationId xmlns:a16="http://schemas.microsoft.com/office/drawing/2014/main" id="{B0D96188-04A0-22D5-D874-095A052F9AB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4" name="Rectangle 123">
                              <a:extLst>
                                <a:ext uri="{FF2B5EF4-FFF2-40B4-BE49-F238E27FC236}">
                                  <a16:creationId xmlns:a16="http://schemas.microsoft.com/office/drawing/2014/main" id="{BC6B740B-A72F-B611-6CF9-D4CBE8D9054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21" name="Rectangle 120">
                            <a:extLst>
                              <a:ext uri="{FF2B5EF4-FFF2-40B4-BE49-F238E27FC236}">
                                <a16:creationId xmlns:a16="http://schemas.microsoft.com/office/drawing/2014/main" id="{B507DF56-15B3-21BF-23DF-27625BC533B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2" name="Rectangle 121">
                            <a:extLst>
                              <a:ext uri="{FF2B5EF4-FFF2-40B4-BE49-F238E27FC236}">
                                <a16:creationId xmlns:a16="http://schemas.microsoft.com/office/drawing/2014/main" id="{A15750D7-5656-46D8-7720-FE6AE66AAD7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14" name="Group 113">
                          <a:extLst>
                            <a:ext uri="{FF2B5EF4-FFF2-40B4-BE49-F238E27FC236}">
                              <a16:creationId xmlns:a16="http://schemas.microsoft.com/office/drawing/2014/main" id="{167AE103-F7A8-D8EE-786D-03E04FDEC31A}"/>
                            </a:ext>
                          </a:extLst>
                        </p:cNvPr>
                        <p:cNvGrpSpPr/>
                        <p:nvPr/>
                      </p:nvGrpSpPr>
                      <p:grpSpPr>
                        <a:xfrm>
                          <a:off x="3701732" y="4724400"/>
                          <a:ext cx="731520" cy="731520"/>
                          <a:chOff x="2970212" y="4724400"/>
                          <a:chExt cx="731520" cy="731520"/>
                        </a:xfrm>
                      </p:grpSpPr>
                      <p:grpSp>
                        <p:nvGrpSpPr>
                          <p:cNvPr id="115" name="Group 114">
                            <a:extLst>
                              <a:ext uri="{FF2B5EF4-FFF2-40B4-BE49-F238E27FC236}">
                                <a16:creationId xmlns:a16="http://schemas.microsoft.com/office/drawing/2014/main" id="{6848AAFC-3591-A12C-4B2F-CF6C1ACA0D30}"/>
                              </a:ext>
                            </a:extLst>
                          </p:cNvPr>
                          <p:cNvGrpSpPr/>
                          <p:nvPr/>
                        </p:nvGrpSpPr>
                        <p:grpSpPr>
                          <a:xfrm>
                            <a:off x="2970212" y="4724400"/>
                            <a:ext cx="731520" cy="365760"/>
                            <a:chOff x="2970212" y="4724400"/>
                            <a:chExt cx="731520" cy="365760"/>
                          </a:xfrm>
                        </p:grpSpPr>
                        <p:sp>
                          <p:nvSpPr>
                            <p:cNvPr id="118" name="Rectangle 117">
                              <a:extLst>
                                <a:ext uri="{FF2B5EF4-FFF2-40B4-BE49-F238E27FC236}">
                                  <a16:creationId xmlns:a16="http://schemas.microsoft.com/office/drawing/2014/main" id="{2F4780AA-FB05-B79A-D9E9-DD6E1A217F3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9" name="Rectangle 118">
                              <a:extLst>
                                <a:ext uri="{FF2B5EF4-FFF2-40B4-BE49-F238E27FC236}">
                                  <a16:creationId xmlns:a16="http://schemas.microsoft.com/office/drawing/2014/main" id="{EEABC3C4-7E4E-0B81-F1B1-C3F11EA2DD96}"/>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16" name="Rectangle 115">
                            <a:extLst>
                              <a:ext uri="{FF2B5EF4-FFF2-40B4-BE49-F238E27FC236}">
                                <a16:creationId xmlns:a16="http://schemas.microsoft.com/office/drawing/2014/main" id="{BF7B9303-2F8C-3562-0912-D58F5147790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7" name="Rectangle 116">
                            <a:extLst>
                              <a:ext uri="{FF2B5EF4-FFF2-40B4-BE49-F238E27FC236}">
                                <a16:creationId xmlns:a16="http://schemas.microsoft.com/office/drawing/2014/main" id="{D4A37911-CC9A-07C1-0DB1-DC3FA199BCEA}"/>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100" name="Group 99">
                        <a:extLst>
                          <a:ext uri="{FF2B5EF4-FFF2-40B4-BE49-F238E27FC236}">
                            <a16:creationId xmlns:a16="http://schemas.microsoft.com/office/drawing/2014/main" id="{CF544DE0-89E8-BAC0-9C76-D7FA94F9E538}"/>
                          </a:ext>
                        </a:extLst>
                      </p:cNvPr>
                      <p:cNvGrpSpPr/>
                      <p:nvPr/>
                    </p:nvGrpSpPr>
                    <p:grpSpPr>
                      <a:xfrm>
                        <a:off x="2970212" y="5455920"/>
                        <a:ext cx="1463040" cy="731520"/>
                        <a:chOff x="2970212" y="4724400"/>
                        <a:chExt cx="1463040" cy="731520"/>
                      </a:xfrm>
                    </p:grpSpPr>
                    <p:grpSp>
                      <p:nvGrpSpPr>
                        <p:cNvPr id="101" name="Group 100">
                          <a:extLst>
                            <a:ext uri="{FF2B5EF4-FFF2-40B4-BE49-F238E27FC236}">
                              <a16:creationId xmlns:a16="http://schemas.microsoft.com/office/drawing/2014/main" id="{4FC06795-F10A-E9E6-F495-F56590495C49}"/>
                            </a:ext>
                          </a:extLst>
                        </p:cNvPr>
                        <p:cNvGrpSpPr/>
                        <p:nvPr/>
                      </p:nvGrpSpPr>
                      <p:grpSpPr>
                        <a:xfrm>
                          <a:off x="2970212" y="4724400"/>
                          <a:ext cx="731520" cy="731520"/>
                          <a:chOff x="2970212" y="4724400"/>
                          <a:chExt cx="731520" cy="731520"/>
                        </a:xfrm>
                      </p:grpSpPr>
                      <p:grpSp>
                        <p:nvGrpSpPr>
                          <p:cNvPr id="108" name="Group 107">
                            <a:extLst>
                              <a:ext uri="{FF2B5EF4-FFF2-40B4-BE49-F238E27FC236}">
                                <a16:creationId xmlns:a16="http://schemas.microsoft.com/office/drawing/2014/main" id="{1C19B01F-A570-89E8-C3CC-59F0A0FBCE7B}"/>
                              </a:ext>
                            </a:extLst>
                          </p:cNvPr>
                          <p:cNvGrpSpPr/>
                          <p:nvPr/>
                        </p:nvGrpSpPr>
                        <p:grpSpPr>
                          <a:xfrm>
                            <a:off x="2970212" y="4724400"/>
                            <a:ext cx="731520" cy="365760"/>
                            <a:chOff x="2970212" y="4724400"/>
                            <a:chExt cx="731520" cy="365760"/>
                          </a:xfrm>
                        </p:grpSpPr>
                        <p:sp>
                          <p:nvSpPr>
                            <p:cNvPr id="111" name="Rectangle 110">
                              <a:extLst>
                                <a:ext uri="{FF2B5EF4-FFF2-40B4-BE49-F238E27FC236}">
                                  <a16:creationId xmlns:a16="http://schemas.microsoft.com/office/drawing/2014/main" id="{0475172F-A701-179F-3590-7EA1E0E9F06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2" name="Rectangle 111">
                              <a:extLst>
                                <a:ext uri="{FF2B5EF4-FFF2-40B4-BE49-F238E27FC236}">
                                  <a16:creationId xmlns:a16="http://schemas.microsoft.com/office/drawing/2014/main" id="{2A9B2116-36D4-2C79-5539-EF359C79CCC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9" name="Rectangle 108">
                            <a:extLst>
                              <a:ext uri="{FF2B5EF4-FFF2-40B4-BE49-F238E27FC236}">
                                <a16:creationId xmlns:a16="http://schemas.microsoft.com/office/drawing/2014/main" id="{67F3D780-72E5-E985-7072-9223AFB5490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0" name="Rectangle 109">
                            <a:extLst>
                              <a:ext uri="{FF2B5EF4-FFF2-40B4-BE49-F238E27FC236}">
                                <a16:creationId xmlns:a16="http://schemas.microsoft.com/office/drawing/2014/main" id="{5C5EE404-8C54-E591-73AD-0E202A91E85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02" name="Group 101">
                          <a:extLst>
                            <a:ext uri="{FF2B5EF4-FFF2-40B4-BE49-F238E27FC236}">
                              <a16:creationId xmlns:a16="http://schemas.microsoft.com/office/drawing/2014/main" id="{718540D2-5A18-4A15-6DBF-EC61EA8079A2}"/>
                            </a:ext>
                          </a:extLst>
                        </p:cNvPr>
                        <p:cNvGrpSpPr/>
                        <p:nvPr/>
                      </p:nvGrpSpPr>
                      <p:grpSpPr>
                        <a:xfrm>
                          <a:off x="3701732" y="4724400"/>
                          <a:ext cx="731520" cy="731520"/>
                          <a:chOff x="2970212" y="4724400"/>
                          <a:chExt cx="731520" cy="731520"/>
                        </a:xfrm>
                      </p:grpSpPr>
                      <p:grpSp>
                        <p:nvGrpSpPr>
                          <p:cNvPr id="103" name="Group 102">
                            <a:extLst>
                              <a:ext uri="{FF2B5EF4-FFF2-40B4-BE49-F238E27FC236}">
                                <a16:creationId xmlns:a16="http://schemas.microsoft.com/office/drawing/2014/main" id="{121E8F8B-F587-E153-9DE3-FF09F3CD7ACA}"/>
                              </a:ext>
                            </a:extLst>
                          </p:cNvPr>
                          <p:cNvGrpSpPr/>
                          <p:nvPr/>
                        </p:nvGrpSpPr>
                        <p:grpSpPr>
                          <a:xfrm>
                            <a:off x="2970212" y="4724400"/>
                            <a:ext cx="731520" cy="365760"/>
                            <a:chOff x="2970212" y="4724400"/>
                            <a:chExt cx="731520" cy="365760"/>
                          </a:xfrm>
                        </p:grpSpPr>
                        <p:sp>
                          <p:nvSpPr>
                            <p:cNvPr id="106" name="Rectangle 105">
                              <a:extLst>
                                <a:ext uri="{FF2B5EF4-FFF2-40B4-BE49-F238E27FC236}">
                                  <a16:creationId xmlns:a16="http://schemas.microsoft.com/office/drawing/2014/main" id="{59A0CDD8-3D30-ABC2-A14D-78C57C4E64F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7" name="Rectangle 106">
                              <a:extLst>
                                <a:ext uri="{FF2B5EF4-FFF2-40B4-BE49-F238E27FC236}">
                                  <a16:creationId xmlns:a16="http://schemas.microsoft.com/office/drawing/2014/main" id="{58B50FA8-F41E-47C8-8DA1-923FEB3C4336}"/>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4" name="Rectangle 103">
                            <a:extLst>
                              <a:ext uri="{FF2B5EF4-FFF2-40B4-BE49-F238E27FC236}">
                                <a16:creationId xmlns:a16="http://schemas.microsoft.com/office/drawing/2014/main" id="{D438CEEF-1996-ED72-0079-0828AABF86A7}"/>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5" name="Rectangle 104">
                            <a:extLst>
                              <a:ext uri="{FF2B5EF4-FFF2-40B4-BE49-F238E27FC236}">
                                <a16:creationId xmlns:a16="http://schemas.microsoft.com/office/drawing/2014/main" id="{DCBEBCE6-0EB8-FE07-2688-30DF0F9E07BA}"/>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72" name="Group 71">
                      <a:extLst>
                        <a:ext uri="{FF2B5EF4-FFF2-40B4-BE49-F238E27FC236}">
                          <a16:creationId xmlns:a16="http://schemas.microsoft.com/office/drawing/2014/main" id="{4C278C3C-E639-0FF7-0766-5BD33506231E}"/>
                        </a:ext>
                      </a:extLst>
                    </p:cNvPr>
                    <p:cNvGrpSpPr/>
                    <p:nvPr/>
                  </p:nvGrpSpPr>
                  <p:grpSpPr>
                    <a:xfrm>
                      <a:off x="4433252" y="4724400"/>
                      <a:ext cx="1463040" cy="1463040"/>
                      <a:chOff x="2970212" y="4724400"/>
                      <a:chExt cx="1463040" cy="1463040"/>
                    </a:xfrm>
                  </p:grpSpPr>
                  <p:grpSp>
                    <p:nvGrpSpPr>
                      <p:cNvPr id="73" name="Group 72">
                        <a:extLst>
                          <a:ext uri="{FF2B5EF4-FFF2-40B4-BE49-F238E27FC236}">
                            <a16:creationId xmlns:a16="http://schemas.microsoft.com/office/drawing/2014/main" id="{9836511F-9DD3-BD97-D57A-6C2193911599}"/>
                          </a:ext>
                        </a:extLst>
                      </p:cNvPr>
                      <p:cNvGrpSpPr/>
                      <p:nvPr/>
                    </p:nvGrpSpPr>
                    <p:grpSpPr>
                      <a:xfrm>
                        <a:off x="2970212" y="4724400"/>
                        <a:ext cx="1463040" cy="731520"/>
                        <a:chOff x="2970212" y="4724400"/>
                        <a:chExt cx="1463040" cy="731520"/>
                      </a:xfrm>
                    </p:grpSpPr>
                    <p:grpSp>
                      <p:nvGrpSpPr>
                        <p:cNvPr id="87" name="Group 86">
                          <a:extLst>
                            <a:ext uri="{FF2B5EF4-FFF2-40B4-BE49-F238E27FC236}">
                              <a16:creationId xmlns:a16="http://schemas.microsoft.com/office/drawing/2014/main" id="{1632F4D5-DFCB-BD94-A7E3-3D952CEDCE88}"/>
                            </a:ext>
                          </a:extLst>
                        </p:cNvPr>
                        <p:cNvGrpSpPr/>
                        <p:nvPr/>
                      </p:nvGrpSpPr>
                      <p:grpSpPr>
                        <a:xfrm>
                          <a:off x="2970212" y="4724400"/>
                          <a:ext cx="731520" cy="731520"/>
                          <a:chOff x="2970212" y="4724400"/>
                          <a:chExt cx="731520" cy="731520"/>
                        </a:xfrm>
                      </p:grpSpPr>
                      <p:grpSp>
                        <p:nvGrpSpPr>
                          <p:cNvPr id="94" name="Group 93">
                            <a:extLst>
                              <a:ext uri="{FF2B5EF4-FFF2-40B4-BE49-F238E27FC236}">
                                <a16:creationId xmlns:a16="http://schemas.microsoft.com/office/drawing/2014/main" id="{33544E49-7FAE-172F-4B0F-D0640360A780}"/>
                              </a:ext>
                            </a:extLst>
                          </p:cNvPr>
                          <p:cNvGrpSpPr/>
                          <p:nvPr/>
                        </p:nvGrpSpPr>
                        <p:grpSpPr>
                          <a:xfrm>
                            <a:off x="2970212" y="4724400"/>
                            <a:ext cx="731520" cy="365760"/>
                            <a:chOff x="2970212" y="4724400"/>
                            <a:chExt cx="731520" cy="365760"/>
                          </a:xfrm>
                        </p:grpSpPr>
                        <p:sp>
                          <p:nvSpPr>
                            <p:cNvPr id="97" name="Rectangle 96">
                              <a:extLst>
                                <a:ext uri="{FF2B5EF4-FFF2-40B4-BE49-F238E27FC236}">
                                  <a16:creationId xmlns:a16="http://schemas.microsoft.com/office/drawing/2014/main" id="{D63F5653-3FDF-6652-227C-DC33EB042D6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8" name="Rectangle 97">
                              <a:extLst>
                                <a:ext uri="{FF2B5EF4-FFF2-40B4-BE49-F238E27FC236}">
                                  <a16:creationId xmlns:a16="http://schemas.microsoft.com/office/drawing/2014/main" id="{65619C36-BEA1-4657-12B7-CEC8A1EA805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95" name="Rectangle 94">
                            <a:extLst>
                              <a:ext uri="{FF2B5EF4-FFF2-40B4-BE49-F238E27FC236}">
                                <a16:creationId xmlns:a16="http://schemas.microsoft.com/office/drawing/2014/main" id="{694E9D81-48B5-8521-BBEC-C690EE038CC7}"/>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6" name="Rectangle 95">
                            <a:extLst>
                              <a:ext uri="{FF2B5EF4-FFF2-40B4-BE49-F238E27FC236}">
                                <a16:creationId xmlns:a16="http://schemas.microsoft.com/office/drawing/2014/main" id="{CA2C897E-11CA-5E93-05EF-17A51BF39A6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88" name="Group 87">
                          <a:extLst>
                            <a:ext uri="{FF2B5EF4-FFF2-40B4-BE49-F238E27FC236}">
                              <a16:creationId xmlns:a16="http://schemas.microsoft.com/office/drawing/2014/main" id="{4D913862-B20B-01D7-BA7A-23DF0FC8A023}"/>
                            </a:ext>
                          </a:extLst>
                        </p:cNvPr>
                        <p:cNvGrpSpPr/>
                        <p:nvPr/>
                      </p:nvGrpSpPr>
                      <p:grpSpPr>
                        <a:xfrm>
                          <a:off x="3701732" y="4724400"/>
                          <a:ext cx="731520" cy="731520"/>
                          <a:chOff x="2970212" y="4724400"/>
                          <a:chExt cx="731520" cy="731520"/>
                        </a:xfrm>
                      </p:grpSpPr>
                      <p:grpSp>
                        <p:nvGrpSpPr>
                          <p:cNvPr id="89" name="Group 88">
                            <a:extLst>
                              <a:ext uri="{FF2B5EF4-FFF2-40B4-BE49-F238E27FC236}">
                                <a16:creationId xmlns:a16="http://schemas.microsoft.com/office/drawing/2014/main" id="{8FE2F16A-FBA6-3715-9FAF-DA5B91918AC5}"/>
                              </a:ext>
                            </a:extLst>
                          </p:cNvPr>
                          <p:cNvGrpSpPr/>
                          <p:nvPr/>
                        </p:nvGrpSpPr>
                        <p:grpSpPr>
                          <a:xfrm>
                            <a:off x="2970212" y="4724400"/>
                            <a:ext cx="731520" cy="365760"/>
                            <a:chOff x="2970212" y="4724400"/>
                            <a:chExt cx="731520" cy="365760"/>
                          </a:xfrm>
                        </p:grpSpPr>
                        <p:sp>
                          <p:nvSpPr>
                            <p:cNvPr id="92" name="Rectangle 91">
                              <a:extLst>
                                <a:ext uri="{FF2B5EF4-FFF2-40B4-BE49-F238E27FC236}">
                                  <a16:creationId xmlns:a16="http://schemas.microsoft.com/office/drawing/2014/main" id="{7C349BBE-B81B-E489-1F04-39B66BA09B8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3" name="Rectangle 92">
                              <a:extLst>
                                <a:ext uri="{FF2B5EF4-FFF2-40B4-BE49-F238E27FC236}">
                                  <a16:creationId xmlns:a16="http://schemas.microsoft.com/office/drawing/2014/main" id="{9A19E765-3F13-4EA2-D03C-B67F297007D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90" name="Rectangle 89">
                            <a:extLst>
                              <a:ext uri="{FF2B5EF4-FFF2-40B4-BE49-F238E27FC236}">
                                <a16:creationId xmlns:a16="http://schemas.microsoft.com/office/drawing/2014/main" id="{51623074-FD5A-5EDB-3E7F-3D6C29E935A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1" name="Rectangle 90">
                            <a:extLst>
                              <a:ext uri="{FF2B5EF4-FFF2-40B4-BE49-F238E27FC236}">
                                <a16:creationId xmlns:a16="http://schemas.microsoft.com/office/drawing/2014/main" id="{11CD845C-BA43-1456-DD19-FF5C701D362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74" name="Group 73">
                        <a:extLst>
                          <a:ext uri="{FF2B5EF4-FFF2-40B4-BE49-F238E27FC236}">
                            <a16:creationId xmlns:a16="http://schemas.microsoft.com/office/drawing/2014/main" id="{2B9F4068-F64E-9A70-0942-B4FAC9D7D943}"/>
                          </a:ext>
                        </a:extLst>
                      </p:cNvPr>
                      <p:cNvGrpSpPr/>
                      <p:nvPr/>
                    </p:nvGrpSpPr>
                    <p:grpSpPr>
                      <a:xfrm>
                        <a:off x="2970212" y="5455920"/>
                        <a:ext cx="1463040" cy="731520"/>
                        <a:chOff x="2970212" y="4724400"/>
                        <a:chExt cx="1463040" cy="731520"/>
                      </a:xfrm>
                    </p:grpSpPr>
                    <p:grpSp>
                      <p:nvGrpSpPr>
                        <p:cNvPr id="75" name="Group 74">
                          <a:extLst>
                            <a:ext uri="{FF2B5EF4-FFF2-40B4-BE49-F238E27FC236}">
                              <a16:creationId xmlns:a16="http://schemas.microsoft.com/office/drawing/2014/main" id="{D05932E0-B12B-BF27-A4A8-8D2D063F6019}"/>
                            </a:ext>
                          </a:extLst>
                        </p:cNvPr>
                        <p:cNvGrpSpPr/>
                        <p:nvPr/>
                      </p:nvGrpSpPr>
                      <p:grpSpPr>
                        <a:xfrm>
                          <a:off x="2970212" y="4724400"/>
                          <a:ext cx="731520" cy="731520"/>
                          <a:chOff x="2970212" y="4724400"/>
                          <a:chExt cx="731520" cy="731520"/>
                        </a:xfrm>
                      </p:grpSpPr>
                      <p:grpSp>
                        <p:nvGrpSpPr>
                          <p:cNvPr id="82" name="Group 81">
                            <a:extLst>
                              <a:ext uri="{FF2B5EF4-FFF2-40B4-BE49-F238E27FC236}">
                                <a16:creationId xmlns:a16="http://schemas.microsoft.com/office/drawing/2014/main" id="{F84CB894-33FE-A944-BCC7-B251CCA6ACA0}"/>
                              </a:ext>
                            </a:extLst>
                          </p:cNvPr>
                          <p:cNvGrpSpPr/>
                          <p:nvPr/>
                        </p:nvGrpSpPr>
                        <p:grpSpPr>
                          <a:xfrm>
                            <a:off x="2970212" y="4724400"/>
                            <a:ext cx="731520" cy="365760"/>
                            <a:chOff x="2970212" y="4724400"/>
                            <a:chExt cx="731520" cy="365760"/>
                          </a:xfrm>
                        </p:grpSpPr>
                        <p:sp>
                          <p:nvSpPr>
                            <p:cNvPr id="85" name="Rectangle 84">
                              <a:extLst>
                                <a:ext uri="{FF2B5EF4-FFF2-40B4-BE49-F238E27FC236}">
                                  <a16:creationId xmlns:a16="http://schemas.microsoft.com/office/drawing/2014/main" id="{2FC057C4-C309-A93E-094C-71B40536744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6" name="Rectangle 85">
                              <a:extLst>
                                <a:ext uri="{FF2B5EF4-FFF2-40B4-BE49-F238E27FC236}">
                                  <a16:creationId xmlns:a16="http://schemas.microsoft.com/office/drawing/2014/main" id="{800F61F2-C59A-0FE9-1E91-693D88C10F3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83" name="Rectangle 82">
                            <a:extLst>
                              <a:ext uri="{FF2B5EF4-FFF2-40B4-BE49-F238E27FC236}">
                                <a16:creationId xmlns:a16="http://schemas.microsoft.com/office/drawing/2014/main" id="{61CFD236-CD48-896A-9EAB-7C866808564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4" name="Rectangle 83">
                            <a:extLst>
                              <a:ext uri="{FF2B5EF4-FFF2-40B4-BE49-F238E27FC236}">
                                <a16:creationId xmlns:a16="http://schemas.microsoft.com/office/drawing/2014/main" id="{8344BEDB-3286-D01F-7BCA-DD23A6A2337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76" name="Group 75">
                          <a:extLst>
                            <a:ext uri="{FF2B5EF4-FFF2-40B4-BE49-F238E27FC236}">
                              <a16:creationId xmlns:a16="http://schemas.microsoft.com/office/drawing/2014/main" id="{7EC9B7F6-C063-F80F-8D0C-AF776D5C6DFD}"/>
                            </a:ext>
                          </a:extLst>
                        </p:cNvPr>
                        <p:cNvGrpSpPr/>
                        <p:nvPr/>
                      </p:nvGrpSpPr>
                      <p:grpSpPr>
                        <a:xfrm>
                          <a:off x="3701732" y="4724400"/>
                          <a:ext cx="731520" cy="731520"/>
                          <a:chOff x="2970212" y="4724400"/>
                          <a:chExt cx="731520" cy="731520"/>
                        </a:xfrm>
                      </p:grpSpPr>
                      <p:grpSp>
                        <p:nvGrpSpPr>
                          <p:cNvPr id="77" name="Group 76">
                            <a:extLst>
                              <a:ext uri="{FF2B5EF4-FFF2-40B4-BE49-F238E27FC236}">
                                <a16:creationId xmlns:a16="http://schemas.microsoft.com/office/drawing/2014/main" id="{A7DE8B47-9940-81D4-7876-55E49B9E78DD}"/>
                              </a:ext>
                            </a:extLst>
                          </p:cNvPr>
                          <p:cNvGrpSpPr/>
                          <p:nvPr/>
                        </p:nvGrpSpPr>
                        <p:grpSpPr>
                          <a:xfrm>
                            <a:off x="2970212" y="4724400"/>
                            <a:ext cx="731520" cy="365760"/>
                            <a:chOff x="2970212" y="4724400"/>
                            <a:chExt cx="731520" cy="365760"/>
                          </a:xfrm>
                        </p:grpSpPr>
                        <p:sp>
                          <p:nvSpPr>
                            <p:cNvPr id="80" name="Rectangle 79">
                              <a:extLst>
                                <a:ext uri="{FF2B5EF4-FFF2-40B4-BE49-F238E27FC236}">
                                  <a16:creationId xmlns:a16="http://schemas.microsoft.com/office/drawing/2014/main" id="{BFCFA2A4-EB6B-5304-F901-6BC569403A2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1" name="Rectangle 80">
                              <a:extLst>
                                <a:ext uri="{FF2B5EF4-FFF2-40B4-BE49-F238E27FC236}">
                                  <a16:creationId xmlns:a16="http://schemas.microsoft.com/office/drawing/2014/main" id="{D8E8473B-5331-52DD-3334-6863996B64F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78" name="Rectangle 77">
                            <a:extLst>
                              <a:ext uri="{FF2B5EF4-FFF2-40B4-BE49-F238E27FC236}">
                                <a16:creationId xmlns:a16="http://schemas.microsoft.com/office/drawing/2014/main" id="{541AA220-D7DC-C29F-8842-8D4920CB6CA0}"/>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9" name="Rectangle 78">
                            <a:extLst>
                              <a:ext uri="{FF2B5EF4-FFF2-40B4-BE49-F238E27FC236}">
                                <a16:creationId xmlns:a16="http://schemas.microsoft.com/office/drawing/2014/main" id="{804BD431-E88F-82F7-5245-C271B0D2D15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nvGrpSpPr>
                <p:cNvPr id="181" name="Group 180">
                  <a:extLst>
                    <a:ext uri="{FF2B5EF4-FFF2-40B4-BE49-F238E27FC236}">
                      <a16:creationId xmlns:a16="http://schemas.microsoft.com/office/drawing/2014/main" id="{DC3D0616-E758-97E1-EE77-8AD5F2BBC1A3}"/>
                    </a:ext>
                  </a:extLst>
                </p:cNvPr>
                <p:cNvGrpSpPr/>
                <p:nvPr/>
              </p:nvGrpSpPr>
              <p:grpSpPr>
                <a:xfrm>
                  <a:off x="5058092" y="3124200"/>
                  <a:ext cx="2926080" cy="2926080"/>
                  <a:chOff x="2132012" y="3124200"/>
                  <a:chExt cx="2926080" cy="2926080"/>
                </a:xfrm>
              </p:grpSpPr>
              <p:grpSp>
                <p:nvGrpSpPr>
                  <p:cNvPr id="182" name="Group 181">
                    <a:extLst>
                      <a:ext uri="{FF2B5EF4-FFF2-40B4-BE49-F238E27FC236}">
                        <a16:creationId xmlns:a16="http://schemas.microsoft.com/office/drawing/2014/main" id="{F06B89F4-01E6-A43C-2504-750C1E31021A}"/>
                      </a:ext>
                    </a:extLst>
                  </p:cNvPr>
                  <p:cNvGrpSpPr/>
                  <p:nvPr/>
                </p:nvGrpSpPr>
                <p:grpSpPr>
                  <a:xfrm>
                    <a:off x="2132012" y="3124200"/>
                    <a:ext cx="2926080" cy="1463040"/>
                    <a:chOff x="2970212" y="4724400"/>
                    <a:chExt cx="2926080" cy="1463040"/>
                  </a:xfrm>
                </p:grpSpPr>
                <p:grpSp>
                  <p:nvGrpSpPr>
                    <p:cNvPr id="238" name="Group 237">
                      <a:extLst>
                        <a:ext uri="{FF2B5EF4-FFF2-40B4-BE49-F238E27FC236}">
                          <a16:creationId xmlns:a16="http://schemas.microsoft.com/office/drawing/2014/main" id="{78C991A3-893D-D3CD-A7DC-B34F40F69B61}"/>
                        </a:ext>
                      </a:extLst>
                    </p:cNvPr>
                    <p:cNvGrpSpPr/>
                    <p:nvPr/>
                  </p:nvGrpSpPr>
                  <p:grpSpPr>
                    <a:xfrm>
                      <a:off x="2970212" y="4724400"/>
                      <a:ext cx="1463040" cy="1463040"/>
                      <a:chOff x="2970212" y="4724400"/>
                      <a:chExt cx="1463040" cy="1463040"/>
                    </a:xfrm>
                  </p:grpSpPr>
                  <p:grpSp>
                    <p:nvGrpSpPr>
                      <p:cNvPr id="266" name="Group 265">
                        <a:extLst>
                          <a:ext uri="{FF2B5EF4-FFF2-40B4-BE49-F238E27FC236}">
                            <a16:creationId xmlns:a16="http://schemas.microsoft.com/office/drawing/2014/main" id="{2787BC15-B479-CF21-7757-4CBB886A24A5}"/>
                          </a:ext>
                        </a:extLst>
                      </p:cNvPr>
                      <p:cNvGrpSpPr/>
                      <p:nvPr/>
                    </p:nvGrpSpPr>
                    <p:grpSpPr>
                      <a:xfrm>
                        <a:off x="2970212" y="4724400"/>
                        <a:ext cx="1463040" cy="731520"/>
                        <a:chOff x="2970212" y="4724400"/>
                        <a:chExt cx="1463040" cy="731520"/>
                      </a:xfrm>
                    </p:grpSpPr>
                    <p:grpSp>
                      <p:nvGrpSpPr>
                        <p:cNvPr id="280" name="Group 279">
                          <a:extLst>
                            <a:ext uri="{FF2B5EF4-FFF2-40B4-BE49-F238E27FC236}">
                              <a16:creationId xmlns:a16="http://schemas.microsoft.com/office/drawing/2014/main" id="{876C5508-5B98-848C-CDF0-F370F117916D}"/>
                            </a:ext>
                          </a:extLst>
                        </p:cNvPr>
                        <p:cNvGrpSpPr/>
                        <p:nvPr/>
                      </p:nvGrpSpPr>
                      <p:grpSpPr>
                        <a:xfrm>
                          <a:off x="2970212" y="4724400"/>
                          <a:ext cx="731520" cy="731520"/>
                          <a:chOff x="2970212" y="4724400"/>
                          <a:chExt cx="731520" cy="731520"/>
                        </a:xfrm>
                      </p:grpSpPr>
                      <p:grpSp>
                        <p:nvGrpSpPr>
                          <p:cNvPr id="287" name="Group 286">
                            <a:extLst>
                              <a:ext uri="{FF2B5EF4-FFF2-40B4-BE49-F238E27FC236}">
                                <a16:creationId xmlns:a16="http://schemas.microsoft.com/office/drawing/2014/main" id="{07144071-E423-9C4E-9470-4C6BD293EB40}"/>
                              </a:ext>
                            </a:extLst>
                          </p:cNvPr>
                          <p:cNvGrpSpPr/>
                          <p:nvPr/>
                        </p:nvGrpSpPr>
                        <p:grpSpPr>
                          <a:xfrm>
                            <a:off x="2970212" y="4724400"/>
                            <a:ext cx="731520" cy="365760"/>
                            <a:chOff x="2970212" y="4724400"/>
                            <a:chExt cx="731520" cy="365760"/>
                          </a:xfrm>
                        </p:grpSpPr>
                        <p:sp>
                          <p:nvSpPr>
                            <p:cNvPr id="290" name="Rectangle 289">
                              <a:extLst>
                                <a:ext uri="{FF2B5EF4-FFF2-40B4-BE49-F238E27FC236}">
                                  <a16:creationId xmlns:a16="http://schemas.microsoft.com/office/drawing/2014/main" id="{B010B432-2113-B26F-24B6-7208657D33C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91" name="Rectangle 290">
                              <a:extLst>
                                <a:ext uri="{FF2B5EF4-FFF2-40B4-BE49-F238E27FC236}">
                                  <a16:creationId xmlns:a16="http://schemas.microsoft.com/office/drawing/2014/main" id="{E19D5EA8-43A0-79E1-D937-EA62E5322CA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88" name="Rectangle 287">
                            <a:extLst>
                              <a:ext uri="{FF2B5EF4-FFF2-40B4-BE49-F238E27FC236}">
                                <a16:creationId xmlns:a16="http://schemas.microsoft.com/office/drawing/2014/main" id="{A5058DF3-5E54-4859-1A63-7872E210CC1C}"/>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9" name="Rectangle 288">
                            <a:extLst>
                              <a:ext uri="{FF2B5EF4-FFF2-40B4-BE49-F238E27FC236}">
                                <a16:creationId xmlns:a16="http://schemas.microsoft.com/office/drawing/2014/main" id="{8565FE7E-7DC7-5AF4-DEFA-07F709EDB6E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81" name="Group 280">
                          <a:extLst>
                            <a:ext uri="{FF2B5EF4-FFF2-40B4-BE49-F238E27FC236}">
                              <a16:creationId xmlns:a16="http://schemas.microsoft.com/office/drawing/2014/main" id="{49C2ED1B-3F1F-4C1E-C7E7-31CD0D519B1F}"/>
                            </a:ext>
                          </a:extLst>
                        </p:cNvPr>
                        <p:cNvGrpSpPr/>
                        <p:nvPr/>
                      </p:nvGrpSpPr>
                      <p:grpSpPr>
                        <a:xfrm>
                          <a:off x="3701732" y="4724400"/>
                          <a:ext cx="731520" cy="731520"/>
                          <a:chOff x="2970212" y="4724400"/>
                          <a:chExt cx="731520" cy="731520"/>
                        </a:xfrm>
                      </p:grpSpPr>
                      <p:grpSp>
                        <p:nvGrpSpPr>
                          <p:cNvPr id="282" name="Group 281">
                            <a:extLst>
                              <a:ext uri="{FF2B5EF4-FFF2-40B4-BE49-F238E27FC236}">
                                <a16:creationId xmlns:a16="http://schemas.microsoft.com/office/drawing/2014/main" id="{2978EB4B-0DC1-7DBD-F1A0-1547A4D4F64B}"/>
                              </a:ext>
                            </a:extLst>
                          </p:cNvPr>
                          <p:cNvGrpSpPr/>
                          <p:nvPr/>
                        </p:nvGrpSpPr>
                        <p:grpSpPr>
                          <a:xfrm>
                            <a:off x="2970212" y="4724400"/>
                            <a:ext cx="731520" cy="365760"/>
                            <a:chOff x="2970212" y="4724400"/>
                            <a:chExt cx="731520" cy="365760"/>
                          </a:xfrm>
                        </p:grpSpPr>
                        <p:sp>
                          <p:nvSpPr>
                            <p:cNvPr id="285" name="Rectangle 284">
                              <a:extLst>
                                <a:ext uri="{FF2B5EF4-FFF2-40B4-BE49-F238E27FC236}">
                                  <a16:creationId xmlns:a16="http://schemas.microsoft.com/office/drawing/2014/main" id="{FAFC5B12-716C-477A-36AC-ADB5F86E879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6" name="Rectangle 285">
                              <a:extLst>
                                <a:ext uri="{FF2B5EF4-FFF2-40B4-BE49-F238E27FC236}">
                                  <a16:creationId xmlns:a16="http://schemas.microsoft.com/office/drawing/2014/main" id="{E7B48678-0225-5359-AA4A-B137C846BBC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83" name="Rectangle 282">
                            <a:extLst>
                              <a:ext uri="{FF2B5EF4-FFF2-40B4-BE49-F238E27FC236}">
                                <a16:creationId xmlns:a16="http://schemas.microsoft.com/office/drawing/2014/main" id="{BD8B3835-0D6A-1174-47EE-AFEA62BA53E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4" name="Rectangle 283">
                            <a:extLst>
                              <a:ext uri="{FF2B5EF4-FFF2-40B4-BE49-F238E27FC236}">
                                <a16:creationId xmlns:a16="http://schemas.microsoft.com/office/drawing/2014/main" id="{EFEB1AE6-BE0E-A801-5A18-467AD824F5D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67" name="Group 266">
                        <a:extLst>
                          <a:ext uri="{FF2B5EF4-FFF2-40B4-BE49-F238E27FC236}">
                            <a16:creationId xmlns:a16="http://schemas.microsoft.com/office/drawing/2014/main" id="{071986B0-447A-921E-557A-6CCA97D14542}"/>
                          </a:ext>
                        </a:extLst>
                      </p:cNvPr>
                      <p:cNvGrpSpPr/>
                      <p:nvPr/>
                    </p:nvGrpSpPr>
                    <p:grpSpPr>
                      <a:xfrm>
                        <a:off x="2970212" y="5455920"/>
                        <a:ext cx="1463040" cy="731520"/>
                        <a:chOff x="2970212" y="4724400"/>
                        <a:chExt cx="1463040" cy="731520"/>
                      </a:xfrm>
                    </p:grpSpPr>
                    <p:grpSp>
                      <p:nvGrpSpPr>
                        <p:cNvPr id="268" name="Group 267">
                          <a:extLst>
                            <a:ext uri="{FF2B5EF4-FFF2-40B4-BE49-F238E27FC236}">
                              <a16:creationId xmlns:a16="http://schemas.microsoft.com/office/drawing/2014/main" id="{EFB211DF-2A08-6CB9-C86F-6F2DCEDB4685}"/>
                            </a:ext>
                          </a:extLst>
                        </p:cNvPr>
                        <p:cNvGrpSpPr/>
                        <p:nvPr/>
                      </p:nvGrpSpPr>
                      <p:grpSpPr>
                        <a:xfrm>
                          <a:off x="2970212" y="4724400"/>
                          <a:ext cx="731520" cy="731520"/>
                          <a:chOff x="2970212" y="4724400"/>
                          <a:chExt cx="731520" cy="731520"/>
                        </a:xfrm>
                      </p:grpSpPr>
                      <p:grpSp>
                        <p:nvGrpSpPr>
                          <p:cNvPr id="275" name="Group 274">
                            <a:extLst>
                              <a:ext uri="{FF2B5EF4-FFF2-40B4-BE49-F238E27FC236}">
                                <a16:creationId xmlns:a16="http://schemas.microsoft.com/office/drawing/2014/main" id="{A85EE5F4-E22E-E8F8-EF12-5F8315CF9889}"/>
                              </a:ext>
                            </a:extLst>
                          </p:cNvPr>
                          <p:cNvGrpSpPr/>
                          <p:nvPr/>
                        </p:nvGrpSpPr>
                        <p:grpSpPr>
                          <a:xfrm>
                            <a:off x="2970212" y="4724400"/>
                            <a:ext cx="731520" cy="365760"/>
                            <a:chOff x="2970212" y="4724400"/>
                            <a:chExt cx="731520" cy="365760"/>
                          </a:xfrm>
                        </p:grpSpPr>
                        <p:sp>
                          <p:nvSpPr>
                            <p:cNvPr id="278" name="Rectangle 277">
                              <a:extLst>
                                <a:ext uri="{FF2B5EF4-FFF2-40B4-BE49-F238E27FC236}">
                                  <a16:creationId xmlns:a16="http://schemas.microsoft.com/office/drawing/2014/main" id="{6C611188-8953-97A4-ED6F-178BB5FA7E07}"/>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9" name="Rectangle 278">
                              <a:extLst>
                                <a:ext uri="{FF2B5EF4-FFF2-40B4-BE49-F238E27FC236}">
                                  <a16:creationId xmlns:a16="http://schemas.microsoft.com/office/drawing/2014/main" id="{F5A46E83-135B-D62B-2B16-C122280AB6C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76" name="Rectangle 275">
                            <a:extLst>
                              <a:ext uri="{FF2B5EF4-FFF2-40B4-BE49-F238E27FC236}">
                                <a16:creationId xmlns:a16="http://schemas.microsoft.com/office/drawing/2014/main" id="{19B23F0B-B8D1-B662-D1C4-69672FBE502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7" name="Rectangle 276">
                            <a:extLst>
                              <a:ext uri="{FF2B5EF4-FFF2-40B4-BE49-F238E27FC236}">
                                <a16:creationId xmlns:a16="http://schemas.microsoft.com/office/drawing/2014/main" id="{2A5A7DDF-F545-16FB-C728-A746B195758B}"/>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69" name="Group 268">
                          <a:extLst>
                            <a:ext uri="{FF2B5EF4-FFF2-40B4-BE49-F238E27FC236}">
                              <a16:creationId xmlns:a16="http://schemas.microsoft.com/office/drawing/2014/main" id="{588BE228-6797-A1E0-A456-B24B6C4BD76D}"/>
                            </a:ext>
                          </a:extLst>
                        </p:cNvPr>
                        <p:cNvGrpSpPr/>
                        <p:nvPr/>
                      </p:nvGrpSpPr>
                      <p:grpSpPr>
                        <a:xfrm>
                          <a:off x="3701732" y="4724400"/>
                          <a:ext cx="731520" cy="731520"/>
                          <a:chOff x="2970212" y="4724400"/>
                          <a:chExt cx="731520" cy="731520"/>
                        </a:xfrm>
                      </p:grpSpPr>
                      <p:grpSp>
                        <p:nvGrpSpPr>
                          <p:cNvPr id="270" name="Group 269">
                            <a:extLst>
                              <a:ext uri="{FF2B5EF4-FFF2-40B4-BE49-F238E27FC236}">
                                <a16:creationId xmlns:a16="http://schemas.microsoft.com/office/drawing/2014/main" id="{78054DE0-5E3B-8153-258D-6ED6DE5EE80E}"/>
                              </a:ext>
                            </a:extLst>
                          </p:cNvPr>
                          <p:cNvGrpSpPr/>
                          <p:nvPr/>
                        </p:nvGrpSpPr>
                        <p:grpSpPr>
                          <a:xfrm>
                            <a:off x="2970212" y="4724400"/>
                            <a:ext cx="731520" cy="365760"/>
                            <a:chOff x="2970212" y="4724400"/>
                            <a:chExt cx="731520" cy="365760"/>
                          </a:xfrm>
                        </p:grpSpPr>
                        <p:sp>
                          <p:nvSpPr>
                            <p:cNvPr id="273" name="Rectangle 272">
                              <a:extLst>
                                <a:ext uri="{FF2B5EF4-FFF2-40B4-BE49-F238E27FC236}">
                                  <a16:creationId xmlns:a16="http://schemas.microsoft.com/office/drawing/2014/main" id="{8B63F195-FC93-799F-4E9C-666188BF1DB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4" name="Rectangle 273">
                              <a:extLst>
                                <a:ext uri="{FF2B5EF4-FFF2-40B4-BE49-F238E27FC236}">
                                  <a16:creationId xmlns:a16="http://schemas.microsoft.com/office/drawing/2014/main" id="{34280049-4FA0-A093-3E18-56589B332D1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71" name="Rectangle 270">
                            <a:extLst>
                              <a:ext uri="{FF2B5EF4-FFF2-40B4-BE49-F238E27FC236}">
                                <a16:creationId xmlns:a16="http://schemas.microsoft.com/office/drawing/2014/main" id="{31788E8B-0114-0C7B-6F3F-067CCFD242D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2" name="Rectangle 271">
                            <a:extLst>
                              <a:ext uri="{FF2B5EF4-FFF2-40B4-BE49-F238E27FC236}">
                                <a16:creationId xmlns:a16="http://schemas.microsoft.com/office/drawing/2014/main" id="{B6C959A2-ABE6-8432-B404-7622E173C18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239" name="Group 238">
                      <a:extLst>
                        <a:ext uri="{FF2B5EF4-FFF2-40B4-BE49-F238E27FC236}">
                          <a16:creationId xmlns:a16="http://schemas.microsoft.com/office/drawing/2014/main" id="{B3D34467-F1B7-985F-034E-1992C3D0F268}"/>
                        </a:ext>
                      </a:extLst>
                    </p:cNvPr>
                    <p:cNvGrpSpPr/>
                    <p:nvPr/>
                  </p:nvGrpSpPr>
                  <p:grpSpPr>
                    <a:xfrm>
                      <a:off x="4433252" y="4724400"/>
                      <a:ext cx="1463040" cy="1463040"/>
                      <a:chOff x="2970212" y="4724400"/>
                      <a:chExt cx="1463040" cy="1463040"/>
                    </a:xfrm>
                  </p:grpSpPr>
                  <p:grpSp>
                    <p:nvGrpSpPr>
                      <p:cNvPr id="240" name="Group 239">
                        <a:extLst>
                          <a:ext uri="{FF2B5EF4-FFF2-40B4-BE49-F238E27FC236}">
                            <a16:creationId xmlns:a16="http://schemas.microsoft.com/office/drawing/2014/main" id="{5E87856B-EC4C-4781-5205-4DE446506F41}"/>
                          </a:ext>
                        </a:extLst>
                      </p:cNvPr>
                      <p:cNvGrpSpPr/>
                      <p:nvPr/>
                    </p:nvGrpSpPr>
                    <p:grpSpPr>
                      <a:xfrm>
                        <a:off x="2970212" y="4724400"/>
                        <a:ext cx="1463040" cy="731520"/>
                        <a:chOff x="2970212" y="4724400"/>
                        <a:chExt cx="1463040" cy="731520"/>
                      </a:xfrm>
                    </p:grpSpPr>
                    <p:grpSp>
                      <p:nvGrpSpPr>
                        <p:cNvPr id="254" name="Group 253">
                          <a:extLst>
                            <a:ext uri="{FF2B5EF4-FFF2-40B4-BE49-F238E27FC236}">
                              <a16:creationId xmlns:a16="http://schemas.microsoft.com/office/drawing/2014/main" id="{2587CCBD-7E3A-042B-1109-9E3186989C92}"/>
                            </a:ext>
                          </a:extLst>
                        </p:cNvPr>
                        <p:cNvGrpSpPr/>
                        <p:nvPr/>
                      </p:nvGrpSpPr>
                      <p:grpSpPr>
                        <a:xfrm>
                          <a:off x="2970212" y="4724400"/>
                          <a:ext cx="731520" cy="731520"/>
                          <a:chOff x="2970212" y="4724400"/>
                          <a:chExt cx="731520" cy="731520"/>
                        </a:xfrm>
                      </p:grpSpPr>
                      <p:grpSp>
                        <p:nvGrpSpPr>
                          <p:cNvPr id="261" name="Group 260">
                            <a:extLst>
                              <a:ext uri="{FF2B5EF4-FFF2-40B4-BE49-F238E27FC236}">
                                <a16:creationId xmlns:a16="http://schemas.microsoft.com/office/drawing/2014/main" id="{CBBA38B7-68D9-19A7-4CA7-9A09F38A8015}"/>
                              </a:ext>
                            </a:extLst>
                          </p:cNvPr>
                          <p:cNvGrpSpPr/>
                          <p:nvPr/>
                        </p:nvGrpSpPr>
                        <p:grpSpPr>
                          <a:xfrm>
                            <a:off x="2970212" y="4724400"/>
                            <a:ext cx="731520" cy="365760"/>
                            <a:chOff x="2970212" y="4724400"/>
                            <a:chExt cx="731520" cy="365760"/>
                          </a:xfrm>
                        </p:grpSpPr>
                        <p:sp>
                          <p:nvSpPr>
                            <p:cNvPr id="264" name="Rectangle 263">
                              <a:extLst>
                                <a:ext uri="{FF2B5EF4-FFF2-40B4-BE49-F238E27FC236}">
                                  <a16:creationId xmlns:a16="http://schemas.microsoft.com/office/drawing/2014/main" id="{264446B1-6D98-F141-7F43-56954B2B053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5" name="Rectangle 264">
                              <a:extLst>
                                <a:ext uri="{FF2B5EF4-FFF2-40B4-BE49-F238E27FC236}">
                                  <a16:creationId xmlns:a16="http://schemas.microsoft.com/office/drawing/2014/main" id="{B4D1F769-4F9C-E829-0648-D371699F6B9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62" name="Rectangle 261">
                            <a:extLst>
                              <a:ext uri="{FF2B5EF4-FFF2-40B4-BE49-F238E27FC236}">
                                <a16:creationId xmlns:a16="http://schemas.microsoft.com/office/drawing/2014/main" id="{DB1FB918-DE23-E60E-8F80-FC468EDC14A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3" name="Rectangle 262">
                            <a:extLst>
                              <a:ext uri="{FF2B5EF4-FFF2-40B4-BE49-F238E27FC236}">
                                <a16:creationId xmlns:a16="http://schemas.microsoft.com/office/drawing/2014/main" id="{8E7ADF55-AA35-5432-2576-C5030A649C1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55" name="Group 254">
                          <a:extLst>
                            <a:ext uri="{FF2B5EF4-FFF2-40B4-BE49-F238E27FC236}">
                              <a16:creationId xmlns:a16="http://schemas.microsoft.com/office/drawing/2014/main" id="{C8755F6E-1C89-C9EA-E55A-435864B688A1}"/>
                            </a:ext>
                          </a:extLst>
                        </p:cNvPr>
                        <p:cNvGrpSpPr/>
                        <p:nvPr/>
                      </p:nvGrpSpPr>
                      <p:grpSpPr>
                        <a:xfrm>
                          <a:off x="3701732" y="4724400"/>
                          <a:ext cx="731520" cy="731520"/>
                          <a:chOff x="2970212" y="4724400"/>
                          <a:chExt cx="731520" cy="731520"/>
                        </a:xfrm>
                      </p:grpSpPr>
                      <p:grpSp>
                        <p:nvGrpSpPr>
                          <p:cNvPr id="256" name="Group 255">
                            <a:extLst>
                              <a:ext uri="{FF2B5EF4-FFF2-40B4-BE49-F238E27FC236}">
                                <a16:creationId xmlns:a16="http://schemas.microsoft.com/office/drawing/2014/main" id="{8A86C341-AE0C-5902-E7B9-39E4850134E8}"/>
                              </a:ext>
                            </a:extLst>
                          </p:cNvPr>
                          <p:cNvGrpSpPr/>
                          <p:nvPr/>
                        </p:nvGrpSpPr>
                        <p:grpSpPr>
                          <a:xfrm>
                            <a:off x="2970212" y="4724400"/>
                            <a:ext cx="731520" cy="365760"/>
                            <a:chOff x="2970212" y="4724400"/>
                            <a:chExt cx="731520" cy="365760"/>
                          </a:xfrm>
                        </p:grpSpPr>
                        <p:sp>
                          <p:nvSpPr>
                            <p:cNvPr id="259" name="Rectangle 258">
                              <a:extLst>
                                <a:ext uri="{FF2B5EF4-FFF2-40B4-BE49-F238E27FC236}">
                                  <a16:creationId xmlns:a16="http://schemas.microsoft.com/office/drawing/2014/main" id="{FA21437E-DDA2-F45F-072A-5FD0E6D35B09}"/>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0" name="Rectangle 259">
                              <a:extLst>
                                <a:ext uri="{FF2B5EF4-FFF2-40B4-BE49-F238E27FC236}">
                                  <a16:creationId xmlns:a16="http://schemas.microsoft.com/office/drawing/2014/main" id="{FCDD2D23-B866-0163-ABE1-503089837F87}"/>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57" name="Rectangle 256">
                            <a:extLst>
                              <a:ext uri="{FF2B5EF4-FFF2-40B4-BE49-F238E27FC236}">
                                <a16:creationId xmlns:a16="http://schemas.microsoft.com/office/drawing/2014/main" id="{023012C2-AB95-0B97-A2A9-12C9A91CC68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8" name="Rectangle 257">
                            <a:extLst>
                              <a:ext uri="{FF2B5EF4-FFF2-40B4-BE49-F238E27FC236}">
                                <a16:creationId xmlns:a16="http://schemas.microsoft.com/office/drawing/2014/main" id="{F34BFE23-5358-5F1E-5B8D-38AC7CA7800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41" name="Group 240">
                        <a:extLst>
                          <a:ext uri="{FF2B5EF4-FFF2-40B4-BE49-F238E27FC236}">
                            <a16:creationId xmlns:a16="http://schemas.microsoft.com/office/drawing/2014/main" id="{79CB21ED-3D2B-116E-BA79-56BF88E306AF}"/>
                          </a:ext>
                        </a:extLst>
                      </p:cNvPr>
                      <p:cNvGrpSpPr/>
                      <p:nvPr/>
                    </p:nvGrpSpPr>
                    <p:grpSpPr>
                      <a:xfrm>
                        <a:off x="2970212" y="5455920"/>
                        <a:ext cx="1463040" cy="731520"/>
                        <a:chOff x="2970212" y="4724400"/>
                        <a:chExt cx="1463040" cy="731520"/>
                      </a:xfrm>
                    </p:grpSpPr>
                    <p:grpSp>
                      <p:nvGrpSpPr>
                        <p:cNvPr id="242" name="Group 241">
                          <a:extLst>
                            <a:ext uri="{FF2B5EF4-FFF2-40B4-BE49-F238E27FC236}">
                              <a16:creationId xmlns:a16="http://schemas.microsoft.com/office/drawing/2014/main" id="{8652529F-CAC1-1CBE-0797-BD3366C518E3}"/>
                            </a:ext>
                          </a:extLst>
                        </p:cNvPr>
                        <p:cNvGrpSpPr/>
                        <p:nvPr/>
                      </p:nvGrpSpPr>
                      <p:grpSpPr>
                        <a:xfrm>
                          <a:off x="2970212" y="4724400"/>
                          <a:ext cx="731520" cy="731520"/>
                          <a:chOff x="2970212" y="4724400"/>
                          <a:chExt cx="731520" cy="731520"/>
                        </a:xfrm>
                      </p:grpSpPr>
                      <p:grpSp>
                        <p:nvGrpSpPr>
                          <p:cNvPr id="249" name="Group 248">
                            <a:extLst>
                              <a:ext uri="{FF2B5EF4-FFF2-40B4-BE49-F238E27FC236}">
                                <a16:creationId xmlns:a16="http://schemas.microsoft.com/office/drawing/2014/main" id="{8582BD87-C3B3-4A0F-8BDC-FA0EF67D0CDB}"/>
                              </a:ext>
                            </a:extLst>
                          </p:cNvPr>
                          <p:cNvGrpSpPr/>
                          <p:nvPr/>
                        </p:nvGrpSpPr>
                        <p:grpSpPr>
                          <a:xfrm>
                            <a:off x="2970212" y="4724400"/>
                            <a:ext cx="731520" cy="365760"/>
                            <a:chOff x="2970212" y="4724400"/>
                            <a:chExt cx="731520" cy="365760"/>
                          </a:xfrm>
                        </p:grpSpPr>
                        <p:sp>
                          <p:nvSpPr>
                            <p:cNvPr id="252" name="Rectangle 251">
                              <a:extLst>
                                <a:ext uri="{FF2B5EF4-FFF2-40B4-BE49-F238E27FC236}">
                                  <a16:creationId xmlns:a16="http://schemas.microsoft.com/office/drawing/2014/main" id="{AF5C351D-5C0B-7366-6F34-6DE343D6851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3" name="Rectangle 252">
                              <a:extLst>
                                <a:ext uri="{FF2B5EF4-FFF2-40B4-BE49-F238E27FC236}">
                                  <a16:creationId xmlns:a16="http://schemas.microsoft.com/office/drawing/2014/main" id="{10122B2F-5E40-32E1-D434-AFE4D68650B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50" name="Rectangle 249">
                            <a:extLst>
                              <a:ext uri="{FF2B5EF4-FFF2-40B4-BE49-F238E27FC236}">
                                <a16:creationId xmlns:a16="http://schemas.microsoft.com/office/drawing/2014/main" id="{D073A017-3A2F-28A8-4FCD-D2CF2341C32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1" name="Rectangle 250">
                            <a:extLst>
                              <a:ext uri="{FF2B5EF4-FFF2-40B4-BE49-F238E27FC236}">
                                <a16:creationId xmlns:a16="http://schemas.microsoft.com/office/drawing/2014/main" id="{4BFB7C9F-3F8B-359D-8FE3-FED6F53A1E7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43" name="Group 242">
                          <a:extLst>
                            <a:ext uri="{FF2B5EF4-FFF2-40B4-BE49-F238E27FC236}">
                              <a16:creationId xmlns:a16="http://schemas.microsoft.com/office/drawing/2014/main" id="{8EA054F7-FBB2-7B72-FC80-92E5A2E04E55}"/>
                            </a:ext>
                          </a:extLst>
                        </p:cNvPr>
                        <p:cNvGrpSpPr/>
                        <p:nvPr/>
                      </p:nvGrpSpPr>
                      <p:grpSpPr>
                        <a:xfrm>
                          <a:off x="3701732" y="4724400"/>
                          <a:ext cx="731520" cy="731520"/>
                          <a:chOff x="2970212" y="4724400"/>
                          <a:chExt cx="731520" cy="731520"/>
                        </a:xfrm>
                      </p:grpSpPr>
                      <p:grpSp>
                        <p:nvGrpSpPr>
                          <p:cNvPr id="244" name="Group 243">
                            <a:extLst>
                              <a:ext uri="{FF2B5EF4-FFF2-40B4-BE49-F238E27FC236}">
                                <a16:creationId xmlns:a16="http://schemas.microsoft.com/office/drawing/2014/main" id="{FEA67C01-F60F-F1C9-ABAF-495746A53636}"/>
                              </a:ext>
                            </a:extLst>
                          </p:cNvPr>
                          <p:cNvGrpSpPr/>
                          <p:nvPr/>
                        </p:nvGrpSpPr>
                        <p:grpSpPr>
                          <a:xfrm>
                            <a:off x="2970212" y="4724400"/>
                            <a:ext cx="731520" cy="365760"/>
                            <a:chOff x="2970212" y="4724400"/>
                            <a:chExt cx="731520" cy="365760"/>
                          </a:xfrm>
                        </p:grpSpPr>
                        <p:sp>
                          <p:nvSpPr>
                            <p:cNvPr id="247" name="Rectangle 246">
                              <a:extLst>
                                <a:ext uri="{FF2B5EF4-FFF2-40B4-BE49-F238E27FC236}">
                                  <a16:creationId xmlns:a16="http://schemas.microsoft.com/office/drawing/2014/main" id="{2BF4B444-D457-6117-CCCD-FA1277B3AEC1}"/>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48" name="Rectangle 247">
                              <a:extLst>
                                <a:ext uri="{FF2B5EF4-FFF2-40B4-BE49-F238E27FC236}">
                                  <a16:creationId xmlns:a16="http://schemas.microsoft.com/office/drawing/2014/main" id="{119EB92C-3BC8-071A-F148-B82ECA1B755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45" name="Rectangle 244">
                            <a:extLst>
                              <a:ext uri="{FF2B5EF4-FFF2-40B4-BE49-F238E27FC236}">
                                <a16:creationId xmlns:a16="http://schemas.microsoft.com/office/drawing/2014/main" id="{BCBADC26-9D47-0A93-CA59-9FEF5F5BF10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46" name="Rectangle 245">
                            <a:extLst>
                              <a:ext uri="{FF2B5EF4-FFF2-40B4-BE49-F238E27FC236}">
                                <a16:creationId xmlns:a16="http://schemas.microsoft.com/office/drawing/2014/main" id="{E2612721-7B41-CB38-C157-F01E3420D10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183" name="Group 182">
                    <a:extLst>
                      <a:ext uri="{FF2B5EF4-FFF2-40B4-BE49-F238E27FC236}">
                        <a16:creationId xmlns:a16="http://schemas.microsoft.com/office/drawing/2014/main" id="{53397187-12D2-E839-0DCD-8DE5AA7EE8FC}"/>
                      </a:ext>
                    </a:extLst>
                  </p:cNvPr>
                  <p:cNvGrpSpPr/>
                  <p:nvPr/>
                </p:nvGrpSpPr>
                <p:grpSpPr>
                  <a:xfrm>
                    <a:off x="2132012" y="4587240"/>
                    <a:ext cx="2926080" cy="1463040"/>
                    <a:chOff x="2970212" y="4724400"/>
                    <a:chExt cx="2926080" cy="1463040"/>
                  </a:xfrm>
                </p:grpSpPr>
                <p:grpSp>
                  <p:nvGrpSpPr>
                    <p:cNvPr id="184" name="Group 183">
                      <a:extLst>
                        <a:ext uri="{FF2B5EF4-FFF2-40B4-BE49-F238E27FC236}">
                          <a16:creationId xmlns:a16="http://schemas.microsoft.com/office/drawing/2014/main" id="{D9783632-CE2F-9CFB-5302-316C089447DA}"/>
                        </a:ext>
                      </a:extLst>
                    </p:cNvPr>
                    <p:cNvGrpSpPr/>
                    <p:nvPr/>
                  </p:nvGrpSpPr>
                  <p:grpSpPr>
                    <a:xfrm>
                      <a:off x="2970212" y="4724400"/>
                      <a:ext cx="1463040" cy="1463040"/>
                      <a:chOff x="2970212" y="4724400"/>
                      <a:chExt cx="1463040" cy="1463040"/>
                    </a:xfrm>
                  </p:grpSpPr>
                  <p:grpSp>
                    <p:nvGrpSpPr>
                      <p:cNvPr id="212" name="Group 211">
                        <a:extLst>
                          <a:ext uri="{FF2B5EF4-FFF2-40B4-BE49-F238E27FC236}">
                            <a16:creationId xmlns:a16="http://schemas.microsoft.com/office/drawing/2014/main" id="{88F3AB9A-D1BA-9EFB-3EC2-AD6424327E57}"/>
                          </a:ext>
                        </a:extLst>
                      </p:cNvPr>
                      <p:cNvGrpSpPr/>
                      <p:nvPr/>
                    </p:nvGrpSpPr>
                    <p:grpSpPr>
                      <a:xfrm>
                        <a:off x="2970212" y="4724400"/>
                        <a:ext cx="1463040" cy="731520"/>
                        <a:chOff x="2970212" y="4724400"/>
                        <a:chExt cx="1463040" cy="731520"/>
                      </a:xfrm>
                    </p:grpSpPr>
                    <p:grpSp>
                      <p:nvGrpSpPr>
                        <p:cNvPr id="226" name="Group 225">
                          <a:extLst>
                            <a:ext uri="{FF2B5EF4-FFF2-40B4-BE49-F238E27FC236}">
                              <a16:creationId xmlns:a16="http://schemas.microsoft.com/office/drawing/2014/main" id="{C5CE6062-4693-19CA-850B-68013B9FED14}"/>
                            </a:ext>
                          </a:extLst>
                        </p:cNvPr>
                        <p:cNvGrpSpPr/>
                        <p:nvPr/>
                      </p:nvGrpSpPr>
                      <p:grpSpPr>
                        <a:xfrm>
                          <a:off x="2970212" y="4724400"/>
                          <a:ext cx="731520" cy="731520"/>
                          <a:chOff x="2970212" y="4724400"/>
                          <a:chExt cx="731520" cy="731520"/>
                        </a:xfrm>
                      </p:grpSpPr>
                      <p:grpSp>
                        <p:nvGrpSpPr>
                          <p:cNvPr id="233" name="Group 232">
                            <a:extLst>
                              <a:ext uri="{FF2B5EF4-FFF2-40B4-BE49-F238E27FC236}">
                                <a16:creationId xmlns:a16="http://schemas.microsoft.com/office/drawing/2014/main" id="{6FB93103-0740-5159-5CA2-33FEA2B7CE5D}"/>
                              </a:ext>
                            </a:extLst>
                          </p:cNvPr>
                          <p:cNvGrpSpPr/>
                          <p:nvPr/>
                        </p:nvGrpSpPr>
                        <p:grpSpPr>
                          <a:xfrm>
                            <a:off x="2970212" y="4724400"/>
                            <a:ext cx="731520" cy="365760"/>
                            <a:chOff x="2970212" y="4724400"/>
                            <a:chExt cx="731520" cy="365760"/>
                          </a:xfrm>
                        </p:grpSpPr>
                        <p:sp>
                          <p:nvSpPr>
                            <p:cNvPr id="236" name="Rectangle 235">
                              <a:extLst>
                                <a:ext uri="{FF2B5EF4-FFF2-40B4-BE49-F238E27FC236}">
                                  <a16:creationId xmlns:a16="http://schemas.microsoft.com/office/drawing/2014/main" id="{9B23085A-5D9D-43F4-A871-33929DA9143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7" name="Rectangle 236">
                              <a:extLst>
                                <a:ext uri="{FF2B5EF4-FFF2-40B4-BE49-F238E27FC236}">
                                  <a16:creationId xmlns:a16="http://schemas.microsoft.com/office/drawing/2014/main" id="{3C569825-E9AF-BD58-22F9-B3376D0FCE2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34" name="Rectangle 233">
                            <a:extLst>
                              <a:ext uri="{FF2B5EF4-FFF2-40B4-BE49-F238E27FC236}">
                                <a16:creationId xmlns:a16="http://schemas.microsoft.com/office/drawing/2014/main" id="{32DD5094-1839-7863-90A6-5C54DAFCAF0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5" name="Rectangle 234">
                            <a:extLst>
                              <a:ext uri="{FF2B5EF4-FFF2-40B4-BE49-F238E27FC236}">
                                <a16:creationId xmlns:a16="http://schemas.microsoft.com/office/drawing/2014/main" id="{667A3AD8-919C-5DCC-6995-CF00B088D7A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27" name="Group 226">
                          <a:extLst>
                            <a:ext uri="{FF2B5EF4-FFF2-40B4-BE49-F238E27FC236}">
                              <a16:creationId xmlns:a16="http://schemas.microsoft.com/office/drawing/2014/main" id="{6310A9CE-891B-A044-D7FB-4A05CC1DE5BB}"/>
                            </a:ext>
                          </a:extLst>
                        </p:cNvPr>
                        <p:cNvGrpSpPr/>
                        <p:nvPr/>
                      </p:nvGrpSpPr>
                      <p:grpSpPr>
                        <a:xfrm>
                          <a:off x="3701732" y="4724400"/>
                          <a:ext cx="731520" cy="731520"/>
                          <a:chOff x="2970212" y="4724400"/>
                          <a:chExt cx="731520" cy="731520"/>
                        </a:xfrm>
                      </p:grpSpPr>
                      <p:grpSp>
                        <p:nvGrpSpPr>
                          <p:cNvPr id="228" name="Group 227">
                            <a:extLst>
                              <a:ext uri="{FF2B5EF4-FFF2-40B4-BE49-F238E27FC236}">
                                <a16:creationId xmlns:a16="http://schemas.microsoft.com/office/drawing/2014/main" id="{8D14F848-A6F6-A13B-559B-44C868AA023B}"/>
                              </a:ext>
                            </a:extLst>
                          </p:cNvPr>
                          <p:cNvGrpSpPr/>
                          <p:nvPr/>
                        </p:nvGrpSpPr>
                        <p:grpSpPr>
                          <a:xfrm>
                            <a:off x="2970212" y="4724400"/>
                            <a:ext cx="731520" cy="365760"/>
                            <a:chOff x="2970212" y="4724400"/>
                            <a:chExt cx="731520" cy="365760"/>
                          </a:xfrm>
                        </p:grpSpPr>
                        <p:sp>
                          <p:nvSpPr>
                            <p:cNvPr id="231" name="Rectangle 230">
                              <a:extLst>
                                <a:ext uri="{FF2B5EF4-FFF2-40B4-BE49-F238E27FC236}">
                                  <a16:creationId xmlns:a16="http://schemas.microsoft.com/office/drawing/2014/main" id="{33BBFF7B-9262-4C56-9DDC-E4F52DFAFE3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2" name="Rectangle 231">
                              <a:extLst>
                                <a:ext uri="{FF2B5EF4-FFF2-40B4-BE49-F238E27FC236}">
                                  <a16:creationId xmlns:a16="http://schemas.microsoft.com/office/drawing/2014/main" id="{CB191756-6C7E-3B3B-B768-A8358D54DB8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29" name="Rectangle 228">
                            <a:extLst>
                              <a:ext uri="{FF2B5EF4-FFF2-40B4-BE49-F238E27FC236}">
                                <a16:creationId xmlns:a16="http://schemas.microsoft.com/office/drawing/2014/main" id="{DAD1F42B-0A07-4FB6-3498-34AF0AD00A5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0" name="Rectangle 229">
                            <a:extLst>
                              <a:ext uri="{FF2B5EF4-FFF2-40B4-BE49-F238E27FC236}">
                                <a16:creationId xmlns:a16="http://schemas.microsoft.com/office/drawing/2014/main" id="{E6812FF4-3FCC-DCAC-1550-E31712AFA57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13" name="Group 212">
                        <a:extLst>
                          <a:ext uri="{FF2B5EF4-FFF2-40B4-BE49-F238E27FC236}">
                            <a16:creationId xmlns:a16="http://schemas.microsoft.com/office/drawing/2014/main" id="{98B1FC35-4864-03A9-8334-F027498F005A}"/>
                          </a:ext>
                        </a:extLst>
                      </p:cNvPr>
                      <p:cNvGrpSpPr/>
                      <p:nvPr/>
                    </p:nvGrpSpPr>
                    <p:grpSpPr>
                      <a:xfrm>
                        <a:off x="2970212" y="5455920"/>
                        <a:ext cx="1463040" cy="731520"/>
                        <a:chOff x="2970212" y="4724400"/>
                        <a:chExt cx="1463040" cy="731520"/>
                      </a:xfrm>
                    </p:grpSpPr>
                    <p:grpSp>
                      <p:nvGrpSpPr>
                        <p:cNvPr id="214" name="Group 213">
                          <a:extLst>
                            <a:ext uri="{FF2B5EF4-FFF2-40B4-BE49-F238E27FC236}">
                              <a16:creationId xmlns:a16="http://schemas.microsoft.com/office/drawing/2014/main" id="{E42E776E-00A3-3BFF-1E2F-F6AF972BAFC4}"/>
                            </a:ext>
                          </a:extLst>
                        </p:cNvPr>
                        <p:cNvGrpSpPr/>
                        <p:nvPr/>
                      </p:nvGrpSpPr>
                      <p:grpSpPr>
                        <a:xfrm>
                          <a:off x="2970212" y="4724400"/>
                          <a:ext cx="731520" cy="731520"/>
                          <a:chOff x="2970212" y="4724400"/>
                          <a:chExt cx="731520" cy="731520"/>
                        </a:xfrm>
                      </p:grpSpPr>
                      <p:grpSp>
                        <p:nvGrpSpPr>
                          <p:cNvPr id="221" name="Group 220">
                            <a:extLst>
                              <a:ext uri="{FF2B5EF4-FFF2-40B4-BE49-F238E27FC236}">
                                <a16:creationId xmlns:a16="http://schemas.microsoft.com/office/drawing/2014/main" id="{CAF35A9E-EB52-B741-69DE-89548F783E22}"/>
                              </a:ext>
                            </a:extLst>
                          </p:cNvPr>
                          <p:cNvGrpSpPr/>
                          <p:nvPr/>
                        </p:nvGrpSpPr>
                        <p:grpSpPr>
                          <a:xfrm>
                            <a:off x="2970212" y="4724400"/>
                            <a:ext cx="731520" cy="365760"/>
                            <a:chOff x="2970212" y="4724400"/>
                            <a:chExt cx="731520" cy="365760"/>
                          </a:xfrm>
                        </p:grpSpPr>
                        <p:sp>
                          <p:nvSpPr>
                            <p:cNvPr id="224" name="Rectangle 223">
                              <a:extLst>
                                <a:ext uri="{FF2B5EF4-FFF2-40B4-BE49-F238E27FC236}">
                                  <a16:creationId xmlns:a16="http://schemas.microsoft.com/office/drawing/2014/main" id="{1EF638FF-A509-B8FE-426B-79B50BFA808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5" name="Rectangle 224">
                              <a:extLst>
                                <a:ext uri="{FF2B5EF4-FFF2-40B4-BE49-F238E27FC236}">
                                  <a16:creationId xmlns:a16="http://schemas.microsoft.com/office/drawing/2014/main" id="{93BE3AD1-DA43-84BC-E8B3-F8B0CC4F5B1F}"/>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22" name="Rectangle 221">
                            <a:extLst>
                              <a:ext uri="{FF2B5EF4-FFF2-40B4-BE49-F238E27FC236}">
                                <a16:creationId xmlns:a16="http://schemas.microsoft.com/office/drawing/2014/main" id="{927A241D-C740-B28B-B2B3-65205FB5B5A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3" name="Rectangle 222">
                            <a:extLst>
                              <a:ext uri="{FF2B5EF4-FFF2-40B4-BE49-F238E27FC236}">
                                <a16:creationId xmlns:a16="http://schemas.microsoft.com/office/drawing/2014/main" id="{310BB661-784E-E9A6-4432-03C7A7D7EAA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15" name="Group 214">
                          <a:extLst>
                            <a:ext uri="{FF2B5EF4-FFF2-40B4-BE49-F238E27FC236}">
                              <a16:creationId xmlns:a16="http://schemas.microsoft.com/office/drawing/2014/main" id="{70485CB6-EE14-332D-AB07-99341F4FE5B8}"/>
                            </a:ext>
                          </a:extLst>
                        </p:cNvPr>
                        <p:cNvGrpSpPr/>
                        <p:nvPr/>
                      </p:nvGrpSpPr>
                      <p:grpSpPr>
                        <a:xfrm>
                          <a:off x="3701732" y="4724400"/>
                          <a:ext cx="731520" cy="731520"/>
                          <a:chOff x="2970212" y="4724400"/>
                          <a:chExt cx="731520" cy="731520"/>
                        </a:xfrm>
                      </p:grpSpPr>
                      <p:grpSp>
                        <p:nvGrpSpPr>
                          <p:cNvPr id="216" name="Group 215">
                            <a:extLst>
                              <a:ext uri="{FF2B5EF4-FFF2-40B4-BE49-F238E27FC236}">
                                <a16:creationId xmlns:a16="http://schemas.microsoft.com/office/drawing/2014/main" id="{3CE3202D-95F9-DA61-8A6D-A63E7416ACD1}"/>
                              </a:ext>
                            </a:extLst>
                          </p:cNvPr>
                          <p:cNvGrpSpPr/>
                          <p:nvPr/>
                        </p:nvGrpSpPr>
                        <p:grpSpPr>
                          <a:xfrm>
                            <a:off x="2970212" y="4724400"/>
                            <a:ext cx="731520" cy="365760"/>
                            <a:chOff x="2970212" y="4724400"/>
                            <a:chExt cx="731520" cy="365760"/>
                          </a:xfrm>
                        </p:grpSpPr>
                        <p:sp>
                          <p:nvSpPr>
                            <p:cNvPr id="219" name="Rectangle 218">
                              <a:extLst>
                                <a:ext uri="{FF2B5EF4-FFF2-40B4-BE49-F238E27FC236}">
                                  <a16:creationId xmlns:a16="http://schemas.microsoft.com/office/drawing/2014/main" id="{DC04123A-4526-25B3-75B9-3408BAF3349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0" name="Rectangle 219">
                              <a:extLst>
                                <a:ext uri="{FF2B5EF4-FFF2-40B4-BE49-F238E27FC236}">
                                  <a16:creationId xmlns:a16="http://schemas.microsoft.com/office/drawing/2014/main" id="{10F7056C-63D6-7EB1-7A85-00D35573BCC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17" name="Rectangle 216">
                            <a:extLst>
                              <a:ext uri="{FF2B5EF4-FFF2-40B4-BE49-F238E27FC236}">
                                <a16:creationId xmlns:a16="http://schemas.microsoft.com/office/drawing/2014/main" id="{7F2F2FAF-E672-FE6D-001E-577D103F6D8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18" name="Rectangle 217">
                            <a:extLst>
                              <a:ext uri="{FF2B5EF4-FFF2-40B4-BE49-F238E27FC236}">
                                <a16:creationId xmlns:a16="http://schemas.microsoft.com/office/drawing/2014/main" id="{06318D3F-157E-57C4-775C-612E8AE426D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185" name="Group 184">
                      <a:extLst>
                        <a:ext uri="{FF2B5EF4-FFF2-40B4-BE49-F238E27FC236}">
                          <a16:creationId xmlns:a16="http://schemas.microsoft.com/office/drawing/2014/main" id="{60E248E5-6AC8-BD4D-060A-F470234BE41E}"/>
                        </a:ext>
                      </a:extLst>
                    </p:cNvPr>
                    <p:cNvGrpSpPr/>
                    <p:nvPr/>
                  </p:nvGrpSpPr>
                  <p:grpSpPr>
                    <a:xfrm>
                      <a:off x="4433252" y="4724400"/>
                      <a:ext cx="1463040" cy="1463040"/>
                      <a:chOff x="2970212" y="4724400"/>
                      <a:chExt cx="1463040" cy="1463040"/>
                    </a:xfrm>
                  </p:grpSpPr>
                  <p:grpSp>
                    <p:nvGrpSpPr>
                      <p:cNvPr id="186" name="Group 185">
                        <a:extLst>
                          <a:ext uri="{FF2B5EF4-FFF2-40B4-BE49-F238E27FC236}">
                            <a16:creationId xmlns:a16="http://schemas.microsoft.com/office/drawing/2014/main" id="{C12CCAB5-445F-F567-7524-8F2EA703405B}"/>
                          </a:ext>
                        </a:extLst>
                      </p:cNvPr>
                      <p:cNvGrpSpPr/>
                      <p:nvPr/>
                    </p:nvGrpSpPr>
                    <p:grpSpPr>
                      <a:xfrm>
                        <a:off x="2970212" y="4724400"/>
                        <a:ext cx="1463040" cy="731520"/>
                        <a:chOff x="2970212" y="4724400"/>
                        <a:chExt cx="1463040" cy="731520"/>
                      </a:xfrm>
                    </p:grpSpPr>
                    <p:grpSp>
                      <p:nvGrpSpPr>
                        <p:cNvPr id="200" name="Group 199">
                          <a:extLst>
                            <a:ext uri="{FF2B5EF4-FFF2-40B4-BE49-F238E27FC236}">
                              <a16:creationId xmlns:a16="http://schemas.microsoft.com/office/drawing/2014/main" id="{C5CB87FC-005A-7549-FD4D-4137C9228AE5}"/>
                            </a:ext>
                          </a:extLst>
                        </p:cNvPr>
                        <p:cNvGrpSpPr/>
                        <p:nvPr/>
                      </p:nvGrpSpPr>
                      <p:grpSpPr>
                        <a:xfrm>
                          <a:off x="2970212" y="4724400"/>
                          <a:ext cx="731520" cy="731520"/>
                          <a:chOff x="2970212" y="4724400"/>
                          <a:chExt cx="731520" cy="731520"/>
                        </a:xfrm>
                      </p:grpSpPr>
                      <p:grpSp>
                        <p:nvGrpSpPr>
                          <p:cNvPr id="207" name="Group 206">
                            <a:extLst>
                              <a:ext uri="{FF2B5EF4-FFF2-40B4-BE49-F238E27FC236}">
                                <a16:creationId xmlns:a16="http://schemas.microsoft.com/office/drawing/2014/main" id="{DCA11C85-3325-E478-62C3-A0A903955368}"/>
                              </a:ext>
                            </a:extLst>
                          </p:cNvPr>
                          <p:cNvGrpSpPr/>
                          <p:nvPr/>
                        </p:nvGrpSpPr>
                        <p:grpSpPr>
                          <a:xfrm>
                            <a:off x="2970212" y="4724400"/>
                            <a:ext cx="731520" cy="365760"/>
                            <a:chOff x="2970212" y="4724400"/>
                            <a:chExt cx="731520" cy="365760"/>
                          </a:xfrm>
                        </p:grpSpPr>
                        <p:sp>
                          <p:nvSpPr>
                            <p:cNvPr id="210" name="Rectangle 209">
                              <a:extLst>
                                <a:ext uri="{FF2B5EF4-FFF2-40B4-BE49-F238E27FC236}">
                                  <a16:creationId xmlns:a16="http://schemas.microsoft.com/office/drawing/2014/main" id="{AE78BA34-6FBA-85C9-3C2A-D2646C117796}"/>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11" name="Rectangle 210">
                              <a:extLst>
                                <a:ext uri="{FF2B5EF4-FFF2-40B4-BE49-F238E27FC236}">
                                  <a16:creationId xmlns:a16="http://schemas.microsoft.com/office/drawing/2014/main" id="{1EB005B4-D971-FA3B-7289-F002D23846A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08" name="Rectangle 207">
                            <a:extLst>
                              <a:ext uri="{FF2B5EF4-FFF2-40B4-BE49-F238E27FC236}">
                                <a16:creationId xmlns:a16="http://schemas.microsoft.com/office/drawing/2014/main" id="{51C0C08B-0833-B7A2-9E34-7DE7439D209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9" name="Rectangle 208">
                            <a:extLst>
                              <a:ext uri="{FF2B5EF4-FFF2-40B4-BE49-F238E27FC236}">
                                <a16:creationId xmlns:a16="http://schemas.microsoft.com/office/drawing/2014/main" id="{2CAF787D-5D64-E453-3538-F677EA6F842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01" name="Group 200">
                          <a:extLst>
                            <a:ext uri="{FF2B5EF4-FFF2-40B4-BE49-F238E27FC236}">
                              <a16:creationId xmlns:a16="http://schemas.microsoft.com/office/drawing/2014/main" id="{7BF417C7-BEE9-2D2B-8DAA-A91B4BC4B8D3}"/>
                            </a:ext>
                          </a:extLst>
                        </p:cNvPr>
                        <p:cNvGrpSpPr/>
                        <p:nvPr/>
                      </p:nvGrpSpPr>
                      <p:grpSpPr>
                        <a:xfrm>
                          <a:off x="3701732" y="4724400"/>
                          <a:ext cx="731520" cy="731520"/>
                          <a:chOff x="2970212" y="4724400"/>
                          <a:chExt cx="731520" cy="731520"/>
                        </a:xfrm>
                      </p:grpSpPr>
                      <p:grpSp>
                        <p:nvGrpSpPr>
                          <p:cNvPr id="202" name="Group 201">
                            <a:extLst>
                              <a:ext uri="{FF2B5EF4-FFF2-40B4-BE49-F238E27FC236}">
                                <a16:creationId xmlns:a16="http://schemas.microsoft.com/office/drawing/2014/main" id="{17C1BCDC-53E9-3687-1FE1-DB03A610FCB5}"/>
                              </a:ext>
                            </a:extLst>
                          </p:cNvPr>
                          <p:cNvGrpSpPr/>
                          <p:nvPr/>
                        </p:nvGrpSpPr>
                        <p:grpSpPr>
                          <a:xfrm>
                            <a:off x="2970212" y="4724400"/>
                            <a:ext cx="731520" cy="365760"/>
                            <a:chOff x="2970212" y="4724400"/>
                            <a:chExt cx="731520" cy="365760"/>
                          </a:xfrm>
                        </p:grpSpPr>
                        <p:sp>
                          <p:nvSpPr>
                            <p:cNvPr id="205" name="Rectangle 204">
                              <a:extLst>
                                <a:ext uri="{FF2B5EF4-FFF2-40B4-BE49-F238E27FC236}">
                                  <a16:creationId xmlns:a16="http://schemas.microsoft.com/office/drawing/2014/main" id="{B68B986C-4063-B479-9585-9DEFF2B1ED5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6" name="Rectangle 205">
                              <a:extLst>
                                <a:ext uri="{FF2B5EF4-FFF2-40B4-BE49-F238E27FC236}">
                                  <a16:creationId xmlns:a16="http://schemas.microsoft.com/office/drawing/2014/main" id="{BC09C458-4FEC-A50C-6937-0FD9E6869E4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03" name="Rectangle 202">
                            <a:extLst>
                              <a:ext uri="{FF2B5EF4-FFF2-40B4-BE49-F238E27FC236}">
                                <a16:creationId xmlns:a16="http://schemas.microsoft.com/office/drawing/2014/main" id="{921106FE-F12E-5E15-FA37-2B9396FC4A0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4" name="Rectangle 203">
                            <a:extLst>
                              <a:ext uri="{FF2B5EF4-FFF2-40B4-BE49-F238E27FC236}">
                                <a16:creationId xmlns:a16="http://schemas.microsoft.com/office/drawing/2014/main" id="{35331B61-0F33-C8DD-E89C-D5DF3D555957}"/>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187" name="Group 186">
                        <a:extLst>
                          <a:ext uri="{FF2B5EF4-FFF2-40B4-BE49-F238E27FC236}">
                            <a16:creationId xmlns:a16="http://schemas.microsoft.com/office/drawing/2014/main" id="{0AE928AE-CE2D-9E83-87AA-61C9C8704C00}"/>
                          </a:ext>
                        </a:extLst>
                      </p:cNvPr>
                      <p:cNvGrpSpPr/>
                      <p:nvPr/>
                    </p:nvGrpSpPr>
                    <p:grpSpPr>
                      <a:xfrm>
                        <a:off x="2970212" y="5455920"/>
                        <a:ext cx="1463040" cy="731520"/>
                        <a:chOff x="2970212" y="4724400"/>
                        <a:chExt cx="1463040" cy="731520"/>
                      </a:xfrm>
                    </p:grpSpPr>
                    <p:grpSp>
                      <p:nvGrpSpPr>
                        <p:cNvPr id="188" name="Group 187">
                          <a:extLst>
                            <a:ext uri="{FF2B5EF4-FFF2-40B4-BE49-F238E27FC236}">
                              <a16:creationId xmlns:a16="http://schemas.microsoft.com/office/drawing/2014/main" id="{AEBF79D0-D4B6-EA37-F87D-A71FC386F019}"/>
                            </a:ext>
                          </a:extLst>
                        </p:cNvPr>
                        <p:cNvGrpSpPr/>
                        <p:nvPr/>
                      </p:nvGrpSpPr>
                      <p:grpSpPr>
                        <a:xfrm>
                          <a:off x="2970212" y="4724400"/>
                          <a:ext cx="731520" cy="731520"/>
                          <a:chOff x="2970212" y="4724400"/>
                          <a:chExt cx="731520" cy="731520"/>
                        </a:xfrm>
                      </p:grpSpPr>
                      <p:grpSp>
                        <p:nvGrpSpPr>
                          <p:cNvPr id="195" name="Group 194">
                            <a:extLst>
                              <a:ext uri="{FF2B5EF4-FFF2-40B4-BE49-F238E27FC236}">
                                <a16:creationId xmlns:a16="http://schemas.microsoft.com/office/drawing/2014/main" id="{431D042F-A84F-CA68-88CA-0AD3A36590DC}"/>
                              </a:ext>
                            </a:extLst>
                          </p:cNvPr>
                          <p:cNvGrpSpPr/>
                          <p:nvPr/>
                        </p:nvGrpSpPr>
                        <p:grpSpPr>
                          <a:xfrm>
                            <a:off x="2970212" y="4724400"/>
                            <a:ext cx="731520" cy="365760"/>
                            <a:chOff x="2970212" y="4724400"/>
                            <a:chExt cx="731520" cy="365760"/>
                          </a:xfrm>
                        </p:grpSpPr>
                        <p:sp>
                          <p:nvSpPr>
                            <p:cNvPr id="198" name="Rectangle 197">
                              <a:extLst>
                                <a:ext uri="{FF2B5EF4-FFF2-40B4-BE49-F238E27FC236}">
                                  <a16:creationId xmlns:a16="http://schemas.microsoft.com/office/drawing/2014/main" id="{CC2DEEA2-3C2C-B5FE-1EC3-1B7202F1DBA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9" name="Rectangle 198">
                              <a:extLst>
                                <a:ext uri="{FF2B5EF4-FFF2-40B4-BE49-F238E27FC236}">
                                  <a16:creationId xmlns:a16="http://schemas.microsoft.com/office/drawing/2014/main" id="{1017E713-0627-DEAD-B247-2E4AEB8C4F6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96" name="Rectangle 195">
                            <a:extLst>
                              <a:ext uri="{FF2B5EF4-FFF2-40B4-BE49-F238E27FC236}">
                                <a16:creationId xmlns:a16="http://schemas.microsoft.com/office/drawing/2014/main" id="{A97A5EC1-CCC0-FF66-87CF-011BF6811F5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7" name="Rectangle 196">
                            <a:extLst>
                              <a:ext uri="{FF2B5EF4-FFF2-40B4-BE49-F238E27FC236}">
                                <a16:creationId xmlns:a16="http://schemas.microsoft.com/office/drawing/2014/main" id="{E2A63448-01BF-F7A2-4095-E5ABBCC3E0EC}"/>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89" name="Group 188">
                          <a:extLst>
                            <a:ext uri="{FF2B5EF4-FFF2-40B4-BE49-F238E27FC236}">
                              <a16:creationId xmlns:a16="http://schemas.microsoft.com/office/drawing/2014/main" id="{4A707F49-16A4-0C88-EE34-107A4B1EEA5C}"/>
                            </a:ext>
                          </a:extLst>
                        </p:cNvPr>
                        <p:cNvGrpSpPr/>
                        <p:nvPr/>
                      </p:nvGrpSpPr>
                      <p:grpSpPr>
                        <a:xfrm>
                          <a:off x="3701732" y="4724400"/>
                          <a:ext cx="731520" cy="731520"/>
                          <a:chOff x="2970212" y="4724400"/>
                          <a:chExt cx="731520" cy="731520"/>
                        </a:xfrm>
                      </p:grpSpPr>
                      <p:grpSp>
                        <p:nvGrpSpPr>
                          <p:cNvPr id="190" name="Group 189">
                            <a:extLst>
                              <a:ext uri="{FF2B5EF4-FFF2-40B4-BE49-F238E27FC236}">
                                <a16:creationId xmlns:a16="http://schemas.microsoft.com/office/drawing/2014/main" id="{C93437FD-810A-D71F-E7CA-C296E74AF877}"/>
                              </a:ext>
                            </a:extLst>
                          </p:cNvPr>
                          <p:cNvGrpSpPr/>
                          <p:nvPr/>
                        </p:nvGrpSpPr>
                        <p:grpSpPr>
                          <a:xfrm>
                            <a:off x="2970212" y="4724400"/>
                            <a:ext cx="731520" cy="365760"/>
                            <a:chOff x="2970212" y="4724400"/>
                            <a:chExt cx="731520" cy="365760"/>
                          </a:xfrm>
                        </p:grpSpPr>
                        <p:sp>
                          <p:nvSpPr>
                            <p:cNvPr id="193" name="Rectangle 192">
                              <a:extLst>
                                <a:ext uri="{FF2B5EF4-FFF2-40B4-BE49-F238E27FC236}">
                                  <a16:creationId xmlns:a16="http://schemas.microsoft.com/office/drawing/2014/main" id="{16601E4F-752C-67A7-9203-F21ED3F49F2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4" name="Rectangle 193">
                              <a:extLst>
                                <a:ext uri="{FF2B5EF4-FFF2-40B4-BE49-F238E27FC236}">
                                  <a16:creationId xmlns:a16="http://schemas.microsoft.com/office/drawing/2014/main" id="{EFA43D22-31DC-83B0-C0B3-3E8C77A1781D}"/>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91" name="Rectangle 190">
                            <a:extLst>
                              <a:ext uri="{FF2B5EF4-FFF2-40B4-BE49-F238E27FC236}">
                                <a16:creationId xmlns:a16="http://schemas.microsoft.com/office/drawing/2014/main" id="{2F2B9DD5-4336-DEF7-8B49-8150F6272C2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2" name="Rectangle 191">
                            <a:extLst>
                              <a:ext uri="{FF2B5EF4-FFF2-40B4-BE49-F238E27FC236}">
                                <a16:creationId xmlns:a16="http://schemas.microsoft.com/office/drawing/2014/main" id="{B52364F4-A4B9-A06E-9F6F-FC2250A327B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nvGrpSpPr>
                <p:cNvPr id="292" name="Group 291">
                  <a:extLst>
                    <a:ext uri="{FF2B5EF4-FFF2-40B4-BE49-F238E27FC236}">
                      <a16:creationId xmlns:a16="http://schemas.microsoft.com/office/drawing/2014/main" id="{9A6CA6B9-AA75-0505-799F-E25C7B1B8AD0}"/>
                    </a:ext>
                  </a:extLst>
                </p:cNvPr>
                <p:cNvGrpSpPr/>
                <p:nvPr/>
              </p:nvGrpSpPr>
              <p:grpSpPr>
                <a:xfrm>
                  <a:off x="7984172" y="3124200"/>
                  <a:ext cx="2926080" cy="2926080"/>
                  <a:chOff x="2132012" y="3124200"/>
                  <a:chExt cx="2926080" cy="2926080"/>
                </a:xfrm>
              </p:grpSpPr>
              <p:grpSp>
                <p:nvGrpSpPr>
                  <p:cNvPr id="293" name="Group 292">
                    <a:extLst>
                      <a:ext uri="{FF2B5EF4-FFF2-40B4-BE49-F238E27FC236}">
                        <a16:creationId xmlns:a16="http://schemas.microsoft.com/office/drawing/2014/main" id="{BE73FA84-4F6B-A398-FEB9-8BF7CD332373}"/>
                      </a:ext>
                    </a:extLst>
                  </p:cNvPr>
                  <p:cNvGrpSpPr/>
                  <p:nvPr/>
                </p:nvGrpSpPr>
                <p:grpSpPr>
                  <a:xfrm>
                    <a:off x="2132012" y="3124200"/>
                    <a:ext cx="2926080" cy="1463040"/>
                    <a:chOff x="2970212" y="4724400"/>
                    <a:chExt cx="2926080" cy="1463040"/>
                  </a:xfrm>
                </p:grpSpPr>
                <p:grpSp>
                  <p:nvGrpSpPr>
                    <p:cNvPr id="349" name="Group 348">
                      <a:extLst>
                        <a:ext uri="{FF2B5EF4-FFF2-40B4-BE49-F238E27FC236}">
                          <a16:creationId xmlns:a16="http://schemas.microsoft.com/office/drawing/2014/main" id="{5BDCFEAC-65E5-AC9D-FC54-D921B8B50B47}"/>
                        </a:ext>
                      </a:extLst>
                    </p:cNvPr>
                    <p:cNvGrpSpPr/>
                    <p:nvPr/>
                  </p:nvGrpSpPr>
                  <p:grpSpPr>
                    <a:xfrm>
                      <a:off x="2970212" y="4724400"/>
                      <a:ext cx="1463040" cy="1463040"/>
                      <a:chOff x="2970212" y="4724400"/>
                      <a:chExt cx="1463040" cy="1463040"/>
                    </a:xfrm>
                  </p:grpSpPr>
                  <p:grpSp>
                    <p:nvGrpSpPr>
                      <p:cNvPr id="377" name="Group 376">
                        <a:extLst>
                          <a:ext uri="{FF2B5EF4-FFF2-40B4-BE49-F238E27FC236}">
                            <a16:creationId xmlns:a16="http://schemas.microsoft.com/office/drawing/2014/main" id="{B8A4190C-5F72-3BC2-DCDD-A52C26582A76}"/>
                          </a:ext>
                        </a:extLst>
                      </p:cNvPr>
                      <p:cNvGrpSpPr/>
                      <p:nvPr/>
                    </p:nvGrpSpPr>
                    <p:grpSpPr>
                      <a:xfrm>
                        <a:off x="2970212" y="4724400"/>
                        <a:ext cx="1463040" cy="731520"/>
                        <a:chOff x="2970212" y="4724400"/>
                        <a:chExt cx="1463040" cy="731520"/>
                      </a:xfrm>
                    </p:grpSpPr>
                    <p:grpSp>
                      <p:nvGrpSpPr>
                        <p:cNvPr id="391" name="Group 390">
                          <a:extLst>
                            <a:ext uri="{FF2B5EF4-FFF2-40B4-BE49-F238E27FC236}">
                              <a16:creationId xmlns:a16="http://schemas.microsoft.com/office/drawing/2014/main" id="{2DAF74F5-B8ED-4C8C-D3F4-BCA6A6CAB990}"/>
                            </a:ext>
                          </a:extLst>
                        </p:cNvPr>
                        <p:cNvGrpSpPr/>
                        <p:nvPr/>
                      </p:nvGrpSpPr>
                      <p:grpSpPr>
                        <a:xfrm>
                          <a:off x="2970212" y="4724400"/>
                          <a:ext cx="731520" cy="731520"/>
                          <a:chOff x="2970212" y="4724400"/>
                          <a:chExt cx="731520" cy="731520"/>
                        </a:xfrm>
                      </p:grpSpPr>
                      <p:grpSp>
                        <p:nvGrpSpPr>
                          <p:cNvPr id="398" name="Group 397">
                            <a:extLst>
                              <a:ext uri="{FF2B5EF4-FFF2-40B4-BE49-F238E27FC236}">
                                <a16:creationId xmlns:a16="http://schemas.microsoft.com/office/drawing/2014/main" id="{13FF7777-03CD-BE93-EDCE-ADE3B51B783B}"/>
                              </a:ext>
                            </a:extLst>
                          </p:cNvPr>
                          <p:cNvGrpSpPr/>
                          <p:nvPr/>
                        </p:nvGrpSpPr>
                        <p:grpSpPr>
                          <a:xfrm>
                            <a:off x="2970212" y="4724400"/>
                            <a:ext cx="731520" cy="365760"/>
                            <a:chOff x="2970212" y="4724400"/>
                            <a:chExt cx="731520" cy="365760"/>
                          </a:xfrm>
                        </p:grpSpPr>
                        <p:sp>
                          <p:nvSpPr>
                            <p:cNvPr id="401" name="Rectangle 400">
                              <a:extLst>
                                <a:ext uri="{FF2B5EF4-FFF2-40B4-BE49-F238E27FC236}">
                                  <a16:creationId xmlns:a16="http://schemas.microsoft.com/office/drawing/2014/main" id="{F316A1F2-8BAE-6B56-346A-6FC89A018E0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2" name="Rectangle 401">
                              <a:extLst>
                                <a:ext uri="{FF2B5EF4-FFF2-40B4-BE49-F238E27FC236}">
                                  <a16:creationId xmlns:a16="http://schemas.microsoft.com/office/drawing/2014/main" id="{36A571F7-B78E-96BC-6864-5899B4B86FF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99" name="Rectangle 398">
                            <a:extLst>
                              <a:ext uri="{FF2B5EF4-FFF2-40B4-BE49-F238E27FC236}">
                                <a16:creationId xmlns:a16="http://schemas.microsoft.com/office/drawing/2014/main" id="{60505AAF-5D19-BBD8-3F97-4BFC04A395B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0" name="Rectangle 399">
                            <a:extLst>
                              <a:ext uri="{FF2B5EF4-FFF2-40B4-BE49-F238E27FC236}">
                                <a16:creationId xmlns:a16="http://schemas.microsoft.com/office/drawing/2014/main" id="{E0BEE075-9657-665A-829B-B43D45A9890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92" name="Group 391">
                          <a:extLst>
                            <a:ext uri="{FF2B5EF4-FFF2-40B4-BE49-F238E27FC236}">
                              <a16:creationId xmlns:a16="http://schemas.microsoft.com/office/drawing/2014/main" id="{C3D63536-57E3-D868-63B8-0791ACC52D2E}"/>
                            </a:ext>
                          </a:extLst>
                        </p:cNvPr>
                        <p:cNvGrpSpPr/>
                        <p:nvPr/>
                      </p:nvGrpSpPr>
                      <p:grpSpPr>
                        <a:xfrm>
                          <a:off x="3701732" y="4724400"/>
                          <a:ext cx="731520" cy="731520"/>
                          <a:chOff x="2970212" y="4724400"/>
                          <a:chExt cx="731520" cy="731520"/>
                        </a:xfrm>
                      </p:grpSpPr>
                      <p:grpSp>
                        <p:nvGrpSpPr>
                          <p:cNvPr id="393" name="Group 392">
                            <a:extLst>
                              <a:ext uri="{FF2B5EF4-FFF2-40B4-BE49-F238E27FC236}">
                                <a16:creationId xmlns:a16="http://schemas.microsoft.com/office/drawing/2014/main" id="{F822152E-34A9-1241-EA83-2C799FAC253F}"/>
                              </a:ext>
                            </a:extLst>
                          </p:cNvPr>
                          <p:cNvGrpSpPr/>
                          <p:nvPr/>
                        </p:nvGrpSpPr>
                        <p:grpSpPr>
                          <a:xfrm>
                            <a:off x="2970212" y="4724400"/>
                            <a:ext cx="731520" cy="365760"/>
                            <a:chOff x="2970212" y="4724400"/>
                            <a:chExt cx="731520" cy="365760"/>
                          </a:xfrm>
                        </p:grpSpPr>
                        <p:sp>
                          <p:nvSpPr>
                            <p:cNvPr id="396" name="Rectangle 395">
                              <a:extLst>
                                <a:ext uri="{FF2B5EF4-FFF2-40B4-BE49-F238E27FC236}">
                                  <a16:creationId xmlns:a16="http://schemas.microsoft.com/office/drawing/2014/main" id="{2DC70C7C-B482-A82F-281F-8A76FA53D48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7" name="Rectangle 396">
                              <a:extLst>
                                <a:ext uri="{FF2B5EF4-FFF2-40B4-BE49-F238E27FC236}">
                                  <a16:creationId xmlns:a16="http://schemas.microsoft.com/office/drawing/2014/main" id="{AF9CFDD6-53BE-D84F-651A-E1A2AA27155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94" name="Rectangle 393">
                            <a:extLst>
                              <a:ext uri="{FF2B5EF4-FFF2-40B4-BE49-F238E27FC236}">
                                <a16:creationId xmlns:a16="http://schemas.microsoft.com/office/drawing/2014/main" id="{9A4C9636-090F-430B-B70A-CF02D3D2788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5" name="Rectangle 394">
                            <a:extLst>
                              <a:ext uri="{FF2B5EF4-FFF2-40B4-BE49-F238E27FC236}">
                                <a16:creationId xmlns:a16="http://schemas.microsoft.com/office/drawing/2014/main" id="{A0CC7B8E-F661-4EC0-D85F-98828284FD6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78" name="Group 377">
                        <a:extLst>
                          <a:ext uri="{FF2B5EF4-FFF2-40B4-BE49-F238E27FC236}">
                            <a16:creationId xmlns:a16="http://schemas.microsoft.com/office/drawing/2014/main" id="{F4A11FD2-21BA-D543-3022-338CB20E8BE2}"/>
                          </a:ext>
                        </a:extLst>
                      </p:cNvPr>
                      <p:cNvGrpSpPr/>
                      <p:nvPr/>
                    </p:nvGrpSpPr>
                    <p:grpSpPr>
                      <a:xfrm>
                        <a:off x="2970212" y="5455920"/>
                        <a:ext cx="1463040" cy="731520"/>
                        <a:chOff x="2970212" y="4724400"/>
                        <a:chExt cx="1463040" cy="731520"/>
                      </a:xfrm>
                    </p:grpSpPr>
                    <p:grpSp>
                      <p:nvGrpSpPr>
                        <p:cNvPr id="379" name="Group 378">
                          <a:extLst>
                            <a:ext uri="{FF2B5EF4-FFF2-40B4-BE49-F238E27FC236}">
                              <a16:creationId xmlns:a16="http://schemas.microsoft.com/office/drawing/2014/main" id="{BA6EB5DA-66E0-0998-25BD-5287BBE4F5D3}"/>
                            </a:ext>
                          </a:extLst>
                        </p:cNvPr>
                        <p:cNvGrpSpPr/>
                        <p:nvPr/>
                      </p:nvGrpSpPr>
                      <p:grpSpPr>
                        <a:xfrm>
                          <a:off x="2970212" y="4724400"/>
                          <a:ext cx="731520" cy="731520"/>
                          <a:chOff x="2970212" y="4724400"/>
                          <a:chExt cx="731520" cy="731520"/>
                        </a:xfrm>
                      </p:grpSpPr>
                      <p:grpSp>
                        <p:nvGrpSpPr>
                          <p:cNvPr id="386" name="Group 385">
                            <a:extLst>
                              <a:ext uri="{FF2B5EF4-FFF2-40B4-BE49-F238E27FC236}">
                                <a16:creationId xmlns:a16="http://schemas.microsoft.com/office/drawing/2014/main" id="{5D069E1C-B0CB-B7E8-F740-1224A3294B86}"/>
                              </a:ext>
                            </a:extLst>
                          </p:cNvPr>
                          <p:cNvGrpSpPr/>
                          <p:nvPr/>
                        </p:nvGrpSpPr>
                        <p:grpSpPr>
                          <a:xfrm>
                            <a:off x="2970212" y="4724400"/>
                            <a:ext cx="731520" cy="365760"/>
                            <a:chOff x="2970212" y="4724400"/>
                            <a:chExt cx="731520" cy="365760"/>
                          </a:xfrm>
                        </p:grpSpPr>
                        <p:sp>
                          <p:nvSpPr>
                            <p:cNvPr id="389" name="Rectangle 388">
                              <a:extLst>
                                <a:ext uri="{FF2B5EF4-FFF2-40B4-BE49-F238E27FC236}">
                                  <a16:creationId xmlns:a16="http://schemas.microsoft.com/office/drawing/2014/main" id="{6607725D-D756-3920-5FA8-095D78E37AC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0" name="Rectangle 389">
                              <a:extLst>
                                <a:ext uri="{FF2B5EF4-FFF2-40B4-BE49-F238E27FC236}">
                                  <a16:creationId xmlns:a16="http://schemas.microsoft.com/office/drawing/2014/main" id="{9275EBFB-26D0-091F-53C9-30512CD7461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87" name="Rectangle 386">
                            <a:extLst>
                              <a:ext uri="{FF2B5EF4-FFF2-40B4-BE49-F238E27FC236}">
                                <a16:creationId xmlns:a16="http://schemas.microsoft.com/office/drawing/2014/main" id="{560F52C2-B682-86CA-B2F8-4FB5A512B193}"/>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8" name="Rectangle 387">
                            <a:extLst>
                              <a:ext uri="{FF2B5EF4-FFF2-40B4-BE49-F238E27FC236}">
                                <a16:creationId xmlns:a16="http://schemas.microsoft.com/office/drawing/2014/main" id="{C943F446-36F0-27DC-95A4-2EACD181801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80" name="Group 379">
                          <a:extLst>
                            <a:ext uri="{FF2B5EF4-FFF2-40B4-BE49-F238E27FC236}">
                              <a16:creationId xmlns:a16="http://schemas.microsoft.com/office/drawing/2014/main" id="{7D6BCE38-1A21-0331-B86F-377FCDFE9287}"/>
                            </a:ext>
                          </a:extLst>
                        </p:cNvPr>
                        <p:cNvGrpSpPr/>
                        <p:nvPr/>
                      </p:nvGrpSpPr>
                      <p:grpSpPr>
                        <a:xfrm>
                          <a:off x="3701732" y="4724400"/>
                          <a:ext cx="731520" cy="731520"/>
                          <a:chOff x="2970212" y="4724400"/>
                          <a:chExt cx="731520" cy="731520"/>
                        </a:xfrm>
                      </p:grpSpPr>
                      <p:grpSp>
                        <p:nvGrpSpPr>
                          <p:cNvPr id="381" name="Group 380">
                            <a:extLst>
                              <a:ext uri="{FF2B5EF4-FFF2-40B4-BE49-F238E27FC236}">
                                <a16:creationId xmlns:a16="http://schemas.microsoft.com/office/drawing/2014/main" id="{1859EC56-9B41-69AD-6D9B-DB7BBB37E567}"/>
                              </a:ext>
                            </a:extLst>
                          </p:cNvPr>
                          <p:cNvGrpSpPr/>
                          <p:nvPr/>
                        </p:nvGrpSpPr>
                        <p:grpSpPr>
                          <a:xfrm>
                            <a:off x="2970212" y="4724400"/>
                            <a:ext cx="731520" cy="365760"/>
                            <a:chOff x="2970212" y="4724400"/>
                            <a:chExt cx="731520" cy="365760"/>
                          </a:xfrm>
                        </p:grpSpPr>
                        <p:sp>
                          <p:nvSpPr>
                            <p:cNvPr id="384" name="Rectangle 383">
                              <a:extLst>
                                <a:ext uri="{FF2B5EF4-FFF2-40B4-BE49-F238E27FC236}">
                                  <a16:creationId xmlns:a16="http://schemas.microsoft.com/office/drawing/2014/main" id="{5BB634CA-CB51-74D5-9389-6E20167AA89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5" name="Rectangle 384">
                              <a:extLst>
                                <a:ext uri="{FF2B5EF4-FFF2-40B4-BE49-F238E27FC236}">
                                  <a16:creationId xmlns:a16="http://schemas.microsoft.com/office/drawing/2014/main" id="{416B7B37-87B6-651D-3521-BEE2C3587E8F}"/>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82" name="Rectangle 381">
                            <a:extLst>
                              <a:ext uri="{FF2B5EF4-FFF2-40B4-BE49-F238E27FC236}">
                                <a16:creationId xmlns:a16="http://schemas.microsoft.com/office/drawing/2014/main" id="{8E4DB480-2577-37FD-5E5F-7AA80551929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3" name="Rectangle 382">
                            <a:extLst>
                              <a:ext uri="{FF2B5EF4-FFF2-40B4-BE49-F238E27FC236}">
                                <a16:creationId xmlns:a16="http://schemas.microsoft.com/office/drawing/2014/main" id="{E2294DD4-93DB-C6A2-3A77-73802302BCF3}"/>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350" name="Group 349">
                      <a:extLst>
                        <a:ext uri="{FF2B5EF4-FFF2-40B4-BE49-F238E27FC236}">
                          <a16:creationId xmlns:a16="http://schemas.microsoft.com/office/drawing/2014/main" id="{453F4548-23AC-F4DB-F10B-796F61381B20}"/>
                        </a:ext>
                      </a:extLst>
                    </p:cNvPr>
                    <p:cNvGrpSpPr/>
                    <p:nvPr/>
                  </p:nvGrpSpPr>
                  <p:grpSpPr>
                    <a:xfrm>
                      <a:off x="4433252" y="4724400"/>
                      <a:ext cx="1463040" cy="1463040"/>
                      <a:chOff x="2970212" y="4724400"/>
                      <a:chExt cx="1463040" cy="1463040"/>
                    </a:xfrm>
                  </p:grpSpPr>
                  <p:grpSp>
                    <p:nvGrpSpPr>
                      <p:cNvPr id="351" name="Group 350">
                        <a:extLst>
                          <a:ext uri="{FF2B5EF4-FFF2-40B4-BE49-F238E27FC236}">
                            <a16:creationId xmlns:a16="http://schemas.microsoft.com/office/drawing/2014/main" id="{7ACF60A2-B443-8C6F-EE3E-46EC70F2990D}"/>
                          </a:ext>
                        </a:extLst>
                      </p:cNvPr>
                      <p:cNvGrpSpPr/>
                      <p:nvPr/>
                    </p:nvGrpSpPr>
                    <p:grpSpPr>
                      <a:xfrm>
                        <a:off x="2970212" y="4724400"/>
                        <a:ext cx="1463040" cy="731520"/>
                        <a:chOff x="2970212" y="4724400"/>
                        <a:chExt cx="1463040" cy="731520"/>
                      </a:xfrm>
                    </p:grpSpPr>
                    <p:grpSp>
                      <p:nvGrpSpPr>
                        <p:cNvPr id="365" name="Group 364">
                          <a:extLst>
                            <a:ext uri="{FF2B5EF4-FFF2-40B4-BE49-F238E27FC236}">
                              <a16:creationId xmlns:a16="http://schemas.microsoft.com/office/drawing/2014/main" id="{17E3139F-1247-8F81-B35F-02E061C4DAD9}"/>
                            </a:ext>
                          </a:extLst>
                        </p:cNvPr>
                        <p:cNvGrpSpPr/>
                        <p:nvPr/>
                      </p:nvGrpSpPr>
                      <p:grpSpPr>
                        <a:xfrm>
                          <a:off x="2970212" y="4724400"/>
                          <a:ext cx="731520" cy="731520"/>
                          <a:chOff x="2970212" y="4724400"/>
                          <a:chExt cx="731520" cy="731520"/>
                        </a:xfrm>
                      </p:grpSpPr>
                      <p:grpSp>
                        <p:nvGrpSpPr>
                          <p:cNvPr id="372" name="Group 371">
                            <a:extLst>
                              <a:ext uri="{FF2B5EF4-FFF2-40B4-BE49-F238E27FC236}">
                                <a16:creationId xmlns:a16="http://schemas.microsoft.com/office/drawing/2014/main" id="{88E53927-6D2F-7585-98A1-04FD2DC6F5A1}"/>
                              </a:ext>
                            </a:extLst>
                          </p:cNvPr>
                          <p:cNvGrpSpPr/>
                          <p:nvPr/>
                        </p:nvGrpSpPr>
                        <p:grpSpPr>
                          <a:xfrm>
                            <a:off x="2970212" y="4724400"/>
                            <a:ext cx="731520" cy="365760"/>
                            <a:chOff x="2970212" y="4724400"/>
                            <a:chExt cx="731520" cy="365760"/>
                          </a:xfrm>
                        </p:grpSpPr>
                        <p:sp>
                          <p:nvSpPr>
                            <p:cNvPr id="375" name="Rectangle 374">
                              <a:extLst>
                                <a:ext uri="{FF2B5EF4-FFF2-40B4-BE49-F238E27FC236}">
                                  <a16:creationId xmlns:a16="http://schemas.microsoft.com/office/drawing/2014/main" id="{7DC2E484-268E-BD11-63A2-A309CC8FAAFA}"/>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6" name="Rectangle 375">
                              <a:extLst>
                                <a:ext uri="{FF2B5EF4-FFF2-40B4-BE49-F238E27FC236}">
                                  <a16:creationId xmlns:a16="http://schemas.microsoft.com/office/drawing/2014/main" id="{235834B4-4132-5003-FFB6-D6109A87DF8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73" name="Rectangle 372">
                            <a:extLst>
                              <a:ext uri="{FF2B5EF4-FFF2-40B4-BE49-F238E27FC236}">
                                <a16:creationId xmlns:a16="http://schemas.microsoft.com/office/drawing/2014/main" id="{52CEE0EC-F4DE-F72F-5528-C4C7A9764660}"/>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4" name="Rectangle 373">
                            <a:extLst>
                              <a:ext uri="{FF2B5EF4-FFF2-40B4-BE49-F238E27FC236}">
                                <a16:creationId xmlns:a16="http://schemas.microsoft.com/office/drawing/2014/main" id="{F3580D2A-9868-C365-6AC8-0C9BF9D1AE5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66" name="Group 365">
                          <a:extLst>
                            <a:ext uri="{FF2B5EF4-FFF2-40B4-BE49-F238E27FC236}">
                              <a16:creationId xmlns:a16="http://schemas.microsoft.com/office/drawing/2014/main" id="{98275637-279B-BE65-398B-1AA77DD9ED96}"/>
                            </a:ext>
                          </a:extLst>
                        </p:cNvPr>
                        <p:cNvGrpSpPr/>
                        <p:nvPr/>
                      </p:nvGrpSpPr>
                      <p:grpSpPr>
                        <a:xfrm>
                          <a:off x="3701732" y="4724400"/>
                          <a:ext cx="731520" cy="731520"/>
                          <a:chOff x="2970212" y="4724400"/>
                          <a:chExt cx="731520" cy="731520"/>
                        </a:xfrm>
                      </p:grpSpPr>
                      <p:grpSp>
                        <p:nvGrpSpPr>
                          <p:cNvPr id="367" name="Group 366">
                            <a:extLst>
                              <a:ext uri="{FF2B5EF4-FFF2-40B4-BE49-F238E27FC236}">
                                <a16:creationId xmlns:a16="http://schemas.microsoft.com/office/drawing/2014/main" id="{0D8E0C1A-AF3A-642E-A58D-AD40A8AB4D09}"/>
                              </a:ext>
                            </a:extLst>
                          </p:cNvPr>
                          <p:cNvGrpSpPr/>
                          <p:nvPr/>
                        </p:nvGrpSpPr>
                        <p:grpSpPr>
                          <a:xfrm>
                            <a:off x="2970212" y="4724400"/>
                            <a:ext cx="731520" cy="365760"/>
                            <a:chOff x="2970212" y="4724400"/>
                            <a:chExt cx="731520" cy="365760"/>
                          </a:xfrm>
                        </p:grpSpPr>
                        <p:sp>
                          <p:nvSpPr>
                            <p:cNvPr id="370" name="Rectangle 369">
                              <a:extLst>
                                <a:ext uri="{FF2B5EF4-FFF2-40B4-BE49-F238E27FC236}">
                                  <a16:creationId xmlns:a16="http://schemas.microsoft.com/office/drawing/2014/main" id="{BFF05082-E114-63E9-8FE7-4AAF69AD70B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1" name="Rectangle 370">
                              <a:extLst>
                                <a:ext uri="{FF2B5EF4-FFF2-40B4-BE49-F238E27FC236}">
                                  <a16:creationId xmlns:a16="http://schemas.microsoft.com/office/drawing/2014/main" id="{07B88583-F2EF-79A6-03D2-F8644FC0189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68" name="Rectangle 367">
                            <a:extLst>
                              <a:ext uri="{FF2B5EF4-FFF2-40B4-BE49-F238E27FC236}">
                                <a16:creationId xmlns:a16="http://schemas.microsoft.com/office/drawing/2014/main" id="{DE9577D5-D7A0-578F-F831-C1866C6FA1B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9" name="Rectangle 368">
                            <a:extLst>
                              <a:ext uri="{FF2B5EF4-FFF2-40B4-BE49-F238E27FC236}">
                                <a16:creationId xmlns:a16="http://schemas.microsoft.com/office/drawing/2014/main" id="{3AE89D77-6E20-D332-8A1C-3AB80B9E223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52" name="Group 351">
                        <a:extLst>
                          <a:ext uri="{FF2B5EF4-FFF2-40B4-BE49-F238E27FC236}">
                            <a16:creationId xmlns:a16="http://schemas.microsoft.com/office/drawing/2014/main" id="{C6FAB756-3C0B-33CD-7F1F-F0495C5196AB}"/>
                          </a:ext>
                        </a:extLst>
                      </p:cNvPr>
                      <p:cNvGrpSpPr/>
                      <p:nvPr/>
                    </p:nvGrpSpPr>
                    <p:grpSpPr>
                      <a:xfrm>
                        <a:off x="2970212" y="5455920"/>
                        <a:ext cx="1463040" cy="731520"/>
                        <a:chOff x="2970212" y="4724400"/>
                        <a:chExt cx="1463040" cy="731520"/>
                      </a:xfrm>
                    </p:grpSpPr>
                    <p:grpSp>
                      <p:nvGrpSpPr>
                        <p:cNvPr id="353" name="Group 352">
                          <a:extLst>
                            <a:ext uri="{FF2B5EF4-FFF2-40B4-BE49-F238E27FC236}">
                              <a16:creationId xmlns:a16="http://schemas.microsoft.com/office/drawing/2014/main" id="{02A84719-1F98-74E3-82DB-C4B7E2096DDB}"/>
                            </a:ext>
                          </a:extLst>
                        </p:cNvPr>
                        <p:cNvGrpSpPr/>
                        <p:nvPr/>
                      </p:nvGrpSpPr>
                      <p:grpSpPr>
                        <a:xfrm>
                          <a:off x="2970212" y="4724400"/>
                          <a:ext cx="731520" cy="731520"/>
                          <a:chOff x="2970212" y="4724400"/>
                          <a:chExt cx="731520" cy="731520"/>
                        </a:xfrm>
                      </p:grpSpPr>
                      <p:grpSp>
                        <p:nvGrpSpPr>
                          <p:cNvPr id="360" name="Group 359">
                            <a:extLst>
                              <a:ext uri="{FF2B5EF4-FFF2-40B4-BE49-F238E27FC236}">
                                <a16:creationId xmlns:a16="http://schemas.microsoft.com/office/drawing/2014/main" id="{C21AD923-A8C0-8EC9-389F-729BD1EFAAA5}"/>
                              </a:ext>
                            </a:extLst>
                          </p:cNvPr>
                          <p:cNvGrpSpPr/>
                          <p:nvPr/>
                        </p:nvGrpSpPr>
                        <p:grpSpPr>
                          <a:xfrm>
                            <a:off x="2970212" y="4724400"/>
                            <a:ext cx="731520" cy="365760"/>
                            <a:chOff x="2970212" y="4724400"/>
                            <a:chExt cx="731520" cy="365760"/>
                          </a:xfrm>
                        </p:grpSpPr>
                        <p:sp>
                          <p:nvSpPr>
                            <p:cNvPr id="363" name="Rectangle 362">
                              <a:extLst>
                                <a:ext uri="{FF2B5EF4-FFF2-40B4-BE49-F238E27FC236}">
                                  <a16:creationId xmlns:a16="http://schemas.microsoft.com/office/drawing/2014/main" id="{4B964868-AD90-F1A2-79BE-AB54B0275EE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4" name="Rectangle 363">
                              <a:extLst>
                                <a:ext uri="{FF2B5EF4-FFF2-40B4-BE49-F238E27FC236}">
                                  <a16:creationId xmlns:a16="http://schemas.microsoft.com/office/drawing/2014/main" id="{CC9ABC8F-7EBA-53FC-E452-9DFD63819AC4}"/>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61" name="Rectangle 360">
                            <a:extLst>
                              <a:ext uri="{FF2B5EF4-FFF2-40B4-BE49-F238E27FC236}">
                                <a16:creationId xmlns:a16="http://schemas.microsoft.com/office/drawing/2014/main" id="{9AE2B285-E514-6E6A-1A0B-110053E7950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2" name="Rectangle 361">
                            <a:extLst>
                              <a:ext uri="{FF2B5EF4-FFF2-40B4-BE49-F238E27FC236}">
                                <a16:creationId xmlns:a16="http://schemas.microsoft.com/office/drawing/2014/main" id="{5B431E27-5DA0-62CD-4C40-FDA68E264B6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54" name="Group 353">
                          <a:extLst>
                            <a:ext uri="{FF2B5EF4-FFF2-40B4-BE49-F238E27FC236}">
                              <a16:creationId xmlns:a16="http://schemas.microsoft.com/office/drawing/2014/main" id="{0A36CF56-80CA-9082-5040-81CA79E367D1}"/>
                            </a:ext>
                          </a:extLst>
                        </p:cNvPr>
                        <p:cNvGrpSpPr/>
                        <p:nvPr/>
                      </p:nvGrpSpPr>
                      <p:grpSpPr>
                        <a:xfrm>
                          <a:off x="3701732" y="4724400"/>
                          <a:ext cx="731520" cy="731520"/>
                          <a:chOff x="2970212" y="4724400"/>
                          <a:chExt cx="731520" cy="731520"/>
                        </a:xfrm>
                      </p:grpSpPr>
                      <p:grpSp>
                        <p:nvGrpSpPr>
                          <p:cNvPr id="355" name="Group 354">
                            <a:extLst>
                              <a:ext uri="{FF2B5EF4-FFF2-40B4-BE49-F238E27FC236}">
                                <a16:creationId xmlns:a16="http://schemas.microsoft.com/office/drawing/2014/main" id="{FDE87C27-78E5-F363-BBD1-26D2D62C7146}"/>
                              </a:ext>
                            </a:extLst>
                          </p:cNvPr>
                          <p:cNvGrpSpPr/>
                          <p:nvPr/>
                        </p:nvGrpSpPr>
                        <p:grpSpPr>
                          <a:xfrm>
                            <a:off x="2970212" y="4724400"/>
                            <a:ext cx="731520" cy="365760"/>
                            <a:chOff x="2970212" y="4724400"/>
                            <a:chExt cx="731520" cy="365760"/>
                          </a:xfrm>
                        </p:grpSpPr>
                        <p:sp>
                          <p:nvSpPr>
                            <p:cNvPr id="358" name="Rectangle 357">
                              <a:extLst>
                                <a:ext uri="{FF2B5EF4-FFF2-40B4-BE49-F238E27FC236}">
                                  <a16:creationId xmlns:a16="http://schemas.microsoft.com/office/drawing/2014/main" id="{69A22D26-EBFA-567F-D5F6-C330536859B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9" name="Rectangle 358">
                              <a:extLst>
                                <a:ext uri="{FF2B5EF4-FFF2-40B4-BE49-F238E27FC236}">
                                  <a16:creationId xmlns:a16="http://schemas.microsoft.com/office/drawing/2014/main" id="{34316F32-3A27-5E17-F713-4EC9085168E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56" name="Rectangle 355">
                            <a:extLst>
                              <a:ext uri="{FF2B5EF4-FFF2-40B4-BE49-F238E27FC236}">
                                <a16:creationId xmlns:a16="http://schemas.microsoft.com/office/drawing/2014/main" id="{FE2C0F78-456E-0051-D42D-86A0B1A2255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7" name="Rectangle 356">
                            <a:extLst>
                              <a:ext uri="{FF2B5EF4-FFF2-40B4-BE49-F238E27FC236}">
                                <a16:creationId xmlns:a16="http://schemas.microsoft.com/office/drawing/2014/main" id="{C22C50E3-881B-86FA-2F2B-0D98B3F7250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294" name="Group 293">
                    <a:extLst>
                      <a:ext uri="{FF2B5EF4-FFF2-40B4-BE49-F238E27FC236}">
                        <a16:creationId xmlns:a16="http://schemas.microsoft.com/office/drawing/2014/main" id="{5451AC70-07A6-B65D-B13C-E69A7F9742E3}"/>
                      </a:ext>
                    </a:extLst>
                  </p:cNvPr>
                  <p:cNvGrpSpPr/>
                  <p:nvPr/>
                </p:nvGrpSpPr>
                <p:grpSpPr>
                  <a:xfrm>
                    <a:off x="2132012" y="4587240"/>
                    <a:ext cx="2926080" cy="1463040"/>
                    <a:chOff x="2970212" y="4724400"/>
                    <a:chExt cx="2926080" cy="1463040"/>
                  </a:xfrm>
                </p:grpSpPr>
                <p:grpSp>
                  <p:nvGrpSpPr>
                    <p:cNvPr id="295" name="Group 294">
                      <a:extLst>
                        <a:ext uri="{FF2B5EF4-FFF2-40B4-BE49-F238E27FC236}">
                          <a16:creationId xmlns:a16="http://schemas.microsoft.com/office/drawing/2014/main" id="{06173395-B9A0-3C95-FFF3-F148C19A8B25}"/>
                        </a:ext>
                      </a:extLst>
                    </p:cNvPr>
                    <p:cNvGrpSpPr/>
                    <p:nvPr/>
                  </p:nvGrpSpPr>
                  <p:grpSpPr>
                    <a:xfrm>
                      <a:off x="2970212" y="4724400"/>
                      <a:ext cx="1463040" cy="1463040"/>
                      <a:chOff x="2970212" y="4724400"/>
                      <a:chExt cx="1463040" cy="1463040"/>
                    </a:xfrm>
                  </p:grpSpPr>
                  <p:grpSp>
                    <p:nvGrpSpPr>
                      <p:cNvPr id="323" name="Group 322">
                        <a:extLst>
                          <a:ext uri="{FF2B5EF4-FFF2-40B4-BE49-F238E27FC236}">
                            <a16:creationId xmlns:a16="http://schemas.microsoft.com/office/drawing/2014/main" id="{2455AEB1-56BC-CEBC-665B-2614B79DE65C}"/>
                          </a:ext>
                        </a:extLst>
                      </p:cNvPr>
                      <p:cNvGrpSpPr/>
                      <p:nvPr/>
                    </p:nvGrpSpPr>
                    <p:grpSpPr>
                      <a:xfrm>
                        <a:off x="2970212" y="4724400"/>
                        <a:ext cx="1463040" cy="731520"/>
                        <a:chOff x="2970212" y="4724400"/>
                        <a:chExt cx="1463040" cy="731520"/>
                      </a:xfrm>
                    </p:grpSpPr>
                    <p:grpSp>
                      <p:nvGrpSpPr>
                        <p:cNvPr id="337" name="Group 336">
                          <a:extLst>
                            <a:ext uri="{FF2B5EF4-FFF2-40B4-BE49-F238E27FC236}">
                              <a16:creationId xmlns:a16="http://schemas.microsoft.com/office/drawing/2014/main" id="{2701E8B9-D83E-E01A-23A7-AAC933CFCCB1}"/>
                            </a:ext>
                          </a:extLst>
                        </p:cNvPr>
                        <p:cNvGrpSpPr/>
                        <p:nvPr/>
                      </p:nvGrpSpPr>
                      <p:grpSpPr>
                        <a:xfrm>
                          <a:off x="2970212" y="4724400"/>
                          <a:ext cx="731520" cy="731520"/>
                          <a:chOff x="2970212" y="4724400"/>
                          <a:chExt cx="731520" cy="731520"/>
                        </a:xfrm>
                      </p:grpSpPr>
                      <p:grpSp>
                        <p:nvGrpSpPr>
                          <p:cNvPr id="344" name="Group 343">
                            <a:extLst>
                              <a:ext uri="{FF2B5EF4-FFF2-40B4-BE49-F238E27FC236}">
                                <a16:creationId xmlns:a16="http://schemas.microsoft.com/office/drawing/2014/main" id="{5458F26F-F6A9-690D-1DD5-AEBF39CA03A9}"/>
                              </a:ext>
                            </a:extLst>
                          </p:cNvPr>
                          <p:cNvGrpSpPr/>
                          <p:nvPr/>
                        </p:nvGrpSpPr>
                        <p:grpSpPr>
                          <a:xfrm>
                            <a:off x="2970212" y="4724400"/>
                            <a:ext cx="731520" cy="365760"/>
                            <a:chOff x="2970212" y="4724400"/>
                            <a:chExt cx="731520" cy="365760"/>
                          </a:xfrm>
                        </p:grpSpPr>
                        <p:sp>
                          <p:nvSpPr>
                            <p:cNvPr id="347" name="Rectangle 346">
                              <a:extLst>
                                <a:ext uri="{FF2B5EF4-FFF2-40B4-BE49-F238E27FC236}">
                                  <a16:creationId xmlns:a16="http://schemas.microsoft.com/office/drawing/2014/main" id="{EB02430E-D1ED-67E1-8F5A-65020847896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8" name="Rectangle 347">
                              <a:extLst>
                                <a:ext uri="{FF2B5EF4-FFF2-40B4-BE49-F238E27FC236}">
                                  <a16:creationId xmlns:a16="http://schemas.microsoft.com/office/drawing/2014/main" id="{F6D154C0-AC3C-9F20-02B3-D7F4D91F630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45" name="Rectangle 344">
                            <a:extLst>
                              <a:ext uri="{FF2B5EF4-FFF2-40B4-BE49-F238E27FC236}">
                                <a16:creationId xmlns:a16="http://schemas.microsoft.com/office/drawing/2014/main" id="{0B70A6CC-4B35-0AA0-E8C9-EB22FF46F89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6" name="Rectangle 345">
                            <a:extLst>
                              <a:ext uri="{FF2B5EF4-FFF2-40B4-BE49-F238E27FC236}">
                                <a16:creationId xmlns:a16="http://schemas.microsoft.com/office/drawing/2014/main" id="{756B6BF9-D4BB-D4C2-7F11-CED8E5FF50B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38" name="Group 337">
                          <a:extLst>
                            <a:ext uri="{FF2B5EF4-FFF2-40B4-BE49-F238E27FC236}">
                              <a16:creationId xmlns:a16="http://schemas.microsoft.com/office/drawing/2014/main" id="{1D9A6073-B6CA-B769-1D4E-28A35F9B428C}"/>
                            </a:ext>
                          </a:extLst>
                        </p:cNvPr>
                        <p:cNvGrpSpPr/>
                        <p:nvPr/>
                      </p:nvGrpSpPr>
                      <p:grpSpPr>
                        <a:xfrm>
                          <a:off x="3701732" y="4724400"/>
                          <a:ext cx="731520" cy="731520"/>
                          <a:chOff x="2970212" y="4724400"/>
                          <a:chExt cx="731520" cy="731520"/>
                        </a:xfrm>
                      </p:grpSpPr>
                      <p:grpSp>
                        <p:nvGrpSpPr>
                          <p:cNvPr id="339" name="Group 338">
                            <a:extLst>
                              <a:ext uri="{FF2B5EF4-FFF2-40B4-BE49-F238E27FC236}">
                                <a16:creationId xmlns:a16="http://schemas.microsoft.com/office/drawing/2014/main" id="{A4466672-A05A-3222-6E18-B5BA17A2AA49}"/>
                              </a:ext>
                            </a:extLst>
                          </p:cNvPr>
                          <p:cNvGrpSpPr/>
                          <p:nvPr/>
                        </p:nvGrpSpPr>
                        <p:grpSpPr>
                          <a:xfrm>
                            <a:off x="2970212" y="4724400"/>
                            <a:ext cx="731520" cy="365760"/>
                            <a:chOff x="2970212" y="4724400"/>
                            <a:chExt cx="731520" cy="365760"/>
                          </a:xfrm>
                        </p:grpSpPr>
                        <p:sp>
                          <p:nvSpPr>
                            <p:cNvPr id="342" name="Rectangle 341">
                              <a:extLst>
                                <a:ext uri="{FF2B5EF4-FFF2-40B4-BE49-F238E27FC236}">
                                  <a16:creationId xmlns:a16="http://schemas.microsoft.com/office/drawing/2014/main" id="{A6501194-9B2A-E124-7C59-A6FE53CAD23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3" name="Rectangle 342">
                              <a:extLst>
                                <a:ext uri="{FF2B5EF4-FFF2-40B4-BE49-F238E27FC236}">
                                  <a16:creationId xmlns:a16="http://schemas.microsoft.com/office/drawing/2014/main" id="{CFB1315C-90B4-99BC-BF07-2BFCCA3BC28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40" name="Rectangle 339">
                            <a:extLst>
                              <a:ext uri="{FF2B5EF4-FFF2-40B4-BE49-F238E27FC236}">
                                <a16:creationId xmlns:a16="http://schemas.microsoft.com/office/drawing/2014/main" id="{85516523-061D-EA21-8320-01804C9E638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1" name="Rectangle 340">
                            <a:extLst>
                              <a:ext uri="{FF2B5EF4-FFF2-40B4-BE49-F238E27FC236}">
                                <a16:creationId xmlns:a16="http://schemas.microsoft.com/office/drawing/2014/main" id="{D320154C-8C11-B490-91F5-2D081A1260C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24" name="Group 323">
                        <a:extLst>
                          <a:ext uri="{FF2B5EF4-FFF2-40B4-BE49-F238E27FC236}">
                            <a16:creationId xmlns:a16="http://schemas.microsoft.com/office/drawing/2014/main" id="{A9D98002-DBBB-A9BC-4B62-9C7B8B1FB5A3}"/>
                          </a:ext>
                        </a:extLst>
                      </p:cNvPr>
                      <p:cNvGrpSpPr/>
                      <p:nvPr/>
                    </p:nvGrpSpPr>
                    <p:grpSpPr>
                      <a:xfrm>
                        <a:off x="2970212" y="5455920"/>
                        <a:ext cx="1463040" cy="731520"/>
                        <a:chOff x="2970212" y="4724400"/>
                        <a:chExt cx="1463040" cy="731520"/>
                      </a:xfrm>
                    </p:grpSpPr>
                    <p:grpSp>
                      <p:nvGrpSpPr>
                        <p:cNvPr id="325" name="Group 324">
                          <a:extLst>
                            <a:ext uri="{FF2B5EF4-FFF2-40B4-BE49-F238E27FC236}">
                              <a16:creationId xmlns:a16="http://schemas.microsoft.com/office/drawing/2014/main" id="{BDD5C11D-2433-684C-553A-3E7DBDFA009B}"/>
                            </a:ext>
                          </a:extLst>
                        </p:cNvPr>
                        <p:cNvGrpSpPr/>
                        <p:nvPr/>
                      </p:nvGrpSpPr>
                      <p:grpSpPr>
                        <a:xfrm>
                          <a:off x="2970212" y="4724400"/>
                          <a:ext cx="731520" cy="731520"/>
                          <a:chOff x="2970212" y="4724400"/>
                          <a:chExt cx="731520" cy="731520"/>
                        </a:xfrm>
                      </p:grpSpPr>
                      <p:grpSp>
                        <p:nvGrpSpPr>
                          <p:cNvPr id="332" name="Group 331">
                            <a:extLst>
                              <a:ext uri="{FF2B5EF4-FFF2-40B4-BE49-F238E27FC236}">
                                <a16:creationId xmlns:a16="http://schemas.microsoft.com/office/drawing/2014/main" id="{FFB74A87-85CA-1E84-8D44-1250D1051DF8}"/>
                              </a:ext>
                            </a:extLst>
                          </p:cNvPr>
                          <p:cNvGrpSpPr/>
                          <p:nvPr/>
                        </p:nvGrpSpPr>
                        <p:grpSpPr>
                          <a:xfrm>
                            <a:off x="2970212" y="4724400"/>
                            <a:ext cx="731520" cy="365760"/>
                            <a:chOff x="2970212" y="4724400"/>
                            <a:chExt cx="731520" cy="365760"/>
                          </a:xfrm>
                        </p:grpSpPr>
                        <p:sp>
                          <p:nvSpPr>
                            <p:cNvPr id="335" name="Rectangle 334">
                              <a:extLst>
                                <a:ext uri="{FF2B5EF4-FFF2-40B4-BE49-F238E27FC236}">
                                  <a16:creationId xmlns:a16="http://schemas.microsoft.com/office/drawing/2014/main" id="{8BA4ACA3-FAFF-A371-9DB4-0DA8D29A274D}"/>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6" name="Rectangle 335">
                              <a:extLst>
                                <a:ext uri="{FF2B5EF4-FFF2-40B4-BE49-F238E27FC236}">
                                  <a16:creationId xmlns:a16="http://schemas.microsoft.com/office/drawing/2014/main" id="{311E5514-BEB1-7E94-3DDE-01345309A2F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33" name="Rectangle 332">
                            <a:extLst>
                              <a:ext uri="{FF2B5EF4-FFF2-40B4-BE49-F238E27FC236}">
                                <a16:creationId xmlns:a16="http://schemas.microsoft.com/office/drawing/2014/main" id="{46B6A354-D0F9-EE61-98F1-877D769A536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4" name="Rectangle 333">
                            <a:extLst>
                              <a:ext uri="{FF2B5EF4-FFF2-40B4-BE49-F238E27FC236}">
                                <a16:creationId xmlns:a16="http://schemas.microsoft.com/office/drawing/2014/main" id="{268BAD6F-0701-3DDE-52C5-D681153CD02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26" name="Group 325">
                          <a:extLst>
                            <a:ext uri="{FF2B5EF4-FFF2-40B4-BE49-F238E27FC236}">
                              <a16:creationId xmlns:a16="http://schemas.microsoft.com/office/drawing/2014/main" id="{4278590D-3427-D9F7-7BD3-AE8A551498BD}"/>
                            </a:ext>
                          </a:extLst>
                        </p:cNvPr>
                        <p:cNvGrpSpPr/>
                        <p:nvPr/>
                      </p:nvGrpSpPr>
                      <p:grpSpPr>
                        <a:xfrm>
                          <a:off x="3701732" y="4724400"/>
                          <a:ext cx="731520" cy="731520"/>
                          <a:chOff x="2970212" y="4724400"/>
                          <a:chExt cx="731520" cy="731520"/>
                        </a:xfrm>
                      </p:grpSpPr>
                      <p:grpSp>
                        <p:nvGrpSpPr>
                          <p:cNvPr id="327" name="Group 326">
                            <a:extLst>
                              <a:ext uri="{FF2B5EF4-FFF2-40B4-BE49-F238E27FC236}">
                                <a16:creationId xmlns:a16="http://schemas.microsoft.com/office/drawing/2014/main" id="{3B46B4A4-B20E-27E5-B2CE-DE8869109430}"/>
                              </a:ext>
                            </a:extLst>
                          </p:cNvPr>
                          <p:cNvGrpSpPr/>
                          <p:nvPr/>
                        </p:nvGrpSpPr>
                        <p:grpSpPr>
                          <a:xfrm>
                            <a:off x="2970212" y="4724400"/>
                            <a:ext cx="731520" cy="365760"/>
                            <a:chOff x="2970212" y="4724400"/>
                            <a:chExt cx="731520" cy="365760"/>
                          </a:xfrm>
                        </p:grpSpPr>
                        <p:sp>
                          <p:nvSpPr>
                            <p:cNvPr id="330" name="Rectangle 329">
                              <a:extLst>
                                <a:ext uri="{FF2B5EF4-FFF2-40B4-BE49-F238E27FC236}">
                                  <a16:creationId xmlns:a16="http://schemas.microsoft.com/office/drawing/2014/main" id="{3AB71A41-CFBE-DBC6-D0F3-9EB306DCBC6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1" name="Rectangle 330">
                              <a:extLst>
                                <a:ext uri="{FF2B5EF4-FFF2-40B4-BE49-F238E27FC236}">
                                  <a16:creationId xmlns:a16="http://schemas.microsoft.com/office/drawing/2014/main" id="{BF6689A3-CB33-1991-0E03-707B5BD0AEF3}"/>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28" name="Rectangle 327">
                            <a:extLst>
                              <a:ext uri="{FF2B5EF4-FFF2-40B4-BE49-F238E27FC236}">
                                <a16:creationId xmlns:a16="http://schemas.microsoft.com/office/drawing/2014/main" id="{9529BED3-2D6D-60FB-A624-4C87047B1D1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9" name="Rectangle 328">
                            <a:extLst>
                              <a:ext uri="{FF2B5EF4-FFF2-40B4-BE49-F238E27FC236}">
                                <a16:creationId xmlns:a16="http://schemas.microsoft.com/office/drawing/2014/main" id="{C41BA0B4-1B84-E2E5-13DA-BE2D7F997751}"/>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296" name="Group 295">
                      <a:extLst>
                        <a:ext uri="{FF2B5EF4-FFF2-40B4-BE49-F238E27FC236}">
                          <a16:creationId xmlns:a16="http://schemas.microsoft.com/office/drawing/2014/main" id="{DEEB281F-6698-9259-3FBF-C6B8E3AB9938}"/>
                        </a:ext>
                      </a:extLst>
                    </p:cNvPr>
                    <p:cNvGrpSpPr/>
                    <p:nvPr/>
                  </p:nvGrpSpPr>
                  <p:grpSpPr>
                    <a:xfrm>
                      <a:off x="4433252" y="4724400"/>
                      <a:ext cx="1463040" cy="1463040"/>
                      <a:chOff x="2970212" y="4724400"/>
                      <a:chExt cx="1463040" cy="1463040"/>
                    </a:xfrm>
                  </p:grpSpPr>
                  <p:grpSp>
                    <p:nvGrpSpPr>
                      <p:cNvPr id="297" name="Group 296">
                        <a:extLst>
                          <a:ext uri="{FF2B5EF4-FFF2-40B4-BE49-F238E27FC236}">
                            <a16:creationId xmlns:a16="http://schemas.microsoft.com/office/drawing/2014/main" id="{1411D1E4-12C1-D189-77B9-10103FF5A610}"/>
                          </a:ext>
                        </a:extLst>
                      </p:cNvPr>
                      <p:cNvGrpSpPr/>
                      <p:nvPr/>
                    </p:nvGrpSpPr>
                    <p:grpSpPr>
                      <a:xfrm>
                        <a:off x="2970212" y="4724400"/>
                        <a:ext cx="1463040" cy="731520"/>
                        <a:chOff x="2970212" y="4724400"/>
                        <a:chExt cx="1463040" cy="731520"/>
                      </a:xfrm>
                    </p:grpSpPr>
                    <p:grpSp>
                      <p:nvGrpSpPr>
                        <p:cNvPr id="311" name="Group 310">
                          <a:extLst>
                            <a:ext uri="{FF2B5EF4-FFF2-40B4-BE49-F238E27FC236}">
                              <a16:creationId xmlns:a16="http://schemas.microsoft.com/office/drawing/2014/main" id="{BD770330-CF11-5128-C663-F757922E8482}"/>
                            </a:ext>
                          </a:extLst>
                        </p:cNvPr>
                        <p:cNvGrpSpPr/>
                        <p:nvPr/>
                      </p:nvGrpSpPr>
                      <p:grpSpPr>
                        <a:xfrm>
                          <a:off x="2970212" y="4724400"/>
                          <a:ext cx="731520" cy="731520"/>
                          <a:chOff x="2970212" y="4724400"/>
                          <a:chExt cx="731520" cy="731520"/>
                        </a:xfrm>
                      </p:grpSpPr>
                      <p:grpSp>
                        <p:nvGrpSpPr>
                          <p:cNvPr id="318" name="Group 317">
                            <a:extLst>
                              <a:ext uri="{FF2B5EF4-FFF2-40B4-BE49-F238E27FC236}">
                                <a16:creationId xmlns:a16="http://schemas.microsoft.com/office/drawing/2014/main" id="{1C3E6BFB-DCBF-FECB-1336-B1B1C4270490}"/>
                              </a:ext>
                            </a:extLst>
                          </p:cNvPr>
                          <p:cNvGrpSpPr/>
                          <p:nvPr/>
                        </p:nvGrpSpPr>
                        <p:grpSpPr>
                          <a:xfrm>
                            <a:off x="2970212" y="4724400"/>
                            <a:ext cx="731520" cy="365760"/>
                            <a:chOff x="2970212" y="4724400"/>
                            <a:chExt cx="731520" cy="365760"/>
                          </a:xfrm>
                        </p:grpSpPr>
                        <p:sp>
                          <p:nvSpPr>
                            <p:cNvPr id="321" name="Rectangle 320">
                              <a:extLst>
                                <a:ext uri="{FF2B5EF4-FFF2-40B4-BE49-F238E27FC236}">
                                  <a16:creationId xmlns:a16="http://schemas.microsoft.com/office/drawing/2014/main" id="{681E0BC1-D5B1-5DF4-C193-AC8EB532F39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2" name="Rectangle 321">
                              <a:extLst>
                                <a:ext uri="{FF2B5EF4-FFF2-40B4-BE49-F238E27FC236}">
                                  <a16:creationId xmlns:a16="http://schemas.microsoft.com/office/drawing/2014/main" id="{82F0BD83-AB5D-3A34-C4A5-E25F7EC0ED8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19" name="Rectangle 318">
                            <a:extLst>
                              <a:ext uri="{FF2B5EF4-FFF2-40B4-BE49-F238E27FC236}">
                                <a16:creationId xmlns:a16="http://schemas.microsoft.com/office/drawing/2014/main" id="{475EF8B7-6E21-716B-C1E8-1ACDDA05E13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0" name="Rectangle 319">
                            <a:extLst>
                              <a:ext uri="{FF2B5EF4-FFF2-40B4-BE49-F238E27FC236}">
                                <a16:creationId xmlns:a16="http://schemas.microsoft.com/office/drawing/2014/main" id="{0E20E345-1670-F19D-5806-65F8321E7C87}"/>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12" name="Group 311">
                          <a:extLst>
                            <a:ext uri="{FF2B5EF4-FFF2-40B4-BE49-F238E27FC236}">
                              <a16:creationId xmlns:a16="http://schemas.microsoft.com/office/drawing/2014/main" id="{EEBEB632-2CB1-A8BA-C6E1-A637CE50A8DE}"/>
                            </a:ext>
                          </a:extLst>
                        </p:cNvPr>
                        <p:cNvGrpSpPr/>
                        <p:nvPr/>
                      </p:nvGrpSpPr>
                      <p:grpSpPr>
                        <a:xfrm>
                          <a:off x="3701732" y="4724400"/>
                          <a:ext cx="731520" cy="731520"/>
                          <a:chOff x="2970212" y="4724400"/>
                          <a:chExt cx="731520" cy="731520"/>
                        </a:xfrm>
                      </p:grpSpPr>
                      <p:grpSp>
                        <p:nvGrpSpPr>
                          <p:cNvPr id="313" name="Group 312">
                            <a:extLst>
                              <a:ext uri="{FF2B5EF4-FFF2-40B4-BE49-F238E27FC236}">
                                <a16:creationId xmlns:a16="http://schemas.microsoft.com/office/drawing/2014/main" id="{D2C33FBF-5DA0-AD99-B0FB-5859312EAFA3}"/>
                              </a:ext>
                            </a:extLst>
                          </p:cNvPr>
                          <p:cNvGrpSpPr/>
                          <p:nvPr/>
                        </p:nvGrpSpPr>
                        <p:grpSpPr>
                          <a:xfrm>
                            <a:off x="2970212" y="4724400"/>
                            <a:ext cx="731520" cy="365760"/>
                            <a:chOff x="2970212" y="4724400"/>
                            <a:chExt cx="731520" cy="365760"/>
                          </a:xfrm>
                        </p:grpSpPr>
                        <p:sp>
                          <p:nvSpPr>
                            <p:cNvPr id="316" name="Rectangle 315">
                              <a:extLst>
                                <a:ext uri="{FF2B5EF4-FFF2-40B4-BE49-F238E27FC236}">
                                  <a16:creationId xmlns:a16="http://schemas.microsoft.com/office/drawing/2014/main" id="{A4C11039-B6BB-1D78-973D-30C3F2F4853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7" name="Rectangle 316">
                              <a:extLst>
                                <a:ext uri="{FF2B5EF4-FFF2-40B4-BE49-F238E27FC236}">
                                  <a16:creationId xmlns:a16="http://schemas.microsoft.com/office/drawing/2014/main" id="{E0569F04-CC95-6A4E-6930-2BDF71D1F99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14" name="Rectangle 313">
                            <a:extLst>
                              <a:ext uri="{FF2B5EF4-FFF2-40B4-BE49-F238E27FC236}">
                                <a16:creationId xmlns:a16="http://schemas.microsoft.com/office/drawing/2014/main" id="{6DF28B24-88D1-5ED1-A381-77BCF4D9708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5" name="Rectangle 314">
                            <a:extLst>
                              <a:ext uri="{FF2B5EF4-FFF2-40B4-BE49-F238E27FC236}">
                                <a16:creationId xmlns:a16="http://schemas.microsoft.com/office/drawing/2014/main" id="{0C132725-FB26-40D1-4363-2D60DCC47A62}"/>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98" name="Group 297">
                        <a:extLst>
                          <a:ext uri="{FF2B5EF4-FFF2-40B4-BE49-F238E27FC236}">
                            <a16:creationId xmlns:a16="http://schemas.microsoft.com/office/drawing/2014/main" id="{48264E53-F1DA-9973-CEF8-DE33263BBE0F}"/>
                          </a:ext>
                        </a:extLst>
                      </p:cNvPr>
                      <p:cNvGrpSpPr/>
                      <p:nvPr/>
                    </p:nvGrpSpPr>
                    <p:grpSpPr>
                      <a:xfrm>
                        <a:off x="2970212" y="5455920"/>
                        <a:ext cx="1463040" cy="731520"/>
                        <a:chOff x="2970212" y="4724400"/>
                        <a:chExt cx="1463040" cy="731520"/>
                      </a:xfrm>
                    </p:grpSpPr>
                    <p:grpSp>
                      <p:nvGrpSpPr>
                        <p:cNvPr id="299" name="Group 298">
                          <a:extLst>
                            <a:ext uri="{FF2B5EF4-FFF2-40B4-BE49-F238E27FC236}">
                              <a16:creationId xmlns:a16="http://schemas.microsoft.com/office/drawing/2014/main" id="{ED41ABCF-792A-862A-5726-5A7B9F5F6E64}"/>
                            </a:ext>
                          </a:extLst>
                        </p:cNvPr>
                        <p:cNvGrpSpPr/>
                        <p:nvPr/>
                      </p:nvGrpSpPr>
                      <p:grpSpPr>
                        <a:xfrm>
                          <a:off x="2970212" y="4724400"/>
                          <a:ext cx="731520" cy="731520"/>
                          <a:chOff x="2970212" y="4724400"/>
                          <a:chExt cx="731520" cy="731520"/>
                        </a:xfrm>
                      </p:grpSpPr>
                      <p:grpSp>
                        <p:nvGrpSpPr>
                          <p:cNvPr id="306" name="Group 305">
                            <a:extLst>
                              <a:ext uri="{FF2B5EF4-FFF2-40B4-BE49-F238E27FC236}">
                                <a16:creationId xmlns:a16="http://schemas.microsoft.com/office/drawing/2014/main" id="{1AD52840-8332-36FC-0F0E-1597509FF1B6}"/>
                              </a:ext>
                            </a:extLst>
                          </p:cNvPr>
                          <p:cNvGrpSpPr/>
                          <p:nvPr/>
                        </p:nvGrpSpPr>
                        <p:grpSpPr>
                          <a:xfrm>
                            <a:off x="2970212" y="4724400"/>
                            <a:ext cx="731520" cy="365760"/>
                            <a:chOff x="2970212" y="4724400"/>
                            <a:chExt cx="731520" cy="365760"/>
                          </a:xfrm>
                        </p:grpSpPr>
                        <p:sp>
                          <p:nvSpPr>
                            <p:cNvPr id="309" name="Rectangle 308">
                              <a:extLst>
                                <a:ext uri="{FF2B5EF4-FFF2-40B4-BE49-F238E27FC236}">
                                  <a16:creationId xmlns:a16="http://schemas.microsoft.com/office/drawing/2014/main" id="{14D55F2C-4E81-96B4-6F55-6E311A5189B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0" name="Rectangle 309">
                              <a:extLst>
                                <a:ext uri="{FF2B5EF4-FFF2-40B4-BE49-F238E27FC236}">
                                  <a16:creationId xmlns:a16="http://schemas.microsoft.com/office/drawing/2014/main" id="{01F9F6C4-FC46-E227-3944-4CBDA809535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07" name="Rectangle 306">
                            <a:extLst>
                              <a:ext uri="{FF2B5EF4-FFF2-40B4-BE49-F238E27FC236}">
                                <a16:creationId xmlns:a16="http://schemas.microsoft.com/office/drawing/2014/main" id="{854F6AF1-7E81-B774-95AA-C5ECEDAF9DC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8" name="Rectangle 307">
                            <a:extLst>
                              <a:ext uri="{FF2B5EF4-FFF2-40B4-BE49-F238E27FC236}">
                                <a16:creationId xmlns:a16="http://schemas.microsoft.com/office/drawing/2014/main" id="{1F63942F-61D2-DB9C-F0DD-087CF5B56F2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00" name="Group 299">
                          <a:extLst>
                            <a:ext uri="{FF2B5EF4-FFF2-40B4-BE49-F238E27FC236}">
                              <a16:creationId xmlns:a16="http://schemas.microsoft.com/office/drawing/2014/main" id="{4CFE56AF-B608-3A45-E5A6-E401BC7EB744}"/>
                            </a:ext>
                          </a:extLst>
                        </p:cNvPr>
                        <p:cNvGrpSpPr/>
                        <p:nvPr/>
                      </p:nvGrpSpPr>
                      <p:grpSpPr>
                        <a:xfrm>
                          <a:off x="3701732" y="4724400"/>
                          <a:ext cx="731520" cy="731520"/>
                          <a:chOff x="2970212" y="4724400"/>
                          <a:chExt cx="731520" cy="731520"/>
                        </a:xfrm>
                      </p:grpSpPr>
                      <p:grpSp>
                        <p:nvGrpSpPr>
                          <p:cNvPr id="301" name="Group 300">
                            <a:extLst>
                              <a:ext uri="{FF2B5EF4-FFF2-40B4-BE49-F238E27FC236}">
                                <a16:creationId xmlns:a16="http://schemas.microsoft.com/office/drawing/2014/main" id="{DB8E16CF-635D-B96E-5C5B-92F10C826203}"/>
                              </a:ext>
                            </a:extLst>
                          </p:cNvPr>
                          <p:cNvGrpSpPr/>
                          <p:nvPr/>
                        </p:nvGrpSpPr>
                        <p:grpSpPr>
                          <a:xfrm>
                            <a:off x="2970212" y="4724400"/>
                            <a:ext cx="731520" cy="365760"/>
                            <a:chOff x="2970212" y="4724400"/>
                            <a:chExt cx="731520" cy="365760"/>
                          </a:xfrm>
                        </p:grpSpPr>
                        <p:sp>
                          <p:nvSpPr>
                            <p:cNvPr id="304" name="Rectangle 303">
                              <a:extLst>
                                <a:ext uri="{FF2B5EF4-FFF2-40B4-BE49-F238E27FC236}">
                                  <a16:creationId xmlns:a16="http://schemas.microsoft.com/office/drawing/2014/main" id="{C07C0057-0255-DFAD-0A86-9DC63797B38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5" name="Rectangle 304">
                              <a:extLst>
                                <a:ext uri="{FF2B5EF4-FFF2-40B4-BE49-F238E27FC236}">
                                  <a16:creationId xmlns:a16="http://schemas.microsoft.com/office/drawing/2014/main" id="{6A65D2B8-7E4D-64B6-4A84-5B00541736C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02" name="Rectangle 301">
                            <a:extLst>
                              <a:ext uri="{FF2B5EF4-FFF2-40B4-BE49-F238E27FC236}">
                                <a16:creationId xmlns:a16="http://schemas.microsoft.com/office/drawing/2014/main" id="{AEBE97B2-6C3D-DA20-AF5B-0A93B4C8301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3" name="Rectangle 302">
                            <a:extLst>
                              <a:ext uri="{FF2B5EF4-FFF2-40B4-BE49-F238E27FC236}">
                                <a16:creationId xmlns:a16="http://schemas.microsoft.com/office/drawing/2014/main" id="{13C9DF93-7235-F0D8-A785-1B07686747D3}"/>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cxnSp>
            <p:nvCxnSpPr>
              <p:cNvPr id="405" name="Straight Connector 404">
                <a:extLst>
                  <a:ext uri="{FF2B5EF4-FFF2-40B4-BE49-F238E27FC236}">
                    <a16:creationId xmlns:a16="http://schemas.microsoft.com/office/drawing/2014/main" id="{1272C31A-973A-2F6C-E70D-4AD2E8448450}"/>
                  </a:ext>
                </a:extLst>
              </p:cNvPr>
              <p:cNvCxnSpPr>
                <a:cxnSpLocks/>
              </p:cNvCxnSpPr>
              <p:nvPr/>
            </p:nvCxnSpPr>
            <p:spPr>
              <a:xfrm flipV="1">
                <a:off x="2132012" y="4572000"/>
                <a:ext cx="8778240" cy="15240"/>
              </a:xfrm>
              <a:prstGeom prst="line">
                <a:avLst/>
              </a:prstGeom>
            </p:spPr>
            <p:style>
              <a:lnRef idx="3">
                <a:schemeClr val="dk1"/>
              </a:lnRef>
              <a:fillRef idx="0">
                <a:schemeClr val="dk1"/>
              </a:fillRef>
              <a:effectRef idx="2">
                <a:schemeClr val="dk1"/>
              </a:effectRef>
              <a:fontRef idx="minor">
                <a:schemeClr val="tx1"/>
              </a:fontRef>
            </p:style>
          </p:cxnSp>
          <p:cxnSp>
            <p:nvCxnSpPr>
              <p:cNvPr id="409" name="Straight Connector 408">
                <a:extLst>
                  <a:ext uri="{FF2B5EF4-FFF2-40B4-BE49-F238E27FC236}">
                    <a16:creationId xmlns:a16="http://schemas.microsoft.com/office/drawing/2014/main" id="{210A4E37-53AA-A2F6-D12A-5B8A3E602D9C}"/>
                  </a:ext>
                </a:extLst>
              </p:cNvPr>
              <p:cNvCxnSpPr/>
              <p:nvPr/>
            </p:nvCxnSpPr>
            <p:spPr>
              <a:xfrm>
                <a:off x="6537011" y="3124200"/>
                <a:ext cx="0" cy="2971800"/>
              </a:xfrm>
              <a:prstGeom prst="line">
                <a:avLst/>
              </a:prstGeom>
            </p:spPr>
            <p:style>
              <a:lnRef idx="3">
                <a:schemeClr val="dk1"/>
              </a:lnRef>
              <a:fillRef idx="0">
                <a:schemeClr val="dk1"/>
              </a:fillRef>
              <a:effectRef idx="2">
                <a:schemeClr val="dk1"/>
              </a:effectRef>
              <a:fontRef idx="minor">
                <a:schemeClr val="tx1"/>
              </a:fontRef>
            </p:style>
          </p:cxnSp>
        </p:grpSp>
        <p:cxnSp>
          <p:nvCxnSpPr>
            <p:cNvPr id="412" name="Straight Connector 411">
              <a:extLst>
                <a:ext uri="{FF2B5EF4-FFF2-40B4-BE49-F238E27FC236}">
                  <a16:creationId xmlns:a16="http://schemas.microsoft.com/office/drawing/2014/main" id="{F8A5C81F-A37A-E1F8-4B38-2C146ED62806}"/>
                </a:ext>
              </a:extLst>
            </p:cNvPr>
            <p:cNvCxnSpPr>
              <a:cxnSpLocks/>
            </p:cNvCxnSpPr>
            <p:nvPr/>
          </p:nvCxnSpPr>
          <p:spPr>
            <a:xfrm flipV="1">
              <a:off x="2031696" y="3733800"/>
              <a:ext cx="8802356" cy="2225040"/>
            </a:xfrm>
            <a:prstGeom prst="line">
              <a:avLst/>
            </a:prstGeom>
            <a:ln w="38100"/>
          </p:spPr>
          <p:style>
            <a:lnRef idx="3">
              <a:schemeClr val="accent4"/>
            </a:lnRef>
            <a:fillRef idx="0">
              <a:schemeClr val="accent4"/>
            </a:fillRef>
            <a:effectRef idx="2">
              <a:schemeClr val="accent4"/>
            </a:effectRef>
            <a:fontRef idx="minor">
              <a:schemeClr val="tx1"/>
            </a:fontRef>
          </p:style>
        </p:cxnSp>
        <p:sp>
          <p:nvSpPr>
            <p:cNvPr id="414" name="Oval 413">
              <a:extLst>
                <a:ext uri="{FF2B5EF4-FFF2-40B4-BE49-F238E27FC236}">
                  <a16:creationId xmlns:a16="http://schemas.microsoft.com/office/drawing/2014/main" id="{2013F672-379A-12B0-1135-F9EA7AECBF97}"/>
                </a:ext>
              </a:extLst>
            </p:cNvPr>
            <p:cNvSpPr/>
            <p:nvPr/>
          </p:nvSpPr>
          <p:spPr>
            <a:xfrm>
              <a:off x="4140244" y="3916682"/>
              <a:ext cx="182878" cy="182878"/>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BEC2A244-326D-1AE4-C330-AB3583817238}"/>
                </a:ext>
              </a:extLst>
            </p:cNvPr>
            <p:cNvSpPr txBox="1"/>
            <p:nvPr/>
          </p:nvSpPr>
          <p:spPr>
            <a:xfrm>
              <a:off x="2055813" y="3240009"/>
              <a:ext cx="8778238" cy="369332"/>
            </a:xfrm>
            <a:prstGeom prst="rect">
              <a:avLst/>
            </a:prstGeom>
            <a:noFill/>
          </p:spPr>
          <p:txBody>
            <a:bodyPr wrap="square" rtlCol="0">
              <a:spAutoFit/>
            </a:bodyPr>
            <a:lstStyle/>
            <a:p>
              <a:pPr algn="ctr"/>
              <a:r>
                <a:rPr lang="en-US" dirty="0">
                  <a:solidFill>
                    <a:schemeClr val="bg1"/>
                  </a:solidFill>
                  <a:latin typeface="Consolas" panose="020B0609020204030204" pitchFamily="49" charset="0"/>
                </a:rPr>
                <a:t>-9 -8 -7 -6 -5 -4 -3 -2 -1 0 +1 +2 +3 +4 +5 +6 +7 +8 +9</a:t>
              </a:r>
            </a:p>
          </p:txBody>
        </p:sp>
        <p:sp>
          <p:nvSpPr>
            <p:cNvPr id="3" name="TextBox 2">
              <a:extLst>
                <a:ext uri="{FF2B5EF4-FFF2-40B4-BE49-F238E27FC236}">
                  <a16:creationId xmlns:a16="http://schemas.microsoft.com/office/drawing/2014/main" id="{A76A89A7-7886-E351-1396-C566B9EFA6DF}"/>
                </a:ext>
              </a:extLst>
            </p:cNvPr>
            <p:cNvSpPr txBox="1"/>
            <p:nvPr/>
          </p:nvSpPr>
          <p:spPr>
            <a:xfrm>
              <a:off x="1516718" y="3412480"/>
              <a:ext cx="527036" cy="3416320"/>
            </a:xfrm>
            <a:prstGeom prst="rect">
              <a:avLst/>
            </a:prstGeom>
            <a:noFill/>
          </p:spPr>
          <p:txBody>
            <a:bodyPr wrap="square" rtlCol="0">
              <a:spAutoFit/>
            </a:bodyPr>
            <a:lstStyle/>
            <a:p>
              <a:pPr algn="r"/>
              <a:r>
                <a:rPr lang="en-US" sz="2400" dirty="0">
                  <a:solidFill>
                    <a:schemeClr val="bg1"/>
                  </a:solidFill>
                  <a:latin typeface="Consolas" panose="020B0609020204030204" pitchFamily="49" charset="0"/>
                </a:rPr>
                <a:t>+4</a:t>
              </a:r>
            </a:p>
            <a:p>
              <a:pPr algn="r"/>
              <a:r>
                <a:rPr lang="en-US" sz="2400" dirty="0">
                  <a:solidFill>
                    <a:schemeClr val="bg1"/>
                  </a:solidFill>
                  <a:latin typeface="Consolas" panose="020B0609020204030204" pitchFamily="49" charset="0"/>
                </a:rPr>
                <a:t>+3</a:t>
              </a:r>
            </a:p>
            <a:p>
              <a:pPr algn="r"/>
              <a:r>
                <a:rPr lang="en-US" sz="2400" dirty="0">
                  <a:solidFill>
                    <a:schemeClr val="bg1"/>
                  </a:solidFill>
                  <a:latin typeface="Consolas" panose="020B0609020204030204" pitchFamily="49" charset="0"/>
                </a:rPr>
                <a:t>+2</a:t>
              </a:r>
            </a:p>
            <a:p>
              <a:pPr algn="r"/>
              <a:r>
                <a:rPr lang="en-US" sz="2400" dirty="0">
                  <a:solidFill>
                    <a:schemeClr val="bg1"/>
                  </a:solidFill>
                  <a:latin typeface="Consolas" panose="020B0609020204030204" pitchFamily="49" charset="0"/>
                </a:rPr>
                <a:t>+1</a:t>
              </a:r>
            </a:p>
            <a:p>
              <a:pPr algn="r"/>
              <a:r>
                <a:rPr lang="en-US" sz="2400" dirty="0">
                  <a:solidFill>
                    <a:schemeClr val="bg1"/>
                  </a:solidFill>
                  <a:latin typeface="Consolas" panose="020B0609020204030204" pitchFamily="49" charset="0"/>
                </a:rPr>
                <a:t>0</a:t>
              </a:r>
            </a:p>
            <a:p>
              <a:pPr algn="r"/>
              <a:r>
                <a:rPr lang="en-US" sz="2400" dirty="0">
                  <a:solidFill>
                    <a:schemeClr val="bg1"/>
                  </a:solidFill>
                  <a:latin typeface="Consolas" panose="020B0609020204030204" pitchFamily="49" charset="0"/>
                </a:rPr>
                <a:t>-1</a:t>
              </a:r>
            </a:p>
            <a:p>
              <a:pPr algn="r"/>
              <a:r>
                <a:rPr lang="en-US" sz="2400" dirty="0">
                  <a:solidFill>
                    <a:schemeClr val="bg1"/>
                  </a:solidFill>
                  <a:latin typeface="Consolas" panose="020B0609020204030204" pitchFamily="49" charset="0"/>
                </a:rPr>
                <a:t>-2</a:t>
              </a:r>
            </a:p>
            <a:p>
              <a:pPr algn="r"/>
              <a:r>
                <a:rPr lang="en-US" sz="2400" dirty="0">
                  <a:solidFill>
                    <a:schemeClr val="bg1"/>
                  </a:solidFill>
                  <a:latin typeface="Consolas" panose="020B0609020204030204" pitchFamily="49" charset="0"/>
                </a:rPr>
                <a:t>-3</a:t>
              </a:r>
            </a:p>
            <a:p>
              <a:pPr algn="r"/>
              <a:r>
                <a:rPr lang="en-US" sz="2400" dirty="0">
                  <a:solidFill>
                    <a:schemeClr val="bg1"/>
                  </a:solidFill>
                  <a:latin typeface="Consolas" panose="020B0609020204030204" pitchFamily="49" charset="0"/>
                </a:rPr>
                <a:t>-4</a:t>
              </a:r>
            </a:p>
          </p:txBody>
        </p:sp>
      </p:grpSp>
      <p:sp>
        <p:nvSpPr>
          <p:cNvPr id="14" name="Rectangle: Rounded Corners 13">
            <a:extLst>
              <a:ext uri="{FF2B5EF4-FFF2-40B4-BE49-F238E27FC236}">
                <a16:creationId xmlns:a16="http://schemas.microsoft.com/office/drawing/2014/main" id="{C56CC2DC-2399-6810-40AA-F11671969A20}"/>
              </a:ext>
            </a:extLst>
          </p:cNvPr>
          <p:cNvSpPr/>
          <p:nvPr/>
        </p:nvSpPr>
        <p:spPr>
          <a:xfrm>
            <a:off x="4407198" y="3860385"/>
            <a:ext cx="948394" cy="25655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2"/>
                </a:solidFill>
                <a:latin typeface="Arial" panose="020B0604020202020204" pitchFamily="34" charset="0"/>
                <a:cs typeface="Arial" panose="020B0604020202020204" pitchFamily="34" charset="0"/>
              </a:rPr>
              <a:t>P(-6,3)</a:t>
            </a:r>
          </a:p>
        </p:txBody>
      </p:sp>
      <p:sp>
        <p:nvSpPr>
          <p:cNvPr id="22" name="Callout: Left Arrow 21">
            <a:extLst>
              <a:ext uri="{FF2B5EF4-FFF2-40B4-BE49-F238E27FC236}">
                <a16:creationId xmlns:a16="http://schemas.microsoft.com/office/drawing/2014/main" id="{0CFEC9C0-57E5-E0FD-CCC9-ADC6D0E44709}"/>
              </a:ext>
            </a:extLst>
          </p:cNvPr>
          <p:cNvSpPr/>
          <p:nvPr/>
        </p:nvSpPr>
        <p:spPr>
          <a:xfrm>
            <a:off x="5487971" y="3574026"/>
            <a:ext cx="5888266" cy="875031"/>
          </a:xfrm>
          <a:prstGeom prst="leftArrowCallout">
            <a:avLst>
              <a:gd name="adj1" fmla="val 25000"/>
              <a:gd name="adj2" fmla="val 25000"/>
              <a:gd name="adj3" fmla="val 25000"/>
              <a:gd name="adj4" fmla="val 94028"/>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But what if point “P” is not on the line. In this case:</a:t>
            </a:r>
          </a:p>
          <a:p>
            <a:pPr algn="ctr"/>
            <a:r>
              <a:rPr lang="en-US" dirty="0">
                <a:highlight>
                  <a:srgbClr val="000000"/>
                </a:highlight>
                <a:latin typeface="Consolas" panose="020B0609020204030204" pitchFamily="49" charset="0"/>
              </a:rPr>
              <a:t>1∙(-6) + (-4)∙3 + 3 = -15</a:t>
            </a:r>
          </a:p>
        </p:txBody>
      </p:sp>
      <p:sp>
        <p:nvSpPr>
          <p:cNvPr id="23" name="Rectangle 22">
            <a:extLst>
              <a:ext uri="{FF2B5EF4-FFF2-40B4-BE49-F238E27FC236}">
                <a16:creationId xmlns:a16="http://schemas.microsoft.com/office/drawing/2014/main" id="{85EC4630-B983-39E1-3ED7-229388714B3B}"/>
              </a:ext>
            </a:extLst>
          </p:cNvPr>
          <p:cNvSpPr/>
          <p:nvPr/>
        </p:nvSpPr>
        <p:spPr>
          <a:xfrm>
            <a:off x="2238692" y="1908047"/>
            <a:ext cx="6217920" cy="423332"/>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20387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randombar(horizontal)">
                                      <p:cBhvr>
                                        <p:cTn id="7" dur="500"/>
                                        <p:tgtEl>
                                          <p:spTgt spid="14"/>
                                        </p:tgtEl>
                                      </p:cBhvr>
                                    </p:animEffect>
                                  </p:childTnLst>
                                </p:cTn>
                              </p:par>
                            </p:childTnLst>
                          </p:cTn>
                        </p:par>
                        <p:par>
                          <p:cTn id="8" fill="hold">
                            <p:stCondLst>
                              <p:cond delay="500"/>
                            </p:stCondLst>
                            <p:childTnLst>
                              <p:par>
                                <p:cTn id="9" presetID="2" presetClass="entr" presetSubtype="2"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1+#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Algorithm</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859001" cy="1676400"/>
              </a:xfrm>
            </p:spPr>
            <p:txBody>
              <a:bodyPr/>
              <a:lstStyle/>
              <a:p>
                <a:pPr marL="0" indent="0">
                  <a:buNone/>
                </a:pPr>
                <a:r>
                  <a:rPr lang="en-US" b="0" dirty="0">
                    <a:latin typeface="Cambria Math" panose="02040503050406030204" pitchFamily="18" charset="0"/>
                    <a:cs typeface="Arial" panose="020B0604020202020204" pitchFamily="34" charset="0"/>
                  </a:rPr>
                  <a:t>To understand the meaning of </a:t>
                </a:r>
                <a:r>
                  <a:rPr lang="en-US" dirty="0">
                    <a:latin typeface="Cambria Math" panose="02040503050406030204" pitchFamily="18" charset="0"/>
                    <a:cs typeface="Arial" panose="020B0604020202020204" pitchFamily="34" charset="0"/>
                  </a:rPr>
                  <a:t>the equation</a:t>
                </a:r>
                <a:r>
                  <a:rPr lang="en-US" b="0" dirty="0">
                    <a:latin typeface="Cambria Math" panose="02040503050406030204" pitchFamily="18" charset="0"/>
                    <a:cs typeface="Arial" panose="020B0604020202020204" pitchFamily="34" charset="0"/>
                  </a:rPr>
                  <a:t>, lets consider the following line: </a:t>
                </a:r>
                <a14:m>
                  <m:oMath xmlns:m="http://schemas.openxmlformats.org/officeDocument/2006/math">
                    <m:r>
                      <a:rPr lang="en-US" b="0" i="0" smtClean="0">
                        <a:latin typeface="Cambria Math" panose="02040503050406030204" pitchFamily="18" charset="0"/>
                        <a:cs typeface="Arial" panose="020B0604020202020204" pitchFamily="34" charset="0"/>
                      </a:rPr>
                      <m:t>1</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𝒙</m:t>
                    </m:r>
                    <m:r>
                      <a:rPr lang="en-US" b="1" i="1" smtClean="0">
                        <a:latin typeface="Cambria Math" panose="02040503050406030204" pitchFamily="18" charset="0"/>
                        <a:cs typeface="Arial" panose="020B0604020202020204" pitchFamily="34" charset="0"/>
                      </a:rPr>
                      <m:t>+</m:t>
                    </m:r>
                    <m:d>
                      <m:dPr>
                        <m:ctrlPr>
                          <a:rPr lang="en-US" b="1" i="1" smtClean="0">
                            <a:latin typeface="Cambria Math" panose="02040503050406030204" pitchFamily="18" charset="0"/>
                            <a:cs typeface="Arial" panose="020B0604020202020204" pitchFamily="34" charset="0"/>
                          </a:rPr>
                        </m:ctrlPr>
                      </m:dPr>
                      <m:e>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𝟒</m:t>
                        </m:r>
                      </m:e>
                    </m:d>
                    <m:r>
                      <a:rPr lang="en-US" b="1" i="1" smtClean="0">
                        <a:latin typeface="Cambria Math" panose="02040503050406030204" pitchFamily="18" charset="0"/>
                        <a:ea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𝒚</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𝟑</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𝟎</m:t>
                    </m:r>
                    <m:r>
                      <a:rPr lang="en-US" b="1" i="1" smtClean="0">
                        <a:latin typeface="Cambria Math" panose="02040503050406030204" pitchFamily="18" charset="0"/>
                        <a:cs typeface="Arial" panose="020B0604020202020204" pitchFamily="34" charset="0"/>
                      </a:rPr>
                      <m:t>, </m:t>
                    </m:r>
                    <m:r>
                      <a:rPr lang="en-US" b="1" i="1" smtClean="0">
                        <a:latin typeface="Cambria Math" panose="02040503050406030204" pitchFamily="18" charset="0"/>
                        <a:cs typeface="Arial" panose="020B0604020202020204" pitchFamily="34" charset="0"/>
                      </a:rPr>
                      <m:t>𝒂</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𝟏</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𝒃</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𝟒</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𝒄</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𝟑</m:t>
                    </m:r>
                  </m:oMath>
                </a14:m>
                <a:r>
                  <a:rPr lang="en-US" b="1" dirty="0">
                    <a:latin typeface="Cambria Math" panose="02040503050406030204" pitchFamily="18" charset="0"/>
                    <a:cs typeface="Arial" panose="020B0604020202020204" pitchFamily="34" charset="0"/>
                  </a:rPr>
                  <a:t>  </a:t>
                </a:r>
                <a:r>
                  <a:rPr lang="en-US" b="0" dirty="0">
                    <a:latin typeface="Cambria Math" panose="02040503050406030204" pitchFamily="18" charset="0"/>
                    <a:cs typeface="Arial" panose="020B0604020202020204" pitchFamily="34" charset="0"/>
                  </a:rPr>
                  <a:t>as described in the below picture.</a:t>
                </a:r>
              </a:p>
            </p:txBody>
          </p:sp>
        </mc:Choice>
        <mc:Fallback xmlns="">
          <p:sp>
            <p:nvSpPr>
              <p:cNvPr id="6" name="Content Placeholder 5">
                <a:extLst>
                  <a:ext uri="{FF2B5EF4-FFF2-40B4-BE49-F238E27FC236}">
                    <a16:creationId xmlns:a16="http://schemas.microsoft.com/office/drawing/2014/main" id="{75C8F42D-68F5-9BC0-5FC5-9D26B76AB49A}"/>
                  </a:ext>
                </a:extLst>
              </p:cNvPr>
              <p:cNvSpPr>
                <a:spLocks noGrp="1" noRot="1" noChangeAspect="1" noMove="1" noResize="1" noEditPoints="1" noAdjustHandles="1" noChangeArrowheads="1" noChangeShapeType="1" noTextEdit="1"/>
              </p:cNvSpPr>
              <p:nvPr>
                <p:ph idx="1"/>
              </p:nvPr>
            </p:nvSpPr>
            <p:spPr>
              <a:xfrm>
                <a:off x="1645611" y="1600200"/>
                <a:ext cx="9859001" cy="1676400"/>
              </a:xfrm>
              <a:blipFill>
                <a:blip r:embed="rId2"/>
                <a:stretch>
                  <a:fillRect l="-1030" t="-4511"/>
                </a:stretch>
              </a:blipFill>
            </p:spPr>
            <p:txBody>
              <a:bodyPr/>
              <a:lstStyle/>
              <a:p>
                <a:r>
                  <a:rPr lang="en-US">
                    <a:noFill/>
                  </a:rPr>
                  <a:t> </a:t>
                </a:r>
              </a:p>
            </p:txBody>
          </p:sp>
        </mc:Fallback>
      </mc:AlternateContent>
      <p:grpSp>
        <p:nvGrpSpPr>
          <p:cNvPr id="7" name="Group 6">
            <a:extLst>
              <a:ext uri="{FF2B5EF4-FFF2-40B4-BE49-F238E27FC236}">
                <a16:creationId xmlns:a16="http://schemas.microsoft.com/office/drawing/2014/main" id="{42B32645-CD4E-18D8-DF6F-45FC0DF5D1D8}"/>
              </a:ext>
            </a:extLst>
          </p:cNvPr>
          <p:cNvGrpSpPr/>
          <p:nvPr/>
        </p:nvGrpSpPr>
        <p:grpSpPr>
          <a:xfrm>
            <a:off x="1516718" y="3240009"/>
            <a:ext cx="9317334" cy="3588791"/>
            <a:chOff x="1516718" y="3240009"/>
            <a:chExt cx="9317334" cy="3588791"/>
          </a:xfrm>
        </p:grpSpPr>
        <p:grpSp>
          <p:nvGrpSpPr>
            <p:cNvPr id="410" name="Group 409">
              <a:extLst>
                <a:ext uri="{FF2B5EF4-FFF2-40B4-BE49-F238E27FC236}">
                  <a16:creationId xmlns:a16="http://schemas.microsoft.com/office/drawing/2014/main" id="{88B3EBF7-C9A2-D9F2-3358-428A949F3CD4}"/>
                </a:ext>
              </a:extLst>
            </p:cNvPr>
            <p:cNvGrpSpPr/>
            <p:nvPr/>
          </p:nvGrpSpPr>
          <p:grpSpPr>
            <a:xfrm>
              <a:off x="2055812" y="3657600"/>
              <a:ext cx="8778240" cy="2971800"/>
              <a:chOff x="2132012" y="3124200"/>
              <a:chExt cx="8778240" cy="2971800"/>
            </a:xfrm>
          </p:grpSpPr>
          <p:grpSp>
            <p:nvGrpSpPr>
              <p:cNvPr id="403" name="Group 402">
                <a:extLst>
                  <a:ext uri="{FF2B5EF4-FFF2-40B4-BE49-F238E27FC236}">
                    <a16:creationId xmlns:a16="http://schemas.microsoft.com/office/drawing/2014/main" id="{17AB6608-F51E-D44B-5D04-5ADBEFBA3C28}"/>
                  </a:ext>
                </a:extLst>
              </p:cNvPr>
              <p:cNvGrpSpPr/>
              <p:nvPr/>
            </p:nvGrpSpPr>
            <p:grpSpPr>
              <a:xfrm>
                <a:off x="2132012" y="3124200"/>
                <a:ext cx="8778240" cy="2926080"/>
                <a:chOff x="2132012" y="3124200"/>
                <a:chExt cx="8778240" cy="2926080"/>
              </a:xfrm>
            </p:grpSpPr>
            <p:grpSp>
              <p:nvGrpSpPr>
                <p:cNvPr id="125" name="Group 124">
                  <a:extLst>
                    <a:ext uri="{FF2B5EF4-FFF2-40B4-BE49-F238E27FC236}">
                      <a16:creationId xmlns:a16="http://schemas.microsoft.com/office/drawing/2014/main" id="{9CBAC667-CF1B-92BF-8137-C3B66C320A63}"/>
                    </a:ext>
                  </a:extLst>
                </p:cNvPr>
                <p:cNvGrpSpPr/>
                <p:nvPr/>
              </p:nvGrpSpPr>
              <p:grpSpPr>
                <a:xfrm>
                  <a:off x="2132012" y="3124200"/>
                  <a:ext cx="2926080" cy="2926080"/>
                  <a:chOff x="2132012" y="3124200"/>
                  <a:chExt cx="2926080" cy="2926080"/>
                </a:xfrm>
              </p:grpSpPr>
              <p:grpSp>
                <p:nvGrpSpPr>
                  <p:cNvPr id="69" name="Group 68">
                    <a:extLst>
                      <a:ext uri="{FF2B5EF4-FFF2-40B4-BE49-F238E27FC236}">
                        <a16:creationId xmlns:a16="http://schemas.microsoft.com/office/drawing/2014/main" id="{57CE3321-BDA9-BC9D-4458-5A9FDFCC9279}"/>
                      </a:ext>
                    </a:extLst>
                  </p:cNvPr>
                  <p:cNvGrpSpPr/>
                  <p:nvPr/>
                </p:nvGrpSpPr>
                <p:grpSpPr>
                  <a:xfrm>
                    <a:off x="2132012" y="3124200"/>
                    <a:ext cx="2926080" cy="1463040"/>
                    <a:chOff x="2970212" y="4724400"/>
                    <a:chExt cx="2926080" cy="1463040"/>
                  </a:xfrm>
                </p:grpSpPr>
                <p:grpSp>
                  <p:nvGrpSpPr>
                    <p:cNvPr id="41" name="Group 40">
                      <a:extLst>
                        <a:ext uri="{FF2B5EF4-FFF2-40B4-BE49-F238E27FC236}">
                          <a16:creationId xmlns:a16="http://schemas.microsoft.com/office/drawing/2014/main" id="{E591D691-764B-040E-1287-F2E1AFEE5A49}"/>
                        </a:ext>
                      </a:extLst>
                    </p:cNvPr>
                    <p:cNvGrpSpPr/>
                    <p:nvPr/>
                  </p:nvGrpSpPr>
                  <p:grpSpPr>
                    <a:xfrm>
                      <a:off x="2970212" y="4724400"/>
                      <a:ext cx="1463040" cy="1463040"/>
                      <a:chOff x="2970212" y="4724400"/>
                      <a:chExt cx="1463040" cy="1463040"/>
                    </a:xfrm>
                  </p:grpSpPr>
                  <p:grpSp>
                    <p:nvGrpSpPr>
                      <p:cNvPr id="21" name="Group 20">
                        <a:extLst>
                          <a:ext uri="{FF2B5EF4-FFF2-40B4-BE49-F238E27FC236}">
                            <a16:creationId xmlns:a16="http://schemas.microsoft.com/office/drawing/2014/main" id="{3FE1A9B0-E26D-384A-8587-D9FB00A3D72B}"/>
                          </a:ext>
                        </a:extLst>
                      </p:cNvPr>
                      <p:cNvGrpSpPr/>
                      <p:nvPr/>
                    </p:nvGrpSpPr>
                    <p:grpSpPr>
                      <a:xfrm>
                        <a:off x="2970212" y="4724400"/>
                        <a:ext cx="1463040" cy="731520"/>
                        <a:chOff x="2970212" y="4724400"/>
                        <a:chExt cx="1463040" cy="731520"/>
                      </a:xfrm>
                    </p:grpSpPr>
                    <p:grpSp>
                      <p:nvGrpSpPr>
                        <p:cNvPr id="12" name="Group 11">
                          <a:extLst>
                            <a:ext uri="{FF2B5EF4-FFF2-40B4-BE49-F238E27FC236}">
                              <a16:creationId xmlns:a16="http://schemas.microsoft.com/office/drawing/2014/main" id="{D8B94FAE-1D6F-221E-9C77-92A447977311}"/>
                            </a:ext>
                          </a:extLst>
                        </p:cNvPr>
                        <p:cNvGrpSpPr/>
                        <p:nvPr/>
                      </p:nvGrpSpPr>
                      <p:grpSpPr>
                        <a:xfrm>
                          <a:off x="2970212" y="4724400"/>
                          <a:ext cx="731520" cy="731520"/>
                          <a:chOff x="2970212" y="4724400"/>
                          <a:chExt cx="731520" cy="731520"/>
                        </a:xfrm>
                      </p:grpSpPr>
                      <p:grpSp>
                        <p:nvGrpSpPr>
                          <p:cNvPr id="9" name="Group 8">
                            <a:extLst>
                              <a:ext uri="{FF2B5EF4-FFF2-40B4-BE49-F238E27FC236}">
                                <a16:creationId xmlns:a16="http://schemas.microsoft.com/office/drawing/2014/main" id="{FDA4200E-7308-5745-D397-42C3A1941F97}"/>
                              </a:ext>
                            </a:extLst>
                          </p:cNvPr>
                          <p:cNvGrpSpPr/>
                          <p:nvPr/>
                        </p:nvGrpSpPr>
                        <p:grpSpPr>
                          <a:xfrm>
                            <a:off x="2970212" y="4724400"/>
                            <a:ext cx="731520" cy="365760"/>
                            <a:chOff x="2970212" y="4724400"/>
                            <a:chExt cx="731520" cy="365760"/>
                          </a:xfrm>
                        </p:grpSpPr>
                        <p:sp>
                          <p:nvSpPr>
                            <p:cNvPr id="4" name="Rectangle 3">
                              <a:extLst>
                                <a:ext uri="{FF2B5EF4-FFF2-40B4-BE49-F238E27FC236}">
                                  <a16:creationId xmlns:a16="http://schemas.microsoft.com/office/drawing/2014/main" id="{40A1CE94-EFD3-2136-E072-F672753A679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AA4C45E6-FCD4-0567-B532-9A52124BA01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 name="Rectangle 9">
                            <a:extLst>
                              <a:ext uri="{FF2B5EF4-FFF2-40B4-BE49-F238E27FC236}">
                                <a16:creationId xmlns:a16="http://schemas.microsoft.com/office/drawing/2014/main" id="{A0B5002B-6CF4-9256-9D80-1757C55991E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 name="Rectangle 10">
                            <a:extLst>
                              <a:ext uri="{FF2B5EF4-FFF2-40B4-BE49-F238E27FC236}">
                                <a16:creationId xmlns:a16="http://schemas.microsoft.com/office/drawing/2014/main" id="{7948705D-8B21-7B36-379C-C3D1BF9047A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F8F5FDF1-4199-1447-6130-7EB6BD3D2F1D}"/>
                            </a:ext>
                          </a:extLst>
                        </p:cNvPr>
                        <p:cNvGrpSpPr/>
                        <p:nvPr/>
                      </p:nvGrpSpPr>
                      <p:grpSpPr>
                        <a:xfrm>
                          <a:off x="3701732" y="4724400"/>
                          <a:ext cx="731520" cy="731520"/>
                          <a:chOff x="2970212" y="4724400"/>
                          <a:chExt cx="731520" cy="731520"/>
                        </a:xfrm>
                      </p:grpSpPr>
                      <p:grpSp>
                        <p:nvGrpSpPr>
                          <p:cNvPr id="16" name="Group 15">
                            <a:extLst>
                              <a:ext uri="{FF2B5EF4-FFF2-40B4-BE49-F238E27FC236}">
                                <a16:creationId xmlns:a16="http://schemas.microsoft.com/office/drawing/2014/main" id="{78EF4743-9A9F-A0A7-0608-53590E58AF48}"/>
                              </a:ext>
                            </a:extLst>
                          </p:cNvPr>
                          <p:cNvGrpSpPr/>
                          <p:nvPr/>
                        </p:nvGrpSpPr>
                        <p:grpSpPr>
                          <a:xfrm>
                            <a:off x="2970212" y="4724400"/>
                            <a:ext cx="731520" cy="365760"/>
                            <a:chOff x="2970212" y="4724400"/>
                            <a:chExt cx="731520" cy="365760"/>
                          </a:xfrm>
                        </p:grpSpPr>
                        <p:sp>
                          <p:nvSpPr>
                            <p:cNvPr id="19" name="Rectangle 18">
                              <a:extLst>
                                <a:ext uri="{FF2B5EF4-FFF2-40B4-BE49-F238E27FC236}">
                                  <a16:creationId xmlns:a16="http://schemas.microsoft.com/office/drawing/2014/main" id="{EA711D48-D6C3-65ED-4089-C8498EEAB111}"/>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 name="Rectangle 19">
                              <a:extLst>
                                <a:ext uri="{FF2B5EF4-FFF2-40B4-BE49-F238E27FC236}">
                                  <a16:creationId xmlns:a16="http://schemas.microsoft.com/office/drawing/2014/main" id="{6F418835-1B9D-65D8-0266-23456CAAF174}"/>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ABFAFC10-8BDA-1167-B0C6-EFB75A83681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8" name="Rectangle 17">
                            <a:extLst>
                              <a:ext uri="{FF2B5EF4-FFF2-40B4-BE49-F238E27FC236}">
                                <a16:creationId xmlns:a16="http://schemas.microsoft.com/office/drawing/2014/main" id="{5C71C587-4D6E-565C-9679-F5FAFD607D0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8" name="Group 27">
                        <a:extLst>
                          <a:ext uri="{FF2B5EF4-FFF2-40B4-BE49-F238E27FC236}">
                            <a16:creationId xmlns:a16="http://schemas.microsoft.com/office/drawing/2014/main" id="{49373B72-7E08-2D1A-F813-2A9786513C90}"/>
                          </a:ext>
                        </a:extLst>
                      </p:cNvPr>
                      <p:cNvGrpSpPr/>
                      <p:nvPr/>
                    </p:nvGrpSpPr>
                    <p:grpSpPr>
                      <a:xfrm>
                        <a:off x="2970212" y="5455920"/>
                        <a:ext cx="1463040" cy="731520"/>
                        <a:chOff x="2970212" y="4724400"/>
                        <a:chExt cx="1463040" cy="731520"/>
                      </a:xfrm>
                    </p:grpSpPr>
                    <p:grpSp>
                      <p:nvGrpSpPr>
                        <p:cNvPr id="29" name="Group 28">
                          <a:extLst>
                            <a:ext uri="{FF2B5EF4-FFF2-40B4-BE49-F238E27FC236}">
                              <a16:creationId xmlns:a16="http://schemas.microsoft.com/office/drawing/2014/main" id="{5718B21C-F6A5-7D68-5C18-101867B9D4A3}"/>
                            </a:ext>
                          </a:extLst>
                        </p:cNvPr>
                        <p:cNvGrpSpPr/>
                        <p:nvPr/>
                      </p:nvGrpSpPr>
                      <p:grpSpPr>
                        <a:xfrm>
                          <a:off x="2970212" y="4724400"/>
                          <a:ext cx="731520" cy="731520"/>
                          <a:chOff x="2970212" y="4724400"/>
                          <a:chExt cx="731520" cy="731520"/>
                        </a:xfrm>
                      </p:grpSpPr>
                      <p:grpSp>
                        <p:nvGrpSpPr>
                          <p:cNvPr id="36" name="Group 35">
                            <a:extLst>
                              <a:ext uri="{FF2B5EF4-FFF2-40B4-BE49-F238E27FC236}">
                                <a16:creationId xmlns:a16="http://schemas.microsoft.com/office/drawing/2014/main" id="{3B278792-A4BC-D4E5-0966-FE8BB6FDDF9B}"/>
                              </a:ext>
                            </a:extLst>
                          </p:cNvPr>
                          <p:cNvGrpSpPr/>
                          <p:nvPr/>
                        </p:nvGrpSpPr>
                        <p:grpSpPr>
                          <a:xfrm>
                            <a:off x="2970212" y="4724400"/>
                            <a:ext cx="731520" cy="365760"/>
                            <a:chOff x="2970212" y="4724400"/>
                            <a:chExt cx="731520" cy="365760"/>
                          </a:xfrm>
                        </p:grpSpPr>
                        <p:sp>
                          <p:nvSpPr>
                            <p:cNvPr id="39" name="Rectangle 38">
                              <a:extLst>
                                <a:ext uri="{FF2B5EF4-FFF2-40B4-BE49-F238E27FC236}">
                                  <a16:creationId xmlns:a16="http://schemas.microsoft.com/office/drawing/2014/main" id="{13A8CF73-5EB4-9A75-6143-563910E97BF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 name="Rectangle 39">
                              <a:extLst>
                                <a:ext uri="{FF2B5EF4-FFF2-40B4-BE49-F238E27FC236}">
                                  <a16:creationId xmlns:a16="http://schemas.microsoft.com/office/drawing/2014/main" id="{9D4E0F80-DD44-E107-7159-2C4A9C649327}"/>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7" name="Rectangle 36">
                            <a:extLst>
                              <a:ext uri="{FF2B5EF4-FFF2-40B4-BE49-F238E27FC236}">
                                <a16:creationId xmlns:a16="http://schemas.microsoft.com/office/drawing/2014/main" id="{260A1155-EDF9-E4A7-6C6C-E9E13E59295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 name="Rectangle 37">
                            <a:extLst>
                              <a:ext uri="{FF2B5EF4-FFF2-40B4-BE49-F238E27FC236}">
                                <a16:creationId xmlns:a16="http://schemas.microsoft.com/office/drawing/2014/main" id="{25B1D993-EE4A-69DE-A5FA-47373AFFE06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2E2EF1A7-9B43-2820-2A53-D0C1CDDEF949}"/>
                            </a:ext>
                          </a:extLst>
                        </p:cNvPr>
                        <p:cNvGrpSpPr/>
                        <p:nvPr/>
                      </p:nvGrpSpPr>
                      <p:grpSpPr>
                        <a:xfrm>
                          <a:off x="3701732" y="4724400"/>
                          <a:ext cx="731520" cy="731520"/>
                          <a:chOff x="2970212" y="4724400"/>
                          <a:chExt cx="731520" cy="731520"/>
                        </a:xfrm>
                      </p:grpSpPr>
                      <p:grpSp>
                        <p:nvGrpSpPr>
                          <p:cNvPr id="31" name="Group 30">
                            <a:extLst>
                              <a:ext uri="{FF2B5EF4-FFF2-40B4-BE49-F238E27FC236}">
                                <a16:creationId xmlns:a16="http://schemas.microsoft.com/office/drawing/2014/main" id="{A18F52D0-B7F7-C731-7DE7-6883F2C935CD}"/>
                              </a:ext>
                            </a:extLst>
                          </p:cNvPr>
                          <p:cNvGrpSpPr/>
                          <p:nvPr/>
                        </p:nvGrpSpPr>
                        <p:grpSpPr>
                          <a:xfrm>
                            <a:off x="2970212" y="4724400"/>
                            <a:ext cx="731520" cy="365760"/>
                            <a:chOff x="2970212" y="4724400"/>
                            <a:chExt cx="731520" cy="365760"/>
                          </a:xfrm>
                        </p:grpSpPr>
                        <p:sp>
                          <p:nvSpPr>
                            <p:cNvPr id="34" name="Rectangle 33">
                              <a:extLst>
                                <a:ext uri="{FF2B5EF4-FFF2-40B4-BE49-F238E27FC236}">
                                  <a16:creationId xmlns:a16="http://schemas.microsoft.com/office/drawing/2014/main" id="{8437F47D-5007-6290-FFE2-C4DEA9740CA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 name="Rectangle 34">
                              <a:extLst>
                                <a:ext uri="{FF2B5EF4-FFF2-40B4-BE49-F238E27FC236}">
                                  <a16:creationId xmlns:a16="http://schemas.microsoft.com/office/drawing/2014/main" id="{036B0E81-F778-8426-B1F3-DFC4B751109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2" name="Rectangle 31">
                            <a:extLst>
                              <a:ext uri="{FF2B5EF4-FFF2-40B4-BE49-F238E27FC236}">
                                <a16:creationId xmlns:a16="http://schemas.microsoft.com/office/drawing/2014/main" id="{DA846111-1FC3-30BC-794A-5430619991D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 name="Rectangle 32">
                            <a:extLst>
                              <a:ext uri="{FF2B5EF4-FFF2-40B4-BE49-F238E27FC236}">
                                <a16:creationId xmlns:a16="http://schemas.microsoft.com/office/drawing/2014/main" id="{948700FF-46EE-7304-FD9E-9ADE26AE2AEB}"/>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42" name="Group 41">
                      <a:extLst>
                        <a:ext uri="{FF2B5EF4-FFF2-40B4-BE49-F238E27FC236}">
                          <a16:creationId xmlns:a16="http://schemas.microsoft.com/office/drawing/2014/main" id="{172ABDE7-1C1D-2911-7658-525298CE9549}"/>
                        </a:ext>
                      </a:extLst>
                    </p:cNvPr>
                    <p:cNvGrpSpPr/>
                    <p:nvPr/>
                  </p:nvGrpSpPr>
                  <p:grpSpPr>
                    <a:xfrm>
                      <a:off x="4433252" y="4724400"/>
                      <a:ext cx="1463040" cy="1463040"/>
                      <a:chOff x="2970212" y="4724400"/>
                      <a:chExt cx="1463040" cy="1463040"/>
                    </a:xfrm>
                  </p:grpSpPr>
                  <p:grpSp>
                    <p:nvGrpSpPr>
                      <p:cNvPr id="43" name="Group 42">
                        <a:extLst>
                          <a:ext uri="{FF2B5EF4-FFF2-40B4-BE49-F238E27FC236}">
                            <a16:creationId xmlns:a16="http://schemas.microsoft.com/office/drawing/2014/main" id="{0B454B95-6AED-5998-C509-C0BAC8087CE0}"/>
                          </a:ext>
                        </a:extLst>
                      </p:cNvPr>
                      <p:cNvGrpSpPr/>
                      <p:nvPr/>
                    </p:nvGrpSpPr>
                    <p:grpSpPr>
                      <a:xfrm>
                        <a:off x="2970212" y="4724400"/>
                        <a:ext cx="1463040" cy="731520"/>
                        <a:chOff x="2970212" y="4724400"/>
                        <a:chExt cx="1463040" cy="731520"/>
                      </a:xfrm>
                    </p:grpSpPr>
                    <p:grpSp>
                      <p:nvGrpSpPr>
                        <p:cNvPr id="57" name="Group 56">
                          <a:extLst>
                            <a:ext uri="{FF2B5EF4-FFF2-40B4-BE49-F238E27FC236}">
                              <a16:creationId xmlns:a16="http://schemas.microsoft.com/office/drawing/2014/main" id="{CE03F92E-45A3-4EB2-EC57-2A11F3AE20CF}"/>
                            </a:ext>
                          </a:extLst>
                        </p:cNvPr>
                        <p:cNvGrpSpPr/>
                        <p:nvPr/>
                      </p:nvGrpSpPr>
                      <p:grpSpPr>
                        <a:xfrm>
                          <a:off x="2970212" y="4724400"/>
                          <a:ext cx="731520" cy="731520"/>
                          <a:chOff x="2970212" y="4724400"/>
                          <a:chExt cx="731520" cy="731520"/>
                        </a:xfrm>
                      </p:grpSpPr>
                      <p:grpSp>
                        <p:nvGrpSpPr>
                          <p:cNvPr id="64" name="Group 63">
                            <a:extLst>
                              <a:ext uri="{FF2B5EF4-FFF2-40B4-BE49-F238E27FC236}">
                                <a16:creationId xmlns:a16="http://schemas.microsoft.com/office/drawing/2014/main" id="{B1920F4D-A5A2-27FE-AEB3-9AD7FC1BAED2}"/>
                              </a:ext>
                            </a:extLst>
                          </p:cNvPr>
                          <p:cNvGrpSpPr/>
                          <p:nvPr/>
                        </p:nvGrpSpPr>
                        <p:grpSpPr>
                          <a:xfrm>
                            <a:off x="2970212" y="4724400"/>
                            <a:ext cx="731520" cy="365760"/>
                            <a:chOff x="2970212" y="4724400"/>
                            <a:chExt cx="731520" cy="365760"/>
                          </a:xfrm>
                        </p:grpSpPr>
                        <p:sp>
                          <p:nvSpPr>
                            <p:cNvPr id="67" name="Rectangle 66">
                              <a:extLst>
                                <a:ext uri="{FF2B5EF4-FFF2-40B4-BE49-F238E27FC236}">
                                  <a16:creationId xmlns:a16="http://schemas.microsoft.com/office/drawing/2014/main" id="{1B96144B-3BC7-5C9C-7EA3-9C021A70CB7F}"/>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8" name="Rectangle 67">
                              <a:extLst>
                                <a:ext uri="{FF2B5EF4-FFF2-40B4-BE49-F238E27FC236}">
                                  <a16:creationId xmlns:a16="http://schemas.microsoft.com/office/drawing/2014/main" id="{05B0656E-5999-0B70-7CE7-274773257D6E}"/>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65" name="Rectangle 64">
                            <a:extLst>
                              <a:ext uri="{FF2B5EF4-FFF2-40B4-BE49-F238E27FC236}">
                                <a16:creationId xmlns:a16="http://schemas.microsoft.com/office/drawing/2014/main" id="{5F464F21-5061-D038-E819-C7DF0BE7261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6" name="Rectangle 65">
                            <a:extLst>
                              <a:ext uri="{FF2B5EF4-FFF2-40B4-BE49-F238E27FC236}">
                                <a16:creationId xmlns:a16="http://schemas.microsoft.com/office/drawing/2014/main" id="{933FEF85-2585-0566-D089-AD52D2C61DC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58" name="Group 57">
                          <a:extLst>
                            <a:ext uri="{FF2B5EF4-FFF2-40B4-BE49-F238E27FC236}">
                              <a16:creationId xmlns:a16="http://schemas.microsoft.com/office/drawing/2014/main" id="{6EE20B55-F3DE-4BA5-4002-4C8F7847D116}"/>
                            </a:ext>
                          </a:extLst>
                        </p:cNvPr>
                        <p:cNvGrpSpPr/>
                        <p:nvPr/>
                      </p:nvGrpSpPr>
                      <p:grpSpPr>
                        <a:xfrm>
                          <a:off x="3701732" y="4724400"/>
                          <a:ext cx="731520" cy="731520"/>
                          <a:chOff x="2970212" y="4724400"/>
                          <a:chExt cx="731520" cy="731520"/>
                        </a:xfrm>
                      </p:grpSpPr>
                      <p:grpSp>
                        <p:nvGrpSpPr>
                          <p:cNvPr id="59" name="Group 58">
                            <a:extLst>
                              <a:ext uri="{FF2B5EF4-FFF2-40B4-BE49-F238E27FC236}">
                                <a16:creationId xmlns:a16="http://schemas.microsoft.com/office/drawing/2014/main" id="{3255FB4D-5554-8B8E-0C7A-28F863B6B67B}"/>
                              </a:ext>
                            </a:extLst>
                          </p:cNvPr>
                          <p:cNvGrpSpPr/>
                          <p:nvPr/>
                        </p:nvGrpSpPr>
                        <p:grpSpPr>
                          <a:xfrm>
                            <a:off x="2970212" y="4724400"/>
                            <a:ext cx="731520" cy="365760"/>
                            <a:chOff x="2970212" y="4724400"/>
                            <a:chExt cx="731520" cy="365760"/>
                          </a:xfrm>
                        </p:grpSpPr>
                        <p:sp>
                          <p:nvSpPr>
                            <p:cNvPr id="62" name="Rectangle 61">
                              <a:extLst>
                                <a:ext uri="{FF2B5EF4-FFF2-40B4-BE49-F238E27FC236}">
                                  <a16:creationId xmlns:a16="http://schemas.microsoft.com/office/drawing/2014/main" id="{6387A1E8-475B-82DC-CC51-10242640AF9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3" name="Rectangle 62">
                              <a:extLst>
                                <a:ext uri="{FF2B5EF4-FFF2-40B4-BE49-F238E27FC236}">
                                  <a16:creationId xmlns:a16="http://schemas.microsoft.com/office/drawing/2014/main" id="{E1262F7B-14BA-BC08-8254-4E74B858383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60" name="Rectangle 59">
                            <a:extLst>
                              <a:ext uri="{FF2B5EF4-FFF2-40B4-BE49-F238E27FC236}">
                                <a16:creationId xmlns:a16="http://schemas.microsoft.com/office/drawing/2014/main" id="{251DA5CD-9A2C-1716-7390-4CF9F7FE5FA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1" name="Rectangle 60">
                            <a:extLst>
                              <a:ext uri="{FF2B5EF4-FFF2-40B4-BE49-F238E27FC236}">
                                <a16:creationId xmlns:a16="http://schemas.microsoft.com/office/drawing/2014/main" id="{563E7A1D-EA89-29BD-301D-3385197B513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44" name="Group 43">
                        <a:extLst>
                          <a:ext uri="{FF2B5EF4-FFF2-40B4-BE49-F238E27FC236}">
                            <a16:creationId xmlns:a16="http://schemas.microsoft.com/office/drawing/2014/main" id="{3F03E808-9C24-C334-856A-3AF613303F02}"/>
                          </a:ext>
                        </a:extLst>
                      </p:cNvPr>
                      <p:cNvGrpSpPr/>
                      <p:nvPr/>
                    </p:nvGrpSpPr>
                    <p:grpSpPr>
                      <a:xfrm>
                        <a:off x="2970212" y="5455920"/>
                        <a:ext cx="1463040" cy="731520"/>
                        <a:chOff x="2970212" y="4724400"/>
                        <a:chExt cx="1463040" cy="731520"/>
                      </a:xfrm>
                    </p:grpSpPr>
                    <p:grpSp>
                      <p:nvGrpSpPr>
                        <p:cNvPr id="45" name="Group 44">
                          <a:extLst>
                            <a:ext uri="{FF2B5EF4-FFF2-40B4-BE49-F238E27FC236}">
                              <a16:creationId xmlns:a16="http://schemas.microsoft.com/office/drawing/2014/main" id="{F7A39F38-820C-4B63-0005-B627346FCF22}"/>
                            </a:ext>
                          </a:extLst>
                        </p:cNvPr>
                        <p:cNvGrpSpPr/>
                        <p:nvPr/>
                      </p:nvGrpSpPr>
                      <p:grpSpPr>
                        <a:xfrm>
                          <a:off x="2970212" y="4724400"/>
                          <a:ext cx="731520" cy="731520"/>
                          <a:chOff x="2970212" y="4724400"/>
                          <a:chExt cx="731520" cy="731520"/>
                        </a:xfrm>
                      </p:grpSpPr>
                      <p:grpSp>
                        <p:nvGrpSpPr>
                          <p:cNvPr id="52" name="Group 51">
                            <a:extLst>
                              <a:ext uri="{FF2B5EF4-FFF2-40B4-BE49-F238E27FC236}">
                                <a16:creationId xmlns:a16="http://schemas.microsoft.com/office/drawing/2014/main" id="{F1758ADC-828F-B3B2-3659-EBD8EC5426E7}"/>
                              </a:ext>
                            </a:extLst>
                          </p:cNvPr>
                          <p:cNvGrpSpPr/>
                          <p:nvPr/>
                        </p:nvGrpSpPr>
                        <p:grpSpPr>
                          <a:xfrm>
                            <a:off x="2970212" y="4724400"/>
                            <a:ext cx="731520" cy="365760"/>
                            <a:chOff x="2970212" y="4724400"/>
                            <a:chExt cx="731520" cy="365760"/>
                          </a:xfrm>
                        </p:grpSpPr>
                        <p:sp>
                          <p:nvSpPr>
                            <p:cNvPr id="55" name="Rectangle 54">
                              <a:extLst>
                                <a:ext uri="{FF2B5EF4-FFF2-40B4-BE49-F238E27FC236}">
                                  <a16:creationId xmlns:a16="http://schemas.microsoft.com/office/drawing/2014/main" id="{5F54D3B5-1228-CD52-8DE6-24916633AC3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6" name="Rectangle 55">
                              <a:extLst>
                                <a:ext uri="{FF2B5EF4-FFF2-40B4-BE49-F238E27FC236}">
                                  <a16:creationId xmlns:a16="http://schemas.microsoft.com/office/drawing/2014/main" id="{297F7C33-C433-C621-F5EF-CB8A73500DB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53" name="Rectangle 52">
                            <a:extLst>
                              <a:ext uri="{FF2B5EF4-FFF2-40B4-BE49-F238E27FC236}">
                                <a16:creationId xmlns:a16="http://schemas.microsoft.com/office/drawing/2014/main" id="{041D8961-5A58-EAC7-4F60-37E2F065010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4" name="Rectangle 53">
                            <a:extLst>
                              <a:ext uri="{FF2B5EF4-FFF2-40B4-BE49-F238E27FC236}">
                                <a16:creationId xmlns:a16="http://schemas.microsoft.com/office/drawing/2014/main" id="{43D832B5-98C0-9773-46AC-B4F4808D74EC}"/>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46" name="Group 45">
                          <a:extLst>
                            <a:ext uri="{FF2B5EF4-FFF2-40B4-BE49-F238E27FC236}">
                              <a16:creationId xmlns:a16="http://schemas.microsoft.com/office/drawing/2014/main" id="{CE22E725-4FAF-F456-61B3-1AD9FD78B673}"/>
                            </a:ext>
                          </a:extLst>
                        </p:cNvPr>
                        <p:cNvGrpSpPr/>
                        <p:nvPr/>
                      </p:nvGrpSpPr>
                      <p:grpSpPr>
                        <a:xfrm>
                          <a:off x="3701732" y="4724400"/>
                          <a:ext cx="731520" cy="731520"/>
                          <a:chOff x="2970212" y="4724400"/>
                          <a:chExt cx="731520" cy="731520"/>
                        </a:xfrm>
                      </p:grpSpPr>
                      <p:grpSp>
                        <p:nvGrpSpPr>
                          <p:cNvPr id="47" name="Group 46">
                            <a:extLst>
                              <a:ext uri="{FF2B5EF4-FFF2-40B4-BE49-F238E27FC236}">
                                <a16:creationId xmlns:a16="http://schemas.microsoft.com/office/drawing/2014/main" id="{299BEFDF-8275-E8F6-6CD0-5064A6D17B4C}"/>
                              </a:ext>
                            </a:extLst>
                          </p:cNvPr>
                          <p:cNvGrpSpPr/>
                          <p:nvPr/>
                        </p:nvGrpSpPr>
                        <p:grpSpPr>
                          <a:xfrm>
                            <a:off x="2970212" y="4724400"/>
                            <a:ext cx="731520" cy="365760"/>
                            <a:chOff x="2970212" y="4724400"/>
                            <a:chExt cx="731520" cy="365760"/>
                          </a:xfrm>
                        </p:grpSpPr>
                        <p:sp>
                          <p:nvSpPr>
                            <p:cNvPr id="50" name="Rectangle 49">
                              <a:extLst>
                                <a:ext uri="{FF2B5EF4-FFF2-40B4-BE49-F238E27FC236}">
                                  <a16:creationId xmlns:a16="http://schemas.microsoft.com/office/drawing/2014/main" id="{0A617FE3-F397-5B24-3183-B268F92FC3E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1" name="Rectangle 50">
                              <a:extLst>
                                <a:ext uri="{FF2B5EF4-FFF2-40B4-BE49-F238E27FC236}">
                                  <a16:creationId xmlns:a16="http://schemas.microsoft.com/office/drawing/2014/main" id="{683B4162-9B1A-98EB-80B3-CCAB33FFE7D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48" name="Rectangle 47">
                            <a:extLst>
                              <a:ext uri="{FF2B5EF4-FFF2-40B4-BE49-F238E27FC236}">
                                <a16:creationId xmlns:a16="http://schemas.microsoft.com/office/drawing/2014/main" id="{AC91D1CB-EDC8-AE8C-73C6-97463B4845F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9" name="Rectangle 48">
                            <a:extLst>
                              <a:ext uri="{FF2B5EF4-FFF2-40B4-BE49-F238E27FC236}">
                                <a16:creationId xmlns:a16="http://schemas.microsoft.com/office/drawing/2014/main" id="{CF654491-3515-DDCB-8697-EBAD8A13ECE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70" name="Group 69">
                    <a:extLst>
                      <a:ext uri="{FF2B5EF4-FFF2-40B4-BE49-F238E27FC236}">
                        <a16:creationId xmlns:a16="http://schemas.microsoft.com/office/drawing/2014/main" id="{E95469E0-711B-401E-894B-91041B2AF119}"/>
                      </a:ext>
                    </a:extLst>
                  </p:cNvPr>
                  <p:cNvGrpSpPr/>
                  <p:nvPr/>
                </p:nvGrpSpPr>
                <p:grpSpPr>
                  <a:xfrm>
                    <a:off x="2132012" y="4587240"/>
                    <a:ext cx="2926080" cy="1463040"/>
                    <a:chOff x="2970212" y="4724400"/>
                    <a:chExt cx="2926080" cy="1463040"/>
                  </a:xfrm>
                </p:grpSpPr>
                <p:grpSp>
                  <p:nvGrpSpPr>
                    <p:cNvPr id="71" name="Group 70">
                      <a:extLst>
                        <a:ext uri="{FF2B5EF4-FFF2-40B4-BE49-F238E27FC236}">
                          <a16:creationId xmlns:a16="http://schemas.microsoft.com/office/drawing/2014/main" id="{6063D257-015D-E24A-EA83-C81CD94D8E19}"/>
                        </a:ext>
                      </a:extLst>
                    </p:cNvPr>
                    <p:cNvGrpSpPr/>
                    <p:nvPr/>
                  </p:nvGrpSpPr>
                  <p:grpSpPr>
                    <a:xfrm>
                      <a:off x="2970212" y="4724400"/>
                      <a:ext cx="1463040" cy="1463040"/>
                      <a:chOff x="2970212" y="4724400"/>
                      <a:chExt cx="1463040" cy="1463040"/>
                    </a:xfrm>
                  </p:grpSpPr>
                  <p:grpSp>
                    <p:nvGrpSpPr>
                      <p:cNvPr id="99" name="Group 98">
                        <a:extLst>
                          <a:ext uri="{FF2B5EF4-FFF2-40B4-BE49-F238E27FC236}">
                            <a16:creationId xmlns:a16="http://schemas.microsoft.com/office/drawing/2014/main" id="{3EDDBEC6-7846-E653-FD8E-B3C71DCC2E4D}"/>
                          </a:ext>
                        </a:extLst>
                      </p:cNvPr>
                      <p:cNvGrpSpPr/>
                      <p:nvPr/>
                    </p:nvGrpSpPr>
                    <p:grpSpPr>
                      <a:xfrm>
                        <a:off x="2970212" y="4724400"/>
                        <a:ext cx="1463040" cy="731520"/>
                        <a:chOff x="2970212" y="4724400"/>
                        <a:chExt cx="1463040" cy="731520"/>
                      </a:xfrm>
                    </p:grpSpPr>
                    <p:grpSp>
                      <p:nvGrpSpPr>
                        <p:cNvPr id="113" name="Group 112">
                          <a:extLst>
                            <a:ext uri="{FF2B5EF4-FFF2-40B4-BE49-F238E27FC236}">
                              <a16:creationId xmlns:a16="http://schemas.microsoft.com/office/drawing/2014/main" id="{A3F75599-EAA3-FFBF-E7B8-D987A8832813}"/>
                            </a:ext>
                          </a:extLst>
                        </p:cNvPr>
                        <p:cNvGrpSpPr/>
                        <p:nvPr/>
                      </p:nvGrpSpPr>
                      <p:grpSpPr>
                        <a:xfrm>
                          <a:off x="2970212" y="4724400"/>
                          <a:ext cx="731520" cy="731520"/>
                          <a:chOff x="2970212" y="4724400"/>
                          <a:chExt cx="731520" cy="731520"/>
                        </a:xfrm>
                      </p:grpSpPr>
                      <p:grpSp>
                        <p:nvGrpSpPr>
                          <p:cNvPr id="120" name="Group 119">
                            <a:extLst>
                              <a:ext uri="{FF2B5EF4-FFF2-40B4-BE49-F238E27FC236}">
                                <a16:creationId xmlns:a16="http://schemas.microsoft.com/office/drawing/2014/main" id="{CDE596BE-B4E6-1733-084F-28E76F7CA6F9}"/>
                              </a:ext>
                            </a:extLst>
                          </p:cNvPr>
                          <p:cNvGrpSpPr/>
                          <p:nvPr/>
                        </p:nvGrpSpPr>
                        <p:grpSpPr>
                          <a:xfrm>
                            <a:off x="2970212" y="4724400"/>
                            <a:ext cx="731520" cy="365760"/>
                            <a:chOff x="2970212" y="4724400"/>
                            <a:chExt cx="731520" cy="365760"/>
                          </a:xfrm>
                        </p:grpSpPr>
                        <p:sp>
                          <p:nvSpPr>
                            <p:cNvPr id="123" name="Rectangle 122">
                              <a:extLst>
                                <a:ext uri="{FF2B5EF4-FFF2-40B4-BE49-F238E27FC236}">
                                  <a16:creationId xmlns:a16="http://schemas.microsoft.com/office/drawing/2014/main" id="{B0D96188-04A0-22D5-D874-095A052F9AB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4" name="Rectangle 123">
                              <a:extLst>
                                <a:ext uri="{FF2B5EF4-FFF2-40B4-BE49-F238E27FC236}">
                                  <a16:creationId xmlns:a16="http://schemas.microsoft.com/office/drawing/2014/main" id="{BC6B740B-A72F-B611-6CF9-D4CBE8D9054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21" name="Rectangle 120">
                            <a:extLst>
                              <a:ext uri="{FF2B5EF4-FFF2-40B4-BE49-F238E27FC236}">
                                <a16:creationId xmlns:a16="http://schemas.microsoft.com/office/drawing/2014/main" id="{B507DF56-15B3-21BF-23DF-27625BC533B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2" name="Rectangle 121">
                            <a:extLst>
                              <a:ext uri="{FF2B5EF4-FFF2-40B4-BE49-F238E27FC236}">
                                <a16:creationId xmlns:a16="http://schemas.microsoft.com/office/drawing/2014/main" id="{A15750D7-5656-46D8-7720-FE6AE66AAD7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14" name="Group 113">
                          <a:extLst>
                            <a:ext uri="{FF2B5EF4-FFF2-40B4-BE49-F238E27FC236}">
                              <a16:creationId xmlns:a16="http://schemas.microsoft.com/office/drawing/2014/main" id="{167AE103-F7A8-D8EE-786D-03E04FDEC31A}"/>
                            </a:ext>
                          </a:extLst>
                        </p:cNvPr>
                        <p:cNvGrpSpPr/>
                        <p:nvPr/>
                      </p:nvGrpSpPr>
                      <p:grpSpPr>
                        <a:xfrm>
                          <a:off x="3701732" y="4724400"/>
                          <a:ext cx="731520" cy="731520"/>
                          <a:chOff x="2970212" y="4724400"/>
                          <a:chExt cx="731520" cy="731520"/>
                        </a:xfrm>
                      </p:grpSpPr>
                      <p:grpSp>
                        <p:nvGrpSpPr>
                          <p:cNvPr id="115" name="Group 114">
                            <a:extLst>
                              <a:ext uri="{FF2B5EF4-FFF2-40B4-BE49-F238E27FC236}">
                                <a16:creationId xmlns:a16="http://schemas.microsoft.com/office/drawing/2014/main" id="{6848AAFC-3591-A12C-4B2F-CF6C1ACA0D30}"/>
                              </a:ext>
                            </a:extLst>
                          </p:cNvPr>
                          <p:cNvGrpSpPr/>
                          <p:nvPr/>
                        </p:nvGrpSpPr>
                        <p:grpSpPr>
                          <a:xfrm>
                            <a:off x="2970212" y="4724400"/>
                            <a:ext cx="731520" cy="365760"/>
                            <a:chOff x="2970212" y="4724400"/>
                            <a:chExt cx="731520" cy="365760"/>
                          </a:xfrm>
                        </p:grpSpPr>
                        <p:sp>
                          <p:nvSpPr>
                            <p:cNvPr id="118" name="Rectangle 117">
                              <a:extLst>
                                <a:ext uri="{FF2B5EF4-FFF2-40B4-BE49-F238E27FC236}">
                                  <a16:creationId xmlns:a16="http://schemas.microsoft.com/office/drawing/2014/main" id="{2F4780AA-FB05-B79A-D9E9-DD6E1A217F3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9" name="Rectangle 118">
                              <a:extLst>
                                <a:ext uri="{FF2B5EF4-FFF2-40B4-BE49-F238E27FC236}">
                                  <a16:creationId xmlns:a16="http://schemas.microsoft.com/office/drawing/2014/main" id="{EEABC3C4-7E4E-0B81-F1B1-C3F11EA2DD96}"/>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16" name="Rectangle 115">
                            <a:extLst>
                              <a:ext uri="{FF2B5EF4-FFF2-40B4-BE49-F238E27FC236}">
                                <a16:creationId xmlns:a16="http://schemas.microsoft.com/office/drawing/2014/main" id="{BF7B9303-2F8C-3562-0912-D58F5147790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7" name="Rectangle 116">
                            <a:extLst>
                              <a:ext uri="{FF2B5EF4-FFF2-40B4-BE49-F238E27FC236}">
                                <a16:creationId xmlns:a16="http://schemas.microsoft.com/office/drawing/2014/main" id="{D4A37911-CC9A-07C1-0DB1-DC3FA199BCEA}"/>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100" name="Group 99">
                        <a:extLst>
                          <a:ext uri="{FF2B5EF4-FFF2-40B4-BE49-F238E27FC236}">
                            <a16:creationId xmlns:a16="http://schemas.microsoft.com/office/drawing/2014/main" id="{CF544DE0-89E8-BAC0-9C76-D7FA94F9E538}"/>
                          </a:ext>
                        </a:extLst>
                      </p:cNvPr>
                      <p:cNvGrpSpPr/>
                      <p:nvPr/>
                    </p:nvGrpSpPr>
                    <p:grpSpPr>
                      <a:xfrm>
                        <a:off x="2970212" y="5455920"/>
                        <a:ext cx="1463040" cy="731520"/>
                        <a:chOff x="2970212" y="4724400"/>
                        <a:chExt cx="1463040" cy="731520"/>
                      </a:xfrm>
                    </p:grpSpPr>
                    <p:grpSp>
                      <p:nvGrpSpPr>
                        <p:cNvPr id="101" name="Group 100">
                          <a:extLst>
                            <a:ext uri="{FF2B5EF4-FFF2-40B4-BE49-F238E27FC236}">
                              <a16:creationId xmlns:a16="http://schemas.microsoft.com/office/drawing/2014/main" id="{4FC06795-F10A-E9E6-F495-F56590495C49}"/>
                            </a:ext>
                          </a:extLst>
                        </p:cNvPr>
                        <p:cNvGrpSpPr/>
                        <p:nvPr/>
                      </p:nvGrpSpPr>
                      <p:grpSpPr>
                        <a:xfrm>
                          <a:off x="2970212" y="4724400"/>
                          <a:ext cx="731520" cy="731520"/>
                          <a:chOff x="2970212" y="4724400"/>
                          <a:chExt cx="731520" cy="731520"/>
                        </a:xfrm>
                      </p:grpSpPr>
                      <p:grpSp>
                        <p:nvGrpSpPr>
                          <p:cNvPr id="108" name="Group 107">
                            <a:extLst>
                              <a:ext uri="{FF2B5EF4-FFF2-40B4-BE49-F238E27FC236}">
                                <a16:creationId xmlns:a16="http://schemas.microsoft.com/office/drawing/2014/main" id="{1C19B01F-A570-89E8-C3CC-59F0A0FBCE7B}"/>
                              </a:ext>
                            </a:extLst>
                          </p:cNvPr>
                          <p:cNvGrpSpPr/>
                          <p:nvPr/>
                        </p:nvGrpSpPr>
                        <p:grpSpPr>
                          <a:xfrm>
                            <a:off x="2970212" y="4724400"/>
                            <a:ext cx="731520" cy="365760"/>
                            <a:chOff x="2970212" y="4724400"/>
                            <a:chExt cx="731520" cy="365760"/>
                          </a:xfrm>
                        </p:grpSpPr>
                        <p:sp>
                          <p:nvSpPr>
                            <p:cNvPr id="111" name="Rectangle 110">
                              <a:extLst>
                                <a:ext uri="{FF2B5EF4-FFF2-40B4-BE49-F238E27FC236}">
                                  <a16:creationId xmlns:a16="http://schemas.microsoft.com/office/drawing/2014/main" id="{0475172F-A701-179F-3590-7EA1E0E9F06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2" name="Rectangle 111">
                              <a:extLst>
                                <a:ext uri="{FF2B5EF4-FFF2-40B4-BE49-F238E27FC236}">
                                  <a16:creationId xmlns:a16="http://schemas.microsoft.com/office/drawing/2014/main" id="{2A9B2116-36D4-2C79-5539-EF359C79CCC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9" name="Rectangle 108">
                            <a:extLst>
                              <a:ext uri="{FF2B5EF4-FFF2-40B4-BE49-F238E27FC236}">
                                <a16:creationId xmlns:a16="http://schemas.microsoft.com/office/drawing/2014/main" id="{67F3D780-72E5-E985-7072-9223AFB5490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0" name="Rectangle 109">
                            <a:extLst>
                              <a:ext uri="{FF2B5EF4-FFF2-40B4-BE49-F238E27FC236}">
                                <a16:creationId xmlns:a16="http://schemas.microsoft.com/office/drawing/2014/main" id="{5C5EE404-8C54-E591-73AD-0E202A91E85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02" name="Group 101">
                          <a:extLst>
                            <a:ext uri="{FF2B5EF4-FFF2-40B4-BE49-F238E27FC236}">
                              <a16:creationId xmlns:a16="http://schemas.microsoft.com/office/drawing/2014/main" id="{718540D2-5A18-4A15-6DBF-EC61EA8079A2}"/>
                            </a:ext>
                          </a:extLst>
                        </p:cNvPr>
                        <p:cNvGrpSpPr/>
                        <p:nvPr/>
                      </p:nvGrpSpPr>
                      <p:grpSpPr>
                        <a:xfrm>
                          <a:off x="3701732" y="4724400"/>
                          <a:ext cx="731520" cy="731520"/>
                          <a:chOff x="2970212" y="4724400"/>
                          <a:chExt cx="731520" cy="731520"/>
                        </a:xfrm>
                      </p:grpSpPr>
                      <p:grpSp>
                        <p:nvGrpSpPr>
                          <p:cNvPr id="103" name="Group 102">
                            <a:extLst>
                              <a:ext uri="{FF2B5EF4-FFF2-40B4-BE49-F238E27FC236}">
                                <a16:creationId xmlns:a16="http://schemas.microsoft.com/office/drawing/2014/main" id="{121E8F8B-F587-E153-9DE3-FF09F3CD7ACA}"/>
                              </a:ext>
                            </a:extLst>
                          </p:cNvPr>
                          <p:cNvGrpSpPr/>
                          <p:nvPr/>
                        </p:nvGrpSpPr>
                        <p:grpSpPr>
                          <a:xfrm>
                            <a:off x="2970212" y="4724400"/>
                            <a:ext cx="731520" cy="365760"/>
                            <a:chOff x="2970212" y="4724400"/>
                            <a:chExt cx="731520" cy="365760"/>
                          </a:xfrm>
                        </p:grpSpPr>
                        <p:sp>
                          <p:nvSpPr>
                            <p:cNvPr id="106" name="Rectangle 105">
                              <a:extLst>
                                <a:ext uri="{FF2B5EF4-FFF2-40B4-BE49-F238E27FC236}">
                                  <a16:creationId xmlns:a16="http://schemas.microsoft.com/office/drawing/2014/main" id="{59A0CDD8-3D30-ABC2-A14D-78C57C4E64F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7" name="Rectangle 106">
                              <a:extLst>
                                <a:ext uri="{FF2B5EF4-FFF2-40B4-BE49-F238E27FC236}">
                                  <a16:creationId xmlns:a16="http://schemas.microsoft.com/office/drawing/2014/main" id="{58B50FA8-F41E-47C8-8DA1-923FEB3C4336}"/>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4" name="Rectangle 103">
                            <a:extLst>
                              <a:ext uri="{FF2B5EF4-FFF2-40B4-BE49-F238E27FC236}">
                                <a16:creationId xmlns:a16="http://schemas.microsoft.com/office/drawing/2014/main" id="{D438CEEF-1996-ED72-0079-0828AABF86A7}"/>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5" name="Rectangle 104">
                            <a:extLst>
                              <a:ext uri="{FF2B5EF4-FFF2-40B4-BE49-F238E27FC236}">
                                <a16:creationId xmlns:a16="http://schemas.microsoft.com/office/drawing/2014/main" id="{DCBEBCE6-0EB8-FE07-2688-30DF0F9E07BA}"/>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72" name="Group 71">
                      <a:extLst>
                        <a:ext uri="{FF2B5EF4-FFF2-40B4-BE49-F238E27FC236}">
                          <a16:creationId xmlns:a16="http://schemas.microsoft.com/office/drawing/2014/main" id="{4C278C3C-E639-0FF7-0766-5BD33506231E}"/>
                        </a:ext>
                      </a:extLst>
                    </p:cNvPr>
                    <p:cNvGrpSpPr/>
                    <p:nvPr/>
                  </p:nvGrpSpPr>
                  <p:grpSpPr>
                    <a:xfrm>
                      <a:off x="4433252" y="4724400"/>
                      <a:ext cx="1463040" cy="1463040"/>
                      <a:chOff x="2970212" y="4724400"/>
                      <a:chExt cx="1463040" cy="1463040"/>
                    </a:xfrm>
                  </p:grpSpPr>
                  <p:grpSp>
                    <p:nvGrpSpPr>
                      <p:cNvPr id="73" name="Group 72">
                        <a:extLst>
                          <a:ext uri="{FF2B5EF4-FFF2-40B4-BE49-F238E27FC236}">
                            <a16:creationId xmlns:a16="http://schemas.microsoft.com/office/drawing/2014/main" id="{9836511F-9DD3-BD97-D57A-6C2193911599}"/>
                          </a:ext>
                        </a:extLst>
                      </p:cNvPr>
                      <p:cNvGrpSpPr/>
                      <p:nvPr/>
                    </p:nvGrpSpPr>
                    <p:grpSpPr>
                      <a:xfrm>
                        <a:off x="2970212" y="4724400"/>
                        <a:ext cx="1463040" cy="731520"/>
                        <a:chOff x="2970212" y="4724400"/>
                        <a:chExt cx="1463040" cy="731520"/>
                      </a:xfrm>
                    </p:grpSpPr>
                    <p:grpSp>
                      <p:nvGrpSpPr>
                        <p:cNvPr id="87" name="Group 86">
                          <a:extLst>
                            <a:ext uri="{FF2B5EF4-FFF2-40B4-BE49-F238E27FC236}">
                              <a16:creationId xmlns:a16="http://schemas.microsoft.com/office/drawing/2014/main" id="{1632F4D5-DFCB-BD94-A7E3-3D952CEDCE88}"/>
                            </a:ext>
                          </a:extLst>
                        </p:cNvPr>
                        <p:cNvGrpSpPr/>
                        <p:nvPr/>
                      </p:nvGrpSpPr>
                      <p:grpSpPr>
                        <a:xfrm>
                          <a:off x="2970212" y="4724400"/>
                          <a:ext cx="731520" cy="731520"/>
                          <a:chOff x="2970212" y="4724400"/>
                          <a:chExt cx="731520" cy="731520"/>
                        </a:xfrm>
                      </p:grpSpPr>
                      <p:grpSp>
                        <p:nvGrpSpPr>
                          <p:cNvPr id="94" name="Group 93">
                            <a:extLst>
                              <a:ext uri="{FF2B5EF4-FFF2-40B4-BE49-F238E27FC236}">
                                <a16:creationId xmlns:a16="http://schemas.microsoft.com/office/drawing/2014/main" id="{33544E49-7FAE-172F-4B0F-D0640360A780}"/>
                              </a:ext>
                            </a:extLst>
                          </p:cNvPr>
                          <p:cNvGrpSpPr/>
                          <p:nvPr/>
                        </p:nvGrpSpPr>
                        <p:grpSpPr>
                          <a:xfrm>
                            <a:off x="2970212" y="4724400"/>
                            <a:ext cx="731520" cy="365760"/>
                            <a:chOff x="2970212" y="4724400"/>
                            <a:chExt cx="731520" cy="365760"/>
                          </a:xfrm>
                        </p:grpSpPr>
                        <p:sp>
                          <p:nvSpPr>
                            <p:cNvPr id="97" name="Rectangle 96">
                              <a:extLst>
                                <a:ext uri="{FF2B5EF4-FFF2-40B4-BE49-F238E27FC236}">
                                  <a16:creationId xmlns:a16="http://schemas.microsoft.com/office/drawing/2014/main" id="{D63F5653-3FDF-6652-227C-DC33EB042D6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8" name="Rectangle 97">
                              <a:extLst>
                                <a:ext uri="{FF2B5EF4-FFF2-40B4-BE49-F238E27FC236}">
                                  <a16:creationId xmlns:a16="http://schemas.microsoft.com/office/drawing/2014/main" id="{65619C36-BEA1-4657-12B7-CEC8A1EA805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95" name="Rectangle 94">
                            <a:extLst>
                              <a:ext uri="{FF2B5EF4-FFF2-40B4-BE49-F238E27FC236}">
                                <a16:creationId xmlns:a16="http://schemas.microsoft.com/office/drawing/2014/main" id="{694E9D81-48B5-8521-BBEC-C690EE038CC7}"/>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6" name="Rectangle 95">
                            <a:extLst>
                              <a:ext uri="{FF2B5EF4-FFF2-40B4-BE49-F238E27FC236}">
                                <a16:creationId xmlns:a16="http://schemas.microsoft.com/office/drawing/2014/main" id="{CA2C897E-11CA-5E93-05EF-17A51BF39A6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88" name="Group 87">
                          <a:extLst>
                            <a:ext uri="{FF2B5EF4-FFF2-40B4-BE49-F238E27FC236}">
                              <a16:creationId xmlns:a16="http://schemas.microsoft.com/office/drawing/2014/main" id="{4D913862-B20B-01D7-BA7A-23DF0FC8A023}"/>
                            </a:ext>
                          </a:extLst>
                        </p:cNvPr>
                        <p:cNvGrpSpPr/>
                        <p:nvPr/>
                      </p:nvGrpSpPr>
                      <p:grpSpPr>
                        <a:xfrm>
                          <a:off x="3701732" y="4724400"/>
                          <a:ext cx="731520" cy="731520"/>
                          <a:chOff x="2970212" y="4724400"/>
                          <a:chExt cx="731520" cy="731520"/>
                        </a:xfrm>
                      </p:grpSpPr>
                      <p:grpSp>
                        <p:nvGrpSpPr>
                          <p:cNvPr id="89" name="Group 88">
                            <a:extLst>
                              <a:ext uri="{FF2B5EF4-FFF2-40B4-BE49-F238E27FC236}">
                                <a16:creationId xmlns:a16="http://schemas.microsoft.com/office/drawing/2014/main" id="{8FE2F16A-FBA6-3715-9FAF-DA5B91918AC5}"/>
                              </a:ext>
                            </a:extLst>
                          </p:cNvPr>
                          <p:cNvGrpSpPr/>
                          <p:nvPr/>
                        </p:nvGrpSpPr>
                        <p:grpSpPr>
                          <a:xfrm>
                            <a:off x="2970212" y="4724400"/>
                            <a:ext cx="731520" cy="365760"/>
                            <a:chOff x="2970212" y="4724400"/>
                            <a:chExt cx="731520" cy="365760"/>
                          </a:xfrm>
                        </p:grpSpPr>
                        <p:sp>
                          <p:nvSpPr>
                            <p:cNvPr id="92" name="Rectangle 91">
                              <a:extLst>
                                <a:ext uri="{FF2B5EF4-FFF2-40B4-BE49-F238E27FC236}">
                                  <a16:creationId xmlns:a16="http://schemas.microsoft.com/office/drawing/2014/main" id="{7C349BBE-B81B-E489-1F04-39B66BA09B8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3" name="Rectangle 92">
                              <a:extLst>
                                <a:ext uri="{FF2B5EF4-FFF2-40B4-BE49-F238E27FC236}">
                                  <a16:creationId xmlns:a16="http://schemas.microsoft.com/office/drawing/2014/main" id="{9A19E765-3F13-4EA2-D03C-B67F297007D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90" name="Rectangle 89">
                            <a:extLst>
                              <a:ext uri="{FF2B5EF4-FFF2-40B4-BE49-F238E27FC236}">
                                <a16:creationId xmlns:a16="http://schemas.microsoft.com/office/drawing/2014/main" id="{51623074-FD5A-5EDB-3E7F-3D6C29E935A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1" name="Rectangle 90">
                            <a:extLst>
                              <a:ext uri="{FF2B5EF4-FFF2-40B4-BE49-F238E27FC236}">
                                <a16:creationId xmlns:a16="http://schemas.microsoft.com/office/drawing/2014/main" id="{11CD845C-BA43-1456-DD19-FF5C701D362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74" name="Group 73">
                        <a:extLst>
                          <a:ext uri="{FF2B5EF4-FFF2-40B4-BE49-F238E27FC236}">
                            <a16:creationId xmlns:a16="http://schemas.microsoft.com/office/drawing/2014/main" id="{2B9F4068-F64E-9A70-0942-B4FAC9D7D943}"/>
                          </a:ext>
                        </a:extLst>
                      </p:cNvPr>
                      <p:cNvGrpSpPr/>
                      <p:nvPr/>
                    </p:nvGrpSpPr>
                    <p:grpSpPr>
                      <a:xfrm>
                        <a:off x="2970212" y="5455920"/>
                        <a:ext cx="1463040" cy="731520"/>
                        <a:chOff x="2970212" y="4724400"/>
                        <a:chExt cx="1463040" cy="731520"/>
                      </a:xfrm>
                    </p:grpSpPr>
                    <p:grpSp>
                      <p:nvGrpSpPr>
                        <p:cNvPr id="75" name="Group 74">
                          <a:extLst>
                            <a:ext uri="{FF2B5EF4-FFF2-40B4-BE49-F238E27FC236}">
                              <a16:creationId xmlns:a16="http://schemas.microsoft.com/office/drawing/2014/main" id="{D05932E0-B12B-BF27-A4A8-8D2D063F6019}"/>
                            </a:ext>
                          </a:extLst>
                        </p:cNvPr>
                        <p:cNvGrpSpPr/>
                        <p:nvPr/>
                      </p:nvGrpSpPr>
                      <p:grpSpPr>
                        <a:xfrm>
                          <a:off x="2970212" y="4724400"/>
                          <a:ext cx="731520" cy="731520"/>
                          <a:chOff x="2970212" y="4724400"/>
                          <a:chExt cx="731520" cy="731520"/>
                        </a:xfrm>
                      </p:grpSpPr>
                      <p:grpSp>
                        <p:nvGrpSpPr>
                          <p:cNvPr id="82" name="Group 81">
                            <a:extLst>
                              <a:ext uri="{FF2B5EF4-FFF2-40B4-BE49-F238E27FC236}">
                                <a16:creationId xmlns:a16="http://schemas.microsoft.com/office/drawing/2014/main" id="{F84CB894-33FE-A944-BCC7-B251CCA6ACA0}"/>
                              </a:ext>
                            </a:extLst>
                          </p:cNvPr>
                          <p:cNvGrpSpPr/>
                          <p:nvPr/>
                        </p:nvGrpSpPr>
                        <p:grpSpPr>
                          <a:xfrm>
                            <a:off x="2970212" y="4724400"/>
                            <a:ext cx="731520" cy="365760"/>
                            <a:chOff x="2970212" y="4724400"/>
                            <a:chExt cx="731520" cy="365760"/>
                          </a:xfrm>
                        </p:grpSpPr>
                        <p:sp>
                          <p:nvSpPr>
                            <p:cNvPr id="85" name="Rectangle 84">
                              <a:extLst>
                                <a:ext uri="{FF2B5EF4-FFF2-40B4-BE49-F238E27FC236}">
                                  <a16:creationId xmlns:a16="http://schemas.microsoft.com/office/drawing/2014/main" id="{2FC057C4-C309-A93E-094C-71B40536744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6" name="Rectangle 85">
                              <a:extLst>
                                <a:ext uri="{FF2B5EF4-FFF2-40B4-BE49-F238E27FC236}">
                                  <a16:creationId xmlns:a16="http://schemas.microsoft.com/office/drawing/2014/main" id="{800F61F2-C59A-0FE9-1E91-693D88C10F3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83" name="Rectangle 82">
                            <a:extLst>
                              <a:ext uri="{FF2B5EF4-FFF2-40B4-BE49-F238E27FC236}">
                                <a16:creationId xmlns:a16="http://schemas.microsoft.com/office/drawing/2014/main" id="{61CFD236-CD48-896A-9EAB-7C866808564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4" name="Rectangle 83">
                            <a:extLst>
                              <a:ext uri="{FF2B5EF4-FFF2-40B4-BE49-F238E27FC236}">
                                <a16:creationId xmlns:a16="http://schemas.microsoft.com/office/drawing/2014/main" id="{8344BEDB-3286-D01F-7BCA-DD23A6A2337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76" name="Group 75">
                          <a:extLst>
                            <a:ext uri="{FF2B5EF4-FFF2-40B4-BE49-F238E27FC236}">
                              <a16:creationId xmlns:a16="http://schemas.microsoft.com/office/drawing/2014/main" id="{7EC9B7F6-C063-F80F-8D0C-AF776D5C6DFD}"/>
                            </a:ext>
                          </a:extLst>
                        </p:cNvPr>
                        <p:cNvGrpSpPr/>
                        <p:nvPr/>
                      </p:nvGrpSpPr>
                      <p:grpSpPr>
                        <a:xfrm>
                          <a:off x="3701732" y="4724400"/>
                          <a:ext cx="731520" cy="731520"/>
                          <a:chOff x="2970212" y="4724400"/>
                          <a:chExt cx="731520" cy="731520"/>
                        </a:xfrm>
                      </p:grpSpPr>
                      <p:grpSp>
                        <p:nvGrpSpPr>
                          <p:cNvPr id="77" name="Group 76">
                            <a:extLst>
                              <a:ext uri="{FF2B5EF4-FFF2-40B4-BE49-F238E27FC236}">
                                <a16:creationId xmlns:a16="http://schemas.microsoft.com/office/drawing/2014/main" id="{A7DE8B47-9940-81D4-7876-55E49B9E78DD}"/>
                              </a:ext>
                            </a:extLst>
                          </p:cNvPr>
                          <p:cNvGrpSpPr/>
                          <p:nvPr/>
                        </p:nvGrpSpPr>
                        <p:grpSpPr>
                          <a:xfrm>
                            <a:off x="2970212" y="4724400"/>
                            <a:ext cx="731520" cy="365760"/>
                            <a:chOff x="2970212" y="4724400"/>
                            <a:chExt cx="731520" cy="365760"/>
                          </a:xfrm>
                        </p:grpSpPr>
                        <p:sp>
                          <p:nvSpPr>
                            <p:cNvPr id="80" name="Rectangle 79">
                              <a:extLst>
                                <a:ext uri="{FF2B5EF4-FFF2-40B4-BE49-F238E27FC236}">
                                  <a16:creationId xmlns:a16="http://schemas.microsoft.com/office/drawing/2014/main" id="{BFCFA2A4-EB6B-5304-F901-6BC569403A2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1" name="Rectangle 80">
                              <a:extLst>
                                <a:ext uri="{FF2B5EF4-FFF2-40B4-BE49-F238E27FC236}">
                                  <a16:creationId xmlns:a16="http://schemas.microsoft.com/office/drawing/2014/main" id="{D8E8473B-5331-52DD-3334-6863996B64F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78" name="Rectangle 77">
                            <a:extLst>
                              <a:ext uri="{FF2B5EF4-FFF2-40B4-BE49-F238E27FC236}">
                                <a16:creationId xmlns:a16="http://schemas.microsoft.com/office/drawing/2014/main" id="{541AA220-D7DC-C29F-8842-8D4920CB6CA0}"/>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9" name="Rectangle 78">
                            <a:extLst>
                              <a:ext uri="{FF2B5EF4-FFF2-40B4-BE49-F238E27FC236}">
                                <a16:creationId xmlns:a16="http://schemas.microsoft.com/office/drawing/2014/main" id="{804BD431-E88F-82F7-5245-C271B0D2D15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nvGrpSpPr>
                <p:cNvPr id="181" name="Group 180">
                  <a:extLst>
                    <a:ext uri="{FF2B5EF4-FFF2-40B4-BE49-F238E27FC236}">
                      <a16:creationId xmlns:a16="http://schemas.microsoft.com/office/drawing/2014/main" id="{DC3D0616-E758-97E1-EE77-8AD5F2BBC1A3}"/>
                    </a:ext>
                  </a:extLst>
                </p:cNvPr>
                <p:cNvGrpSpPr/>
                <p:nvPr/>
              </p:nvGrpSpPr>
              <p:grpSpPr>
                <a:xfrm>
                  <a:off x="5058092" y="3124200"/>
                  <a:ext cx="2926080" cy="2926080"/>
                  <a:chOff x="2132012" y="3124200"/>
                  <a:chExt cx="2926080" cy="2926080"/>
                </a:xfrm>
              </p:grpSpPr>
              <p:grpSp>
                <p:nvGrpSpPr>
                  <p:cNvPr id="182" name="Group 181">
                    <a:extLst>
                      <a:ext uri="{FF2B5EF4-FFF2-40B4-BE49-F238E27FC236}">
                        <a16:creationId xmlns:a16="http://schemas.microsoft.com/office/drawing/2014/main" id="{F06B89F4-01E6-A43C-2504-750C1E31021A}"/>
                      </a:ext>
                    </a:extLst>
                  </p:cNvPr>
                  <p:cNvGrpSpPr/>
                  <p:nvPr/>
                </p:nvGrpSpPr>
                <p:grpSpPr>
                  <a:xfrm>
                    <a:off x="2132012" y="3124200"/>
                    <a:ext cx="2926080" cy="1463040"/>
                    <a:chOff x="2970212" y="4724400"/>
                    <a:chExt cx="2926080" cy="1463040"/>
                  </a:xfrm>
                </p:grpSpPr>
                <p:grpSp>
                  <p:nvGrpSpPr>
                    <p:cNvPr id="238" name="Group 237">
                      <a:extLst>
                        <a:ext uri="{FF2B5EF4-FFF2-40B4-BE49-F238E27FC236}">
                          <a16:creationId xmlns:a16="http://schemas.microsoft.com/office/drawing/2014/main" id="{78C991A3-893D-D3CD-A7DC-B34F40F69B61}"/>
                        </a:ext>
                      </a:extLst>
                    </p:cNvPr>
                    <p:cNvGrpSpPr/>
                    <p:nvPr/>
                  </p:nvGrpSpPr>
                  <p:grpSpPr>
                    <a:xfrm>
                      <a:off x="2970212" y="4724400"/>
                      <a:ext cx="1463040" cy="1463040"/>
                      <a:chOff x="2970212" y="4724400"/>
                      <a:chExt cx="1463040" cy="1463040"/>
                    </a:xfrm>
                  </p:grpSpPr>
                  <p:grpSp>
                    <p:nvGrpSpPr>
                      <p:cNvPr id="266" name="Group 265">
                        <a:extLst>
                          <a:ext uri="{FF2B5EF4-FFF2-40B4-BE49-F238E27FC236}">
                            <a16:creationId xmlns:a16="http://schemas.microsoft.com/office/drawing/2014/main" id="{2787BC15-B479-CF21-7757-4CBB886A24A5}"/>
                          </a:ext>
                        </a:extLst>
                      </p:cNvPr>
                      <p:cNvGrpSpPr/>
                      <p:nvPr/>
                    </p:nvGrpSpPr>
                    <p:grpSpPr>
                      <a:xfrm>
                        <a:off x="2970212" y="4724400"/>
                        <a:ext cx="1463040" cy="731520"/>
                        <a:chOff x="2970212" y="4724400"/>
                        <a:chExt cx="1463040" cy="731520"/>
                      </a:xfrm>
                    </p:grpSpPr>
                    <p:grpSp>
                      <p:nvGrpSpPr>
                        <p:cNvPr id="280" name="Group 279">
                          <a:extLst>
                            <a:ext uri="{FF2B5EF4-FFF2-40B4-BE49-F238E27FC236}">
                              <a16:creationId xmlns:a16="http://schemas.microsoft.com/office/drawing/2014/main" id="{876C5508-5B98-848C-CDF0-F370F117916D}"/>
                            </a:ext>
                          </a:extLst>
                        </p:cNvPr>
                        <p:cNvGrpSpPr/>
                        <p:nvPr/>
                      </p:nvGrpSpPr>
                      <p:grpSpPr>
                        <a:xfrm>
                          <a:off x="2970212" y="4724400"/>
                          <a:ext cx="731520" cy="731520"/>
                          <a:chOff x="2970212" y="4724400"/>
                          <a:chExt cx="731520" cy="731520"/>
                        </a:xfrm>
                      </p:grpSpPr>
                      <p:grpSp>
                        <p:nvGrpSpPr>
                          <p:cNvPr id="287" name="Group 286">
                            <a:extLst>
                              <a:ext uri="{FF2B5EF4-FFF2-40B4-BE49-F238E27FC236}">
                                <a16:creationId xmlns:a16="http://schemas.microsoft.com/office/drawing/2014/main" id="{07144071-E423-9C4E-9470-4C6BD293EB40}"/>
                              </a:ext>
                            </a:extLst>
                          </p:cNvPr>
                          <p:cNvGrpSpPr/>
                          <p:nvPr/>
                        </p:nvGrpSpPr>
                        <p:grpSpPr>
                          <a:xfrm>
                            <a:off x="2970212" y="4724400"/>
                            <a:ext cx="731520" cy="365760"/>
                            <a:chOff x="2970212" y="4724400"/>
                            <a:chExt cx="731520" cy="365760"/>
                          </a:xfrm>
                        </p:grpSpPr>
                        <p:sp>
                          <p:nvSpPr>
                            <p:cNvPr id="290" name="Rectangle 289">
                              <a:extLst>
                                <a:ext uri="{FF2B5EF4-FFF2-40B4-BE49-F238E27FC236}">
                                  <a16:creationId xmlns:a16="http://schemas.microsoft.com/office/drawing/2014/main" id="{B010B432-2113-B26F-24B6-7208657D33C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91" name="Rectangle 290">
                              <a:extLst>
                                <a:ext uri="{FF2B5EF4-FFF2-40B4-BE49-F238E27FC236}">
                                  <a16:creationId xmlns:a16="http://schemas.microsoft.com/office/drawing/2014/main" id="{E19D5EA8-43A0-79E1-D937-EA62E5322CA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88" name="Rectangle 287">
                            <a:extLst>
                              <a:ext uri="{FF2B5EF4-FFF2-40B4-BE49-F238E27FC236}">
                                <a16:creationId xmlns:a16="http://schemas.microsoft.com/office/drawing/2014/main" id="{A5058DF3-5E54-4859-1A63-7872E210CC1C}"/>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9" name="Rectangle 288">
                            <a:extLst>
                              <a:ext uri="{FF2B5EF4-FFF2-40B4-BE49-F238E27FC236}">
                                <a16:creationId xmlns:a16="http://schemas.microsoft.com/office/drawing/2014/main" id="{8565FE7E-7DC7-5AF4-DEFA-07F709EDB6E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81" name="Group 280">
                          <a:extLst>
                            <a:ext uri="{FF2B5EF4-FFF2-40B4-BE49-F238E27FC236}">
                              <a16:creationId xmlns:a16="http://schemas.microsoft.com/office/drawing/2014/main" id="{49C2ED1B-3F1F-4C1E-C7E7-31CD0D519B1F}"/>
                            </a:ext>
                          </a:extLst>
                        </p:cNvPr>
                        <p:cNvGrpSpPr/>
                        <p:nvPr/>
                      </p:nvGrpSpPr>
                      <p:grpSpPr>
                        <a:xfrm>
                          <a:off x="3701732" y="4724400"/>
                          <a:ext cx="731520" cy="731520"/>
                          <a:chOff x="2970212" y="4724400"/>
                          <a:chExt cx="731520" cy="731520"/>
                        </a:xfrm>
                      </p:grpSpPr>
                      <p:grpSp>
                        <p:nvGrpSpPr>
                          <p:cNvPr id="282" name="Group 281">
                            <a:extLst>
                              <a:ext uri="{FF2B5EF4-FFF2-40B4-BE49-F238E27FC236}">
                                <a16:creationId xmlns:a16="http://schemas.microsoft.com/office/drawing/2014/main" id="{2978EB4B-0DC1-7DBD-F1A0-1547A4D4F64B}"/>
                              </a:ext>
                            </a:extLst>
                          </p:cNvPr>
                          <p:cNvGrpSpPr/>
                          <p:nvPr/>
                        </p:nvGrpSpPr>
                        <p:grpSpPr>
                          <a:xfrm>
                            <a:off x="2970212" y="4724400"/>
                            <a:ext cx="731520" cy="365760"/>
                            <a:chOff x="2970212" y="4724400"/>
                            <a:chExt cx="731520" cy="365760"/>
                          </a:xfrm>
                        </p:grpSpPr>
                        <p:sp>
                          <p:nvSpPr>
                            <p:cNvPr id="285" name="Rectangle 284">
                              <a:extLst>
                                <a:ext uri="{FF2B5EF4-FFF2-40B4-BE49-F238E27FC236}">
                                  <a16:creationId xmlns:a16="http://schemas.microsoft.com/office/drawing/2014/main" id="{FAFC5B12-716C-477A-36AC-ADB5F86E879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6" name="Rectangle 285">
                              <a:extLst>
                                <a:ext uri="{FF2B5EF4-FFF2-40B4-BE49-F238E27FC236}">
                                  <a16:creationId xmlns:a16="http://schemas.microsoft.com/office/drawing/2014/main" id="{E7B48678-0225-5359-AA4A-B137C846BBC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83" name="Rectangle 282">
                            <a:extLst>
                              <a:ext uri="{FF2B5EF4-FFF2-40B4-BE49-F238E27FC236}">
                                <a16:creationId xmlns:a16="http://schemas.microsoft.com/office/drawing/2014/main" id="{BD8B3835-0D6A-1174-47EE-AFEA62BA53E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4" name="Rectangle 283">
                            <a:extLst>
                              <a:ext uri="{FF2B5EF4-FFF2-40B4-BE49-F238E27FC236}">
                                <a16:creationId xmlns:a16="http://schemas.microsoft.com/office/drawing/2014/main" id="{EFEB1AE6-BE0E-A801-5A18-467AD824F5D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67" name="Group 266">
                        <a:extLst>
                          <a:ext uri="{FF2B5EF4-FFF2-40B4-BE49-F238E27FC236}">
                            <a16:creationId xmlns:a16="http://schemas.microsoft.com/office/drawing/2014/main" id="{071986B0-447A-921E-557A-6CCA97D14542}"/>
                          </a:ext>
                        </a:extLst>
                      </p:cNvPr>
                      <p:cNvGrpSpPr/>
                      <p:nvPr/>
                    </p:nvGrpSpPr>
                    <p:grpSpPr>
                      <a:xfrm>
                        <a:off x="2970212" y="5455920"/>
                        <a:ext cx="1463040" cy="731520"/>
                        <a:chOff x="2970212" y="4724400"/>
                        <a:chExt cx="1463040" cy="731520"/>
                      </a:xfrm>
                    </p:grpSpPr>
                    <p:grpSp>
                      <p:nvGrpSpPr>
                        <p:cNvPr id="268" name="Group 267">
                          <a:extLst>
                            <a:ext uri="{FF2B5EF4-FFF2-40B4-BE49-F238E27FC236}">
                              <a16:creationId xmlns:a16="http://schemas.microsoft.com/office/drawing/2014/main" id="{EFB211DF-2A08-6CB9-C86F-6F2DCEDB4685}"/>
                            </a:ext>
                          </a:extLst>
                        </p:cNvPr>
                        <p:cNvGrpSpPr/>
                        <p:nvPr/>
                      </p:nvGrpSpPr>
                      <p:grpSpPr>
                        <a:xfrm>
                          <a:off x="2970212" y="4724400"/>
                          <a:ext cx="731520" cy="731520"/>
                          <a:chOff x="2970212" y="4724400"/>
                          <a:chExt cx="731520" cy="731520"/>
                        </a:xfrm>
                      </p:grpSpPr>
                      <p:grpSp>
                        <p:nvGrpSpPr>
                          <p:cNvPr id="275" name="Group 274">
                            <a:extLst>
                              <a:ext uri="{FF2B5EF4-FFF2-40B4-BE49-F238E27FC236}">
                                <a16:creationId xmlns:a16="http://schemas.microsoft.com/office/drawing/2014/main" id="{A85EE5F4-E22E-E8F8-EF12-5F8315CF9889}"/>
                              </a:ext>
                            </a:extLst>
                          </p:cNvPr>
                          <p:cNvGrpSpPr/>
                          <p:nvPr/>
                        </p:nvGrpSpPr>
                        <p:grpSpPr>
                          <a:xfrm>
                            <a:off x="2970212" y="4724400"/>
                            <a:ext cx="731520" cy="365760"/>
                            <a:chOff x="2970212" y="4724400"/>
                            <a:chExt cx="731520" cy="365760"/>
                          </a:xfrm>
                        </p:grpSpPr>
                        <p:sp>
                          <p:nvSpPr>
                            <p:cNvPr id="278" name="Rectangle 277">
                              <a:extLst>
                                <a:ext uri="{FF2B5EF4-FFF2-40B4-BE49-F238E27FC236}">
                                  <a16:creationId xmlns:a16="http://schemas.microsoft.com/office/drawing/2014/main" id="{6C611188-8953-97A4-ED6F-178BB5FA7E07}"/>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9" name="Rectangle 278">
                              <a:extLst>
                                <a:ext uri="{FF2B5EF4-FFF2-40B4-BE49-F238E27FC236}">
                                  <a16:creationId xmlns:a16="http://schemas.microsoft.com/office/drawing/2014/main" id="{F5A46E83-135B-D62B-2B16-C122280AB6C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76" name="Rectangle 275">
                            <a:extLst>
                              <a:ext uri="{FF2B5EF4-FFF2-40B4-BE49-F238E27FC236}">
                                <a16:creationId xmlns:a16="http://schemas.microsoft.com/office/drawing/2014/main" id="{19B23F0B-B8D1-B662-D1C4-69672FBE502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7" name="Rectangle 276">
                            <a:extLst>
                              <a:ext uri="{FF2B5EF4-FFF2-40B4-BE49-F238E27FC236}">
                                <a16:creationId xmlns:a16="http://schemas.microsoft.com/office/drawing/2014/main" id="{2A5A7DDF-F545-16FB-C728-A746B195758B}"/>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69" name="Group 268">
                          <a:extLst>
                            <a:ext uri="{FF2B5EF4-FFF2-40B4-BE49-F238E27FC236}">
                              <a16:creationId xmlns:a16="http://schemas.microsoft.com/office/drawing/2014/main" id="{588BE228-6797-A1E0-A456-B24B6C4BD76D}"/>
                            </a:ext>
                          </a:extLst>
                        </p:cNvPr>
                        <p:cNvGrpSpPr/>
                        <p:nvPr/>
                      </p:nvGrpSpPr>
                      <p:grpSpPr>
                        <a:xfrm>
                          <a:off x="3701732" y="4724400"/>
                          <a:ext cx="731520" cy="731520"/>
                          <a:chOff x="2970212" y="4724400"/>
                          <a:chExt cx="731520" cy="731520"/>
                        </a:xfrm>
                      </p:grpSpPr>
                      <p:grpSp>
                        <p:nvGrpSpPr>
                          <p:cNvPr id="270" name="Group 269">
                            <a:extLst>
                              <a:ext uri="{FF2B5EF4-FFF2-40B4-BE49-F238E27FC236}">
                                <a16:creationId xmlns:a16="http://schemas.microsoft.com/office/drawing/2014/main" id="{78054DE0-5E3B-8153-258D-6ED6DE5EE80E}"/>
                              </a:ext>
                            </a:extLst>
                          </p:cNvPr>
                          <p:cNvGrpSpPr/>
                          <p:nvPr/>
                        </p:nvGrpSpPr>
                        <p:grpSpPr>
                          <a:xfrm>
                            <a:off x="2970212" y="4724400"/>
                            <a:ext cx="731520" cy="365760"/>
                            <a:chOff x="2970212" y="4724400"/>
                            <a:chExt cx="731520" cy="365760"/>
                          </a:xfrm>
                        </p:grpSpPr>
                        <p:sp>
                          <p:nvSpPr>
                            <p:cNvPr id="273" name="Rectangle 272">
                              <a:extLst>
                                <a:ext uri="{FF2B5EF4-FFF2-40B4-BE49-F238E27FC236}">
                                  <a16:creationId xmlns:a16="http://schemas.microsoft.com/office/drawing/2014/main" id="{8B63F195-FC93-799F-4E9C-666188BF1DB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4" name="Rectangle 273">
                              <a:extLst>
                                <a:ext uri="{FF2B5EF4-FFF2-40B4-BE49-F238E27FC236}">
                                  <a16:creationId xmlns:a16="http://schemas.microsoft.com/office/drawing/2014/main" id="{34280049-4FA0-A093-3E18-56589B332D1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71" name="Rectangle 270">
                            <a:extLst>
                              <a:ext uri="{FF2B5EF4-FFF2-40B4-BE49-F238E27FC236}">
                                <a16:creationId xmlns:a16="http://schemas.microsoft.com/office/drawing/2014/main" id="{31788E8B-0114-0C7B-6F3F-067CCFD242D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2" name="Rectangle 271">
                            <a:extLst>
                              <a:ext uri="{FF2B5EF4-FFF2-40B4-BE49-F238E27FC236}">
                                <a16:creationId xmlns:a16="http://schemas.microsoft.com/office/drawing/2014/main" id="{B6C959A2-ABE6-8432-B404-7622E173C18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239" name="Group 238">
                      <a:extLst>
                        <a:ext uri="{FF2B5EF4-FFF2-40B4-BE49-F238E27FC236}">
                          <a16:creationId xmlns:a16="http://schemas.microsoft.com/office/drawing/2014/main" id="{B3D34467-F1B7-985F-034E-1992C3D0F268}"/>
                        </a:ext>
                      </a:extLst>
                    </p:cNvPr>
                    <p:cNvGrpSpPr/>
                    <p:nvPr/>
                  </p:nvGrpSpPr>
                  <p:grpSpPr>
                    <a:xfrm>
                      <a:off x="4433252" y="4724400"/>
                      <a:ext cx="1463040" cy="1463040"/>
                      <a:chOff x="2970212" y="4724400"/>
                      <a:chExt cx="1463040" cy="1463040"/>
                    </a:xfrm>
                  </p:grpSpPr>
                  <p:grpSp>
                    <p:nvGrpSpPr>
                      <p:cNvPr id="240" name="Group 239">
                        <a:extLst>
                          <a:ext uri="{FF2B5EF4-FFF2-40B4-BE49-F238E27FC236}">
                            <a16:creationId xmlns:a16="http://schemas.microsoft.com/office/drawing/2014/main" id="{5E87856B-EC4C-4781-5205-4DE446506F41}"/>
                          </a:ext>
                        </a:extLst>
                      </p:cNvPr>
                      <p:cNvGrpSpPr/>
                      <p:nvPr/>
                    </p:nvGrpSpPr>
                    <p:grpSpPr>
                      <a:xfrm>
                        <a:off x="2970212" y="4724400"/>
                        <a:ext cx="1463040" cy="731520"/>
                        <a:chOff x="2970212" y="4724400"/>
                        <a:chExt cx="1463040" cy="731520"/>
                      </a:xfrm>
                    </p:grpSpPr>
                    <p:grpSp>
                      <p:nvGrpSpPr>
                        <p:cNvPr id="254" name="Group 253">
                          <a:extLst>
                            <a:ext uri="{FF2B5EF4-FFF2-40B4-BE49-F238E27FC236}">
                              <a16:creationId xmlns:a16="http://schemas.microsoft.com/office/drawing/2014/main" id="{2587CCBD-7E3A-042B-1109-9E3186989C92}"/>
                            </a:ext>
                          </a:extLst>
                        </p:cNvPr>
                        <p:cNvGrpSpPr/>
                        <p:nvPr/>
                      </p:nvGrpSpPr>
                      <p:grpSpPr>
                        <a:xfrm>
                          <a:off x="2970212" y="4724400"/>
                          <a:ext cx="731520" cy="731520"/>
                          <a:chOff x="2970212" y="4724400"/>
                          <a:chExt cx="731520" cy="731520"/>
                        </a:xfrm>
                      </p:grpSpPr>
                      <p:grpSp>
                        <p:nvGrpSpPr>
                          <p:cNvPr id="261" name="Group 260">
                            <a:extLst>
                              <a:ext uri="{FF2B5EF4-FFF2-40B4-BE49-F238E27FC236}">
                                <a16:creationId xmlns:a16="http://schemas.microsoft.com/office/drawing/2014/main" id="{CBBA38B7-68D9-19A7-4CA7-9A09F38A8015}"/>
                              </a:ext>
                            </a:extLst>
                          </p:cNvPr>
                          <p:cNvGrpSpPr/>
                          <p:nvPr/>
                        </p:nvGrpSpPr>
                        <p:grpSpPr>
                          <a:xfrm>
                            <a:off x="2970212" y="4724400"/>
                            <a:ext cx="731520" cy="365760"/>
                            <a:chOff x="2970212" y="4724400"/>
                            <a:chExt cx="731520" cy="365760"/>
                          </a:xfrm>
                        </p:grpSpPr>
                        <p:sp>
                          <p:nvSpPr>
                            <p:cNvPr id="264" name="Rectangle 263">
                              <a:extLst>
                                <a:ext uri="{FF2B5EF4-FFF2-40B4-BE49-F238E27FC236}">
                                  <a16:creationId xmlns:a16="http://schemas.microsoft.com/office/drawing/2014/main" id="{264446B1-6D98-F141-7F43-56954B2B053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5" name="Rectangle 264">
                              <a:extLst>
                                <a:ext uri="{FF2B5EF4-FFF2-40B4-BE49-F238E27FC236}">
                                  <a16:creationId xmlns:a16="http://schemas.microsoft.com/office/drawing/2014/main" id="{B4D1F769-4F9C-E829-0648-D371699F6B9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62" name="Rectangle 261">
                            <a:extLst>
                              <a:ext uri="{FF2B5EF4-FFF2-40B4-BE49-F238E27FC236}">
                                <a16:creationId xmlns:a16="http://schemas.microsoft.com/office/drawing/2014/main" id="{DB1FB918-DE23-E60E-8F80-FC468EDC14A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3" name="Rectangle 262">
                            <a:extLst>
                              <a:ext uri="{FF2B5EF4-FFF2-40B4-BE49-F238E27FC236}">
                                <a16:creationId xmlns:a16="http://schemas.microsoft.com/office/drawing/2014/main" id="{8E7ADF55-AA35-5432-2576-C5030A649C1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55" name="Group 254">
                          <a:extLst>
                            <a:ext uri="{FF2B5EF4-FFF2-40B4-BE49-F238E27FC236}">
                              <a16:creationId xmlns:a16="http://schemas.microsoft.com/office/drawing/2014/main" id="{C8755F6E-1C89-C9EA-E55A-435864B688A1}"/>
                            </a:ext>
                          </a:extLst>
                        </p:cNvPr>
                        <p:cNvGrpSpPr/>
                        <p:nvPr/>
                      </p:nvGrpSpPr>
                      <p:grpSpPr>
                        <a:xfrm>
                          <a:off x="3701732" y="4724400"/>
                          <a:ext cx="731520" cy="731520"/>
                          <a:chOff x="2970212" y="4724400"/>
                          <a:chExt cx="731520" cy="731520"/>
                        </a:xfrm>
                      </p:grpSpPr>
                      <p:grpSp>
                        <p:nvGrpSpPr>
                          <p:cNvPr id="256" name="Group 255">
                            <a:extLst>
                              <a:ext uri="{FF2B5EF4-FFF2-40B4-BE49-F238E27FC236}">
                                <a16:creationId xmlns:a16="http://schemas.microsoft.com/office/drawing/2014/main" id="{8A86C341-AE0C-5902-E7B9-39E4850134E8}"/>
                              </a:ext>
                            </a:extLst>
                          </p:cNvPr>
                          <p:cNvGrpSpPr/>
                          <p:nvPr/>
                        </p:nvGrpSpPr>
                        <p:grpSpPr>
                          <a:xfrm>
                            <a:off x="2970212" y="4724400"/>
                            <a:ext cx="731520" cy="365760"/>
                            <a:chOff x="2970212" y="4724400"/>
                            <a:chExt cx="731520" cy="365760"/>
                          </a:xfrm>
                        </p:grpSpPr>
                        <p:sp>
                          <p:nvSpPr>
                            <p:cNvPr id="259" name="Rectangle 258">
                              <a:extLst>
                                <a:ext uri="{FF2B5EF4-FFF2-40B4-BE49-F238E27FC236}">
                                  <a16:creationId xmlns:a16="http://schemas.microsoft.com/office/drawing/2014/main" id="{FA21437E-DDA2-F45F-072A-5FD0E6D35B09}"/>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0" name="Rectangle 259">
                              <a:extLst>
                                <a:ext uri="{FF2B5EF4-FFF2-40B4-BE49-F238E27FC236}">
                                  <a16:creationId xmlns:a16="http://schemas.microsoft.com/office/drawing/2014/main" id="{FCDD2D23-B866-0163-ABE1-503089837F87}"/>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57" name="Rectangle 256">
                            <a:extLst>
                              <a:ext uri="{FF2B5EF4-FFF2-40B4-BE49-F238E27FC236}">
                                <a16:creationId xmlns:a16="http://schemas.microsoft.com/office/drawing/2014/main" id="{023012C2-AB95-0B97-A2A9-12C9A91CC68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8" name="Rectangle 257">
                            <a:extLst>
                              <a:ext uri="{FF2B5EF4-FFF2-40B4-BE49-F238E27FC236}">
                                <a16:creationId xmlns:a16="http://schemas.microsoft.com/office/drawing/2014/main" id="{F34BFE23-5358-5F1E-5B8D-38AC7CA7800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41" name="Group 240">
                        <a:extLst>
                          <a:ext uri="{FF2B5EF4-FFF2-40B4-BE49-F238E27FC236}">
                            <a16:creationId xmlns:a16="http://schemas.microsoft.com/office/drawing/2014/main" id="{79CB21ED-3D2B-116E-BA79-56BF88E306AF}"/>
                          </a:ext>
                        </a:extLst>
                      </p:cNvPr>
                      <p:cNvGrpSpPr/>
                      <p:nvPr/>
                    </p:nvGrpSpPr>
                    <p:grpSpPr>
                      <a:xfrm>
                        <a:off x="2970212" y="5455920"/>
                        <a:ext cx="1463040" cy="731520"/>
                        <a:chOff x="2970212" y="4724400"/>
                        <a:chExt cx="1463040" cy="731520"/>
                      </a:xfrm>
                    </p:grpSpPr>
                    <p:grpSp>
                      <p:nvGrpSpPr>
                        <p:cNvPr id="242" name="Group 241">
                          <a:extLst>
                            <a:ext uri="{FF2B5EF4-FFF2-40B4-BE49-F238E27FC236}">
                              <a16:creationId xmlns:a16="http://schemas.microsoft.com/office/drawing/2014/main" id="{8652529F-CAC1-1CBE-0797-BD3366C518E3}"/>
                            </a:ext>
                          </a:extLst>
                        </p:cNvPr>
                        <p:cNvGrpSpPr/>
                        <p:nvPr/>
                      </p:nvGrpSpPr>
                      <p:grpSpPr>
                        <a:xfrm>
                          <a:off x="2970212" y="4724400"/>
                          <a:ext cx="731520" cy="731520"/>
                          <a:chOff x="2970212" y="4724400"/>
                          <a:chExt cx="731520" cy="731520"/>
                        </a:xfrm>
                      </p:grpSpPr>
                      <p:grpSp>
                        <p:nvGrpSpPr>
                          <p:cNvPr id="249" name="Group 248">
                            <a:extLst>
                              <a:ext uri="{FF2B5EF4-FFF2-40B4-BE49-F238E27FC236}">
                                <a16:creationId xmlns:a16="http://schemas.microsoft.com/office/drawing/2014/main" id="{8582BD87-C3B3-4A0F-8BDC-FA0EF67D0CDB}"/>
                              </a:ext>
                            </a:extLst>
                          </p:cNvPr>
                          <p:cNvGrpSpPr/>
                          <p:nvPr/>
                        </p:nvGrpSpPr>
                        <p:grpSpPr>
                          <a:xfrm>
                            <a:off x="2970212" y="4724400"/>
                            <a:ext cx="731520" cy="365760"/>
                            <a:chOff x="2970212" y="4724400"/>
                            <a:chExt cx="731520" cy="365760"/>
                          </a:xfrm>
                        </p:grpSpPr>
                        <p:sp>
                          <p:nvSpPr>
                            <p:cNvPr id="252" name="Rectangle 251">
                              <a:extLst>
                                <a:ext uri="{FF2B5EF4-FFF2-40B4-BE49-F238E27FC236}">
                                  <a16:creationId xmlns:a16="http://schemas.microsoft.com/office/drawing/2014/main" id="{AF5C351D-5C0B-7366-6F34-6DE343D6851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3" name="Rectangle 252">
                              <a:extLst>
                                <a:ext uri="{FF2B5EF4-FFF2-40B4-BE49-F238E27FC236}">
                                  <a16:creationId xmlns:a16="http://schemas.microsoft.com/office/drawing/2014/main" id="{10122B2F-5E40-32E1-D434-AFE4D68650B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50" name="Rectangle 249">
                            <a:extLst>
                              <a:ext uri="{FF2B5EF4-FFF2-40B4-BE49-F238E27FC236}">
                                <a16:creationId xmlns:a16="http://schemas.microsoft.com/office/drawing/2014/main" id="{D073A017-3A2F-28A8-4FCD-D2CF2341C32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1" name="Rectangle 250">
                            <a:extLst>
                              <a:ext uri="{FF2B5EF4-FFF2-40B4-BE49-F238E27FC236}">
                                <a16:creationId xmlns:a16="http://schemas.microsoft.com/office/drawing/2014/main" id="{4BFB7C9F-3F8B-359D-8FE3-FED6F53A1E7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43" name="Group 242">
                          <a:extLst>
                            <a:ext uri="{FF2B5EF4-FFF2-40B4-BE49-F238E27FC236}">
                              <a16:creationId xmlns:a16="http://schemas.microsoft.com/office/drawing/2014/main" id="{8EA054F7-FBB2-7B72-FC80-92E5A2E04E55}"/>
                            </a:ext>
                          </a:extLst>
                        </p:cNvPr>
                        <p:cNvGrpSpPr/>
                        <p:nvPr/>
                      </p:nvGrpSpPr>
                      <p:grpSpPr>
                        <a:xfrm>
                          <a:off x="3701732" y="4724400"/>
                          <a:ext cx="731520" cy="731520"/>
                          <a:chOff x="2970212" y="4724400"/>
                          <a:chExt cx="731520" cy="731520"/>
                        </a:xfrm>
                      </p:grpSpPr>
                      <p:grpSp>
                        <p:nvGrpSpPr>
                          <p:cNvPr id="244" name="Group 243">
                            <a:extLst>
                              <a:ext uri="{FF2B5EF4-FFF2-40B4-BE49-F238E27FC236}">
                                <a16:creationId xmlns:a16="http://schemas.microsoft.com/office/drawing/2014/main" id="{FEA67C01-F60F-F1C9-ABAF-495746A53636}"/>
                              </a:ext>
                            </a:extLst>
                          </p:cNvPr>
                          <p:cNvGrpSpPr/>
                          <p:nvPr/>
                        </p:nvGrpSpPr>
                        <p:grpSpPr>
                          <a:xfrm>
                            <a:off x="2970212" y="4724400"/>
                            <a:ext cx="731520" cy="365760"/>
                            <a:chOff x="2970212" y="4724400"/>
                            <a:chExt cx="731520" cy="365760"/>
                          </a:xfrm>
                        </p:grpSpPr>
                        <p:sp>
                          <p:nvSpPr>
                            <p:cNvPr id="247" name="Rectangle 246">
                              <a:extLst>
                                <a:ext uri="{FF2B5EF4-FFF2-40B4-BE49-F238E27FC236}">
                                  <a16:creationId xmlns:a16="http://schemas.microsoft.com/office/drawing/2014/main" id="{2BF4B444-D457-6117-CCCD-FA1277B3AEC1}"/>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48" name="Rectangle 247">
                              <a:extLst>
                                <a:ext uri="{FF2B5EF4-FFF2-40B4-BE49-F238E27FC236}">
                                  <a16:creationId xmlns:a16="http://schemas.microsoft.com/office/drawing/2014/main" id="{119EB92C-3BC8-071A-F148-B82ECA1B755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45" name="Rectangle 244">
                            <a:extLst>
                              <a:ext uri="{FF2B5EF4-FFF2-40B4-BE49-F238E27FC236}">
                                <a16:creationId xmlns:a16="http://schemas.microsoft.com/office/drawing/2014/main" id="{BCBADC26-9D47-0A93-CA59-9FEF5F5BF10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46" name="Rectangle 245">
                            <a:extLst>
                              <a:ext uri="{FF2B5EF4-FFF2-40B4-BE49-F238E27FC236}">
                                <a16:creationId xmlns:a16="http://schemas.microsoft.com/office/drawing/2014/main" id="{E2612721-7B41-CB38-C157-F01E3420D10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183" name="Group 182">
                    <a:extLst>
                      <a:ext uri="{FF2B5EF4-FFF2-40B4-BE49-F238E27FC236}">
                        <a16:creationId xmlns:a16="http://schemas.microsoft.com/office/drawing/2014/main" id="{53397187-12D2-E839-0DCD-8DE5AA7EE8FC}"/>
                      </a:ext>
                    </a:extLst>
                  </p:cNvPr>
                  <p:cNvGrpSpPr/>
                  <p:nvPr/>
                </p:nvGrpSpPr>
                <p:grpSpPr>
                  <a:xfrm>
                    <a:off x="2132012" y="4587240"/>
                    <a:ext cx="2926080" cy="1463040"/>
                    <a:chOff x="2970212" y="4724400"/>
                    <a:chExt cx="2926080" cy="1463040"/>
                  </a:xfrm>
                </p:grpSpPr>
                <p:grpSp>
                  <p:nvGrpSpPr>
                    <p:cNvPr id="184" name="Group 183">
                      <a:extLst>
                        <a:ext uri="{FF2B5EF4-FFF2-40B4-BE49-F238E27FC236}">
                          <a16:creationId xmlns:a16="http://schemas.microsoft.com/office/drawing/2014/main" id="{D9783632-CE2F-9CFB-5302-316C089447DA}"/>
                        </a:ext>
                      </a:extLst>
                    </p:cNvPr>
                    <p:cNvGrpSpPr/>
                    <p:nvPr/>
                  </p:nvGrpSpPr>
                  <p:grpSpPr>
                    <a:xfrm>
                      <a:off x="2970212" y="4724400"/>
                      <a:ext cx="1463040" cy="1463040"/>
                      <a:chOff x="2970212" y="4724400"/>
                      <a:chExt cx="1463040" cy="1463040"/>
                    </a:xfrm>
                  </p:grpSpPr>
                  <p:grpSp>
                    <p:nvGrpSpPr>
                      <p:cNvPr id="212" name="Group 211">
                        <a:extLst>
                          <a:ext uri="{FF2B5EF4-FFF2-40B4-BE49-F238E27FC236}">
                            <a16:creationId xmlns:a16="http://schemas.microsoft.com/office/drawing/2014/main" id="{88F3AB9A-D1BA-9EFB-3EC2-AD6424327E57}"/>
                          </a:ext>
                        </a:extLst>
                      </p:cNvPr>
                      <p:cNvGrpSpPr/>
                      <p:nvPr/>
                    </p:nvGrpSpPr>
                    <p:grpSpPr>
                      <a:xfrm>
                        <a:off x="2970212" y="4724400"/>
                        <a:ext cx="1463040" cy="731520"/>
                        <a:chOff x="2970212" y="4724400"/>
                        <a:chExt cx="1463040" cy="731520"/>
                      </a:xfrm>
                    </p:grpSpPr>
                    <p:grpSp>
                      <p:nvGrpSpPr>
                        <p:cNvPr id="226" name="Group 225">
                          <a:extLst>
                            <a:ext uri="{FF2B5EF4-FFF2-40B4-BE49-F238E27FC236}">
                              <a16:creationId xmlns:a16="http://schemas.microsoft.com/office/drawing/2014/main" id="{C5CE6062-4693-19CA-850B-68013B9FED14}"/>
                            </a:ext>
                          </a:extLst>
                        </p:cNvPr>
                        <p:cNvGrpSpPr/>
                        <p:nvPr/>
                      </p:nvGrpSpPr>
                      <p:grpSpPr>
                        <a:xfrm>
                          <a:off x="2970212" y="4724400"/>
                          <a:ext cx="731520" cy="731520"/>
                          <a:chOff x="2970212" y="4724400"/>
                          <a:chExt cx="731520" cy="731520"/>
                        </a:xfrm>
                      </p:grpSpPr>
                      <p:grpSp>
                        <p:nvGrpSpPr>
                          <p:cNvPr id="233" name="Group 232">
                            <a:extLst>
                              <a:ext uri="{FF2B5EF4-FFF2-40B4-BE49-F238E27FC236}">
                                <a16:creationId xmlns:a16="http://schemas.microsoft.com/office/drawing/2014/main" id="{6FB93103-0740-5159-5CA2-33FEA2B7CE5D}"/>
                              </a:ext>
                            </a:extLst>
                          </p:cNvPr>
                          <p:cNvGrpSpPr/>
                          <p:nvPr/>
                        </p:nvGrpSpPr>
                        <p:grpSpPr>
                          <a:xfrm>
                            <a:off x="2970212" y="4724400"/>
                            <a:ext cx="731520" cy="365760"/>
                            <a:chOff x="2970212" y="4724400"/>
                            <a:chExt cx="731520" cy="365760"/>
                          </a:xfrm>
                        </p:grpSpPr>
                        <p:sp>
                          <p:nvSpPr>
                            <p:cNvPr id="236" name="Rectangle 235">
                              <a:extLst>
                                <a:ext uri="{FF2B5EF4-FFF2-40B4-BE49-F238E27FC236}">
                                  <a16:creationId xmlns:a16="http://schemas.microsoft.com/office/drawing/2014/main" id="{9B23085A-5D9D-43F4-A871-33929DA9143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7" name="Rectangle 236">
                              <a:extLst>
                                <a:ext uri="{FF2B5EF4-FFF2-40B4-BE49-F238E27FC236}">
                                  <a16:creationId xmlns:a16="http://schemas.microsoft.com/office/drawing/2014/main" id="{3C569825-E9AF-BD58-22F9-B3376D0FCE2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34" name="Rectangle 233">
                            <a:extLst>
                              <a:ext uri="{FF2B5EF4-FFF2-40B4-BE49-F238E27FC236}">
                                <a16:creationId xmlns:a16="http://schemas.microsoft.com/office/drawing/2014/main" id="{32DD5094-1839-7863-90A6-5C54DAFCAF0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5" name="Rectangle 234">
                            <a:extLst>
                              <a:ext uri="{FF2B5EF4-FFF2-40B4-BE49-F238E27FC236}">
                                <a16:creationId xmlns:a16="http://schemas.microsoft.com/office/drawing/2014/main" id="{667A3AD8-919C-5DCC-6995-CF00B088D7A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27" name="Group 226">
                          <a:extLst>
                            <a:ext uri="{FF2B5EF4-FFF2-40B4-BE49-F238E27FC236}">
                              <a16:creationId xmlns:a16="http://schemas.microsoft.com/office/drawing/2014/main" id="{6310A9CE-891B-A044-D7FB-4A05CC1DE5BB}"/>
                            </a:ext>
                          </a:extLst>
                        </p:cNvPr>
                        <p:cNvGrpSpPr/>
                        <p:nvPr/>
                      </p:nvGrpSpPr>
                      <p:grpSpPr>
                        <a:xfrm>
                          <a:off x="3701732" y="4724400"/>
                          <a:ext cx="731520" cy="731520"/>
                          <a:chOff x="2970212" y="4724400"/>
                          <a:chExt cx="731520" cy="731520"/>
                        </a:xfrm>
                      </p:grpSpPr>
                      <p:grpSp>
                        <p:nvGrpSpPr>
                          <p:cNvPr id="228" name="Group 227">
                            <a:extLst>
                              <a:ext uri="{FF2B5EF4-FFF2-40B4-BE49-F238E27FC236}">
                                <a16:creationId xmlns:a16="http://schemas.microsoft.com/office/drawing/2014/main" id="{8D14F848-A6F6-A13B-559B-44C868AA023B}"/>
                              </a:ext>
                            </a:extLst>
                          </p:cNvPr>
                          <p:cNvGrpSpPr/>
                          <p:nvPr/>
                        </p:nvGrpSpPr>
                        <p:grpSpPr>
                          <a:xfrm>
                            <a:off x="2970212" y="4724400"/>
                            <a:ext cx="731520" cy="365760"/>
                            <a:chOff x="2970212" y="4724400"/>
                            <a:chExt cx="731520" cy="365760"/>
                          </a:xfrm>
                        </p:grpSpPr>
                        <p:sp>
                          <p:nvSpPr>
                            <p:cNvPr id="231" name="Rectangle 230">
                              <a:extLst>
                                <a:ext uri="{FF2B5EF4-FFF2-40B4-BE49-F238E27FC236}">
                                  <a16:creationId xmlns:a16="http://schemas.microsoft.com/office/drawing/2014/main" id="{33BBFF7B-9262-4C56-9DDC-E4F52DFAFE3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2" name="Rectangle 231">
                              <a:extLst>
                                <a:ext uri="{FF2B5EF4-FFF2-40B4-BE49-F238E27FC236}">
                                  <a16:creationId xmlns:a16="http://schemas.microsoft.com/office/drawing/2014/main" id="{CB191756-6C7E-3B3B-B768-A8358D54DB8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29" name="Rectangle 228">
                            <a:extLst>
                              <a:ext uri="{FF2B5EF4-FFF2-40B4-BE49-F238E27FC236}">
                                <a16:creationId xmlns:a16="http://schemas.microsoft.com/office/drawing/2014/main" id="{DAD1F42B-0A07-4FB6-3498-34AF0AD00A5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0" name="Rectangle 229">
                            <a:extLst>
                              <a:ext uri="{FF2B5EF4-FFF2-40B4-BE49-F238E27FC236}">
                                <a16:creationId xmlns:a16="http://schemas.microsoft.com/office/drawing/2014/main" id="{E6812FF4-3FCC-DCAC-1550-E31712AFA57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13" name="Group 212">
                        <a:extLst>
                          <a:ext uri="{FF2B5EF4-FFF2-40B4-BE49-F238E27FC236}">
                            <a16:creationId xmlns:a16="http://schemas.microsoft.com/office/drawing/2014/main" id="{98B1FC35-4864-03A9-8334-F027498F005A}"/>
                          </a:ext>
                        </a:extLst>
                      </p:cNvPr>
                      <p:cNvGrpSpPr/>
                      <p:nvPr/>
                    </p:nvGrpSpPr>
                    <p:grpSpPr>
                      <a:xfrm>
                        <a:off x="2970212" y="5455920"/>
                        <a:ext cx="1463040" cy="731520"/>
                        <a:chOff x="2970212" y="4724400"/>
                        <a:chExt cx="1463040" cy="731520"/>
                      </a:xfrm>
                    </p:grpSpPr>
                    <p:grpSp>
                      <p:nvGrpSpPr>
                        <p:cNvPr id="214" name="Group 213">
                          <a:extLst>
                            <a:ext uri="{FF2B5EF4-FFF2-40B4-BE49-F238E27FC236}">
                              <a16:creationId xmlns:a16="http://schemas.microsoft.com/office/drawing/2014/main" id="{E42E776E-00A3-3BFF-1E2F-F6AF972BAFC4}"/>
                            </a:ext>
                          </a:extLst>
                        </p:cNvPr>
                        <p:cNvGrpSpPr/>
                        <p:nvPr/>
                      </p:nvGrpSpPr>
                      <p:grpSpPr>
                        <a:xfrm>
                          <a:off x="2970212" y="4724400"/>
                          <a:ext cx="731520" cy="731520"/>
                          <a:chOff x="2970212" y="4724400"/>
                          <a:chExt cx="731520" cy="731520"/>
                        </a:xfrm>
                      </p:grpSpPr>
                      <p:grpSp>
                        <p:nvGrpSpPr>
                          <p:cNvPr id="221" name="Group 220">
                            <a:extLst>
                              <a:ext uri="{FF2B5EF4-FFF2-40B4-BE49-F238E27FC236}">
                                <a16:creationId xmlns:a16="http://schemas.microsoft.com/office/drawing/2014/main" id="{CAF35A9E-EB52-B741-69DE-89548F783E22}"/>
                              </a:ext>
                            </a:extLst>
                          </p:cNvPr>
                          <p:cNvGrpSpPr/>
                          <p:nvPr/>
                        </p:nvGrpSpPr>
                        <p:grpSpPr>
                          <a:xfrm>
                            <a:off x="2970212" y="4724400"/>
                            <a:ext cx="731520" cy="365760"/>
                            <a:chOff x="2970212" y="4724400"/>
                            <a:chExt cx="731520" cy="365760"/>
                          </a:xfrm>
                        </p:grpSpPr>
                        <p:sp>
                          <p:nvSpPr>
                            <p:cNvPr id="224" name="Rectangle 223">
                              <a:extLst>
                                <a:ext uri="{FF2B5EF4-FFF2-40B4-BE49-F238E27FC236}">
                                  <a16:creationId xmlns:a16="http://schemas.microsoft.com/office/drawing/2014/main" id="{1EF638FF-A509-B8FE-426B-79B50BFA808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5" name="Rectangle 224">
                              <a:extLst>
                                <a:ext uri="{FF2B5EF4-FFF2-40B4-BE49-F238E27FC236}">
                                  <a16:creationId xmlns:a16="http://schemas.microsoft.com/office/drawing/2014/main" id="{93BE3AD1-DA43-84BC-E8B3-F8B0CC4F5B1F}"/>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22" name="Rectangle 221">
                            <a:extLst>
                              <a:ext uri="{FF2B5EF4-FFF2-40B4-BE49-F238E27FC236}">
                                <a16:creationId xmlns:a16="http://schemas.microsoft.com/office/drawing/2014/main" id="{927A241D-C740-B28B-B2B3-65205FB5B5A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3" name="Rectangle 222">
                            <a:extLst>
                              <a:ext uri="{FF2B5EF4-FFF2-40B4-BE49-F238E27FC236}">
                                <a16:creationId xmlns:a16="http://schemas.microsoft.com/office/drawing/2014/main" id="{310BB661-784E-E9A6-4432-03C7A7D7EAA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15" name="Group 214">
                          <a:extLst>
                            <a:ext uri="{FF2B5EF4-FFF2-40B4-BE49-F238E27FC236}">
                              <a16:creationId xmlns:a16="http://schemas.microsoft.com/office/drawing/2014/main" id="{70485CB6-EE14-332D-AB07-99341F4FE5B8}"/>
                            </a:ext>
                          </a:extLst>
                        </p:cNvPr>
                        <p:cNvGrpSpPr/>
                        <p:nvPr/>
                      </p:nvGrpSpPr>
                      <p:grpSpPr>
                        <a:xfrm>
                          <a:off x="3701732" y="4724400"/>
                          <a:ext cx="731520" cy="731520"/>
                          <a:chOff x="2970212" y="4724400"/>
                          <a:chExt cx="731520" cy="731520"/>
                        </a:xfrm>
                      </p:grpSpPr>
                      <p:grpSp>
                        <p:nvGrpSpPr>
                          <p:cNvPr id="216" name="Group 215">
                            <a:extLst>
                              <a:ext uri="{FF2B5EF4-FFF2-40B4-BE49-F238E27FC236}">
                                <a16:creationId xmlns:a16="http://schemas.microsoft.com/office/drawing/2014/main" id="{3CE3202D-95F9-DA61-8A6D-A63E7416ACD1}"/>
                              </a:ext>
                            </a:extLst>
                          </p:cNvPr>
                          <p:cNvGrpSpPr/>
                          <p:nvPr/>
                        </p:nvGrpSpPr>
                        <p:grpSpPr>
                          <a:xfrm>
                            <a:off x="2970212" y="4724400"/>
                            <a:ext cx="731520" cy="365760"/>
                            <a:chOff x="2970212" y="4724400"/>
                            <a:chExt cx="731520" cy="365760"/>
                          </a:xfrm>
                        </p:grpSpPr>
                        <p:sp>
                          <p:nvSpPr>
                            <p:cNvPr id="219" name="Rectangle 218">
                              <a:extLst>
                                <a:ext uri="{FF2B5EF4-FFF2-40B4-BE49-F238E27FC236}">
                                  <a16:creationId xmlns:a16="http://schemas.microsoft.com/office/drawing/2014/main" id="{DC04123A-4526-25B3-75B9-3408BAF3349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0" name="Rectangle 219">
                              <a:extLst>
                                <a:ext uri="{FF2B5EF4-FFF2-40B4-BE49-F238E27FC236}">
                                  <a16:creationId xmlns:a16="http://schemas.microsoft.com/office/drawing/2014/main" id="{10F7056C-63D6-7EB1-7A85-00D35573BCC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17" name="Rectangle 216">
                            <a:extLst>
                              <a:ext uri="{FF2B5EF4-FFF2-40B4-BE49-F238E27FC236}">
                                <a16:creationId xmlns:a16="http://schemas.microsoft.com/office/drawing/2014/main" id="{7F2F2FAF-E672-FE6D-001E-577D103F6D8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18" name="Rectangle 217">
                            <a:extLst>
                              <a:ext uri="{FF2B5EF4-FFF2-40B4-BE49-F238E27FC236}">
                                <a16:creationId xmlns:a16="http://schemas.microsoft.com/office/drawing/2014/main" id="{06318D3F-157E-57C4-775C-612E8AE426D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185" name="Group 184">
                      <a:extLst>
                        <a:ext uri="{FF2B5EF4-FFF2-40B4-BE49-F238E27FC236}">
                          <a16:creationId xmlns:a16="http://schemas.microsoft.com/office/drawing/2014/main" id="{60E248E5-6AC8-BD4D-060A-F470234BE41E}"/>
                        </a:ext>
                      </a:extLst>
                    </p:cNvPr>
                    <p:cNvGrpSpPr/>
                    <p:nvPr/>
                  </p:nvGrpSpPr>
                  <p:grpSpPr>
                    <a:xfrm>
                      <a:off x="4433252" y="4724400"/>
                      <a:ext cx="1463040" cy="1463040"/>
                      <a:chOff x="2970212" y="4724400"/>
                      <a:chExt cx="1463040" cy="1463040"/>
                    </a:xfrm>
                  </p:grpSpPr>
                  <p:grpSp>
                    <p:nvGrpSpPr>
                      <p:cNvPr id="186" name="Group 185">
                        <a:extLst>
                          <a:ext uri="{FF2B5EF4-FFF2-40B4-BE49-F238E27FC236}">
                            <a16:creationId xmlns:a16="http://schemas.microsoft.com/office/drawing/2014/main" id="{C12CCAB5-445F-F567-7524-8F2EA703405B}"/>
                          </a:ext>
                        </a:extLst>
                      </p:cNvPr>
                      <p:cNvGrpSpPr/>
                      <p:nvPr/>
                    </p:nvGrpSpPr>
                    <p:grpSpPr>
                      <a:xfrm>
                        <a:off x="2970212" y="4724400"/>
                        <a:ext cx="1463040" cy="731520"/>
                        <a:chOff x="2970212" y="4724400"/>
                        <a:chExt cx="1463040" cy="731520"/>
                      </a:xfrm>
                    </p:grpSpPr>
                    <p:grpSp>
                      <p:nvGrpSpPr>
                        <p:cNvPr id="200" name="Group 199">
                          <a:extLst>
                            <a:ext uri="{FF2B5EF4-FFF2-40B4-BE49-F238E27FC236}">
                              <a16:creationId xmlns:a16="http://schemas.microsoft.com/office/drawing/2014/main" id="{C5CB87FC-005A-7549-FD4D-4137C9228AE5}"/>
                            </a:ext>
                          </a:extLst>
                        </p:cNvPr>
                        <p:cNvGrpSpPr/>
                        <p:nvPr/>
                      </p:nvGrpSpPr>
                      <p:grpSpPr>
                        <a:xfrm>
                          <a:off x="2970212" y="4724400"/>
                          <a:ext cx="731520" cy="731520"/>
                          <a:chOff x="2970212" y="4724400"/>
                          <a:chExt cx="731520" cy="731520"/>
                        </a:xfrm>
                      </p:grpSpPr>
                      <p:grpSp>
                        <p:nvGrpSpPr>
                          <p:cNvPr id="207" name="Group 206">
                            <a:extLst>
                              <a:ext uri="{FF2B5EF4-FFF2-40B4-BE49-F238E27FC236}">
                                <a16:creationId xmlns:a16="http://schemas.microsoft.com/office/drawing/2014/main" id="{DCA11C85-3325-E478-62C3-A0A903955368}"/>
                              </a:ext>
                            </a:extLst>
                          </p:cNvPr>
                          <p:cNvGrpSpPr/>
                          <p:nvPr/>
                        </p:nvGrpSpPr>
                        <p:grpSpPr>
                          <a:xfrm>
                            <a:off x="2970212" y="4724400"/>
                            <a:ext cx="731520" cy="365760"/>
                            <a:chOff x="2970212" y="4724400"/>
                            <a:chExt cx="731520" cy="365760"/>
                          </a:xfrm>
                        </p:grpSpPr>
                        <p:sp>
                          <p:nvSpPr>
                            <p:cNvPr id="210" name="Rectangle 209">
                              <a:extLst>
                                <a:ext uri="{FF2B5EF4-FFF2-40B4-BE49-F238E27FC236}">
                                  <a16:creationId xmlns:a16="http://schemas.microsoft.com/office/drawing/2014/main" id="{AE78BA34-6FBA-85C9-3C2A-D2646C117796}"/>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11" name="Rectangle 210">
                              <a:extLst>
                                <a:ext uri="{FF2B5EF4-FFF2-40B4-BE49-F238E27FC236}">
                                  <a16:creationId xmlns:a16="http://schemas.microsoft.com/office/drawing/2014/main" id="{1EB005B4-D971-FA3B-7289-F002D23846A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08" name="Rectangle 207">
                            <a:extLst>
                              <a:ext uri="{FF2B5EF4-FFF2-40B4-BE49-F238E27FC236}">
                                <a16:creationId xmlns:a16="http://schemas.microsoft.com/office/drawing/2014/main" id="{51C0C08B-0833-B7A2-9E34-7DE7439D209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9" name="Rectangle 208">
                            <a:extLst>
                              <a:ext uri="{FF2B5EF4-FFF2-40B4-BE49-F238E27FC236}">
                                <a16:creationId xmlns:a16="http://schemas.microsoft.com/office/drawing/2014/main" id="{2CAF787D-5D64-E453-3538-F677EA6F842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01" name="Group 200">
                          <a:extLst>
                            <a:ext uri="{FF2B5EF4-FFF2-40B4-BE49-F238E27FC236}">
                              <a16:creationId xmlns:a16="http://schemas.microsoft.com/office/drawing/2014/main" id="{7BF417C7-BEE9-2D2B-8DAA-A91B4BC4B8D3}"/>
                            </a:ext>
                          </a:extLst>
                        </p:cNvPr>
                        <p:cNvGrpSpPr/>
                        <p:nvPr/>
                      </p:nvGrpSpPr>
                      <p:grpSpPr>
                        <a:xfrm>
                          <a:off x="3701732" y="4724400"/>
                          <a:ext cx="731520" cy="731520"/>
                          <a:chOff x="2970212" y="4724400"/>
                          <a:chExt cx="731520" cy="731520"/>
                        </a:xfrm>
                      </p:grpSpPr>
                      <p:grpSp>
                        <p:nvGrpSpPr>
                          <p:cNvPr id="202" name="Group 201">
                            <a:extLst>
                              <a:ext uri="{FF2B5EF4-FFF2-40B4-BE49-F238E27FC236}">
                                <a16:creationId xmlns:a16="http://schemas.microsoft.com/office/drawing/2014/main" id="{17C1BCDC-53E9-3687-1FE1-DB03A610FCB5}"/>
                              </a:ext>
                            </a:extLst>
                          </p:cNvPr>
                          <p:cNvGrpSpPr/>
                          <p:nvPr/>
                        </p:nvGrpSpPr>
                        <p:grpSpPr>
                          <a:xfrm>
                            <a:off x="2970212" y="4724400"/>
                            <a:ext cx="731520" cy="365760"/>
                            <a:chOff x="2970212" y="4724400"/>
                            <a:chExt cx="731520" cy="365760"/>
                          </a:xfrm>
                        </p:grpSpPr>
                        <p:sp>
                          <p:nvSpPr>
                            <p:cNvPr id="205" name="Rectangle 204">
                              <a:extLst>
                                <a:ext uri="{FF2B5EF4-FFF2-40B4-BE49-F238E27FC236}">
                                  <a16:creationId xmlns:a16="http://schemas.microsoft.com/office/drawing/2014/main" id="{B68B986C-4063-B479-9585-9DEFF2B1ED5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6" name="Rectangle 205">
                              <a:extLst>
                                <a:ext uri="{FF2B5EF4-FFF2-40B4-BE49-F238E27FC236}">
                                  <a16:creationId xmlns:a16="http://schemas.microsoft.com/office/drawing/2014/main" id="{BC09C458-4FEC-A50C-6937-0FD9E6869E4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03" name="Rectangle 202">
                            <a:extLst>
                              <a:ext uri="{FF2B5EF4-FFF2-40B4-BE49-F238E27FC236}">
                                <a16:creationId xmlns:a16="http://schemas.microsoft.com/office/drawing/2014/main" id="{921106FE-F12E-5E15-FA37-2B9396FC4A0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4" name="Rectangle 203">
                            <a:extLst>
                              <a:ext uri="{FF2B5EF4-FFF2-40B4-BE49-F238E27FC236}">
                                <a16:creationId xmlns:a16="http://schemas.microsoft.com/office/drawing/2014/main" id="{35331B61-0F33-C8DD-E89C-D5DF3D555957}"/>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187" name="Group 186">
                        <a:extLst>
                          <a:ext uri="{FF2B5EF4-FFF2-40B4-BE49-F238E27FC236}">
                            <a16:creationId xmlns:a16="http://schemas.microsoft.com/office/drawing/2014/main" id="{0AE928AE-CE2D-9E83-87AA-61C9C8704C00}"/>
                          </a:ext>
                        </a:extLst>
                      </p:cNvPr>
                      <p:cNvGrpSpPr/>
                      <p:nvPr/>
                    </p:nvGrpSpPr>
                    <p:grpSpPr>
                      <a:xfrm>
                        <a:off x="2970212" y="5455920"/>
                        <a:ext cx="1463040" cy="731520"/>
                        <a:chOff x="2970212" y="4724400"/>
                        <a:chExt cx="1463040" cy="731520"/>
                      </a:xfrm>
                    </p:grpSpPr>
                    <p:grpSp>
                      <p:nvGrpSpPr>
                        <p:cNvPr id="188" name="Group 187">
                          <a:extLst>
                            <a:ext uri="{FF2B5EF4-FFF2-40B4-BE49-F238E27FC236}">
                              <a16:creationId xmlns:a16="http://schemas.microsoft.com/office/drawing/2014/main" id="{AEBF79D0-D4B6-EA37-F87D-A71FC386F019}"/>
                            </a:ext>
                          </a:extLst>
                        </p:cNvPr>
                        <p:cNvGrpSpPr/>
                        <p:nvPr/>
                      </p:nvGrpSpPr>
                      <p:grpSpPr>
                        <a:xfrm>
                          <a:off x="2970212" y="4724400"/>
                          <a:ext cx="731520" cy="731520"/>
                          <a:chOff x="2970212" y="4724400"/>
                          <a:chExt cx="731520" cy="731520"/>
                        </a:xfrm>
                      </p:grpSpPr>
                      <p:grpSp>
                        <p:nvGrpSpPr>
                          <p:cNvPr id="195" name="Group 194">
                            <a:extLst>
                              <a:ext uri="{FF2B5EF4-FFF2-40B4-BE49-F238E27FC236}">
                                <a16:creationId xmlns:a16="http://schemas.microsoft.com/office/drawing/2014/main" id="{431D042F-A84F-CA68-88CA-0AD3A36590DC}"/>
                              </a:ext>
                            </a:extLst>
                          </p:cNvPr>
                          <p:cNvGrpSpPr/>
                          <p:nvPr/>
                        </p:nvGrpSpPr>
                        <p:grpSpPr>
                          <a:xfrm>
                            <a:off x="2970212" y="4724400"/>
                            <a:ext cx="731520" cy="365760"/>
                            <a:chOff x="2970212" y="4724400"/>
                            <a:chExt cx="731520" cy="365760"/>
                          </a:xfrm>
                        </p:grpSpPr>
                        <p:sp>
                          <p:nvSpPr>
                            <p:cNvPr id="198" name="Rectangle 197">
                              <a:extLst>
                                <a:ext uri="{FF2B5EF4-FFF2-40B4-BE49-F238E27FC236}">
                                  <a16:creationId xmlns:a16="http://schemas.microsoft.com/office/drawing/2014/main" id="{CC2DEEA2-3C2C-B5FE-1EC3-1B7202F1DBA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9" name="Rectangle 198">
                              <a:extLst>
                                <a:ext uri="{FF2B5EF4-FFF2-40B4-BE49-F238E27FC236}">
                                  <a16:creationId xmlns:a16="http://schemas.microsoft.com/office/drawing/2014/main" id="{1017E713-0627-DEAD-B247-2E4AEB8C4F6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96" name="Rectangle 195">
                            <a:extLst>
                              <a:ext uri="{FF2B5EF4-FFF2-40B4-BE49-F238E27FC236}">
                                <a16:creationId xmlns:a16="http://schemas.microsoft.com/office/drawing/2014/main" id="{A97A5EC1-CCC0-FF66-87CF-011BF6811F5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7" name="Rectangle 196">
                            <a:extLst>
                              <a:ext uri="{FF2B5EF4-FFF2-40B4-BE49-F238E27FC236}">
                                <a16:creationId xmlns:a16="http://schemas.microsoft.com/office/drawing/2014/main" id="{E2A63448-01BF-F7A2-4095-E5ABBCC3E0EC}"/>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89" name="Group 188">
                          <a:extLst>
                            <a:ext uri="{FF2B5EF4-FFF2-40B4-BE49-F238E27FC236}">
                              <a16:creationId xmlns:a16="http://schemas.microsoft.com/office/drawing/2014/main" id="{4A707F49-16A4-0C88-EE34-107A4B1EEA5C}"/>
                            </a:ext>
                          </a:extLst>
                        </p:cNvPr>
                        <p:cNvGrpSpPr/>
                        <p:nvPr/>
                      </p:nvGrpSpPr>
                      <p:grpSpPr>
                        <a:xfrm>
                          <a:off x="3701732" y="4724400"/>
                          <a:ext cx="731520" cy="731520"/>
                          <a:chOff x="2970212" y="4724400"/>
                          <a:chExt cx="731520" cy="731520"/>
                        </a:xfrm>
                      </p:grpSpPr>
                      <p:grpSp>
                        <p:nvGrpSpPr>
                          <p:cNvPr id="190" name="Group 189">
                            <a:extLst>
                              <a:ext uri="{FF2B5EF4-FFF2-40B4-BE49-F238E27FC236}">
                                <a16:creationId xmlns:a16="http://schemas.microsoft.com/office/drawing/2014/main" id="{C93437FD-810A-D71F-E7CA-C296E74AF877}"/>
                              </a:ext>
                            </a:extLst>
                          </p:cNvPr>
                          <p:cNvGrpSpPr/>
                          <p:nvPr/>
                        </p:nvGrpSpPr>
                        <p:grpSpPr>
                          <a:xfrm>
                            <a:off x="2970212" y="4724400"/>
                            <a:ext cx="731520" cy="365760"/>
                            <a:chOff x="2970212" y="4724400"/>
                            <a:chExt cx="731520" cy="365760"/>
                          </a:xfrm>
                        </p:grpSpPr>
                        <p:sp>
                          <p:nvSpPr>
                            <p:cNvPr id="193" name="Rectangle 192">
                              <a:extLst>
                                <a:ext uri="{FF2B5EF4-FFF2-40B4-BE49-F238E27FC236}">
                                  <a16:creationId xmlns:a16="http://schemas.microsoft.com/office/drawing/2014/main" id="{16601E4F-752C-67A7-9203-F21ED3F49F2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4" name="Rectangle 193">
                              <a:extLst>
                                <a:ext uri="{FF2B5EF4-FFF2-40B4-BE49-F238E27FC236}">
                                  <a16:creationId xmlns:a16="http://schemas.microsoft.com/office/drawing/2014/main" id="{EFA43D22-31DC-83B0-C0B3-3E8C77A1781D}"/>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91" name="Rectangle 190">
                            <a:extLst>
                              <a:ext uri="{FF2B5EF4-FFF2-40B4-BE49-F238E27FC236}">
                                <a16:creationId xmlns:a16="http://schemas.microsoft.com/office/drawing/2014/main" id="{2F2B9DD5-4336-DEF7-8B49-8150F6272C2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2" name="Rectangle 191">
                            <a:extLst>
                              <a:ext uri="{FF2B5EF4-FFF2-40B4-BE49-F238E27FC236}">
                                <a16:creationId xmlns:a16="http://schemas.microsoft.com/office/drawing/2014/main" id="{B52364F4-A4B9-A06E-9F6F-FC2250A327B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nvGrpSpPr>
                <p:cNvPr id="292" name="Group 291">
                  <a:extLst>
                    <a:ext uri="{FF2B5EF4-FFF2-40B4-BE49-F238E27FC236}">
                      <a16:creationId xmlns:a16="http://schemas.microsoft.com/office/drawing/2014/main" id="{9A6CA6B9-AA75-0505-799F-E25C7B1B8AD0}"/>
                    </a:ext>
                  </a:extLst>
                </p:cNvPr>
                <p:cNvGrpSpPr/>
                <p:nvPr/>
              </p:nvGrpSpPr>
              <p:grpSpPr>
                <a:xfrm>
                  <a:off x="7984172" y="3124200"/>
                  <a:ext cx="2926080" cy="2926080"/>
                  <a:chOff x="2132012" y="3124200"/>
                  <a:chExt cx="2926080" cy="2926080"/>
                </a:xfrm>
              </p:grpSpPr>
              <p:grpSp>
                <p:nvGrpSpPr>
                  <p:cNvPr id="293" name="Group 292">
                    <a:extLst>
                      <a:ext uri="{FF2B5EF4-FFF2-40B4-BE49-F238E27FC236}">
                        <a16:creationId xmlns:a16="http://schemas.microsoft.com/office/drawing/2014/main" id="{BE73FA84-4F6B-A398-FEB9-8BF7CD332373}"/>
                      </a:ext>
                    </a:extLst>
                  </p:cNvPr>
                  <p:cNvGrpSpPr/>
                  <p:nvPr/>
                </p:nvGrpSpPr>
                <p:grpSpPr>
                  <a:xfrm>
                    <a:off x="2132012" y="3124200"/>
                    <a:ext cx="2926080" cy="1463040"/>
                    <a:chOff x="2970212" y="4724400"/>
                    <a:chExt cx="2926080" cy="1463040"/>
                  </a:xfrm>
                </p:grpSpPr>
                <p:grpSp>
                  <p:nvGrpSpPr>
                    <p:cNvPr id="349" name="Group 348">
                      <a:extLst>
                        <a:ext uri="{FF2B5EF4-FFF2-40B4-BE49-F238E27FC236}">
                          <a16:creationId xmlns:a16="http://schemas.microsoft.com/office/drawing/2014/main" id="{5BDCFEAC-65E5-AC9D-FC54-D921B8B50B47}"/>
                        </a:ext>
                      </a:extLst>
                    </p:cNvPr>
                    <p:cNvGrpSpPr/>
                    <p:nvPr/>
                  </p:nvGrpSpPr>
                  <p:grpSpPr>
                    <a:xfrm>
                      <a:off x="2970212" y="4724400"/>
                      <a:ext cx="1463040" cy="1463040"/>
                      <a:chOff x="2970212" y="4724400"/>
                      <a:chExt cx="1463040" cy="1463040"/>
                    </a:xfrm>
                  </p:grpSpPr>
                  <p:grpSp>
                    <p:nvGrpSpPr>
                      <p:cNvPr id="377" name="Group 376">
                        <a:extLst>
                          <a:ext uri="{FF2B5EF4-FFF2-40B4-BE49-F238E27FC236}">
                            <a16:creationId xmlns:a16="http://schemas.microsoft.com/office/drawing/2014/main" id="{B8A4190C-5F72-3BC2-DCDD-A52C26582A76}"/>
                          </a:ext>
                        </a:extLst>
                      </p:cNvPr>
                      <p:cNvGrpSpPr/>
                      <p:nvPr/>
                    </p:nvGrpSpPr>
                    <p:grpSpPr>
                      <a:xfrm>
                        <a:off x="2970212" y="4724400"/>
                        <a:ext cx="1463040" cy="731520"/>
                        <a:chOff x="2970212" y="4724400"/>
                        <a:chExt cx="1463040" cy="731520"/>
                      </a:xfrm>
                    </p:grpSpPr>
                    <p:grpSp>
                      <p:nvGrpSpPr>
                        <p:cNvPr id="391" name="Group 390">
                          <a:extLst>
                            <a:ext uri="{FF2B5EF4-FFF2-40B4-BE49-F238E27FC236}">
                              <a16:creationId xmlns:a16="http://schemas.microsoft.com/office/drawing/2014/main" id="{2DAF74F5-B8ED-4C8C-D3F4-BCA6A6CAB990}"/>
                            </a:ext>
                          </a:extLst>
                        </p:cNvPr>
                        <p:cNvGrpSpPr/>
                        <p:nvPr/>
                      </p:nvGrpSpPr>
                      <p:grpSpPr>
                        <a:xfrm>
                          <a:off x="2970212" y="4724400"/>
                          <a:ext cx="731520" cy="731520"/>
                          <a:chOff x="2970212" y="4724400"/>
                          <a:chExt cx="731520" cy="731520"/>
                        </a:xfrm>
                      </p:grpSpPr>
                      <p:grpSp>
                        <p:nvGrpSpPr>
                          <p:cNvPr id="398" name="Group 397">
                            <a:extLst>
                              <a:ext uri="{FF2B5EF4-FFF2-40B4-BE49-F238E27FC236}">
                                <a16:creationId xmlns:a16="http://schemas.microsoft.com/office/drawing/2014/main" id="{13FF7777-03CD-BE93-EDCE-ADE3B51B783B}"/>
                              </a:ext>
                            </a:extLst>
                          </p:cNvPr>
                          <p:cNvGrpSpPr/>
                          <p:nvPr/>
                        </p:nvGrpSpPr>
                        <p:grpSpPr>
                          <a:xfrm>
                            <a:off x="2970212" y="4724400"/>
                            <a:ext cx="731520" cy="365760"/>
                            <a:chOff x="2970212" y="4724400"/>
                            <a:chExt cx="731520" cy="365760"/>
                          </a:xfrm>
                        </p:grpSpPr>
                        <p:sp>
                          <p:nvSpPr>
                            <p:cNvPr id="401" name="Rectangle 400">
                              <a:extLst>
                                <a:ext uri="{FF2B5EF4-FFF2-40B4-BE49-F238E27FC236}">
                                  <a16:creationId xmlns:a16="http://schemas.microsoft.com/office/drawing/2014/main" id="{F316A1F2-8BAE-6B56-346A-6FC89A018E0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2" name="Rectangle 401">
                              <a:extLst>
                                <a:ext uri="{FF2B5EF4-FFF2-40B4-BE49-F238E27FC236}">
                                  <a16:creationId xmlns:a16="http://schemas.microsoft.com/office/drawing/2014/main" id="{36A571F7-B78E-96BC-6864-5899B4B86FF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99" name="Rectangle 398">
                            <a:extLst>
                              <a:ext uri="{FF2B5EF4-FFF2-40B4-BE49-F238E27FC236}">
                                <a16:creationId xmlns:a16="http://schemas.microsoft.com/office/drawing/2014/main" id="{60505AAF-5D19-BBD8-3F97-4BFC04A395B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0" name="Rectangle 399">
                            <a:extLst>
                              <a:ext uri="{FF2B5EF4-FFF2-40B4-BE49-F238E27FC236}">
                                <a16:creationId xmlns:a16="http://schemas.microsoft.com/office/drawing/2014/main" id="{E0BEE075-9657-665A-829B-B43D45A9890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92" name="Group 391">
                          <a:extLst>
                            <a:ext uri="{FF2B5EF4-FFF2-40B4-BE49-F238E27FC236}">
                              <a16:creationId xmlns:a16="http://schemas.microsoft.com/office/drawing/2014/main" id="{C3D63536-57E3-D868-63B8-0791ACC52D2E}"/>
                            </a:ext>
                          </a:extLst>
                        </p:cNvPr>
                        <p:cNvGrpSpPr/>
                        <p:nvPr/>
                      </p:nvGrpSpPr>
                      <p:grpSpPr>
                        <a:xfrm>
                          <a:off x="3701732" y="4724400"/>
                          <a:ext cx="731520" cy="731520"/>
                          <a:chOff x="2970212" y="4724400"/>
                          <a:chExt cx="731520" cy="731520"/>
                        </a:xfrm>
                      </p:grpSpPr>
                      <p:grpSp>
                        <p:nvGrpSpPr>
                          <p:cNvPr id="393" name="Group 392">
                            <a:extLst>
                              <a:ext uri="{FF2B5EF4-FFF2-40B4-BE49-F238E27FC236}">
                                <a16:creationId xmlns:a16="http://schemas.microsoft.com/office/drawing/2014/main" id="{F822152E-34A9-1241-EA83-2C799FAC253F}"/>
                              </a:ext>
                            </a:extLst>
                          </p:cNvPr>
                          <p:cNvGrpSpPr/>
                          <p:nvPr/>
                        </p:nvGrpSpPr>
                        <p:grpSpPr>
                          <a:xfrm>
                            <a:off x="2970212" y="4724400"/>
                            <a:ext cx="731520" cy="365760"/>
                            <a:chOff x="2970212" y="4724400"/>
                            <a:chExt cx="731520" cy="365760"/>
                          </a:xfrm>
                        </p:grpSpPr>
                        <p:sp>
                          <p:nvSpPr>
                            <p:cNvPr id="396" name="Rectangle 395">
                              <a:extLst>
                                <a:ext uri="{FF2B5EF4-FFF2-40B4-BE49-F238E27FC236}">
                                  <a16:creationId xmlns:a16="http://schemas.microsoft.com/office/drawing/2014/main" id="{2DC70C7C-B482-A82F-281F-8A76FA53D48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7" name="Rectangle 396">
                              <a:extLst>
                                <a:ext uri="{FF2B5EF4-FFF2-40B4-BE49-F238E27FC236}">
                                  <a16:creationId xmlns:a16="http://schemas.microsoft.com/office/drawing/2014/main" id="{AF9CFDD6-53BE-D84F-651A-E1A2AA27155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94" name="Rectangle 393">
                            <a:extLst>
                              <a:ext uri="{FF2B5EF4-FFF2-40B4-BE49-F238E27FC236}">
                                <a16:creationId xmlns:a16="http://schemas.microsoft.com/office/drawing/2014/main" id="{9A4C9636-090F-430B-B70A-CF02D3D2788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5" name="Rectangle 394">
                            <a:extLst>
                              <a:ext uri="{FF2B5EF4-FFF2-40B4-BE49-F238E27FC236}">
                                <a16:creationId xmlns:a16="http://schemas.microsoft.com/office/drawing/2014/main" id="{A0CC7B8E-F661-4EC0-D85F-98828284FD6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78" name="Group 377">
                        <a:extLst>
                          <a:ext uri="{FF2B5EF4-FFF2-40B4-BE49-F238E27FC236}">
                            <a16:creationId xmlns:a16="http://schemas.microsoft.com/office/drawing/2014/main" id="{F4A11FD2-21BA-D543-3022-338CB20E8BE2}"/>
                          </a:ext>
                        </a:extLst>
                      </p:cNvPr>
                      <p:cNvGrpSpPr/>
                      <p:nvPr/>
                    </p:nvGrpSpPr>
                    <p:grpSpPr>
                      <a:xfrm>
                        <a:off x="2970212" y="5455920"/>
                        <a:ext cx="1463040" cy="731520"/>
                        <a:chOff x="2970212" y="4724400"/>
                        <a:chExt cx="1463040" cy="731520"/>
                      </a:xfrm>
                    </p:grpSpPr>
                    <p:grpSp>
                      <p:nvGrpSpPr>
                        <p:cNvPr id="379" name="Group 378">
                          <a:extLst>
                            <a:ext uri="{FF2B5EF4-FFF2-40B4-BE49-F238E27FC236}">
                              <a16:creationId xmlns:a16="http://schemas.microsoft.com/office/drawing/2014/main" id="{BA6EB5DA-66E0-0998-25BD-5287BBE4F5D3}"/>
                            </a:ext>
                          </a:extLst>
                        </p:cNvPr>
                        <p:cNvGrpSpPr/>
                        <p:nvPr/>
                      </p:nvGrpSpPr>
                      <p:grpSpPr>
                        <a:xfrm>
                          <a:off x="2970212" y="4724400"/>
                          <a:ext cx="731520" cy="731520"/>
                          <a:chOff x="2970212" y="4724400"/>
                          <a:chExt cx="731520" cy="731520"/>
                        </a:xfrm>
                      </p:grpSpPr>
                      <p:grpSp>
                        <p:nvGrpSpPr>
                          <p:cNvPr id="386" name="Group 385">
                            <a:extLst>
                              <a:ext uri="{FF2B5EF4-FFF2-40B4-BE49-F238E27FC236}">
                                <a16:creationId xmlns:a16="http://schemas.microsoft.com/office/drawing/2014/main" id="{5D069E1C-B0CB-B7E8-F740-1224A3294B86}"/>
                              </a:ext>
                            </a:extLst>
                          </p:cNvPr>
                          <p:cNvGrpSpPr/>
                          <p:nvPr/>
                        </p:nvGrpSpPr>
                        <p:grpSpPr>
                          <a:xfrm>
                            <a:off x="2970212" y="4724400"/>
                            <a:ext cx="731520" cy="365760"/>
                            <a:chOff x="2970212" y="4724400"/>
                            <a:chExt cx="731520" cy="365760"/>
                          </a:xfrm>
                        </p:grpSpPr>
                        <p:sp>
                          <p:nvSpPr>
                            <p:cNvPr id="389" name="Rectangle 388">
                              <a:extLst>
                                <a:ext uri="{FF2B5EF4-FFF2-40B4-BE49-F238E27FC236}">
                                  <a16:creationId xmlns:a16="http://schemas.microsoft.com/office/drawing/2014/main" id="{6607725D-D756-3920-5FA8-095D78E37AC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0" name="Rectangle 389">
                              <a:extLst>
                                <a:ext uri="{FF2B5EF4-FFF2-40B4-BE49-F238E27FC236}">
                                  <a16:creationId xmlns:a16="http://schemas.microsoft.com/office/drawing/2014/main" id="{9275EBFB-26D0-091F-53C9-30512CD7461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87" name="Rectangle 386">
                            <a:extLst>
                              <a:ext uri="{FF2B5EF4-FFF2-40B4-BE49-F238E27FC236}">
                                <a16:creationId xmlns:a16="http://schemas.microsoft.com/office/drawing/2014/main" id="{560F52C2-B682-86CA-B2F8-4FB5A512B193}"/>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8" name="Rectangle 387">
                            <a:extLst>
                              <a:ext uri="{FF2B5EF4-FFF2-40B4-BE49-F238E27FC236}">
                                <a16:creationId xmlns:a16="http://schemas.microsoft.com/office/drawing/2014/main" id="{C943F446-36F0-27DC-95A4-2EACD181801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80" name="Group 379">
                          <a:extLst>
                            <a:ext uri="{FF2B5EF4-FFF2-40B4-BE49-F238E27FC236}">
                              <a16:creationId xmlns:a16="http://schemas.microsoft.com/office/drawing/2014/main" id="{7D6BCE38-1A21-0331-B86F-377FCDFE9287}"/>
                            </a:ext>
                          </a:extLst>
                        </p:cNvPr>
                        <p:cNvGrpSpPr/>
                        <p:nvPr/>
                      </p:nvGrpSpPr>
                      <p:grpSpPr>
                        <a:xfrm>
                          <a:off x="3701732" y="4724400"/>
                          <a:ext cx="731520" cy="731520"/>
                          <a:chOff x="2970212" y="4724400"/>
                          <a:chExt cx="731520" cy="731520"/>
                        </a:xfrm>
                      </p:grpSpPr>
                      <p:grpSp>
                        <p:nvGrpSpPr>
                          <p:cNvPr id="381" name="Group 380">
                            <a:extLst>
                              <a:ext uri="{FF2B5EF4-FFF2-40B4-BE49-F238E27FC236}">
                                <a16:creationId xmlns:a16="http://schemas.microsoft.com/office/drawing/2014/main" id="{1859EC56-9B41-69AD-6D9B-DB7BBB37E567}"/>
                              </a:ext>
                            </a:extLst>
                          </p:cNvPr>
                          <p:cNvGrpSpPr/>
                          <p:nvPr/>
                        </p:nvGrpSpPr>
                        <p:grpSpPr>
                          <a:xfrm>
                            <a:off x="2970212" y="4724400"/>
                            <a:ext cx="731520" cy="365760"/>
                            <a:chOff x="2970212" y="4724400"/>
                            <a:chExt cx="731520" cy="365760"/>
                          </a:xfrm>
                        </p:grpSpPr>
                        <p:sp>
                          <p:nvSpPr>
                            <p:cNvPr id="384" name="Rectangle 383">
                              <a:extLst>
                                <a:ext uri="{FF2B5EF4-FFF2-40B4-BE49-F238E27FC236}">
                                  <a16:creationId xmlns:a16="http://schemas.microsoft.com/office/drawing/2014/main" id="{5BB634CA-CB51-74D5-9389-6E20167AA89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5" name="Rectangle 384">
                              <a:extLst>
                                <a:ext uri="{FF2B5EF4-FFF2-40B4-BE49-F238E27FC236}">
                                  <a16:creationId xmlns:a16="http://schemas.microsoft.com/office/drawing/2014/main" id="{416B7B37-87B6-651D-3521-BEE2C3587E8F}"/>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82" name="Rectangle 381">
                            <a:extLst>
                              <a:ext uri="{FF2B5EF4-FFF2-40B4-BE49-F238E27FC236}">
                                <a16:creationId xmlns:a16="http://schemas.microsoft.com/office/drawing/2014/main" id="{8E4DB480-2577-37FD-5E5F-7AA80551929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3" name="Rectangle 382">
                            <a:extLst>
                              <a:ext uri="{FF2B5EF4-FFF2-40B4-BE49-F238E27FC236}">
                                <a16:creationId xmlns:a16="http://schemas.microsoft.com/office/drawing/2014/main" id="{E2294DD4-93DB-C6A2-3A77-73802302BCF3}"/>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350" name="Group 349">
                      <a:extLst>
                        <a:ext uri="{FF2B5EF4-FFF2-40B4-BE49-F238E27FC236}">
                          <a16:creationId xmlns:a16="http://schemas.microsoft.com/office/drawing/2014/main" id="{453F4548-23AC-F4DB-F10B-796F61381B20}"/>
                        </a:ext>
                      </a:extLst>
                    </p:cNvPr>
                    <p:cNvGrpSpPr/>
                    <p:nvPr/>
                  </p:nvGrpSpPr>
                  <p:grpSpPr>
                    <a:xfrm>
                      <a:off x="4433252" y="4724400"/>
                      <a:ext cx="1463040" cy="1463040"/>
                      <a:chOff x="2970212" y="4724400"/>
                      <a:chExt cx="1463040" cy="1463040"/>
                    </a:xfrm>
                  </p:grpSpPr>
                  <p:grpSp>
                    <p:nvGrpSpPr>
                      <p:cNvPr id="351" name="Group 350">
                        <a:extLst>
                          <a:ext uri="{FF2B5EF4-FFF2-40B4-BE49-F238E27FC236}">
                            <a16:creationId xmlns:a16="http://schemas.microsoft.com/office/drawing/2014/main" id="{7ACF60A2-B443-8C6F-EE3E-46EC70F2990D}"/>
                          </a:ext>
                        </a:extLst>
                      </p:cNvPr>
                      <p:cNvGrpSpPr/>
                      <p:nvPr/>
                    </p:nvGrpSpPr>
                    <p:grpSpPr>
                      <a:xfrm>
                        <a:off x="2970212" y="4724400"/>
                        <a:ext cx="1463040" cy="731520"/>
                        <a:chOff x="2970212" y="4724400"/>
                        <a:chExt cx="1463040" cy="731520"/>
                      </a:xfrm>
                    </p:grpSpPr>
                    <p:grpSp>
                      <p:nvGrpSpPr>
                        <p:cNvPr id="365" name="Group 364">
                          <a:extLst>
                            <a:ext uri="{FF2B5EF4-FFF2-40B4-BE49-F238E27FC236}">
                              <a16:creationId xmlns:a16="http://schemas.microsoft.com/office/drawing/2014/main" id="{17E3139F-1247-8F81-B35F-02E061C4DAD9}"/>
                            </a:ext>
                          </a:extLst>
                        </p:cNvPr>
                        <p:cNvGrpSpPr/>
                        <p:nvPr/>
                      </p:nvGrpSpPr>
                      <p:grpSpPr>
                        <a:xfrm>
                          <a:off x="2970212" y="4724400"/>
                          <a:ext cx="731520" cy="731520"/>
                          <a:chOff x="2970212" y="4724400"/>
                          <a:chExt cx="731520" cy="731520"/>
                        </a:xfrm>
                      </p:grpSpPr>
                      <p:grpSp>
                        <p:nvGrpSpPr>
                          <p:cNvPr id="372" name="Group 371">
                            <a:extLst>
                              <a:ext uri="{FF2B5EF4-FFF2-40B4-BE49-F238E27FC236}">
                                <a16:creationId xmlns:a16="http://schemas.microsoft.com/office/drawing/2014/main" id="{88E53927-6D2F-7585-98A1-04FD2DC6F5A1}"/>
                              </a:ext>
                            </a:extLst>
                          </p:cNvPr>
                          <p:cNvGrpSpPr/>
                          <p:nvPr/>
                        </p:nvGrpSpPr>
                        <p:grpSpPr>
                          <a:xfrm>
                            <a:off x="2970212" y="4724400"/>
                            <a:ext cx="731520" cy="365760"/>
                            <a:chOff x="2970212" y="4724400"/>
                            <a:chExt cx="731520" cy="365760"/>
                          </a:xfrm>
                        </p:grpSpPr>
                        <p:sp>
                          <p:nvSpPr>
                            <p:cNvPr id="375" name="Rectangle 374">
                              <a:extLst>
                                <a:ext uri="{FF2B5EF4-FFF2-40B4-BE49-F238E27FC236}">
                                  <a16:creationId xmlns:a16="http://schemas.microsoft.com/office/drawing/2014/main" id="{7DC2E484-268E-BD11-63A2-A309CC8FAAFA}"/>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6" name="Rectangle 375">
                              <a:extLst>
                                <a:ext uri="{FF2B5EF4-FFF2-40B4-BE49-F238E27FC236}">
                                  <a16:creationId xmlns:a16="http://schemas.microsoft.com/office/drawing/2014/main" id="{235834B4-4132-5003-FFB6-D6109A87DF8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73" name="Rectangle 372">
                            <a:extLst>
                              <a:ext uri="{FF2B5EF4-FFF2-40B4-BE49-F238E27FC236}">
                                <a16:creationId xmlns:a16="http://schemas.microsoft.com/office/drawing/2014/main" id="{52CEE0EC-F4DE-F72F-5528-C4C7A9764660}"/>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4" name="Rectangle 373">
                            <a:extLst>
                              <a:ext uri="{FF2B5EF4-FFF2-40B4-BE49-F238E27FC236}">
                                <a16:creationId xmlns:a16="http://schemas.microsoft.com/office/drawing/2014/main" id="{F3580D2A-9868-C365-6AC8-0C9BF9D1AE5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66" name="Group 365">
                          <a:extLst>
                            <a:ext uri="{FF2B5EF4-FFF2-40B4-BE49-F238E27FC236}">
                              <a16:creationId xmlns:a16="http://schemas.microsoft.com/office/drawing/2014/main" id="{98275637-279B-BE65-398B-1AA77DD9ED96}"/>
                            </a:ext>
                          </a:extLst>
                        </p:cNvPr>
                        <p:cNvGrpSpPr/>
                        <p:nvPr/>
                      </p:nvGrpSpPr>
                      <p:grpSpPr>
                        <a:xfrm>
                          <a:off x="3701732" y="4724400"/>
                          <a:ext cx="731520" cy="731520"/>
                          <a:chOff x="2970212" y="4724400"/>
                          <a:chExt cx="731520" cy="731520"/>
                        </a:xfrm>
                      </p:grpSpPr>
                      <p:grpSp>
                        <p:nvGrpSpPr>
                          <p:cNvPr id="367" name="Group 366">
                            <a:extLst>
                              <a:ext uri="{FF2B5EF4-FFF2-40B4-BE49-F238E27FC236}">
                                <a16:creationId xmlns:a16="http://schemas.microsoft.com/office/drawing/2014/main" id="{0D8E0C1A-AF3A-642E-A58D-AD40A8AB4D09}"/>
                              </a:ext>
                            </a:extLst>
                          </p:cNvPr>
                          <p:cNvGrpSpPr/>
                          <p:nvPr/>
                        </p:nvGrpSpPr>
                        <p:grpSpPr>
                          <a:xfrm>
                            <a:off x="2970212" y="4724400"/>
                            <a:ext cx="731520" cy="365760"/>
                            <a:chOff x="2970212" y="4724400"/>
                            <a:chExt cx="731520" cy="365760"/>
                          </a:xfrm>
                        </p:grpSpPr>
                        <p:sp>
                          <p:nvSpPr>
                            <p:cNvPr id="370" name="Rectangle 369">
                              <a:extLst>
                                <a:ext uri="{FF2B5EF4-FFF2-40B4-BE49-F238E27FC236}">
                                  <a16:creationId xmlns:a16="http://schemas.microsoft.com/office/drawing/2014/main" id="{BFF05082-E114-63E9-8FE7-4AAF69AD70B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1" name="Rectangle 370">
                              <a:extLst>
                                <a:ext uri="{FF2B5EF4-FFF2-40B4-BE49-F238E27FC236}">
                                  <a16:creationId xmlns:a16="http://schemas.microsoft.com/office/drawing/2014/main" id="{07B88583-F2EF-79A6-03D2-F8644FC0189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68" name="Rectangle 367">
                            <a:extLst>
                              <a:ext uri="{FF2B5EF4-FFF2-40B4-BE49-F238E27FC236}">
                                <a16:creationId xmlns:a16="http://schemas.microsoft.com/office/drawing/2014/main" id="{DE9577D5-D7A0-578F-F831-C1866C6FA1B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9" name="Rectangle 368">
                            <a:extLst>
                              <a:ext uri="{FF2B5EF4-FFF2-40B4-BE49-F238E27FC236}">
                                <a16:creationId xmlns:a16="http://schemas.microsoft.com/office/drawing/2014/main" id="{3AE89D77-6E20-D332-8A1C-3AB80B9E223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52" name="Group 351">
                        <a:extLst>
                          <a:ext uri="{FF2B5EF4-FFF2-40B4-BE49-F238E27FC236}">
                            <a16:creationId xmlns:a16="http://schemas.microsoft.com/office/drawing/2014/main" id="{C6FAB756-3C0B-33CD-7F1F-F0495C5196AB}"/>
                          </a:ext>
                        </a:extLst>
                      </p:cNvPr>
                      <p:cNvGrpSpPr/>
                      <p:nvPr/>
                    </p:nvGrpSpPr>
                    <p:grpSpPr>
                      <a:xfrm>
                        <a:off x="2970212" y="5455920"/>
                        <a:ext cx="1463040" cy="731520"/>
                        <a:chOff x="2970212" y="4724400"/>
                        <a:chExt cx="1463040" cy="731520"/>
                      </a:xfrm>
                    </p:grpSpPr>
                    <p:grpSp>
                      <p:nvGrpSpPr>
                        <p:cNvPr id="353" name="Group 352">
                          <a:extLst>
                            <a:ext uri="{FF2B5EF4-FFF2-40B4-BE49-F238E27FC236}">
                              <a16:creationId xmlns:a16="http://schemas.microsoft.com/office/drawing/2014/main" id="{02A84719-1F98-74E3-82DB-C4B7E2096DDB}"/>
                            </a:ext>
                          </a:extLst>
                        </p:cNvPr>
                        <p:cNvGrpSpPr/>
                        <p:nvPr/>
                      </p:nvGrpSpPr>
                      <p:grpSpPr>
                        <a:xfrm>
                          <a:off x="2970212" y="4724400"/>
                          <a:ext cx="731520" cy="731520"/>
                          <a:chOff x="2970212" y="4724400"/>
                          <a:chExt cx="731520" cy="731520"/>
                        </a:xfrm>
                      </p:grpSpPr>
                      <p:grpSp>
                        <p:nvGrpSpPr>
                          <p:cNvPr id="360" name="Group 359">
                            <a:extLst>
                              <a:ext uri="{FF2B5EF4-FFF2-40B4-BE49-F238E27FC236}">
                                <a16:creationId xmlns:a16="http://schemas.microsoft.com/office/drawing/2014/main" id="{C21AD923-A8C0-8EC9-389F-729BD1EFAAA5}"/>
                              </a:ext>
                            </a:extLst>
                          </p:cNvPr>
                          <p:cNvGrpSpPr/>
                          <p:nvPr/>
                        </p:nvGrpSpPr>
                        <p:grpSpPr>
                          <a:xfrm>
                            <a:off x="2970212" y="4724400"/>
                            <a:ext cx="731520" cy="365760"/>
                            <a:chOff x="2970212" y="4724400"/>
                            <a:chExt cx="731520" cy="365760"/>
                          </a:xfrm>
                        </p:grpSpPr>
                        <p:sp>
                          <p:nvSpPr>
                            <p:cNvPr id="363" name="Rectangle 362">
                              <a:extLst>
                                <a:ext uri="{FF2B5EF4-FFF2-40B4-BE49-F238E27FC236}">
                                  <a16:creationId xmlns:a16="http://schemas.microsoft.com/office/drawing/2014/main" id="{4B964868-AD90-F1A2-79BE-AB54B0275EE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4" name="Rectangle 363">
                              <a:extLst>
                                <a:ext uri="{FF2B5EF4-FFF2-40B4-BE49-F238E27FC236}">
                                  <a16:creationId xmlns:a16="http://schemas.microsoft.com/office/drawing/2014/main" id="{CC9ABC8F-7EBA-53FC-E452-9DFD63819AC4}"/>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61" name="Rectangle 360">
                            <a:extLst>
                              <a:ext uri="{FF2B5EF4-FFF2-40B4-BE49-F238E27FC236}">
                                <a16:creationId xmlns:a16="http://schemas.microsoft.com/office/drawing/2014/main" id="{9AE2B285-E514-6E6A-1A0B-110053E7950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2" name="Rectangle 361">
                            <a:extLst>
                              <a:ext uri="{FF2B5EF4-FFF2-40B4-BE49-F238E27FC236}">
                                <a16:creationId xmlns:a16="http://schemas.microsoft.com/office/drawing/2014/main" id="{5B431E27-5DA0-62CD-4C40-FDA68E264B6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54" name="Group 353">
                          <a:extLst>
                            <a:ext uri="{FF2B5EF4-FFF2-40B4-BE49-F238E27FC236}">
                              <a16:creationId xmlns:a16="http://schemas.microsoft.com/office/drawing/2014/main" id="{0A36CF56-80CA-9082-5040-81CA79E367D1}"/>
                            </a:ext>
                          </a:extLst>
                        </p:cNvPr>
                        <p:cNvGrpSpPr/>
                        <p:nvPr/>
                      </p:nvGrpSpPr>
                      <p:grpSpPr>
                        <a:xfrm>
                          <a:off x="3701732" y="4724400"/>
                          <a:ext cx="731520" cy="731520"/>
                          <a:chOff x="2970212" y="4724400"/>
                          <a:chExt cx="731520" cy="731520"/>
                        </a:xfrm>
                      </p:grpSpPr>
                      <p:grpSp>
                        <p:nvGrpSpPr>
                          <p:cNvPr id="355" name="Group 354">
                            <a:extLst>
                              <a:ext uri="{FF2B5EF4-FFF2-40B4-BE49-F238E27FC236}">
                                <a16:creationId xmlns:a16="http://schemas.microsoft.com/office/drawing/2014/main" id="{FDE87C27-78E5-F363-BBD1-26D2D62C7146}"/>
                              </a:ext>
                            </a:extLst>
                          </p:cNvPr>
                          <p:cNvGrpSpPr/>
                          <p:nvPr/>
                        </p:nvGrpSpPr>
                        <p:grpSpPr>
                          <a:xfrm>
                            <a:off x="2970212" y="4724400"/>
                            <a:ext cx="731520" cy="365760"/>
                            <a:chOff x="2970212" y="4724400"/>
                            <a:chExt cx="731520" cy="365760"/>
                          </a:xfrm>
                        </p:grpSpPr>
                        <p:sp>
                          <p:nvSpPr>
                            <p:cNvPr id="358" name="Rectangle 357">
                              <a:extLst>
                                <a:ext uri="{FF2B5EF4-FFF2-40B4-BE49-F238E27FC236}">
                                  <a16:creationId xmlns:a16="http://schemas.microsoft.com/office/drawing/2014/main" id="{69A22D26-EBFA-567F-D5F6-C330536859B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9" name="Rectangle 358">
                              <a:extLst>
                                <a:ext uri="{FF2B5EF4-FFF2-40B4-BE49-F238E27FC236}">
                                  <a16:creationId xmlns:a16="http://schemas.microsoft.com/office/drawing/2014/main" id="{34316F32-3A27-5E17-F713-4EC9085168E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56" name="Rectangle 355">
                            <a:extLst>
                              <a:ext uri="{FF2B5EF4-FFF2-40B4-BE49-F238E27FC236}">
                                <a16:creationId xmlns:a16="http://schemas.microsoft.com/office/drawing/2014/main" id="{FE2C0F78-456E-0051-D42D-86A0B1A2255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7" name="Rectangle 356">
                            <a:extLst>
                              <a:ext uri="{FF2B5EF4-FFF2-40B4-BE49-F238E27FC236}">
                                <a16:creationId xmlns:a16="http://schemas.microsoft.com/office/drawing/2014/main" id="{C22C50E3-881B-86FA-2F2B-0D98B3F7250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294" name="Group 293">
                    <a:extLst>
                      <a:ext uri="{FF2B5EF4-FFF2-40B4-BE49-F238E27FC236}">
                        <a16:creationId xmlns:a16="http://schemas.microsoft.com/office/drawing/2014/main" id="{5451AC70-07A6-B65D-B13C-E69A7F9742E3}"/>
                      </a:ext>
                    </a:extLst>
                  </p:cNvPr>
                  <p:cNvGrpSpPr/>
                  <p:nvPr/>
                </p:nvGrpSpPr>
                <p:grpSpPr>
                  <a:xfrm>
                    <a:off x="2132012" y="4587240"/>
                    <a:ext cx="2926080" cy="1463040"/>
                    <a:chOff x="2970212" y="4724400"/>
                    <a:chExt cx="2926080" cy="1463040"/>
                  </a:xfrm>
                </p:grpSpPr>
                <p:grpSp>
                  <p:nvGrpSpPr>
                    <p:cNvPr id="295" name="Group 294">
                      <a:extLst>
                        <a:ext uri="{FF2B5EF4-FFF2-40B4-BE49-F238E27FC236}">
                          <a16:creationId xmlns:a16="http://schemas.microsoft.com/office/drawing/2014/main" id="{06173395-B9A0-3C95-FFF3-F148C19A8B25}"/>
                        </a:ext>
                      </a:extLst>
                    </p:cNvPr>
                    <p:cNvGrpSpPr/>
                    <p:nvPr/>
                  </p:nvGrpSpPr>
                  <p:grpSpPr>
                    <a:xfrm>
                      <a:off x="2970212" y="4724400"/>
                      <a:ext cx="1463040" cy="1463040"/>
                      <a:chOff x="2970212" y="4724400"/>
                      <a:chExt cx="1463040" cy="1463040"/>
                    </a:xfrm>
                  </p:grpSpPr>
                  <p:grpSp>
                    <p:nvGrpSpPr>
                      <p:cNvPr id="323" name="Group 322">
                        <a:extLst>
                          <a:ext uri="{FF2B5EF4-FFF2-40B4-BE49-F238E27FC236}">
                            <a16:creationId xmlns:a16="http://schemas.microsoft.com/office/drawing/2014/main" id="{2455AEB1-56BC-CEBC-665B-2614B79DE65C}"/>
                          </a:ext>
                        </a:extLst>
                      </p:cNvPr>
                      <p:cNvGrpSpPr/>
                      <p:nvPr/>
                    </p:nvGrpSpPr>
                    <p:grpSpPr>
                      <a:xfrm>
                        <a:off x="2970212" y="4724400"/>
                        <a:ext cx="1463040" cy="731520"/>
                        <a:chOff x="2970212" y="4724400"/>
                        <a:chExt cx="1463040" cy="731520"/>
                      </a:xfrm>
                    </p:grpSpPr>
                    <p:grpSp>
                      <p:nvGrpSpPr>
                        <p:cNvPr id="337" name="Group 336">
                          <a:extLst>
                            <a:ext uri="{FF2B5EF4-FFF2-40B4-BE49-F238E27FC236}">
                              <a16:creationId xmlns:a16="http://schemas.microsoft.com/office/drawing/2014/main" id="{2701E8B9-D83E-E01A-23A7-AAC933CFCCB1}"/>
                            </a:ext>
                          </a:extLst>
                        </p:cNvPr>
                        <p:cNvGrpSpPr/>
                        <p:nvPr/>
                      </p:nvGrpSpPr>
                      <p:grpSpPr>
                        <a:xfrm>
                          <a:off x="2970212" y="4724400"/>
                          <a:ext cx="731520" cy="731520"/>
                          <a:chOff x="2970212" y="4724400"/>
                          <a:chExt cx="731520" cy="731520"/>
                        </a:xfrm>
                      </p:grpSpPr>
                      <p:grpSp>
                        <p:nvGrpSpPr>
                          <p:cNvPr id="344" name="Group 343">
                            <a:extLst>
                              <a:ext uri="{FF2B5EF4-FFF2-40B4-BE49-F238E27FC236}">
                                <a16:creationId xmlns:a16="http://schemas.microsoft.com/office/drawing/2014/main" id="{5458F26F-F6A9-690D-1DD5-AEBF39CA03A9}"/>
                              </a:ext>
                            </a:extLst>
                          </p:cNvPr>
                          <p:cNvGrpSpPr/>
                          <p:nvPr/>
                        </p:nvGrpSpPr>
                        <p:grpSpPr>
                          <a:xfrm>
                            <a:off x="2970212" y="4724400"/>
                            <a:ext cx="731520" cy="365760"/>
                            <a:chOff x="2970212" y="4724400"/>
                            <a:chExt cx="731520" cy="365760"/>
                          </a:xfrm>
                        </p:grpSpPr>
                        <p:sp>
                          <p:nvSpPr>
                            <p:cNvPr id="347" name="Rectangle 346">
                              <a:extLst>
                                <a:ext uri="{FF2B5EF4-FFF2-40B4-BE49-F238E27FC236}">
                                  <a16:creationId xmlns:a16="http://schemas.microsoft.com/office/drawing/2014/main" id="{EB02430E-D1ED-67E1-8F5A-65020847896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8" name="Rectangle 347">
                              <a:extLst>
                                <a:ext uri="{FF2B5EF4-FFF2-40B4-BE49-F238E27FC236}">
                                  <a16:creationId xmlns:a16="http://schemas.microsoft.com/office/drawing/2014/main" id="{F6D154C0-AC3C-9F20-02B3-D7F4D91F630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45" name="Rectangle 344">
                            <a:extLst>
                              <a:ext uri="{FF2B5EF4-FFF2-40B4-BE49-F238E27FC236}">
                                <a16:creationId xmlns:a16="http://schemas.microsoft.com/office/drawing/2014/main" id="{0B70A6CC-4B35-0AA0-E8C9-EB22FF46F89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6" name="Rectangle 345">
                            <a:extLst>
                              <a:ext uri="{FF2B5EF4-FFF2-40B4-BE49-F238E27FC236}">
                                <a16:creationId xmlns:a16="http://schemas.microsoft.com/office/drawing/2014/main" id="{756B6BF9-D4BB-D4C2-7F11-CED8E5FF50B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38" name="Group 337">
                          <a:extLst>
                            <a:ext uri="{FF2B5EF4-FFF2-40B4-BE49-F238E27FC236}">
                              <a16:creationId xmlns:a16="http://schemas.microsoft.com/office/drawing/2014/main" id="{1D9A6073-B6CA-B769-1D4E-28A35F9B428C}"/>
                            </a:ext>
                          </a:extLst>
                        </p:cNvPr>
                        <p:cNvGrpSpPr/>
                        <p:nvPr/>
                      </p:nvGrpSpPr>
                      <p:grpSpPr>
                        <a:xfrm>
                          <a:off x="3701732" y="4724400"/>
                          <a:ext cx="731520" cy="731520"/>
                          <a:chOff x="2970212" y="4724400"/>
                          <a:chExt cx="731520" cy="731520"/>
                        </a:xfrm>
                      </p:grpSpPr>
                      <p:grpSp>
                        <p:nvGrpSpPr>
                          <p:cNvPr id="339" name="Group 338">
                            <a:extLst>
                              <a:ext uri="{FF2B5EF4-FFF2-40B4-BE49-F238E27FC236}">
                                <a16:creationId xmlns:a16="http://schemas.microsoft.com/office/drawing/2014/main" id="{A4466672-A05A-3222-6E18-B5BA17A2AA49}"/>
                              </a:ext>
                            </a:extLst>
                          </p:cNvPr>
                          <p:cNvGrpSpPr/>
                          <p:nvPr/>
                        </p:nvGrpSpPr>
                        <p:grpSpPr>
                          <a:xfrm>
                            <a:off x="2970212" y="4724400"/>
                            <a:ext cx="731520" cy="365760"/>
                            <a:chOff x="2970212" y="4724400"/>
                            <a:chExt cx="731520" cy="365760"/>
                          </a:xfrm>
                        </p:grpSpPr>
                        <p:sp>
                          <p:nvSpPr>
                            <p:cNvPr id="342" name="Rectangle 341">
                              <a:extLst>
                                <a:ext uri="{FF2B5EF4-FFF2-40B4-BE49-F238E27FC236}">
                                  <a16:creationId xmlns:a16="http://schemas.microsoft.com/office/drawing/2014/main" id="{A6501194-9B2A-E124-7C59-A6FE53CAD23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3" name="Rectangle 342">
                              <a:extLst>
                                <a:ext uri="{FF2B5EF4-FFF2-40B4-BE49-F238E27FC236}">
                                  <a16:creationId xmlns:a16="http://schemas.microsoft.com/office/drawing/2014/main" id="{CFB1315C-90B4-99BC-BF07-2BFCCA3BC28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40" name="Rectangle 339">
                            <a:extLst>
                              <a:ext uri="{FF2B5EF4-FFF2-40B4-BE49-F238E27FC236}">
                                <a16:creationId xmlns:a16="http://schemas.microsoft.com/office/drawing/2014/main" id="{85516523-061D-EA21-8320-01804C9E638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1" name="Rectangle 340">
                            <a:extLst>
                              <a:ext uri="{FF2B5EF4-FFF2-40B4-BE49-F238E27FC236}">
                                <a16:creationId xmlns:a16="http://schemas.microsoft.com/office/drawing/2014/main" id="{D320154C-8C11-B490-91F5-2D081A1260C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24" name="Group 323">
                        <a:extLst>
                          <a:ext uri="{FF2B5EF4-FFF2-40B4-BE49-F238E27FC236}">
                            <a16:creationId xmlns:a16="http://schemas.microsoft.com/office/drawing/2014/main" id="{A9D98002-DBBB-A9BC-4B62-9C7B8B1FB5A3}"/>
                          </a:ext>
                        </a:extLst>
                      </p:cNvPr>
                      <p:cNvGrpSpPr/>
                      <p:nvPr/>
                    </p:nvGrpSpPr>
                    <p:grpSpPr>
                      <a:xfrm>
                        <a:off x="2970212" y="5455920"/>
                        <a:ext cx="1463040" cy="731520"/>
                        <a:chOff x="2970212" y="4724400"/>
                        <a:chExt cx="1463040" cy="731520"/>
                      </a:xfrm>
                    </p:grpSpPr>
                    <p:grpSp>
                      <p:nvGrpSpPr>
                        <p:cNvPr id="325" name="Group 324">
                          <a:extLst>
                            <a:ext uri="{FF2B5EF4-FFF2-40B4-BE49-F238E27FC236}">
                              <a16:creationId xmlns:a16="http://schemas.microsoft.com/office/drawing/2014/main" id="{BDD5C11D-2433-684C-553A-3E7DBDFA009B}"/>
                            </a:ext>
                          </a:extLst>
                        </p:cNvPr>
                        <p:cNvGrpSpPr/>
                        <p:nvPr/>
                      </p:nvGrpSpPr>
                      <p:grpSpPr>
                        <a:xfrm>
                          <a:off x="2970212" y="4724400"/>
                          <a:ext cx="731520" cy="731520"/>
                          <a:chOff x="2970212" y="4724400"/>
                          <a:chExt cx="731520" cy="731520"/>
                        </a:xfrm>
                      </p:grpSpPr>
                      <p:grpSp>
                        <p:nvGrpSpPr>
                          <p:cNvPr id="332" name="Group 331">
                            <a:extLst>
                              <a:ext uri="{FF2B5EF4-FFF2-40B4-BE49-F238E27FC236}">
                                <a16:creationId xmlns:a16="http://schemas.microsoft.com/office/drawing/2014/main" id="{FFB74A87-85CA-1E84-8D44-1250D1051DF8}"/>
                              </a:ext>
                            </a:extLst>
                          </p:cNvPr>
                          <p:cNvGrpSpPr/>
                          <p:nvPr/>
                        </p:nvGrpSpPr>
                        <p:grpSpPr>
                          <a:xfrm>
                            <a:off x="2970212" y="4724400"/>
                            <a:ext cx="731520" cy="365760"/>
                            <a:chOff x="2970212" y="4724400"/>
                            <a:chExt cx="731520" cy="365760"/>
                          </a:xfrm>
                        </p:grpSpPr>
                        <p:sp>
                          <p:nvSpPr>
                            <p:cNvPr id="335" name="Rectangle 334">
                              <a:extLst>
                                <a:ext uri="{FF2B5EF4-FFF2-40B4-BE49-F238E27FC236}">
                                  <a16:creationId xmlns:a16="http://schemas.microsoft.com/office/drawing/2014/main" id="{8BA4ACA3-FAFF-A371-9DB4-0DA8D29A274D}"/>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6" name="Rectangle 335">
                              <a:extLst>
                                <a:ext uri="{FF2B5EF4-FFF2-40B4-BE49-F238E27FC236}">
                                  <a16:creationId xmlns:a16="http://schemas.microsoft.com/office/drawing/2014/main" id="{311E5514-BEB1-7E94-3DDE-01345309A2F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33" name="Rectangle 332">
                            <a:extLst>
                              <a:ext uri="{FF2B5EF4-FFF2-40B4-BE49-F238E27FC236}">
                                <a16:creationId xmlns:a16="http://schemas.microsoft.com/office/drawing/2014/main" id="{46B6A354-D0F9-EE61-98F1-877D769A536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4" name="Rectangle 333">
                            <a:extLst>
                              <a:ext uri="{FF2B5EF4-FFF2-40B4-BE49-F238E27FC236}">
                                <a16:creationId xmlns:a16="http://schemas.microsoft.com/office/drawing/2014/main" id="{268BAD6F-0701-3DDE-52C5-D681153CD02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26" name="Group 325">
                          <a:extLst>
                            <a:ext uri="{FF2B5EF4-FFF2-40B4-BE49-F238E27FC236}">
                              <a16:creationId xmlns:a16="http://schemas.microsoft.com/office/drawing/2014/main" id="{4278590D-3427-D9F7-7BD3-AE8A551498BD}"/>
                            </a:ext>
                          </a:extLst>
                        </p:cNvPr>
                        <p:cNvGrpSpPr/>
                        <p:nvPr/>
                      </p:nvGrpSpPr>
                      <p:grpSpPr>
                        <a:xfrm>
                          <a:off x="3701732" y="4724400"/>
                          <a:ext cx="731520" cy="731520"/>
                          <a:chOff x="2970212" y="4724400"/>
                          <a:chExt cx="731520" cy="731520"/>
                        </a:xfrm>
                      </p:grpSpPr>
                      <p:grpSp>
                        <p:nvGrpSpPr>
                          <p:cNvPr id="327" name="Group 326">
                            <a:extLst>
                              <a:ext uri="{FF2B5EF4-FFF2-40B4-BE49-F238E27FC236}">
                                <a16:creationId xmlns:a16="http://schemas.microsoft.com/office/drawing/2014/main" id="{3B46B4A4-B20E-27E5-B2CE-DE8869109430}"/>
                              </a:ext>
                            </a:extLst>
                          </p:cNvPr>
                          <p:cNvGrpSpPr/>
                          <p:nvPr/>
                        </p:nvGrpSpPr>
                        <p:grpSpPr>
                          <a:xfrm>
                            <a:off x="2970212" y="4724400"/>
                            <a:ext cx="731520" cy="365760"/>
                            <a:chOff x="2970212" y="4724400"/>
                            <a:chExt cx="731520" cy="365760"/>
                          </a:xfrm>
                        </p:grpSpPr>
                        <p:sp>
                          <p:nvSpPr>
                            <p:cNvPr id="330" name="Rectangle 329">
                              <a:extLst>
                                <a:ext uri="{FF2B5EF4-FFF2-40B4-BE49-F238E27FC236}">
                                  <a16:creationId xmlns:a16="http://schemas.microsoft.com/office/drawing/2014/main" id="{3AB71A41-CFBE-DBC6-D0F3-9EB306DCBC6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1" name="Rectangle 330">
                              <a:extLst>
                                <a:ext uri="{FF2B5EF4-FFF2-40B4-BE49-F238E27FC236}">
                                  <a16:creationId xmlns:a16="http://schemas.microsoft.com/office/drawing/2014/main" id="{BF6689A3-CB33-1991-0E03-707B5BD0AEF3}"/>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28" name="Rectangle 327">
                            <a:extLst>
                              <a:ext uri="{FF2B5EF4-FFF2-40B4-BE49-F238E27FC236}">
                                <a16:creationId xmlns:a16="http://schemas.microsoft.com/office/drawing/2014/main" id="{9529BED3-2D6D-60FB-A624-4C87047B1D1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9" name="Rectangle 328">
                            <a:extLst>
                              <a:ext uri="{FF2B5EF4-FFF2-40B4-BE49-F238E27FC236}">
                                <a16:creationId xmlns:a16="http://schemas.microsoft.com/office/drawing/2014/main" id="{C41BA0B4-1B84-E2E5-13DA-BE2D7F997751}"/>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296" name="Group 295">
                      <a:extLst>
                        <a:ext uri="{FF2B5EF4-FFF2-40B4-BE49-F238E27FC236}">
                          <a16:creationId xmlns:a16="http://schemas.microsoft.com/office/drawing/2014/main" id="{DEEB281F-6698-9259-3FBF-C6B8E3AB9938}"/>
                        </a:ext>
                      </a:extLst>
                    </p:cNvPr>
                    <p:cNvGrpSpPr/>
                    <p:nvPr/>
                  </p:nvGrpSpPr>
                  <p:grpSpPr>
                    <a:xfrm>
                      <a:off x="4433252" y="4724400"/>
                      <a:ext cx="1463040" cy="1463040"/>
                      <a:chOff x="2970212" y="4724400"/>
                      <a:chExt cx="1463040" cy="1463040"/>
                    </a:xfrm>
                  </p:grpSpPr>
                  <p:grpSp>
                    <p:nvGrpSpPr>
                      <p:cNvPr id="297" name="Group 296">
                        <a:extLst>
                          <a:ext uri="{FF2B5EF4-FFF2-40B4-BE49-F238E27FC236}">
                            <a16:creationId xmlns:a16="http://schemas.microsoft.com/office/drawing/2014/main" id="{1411D1E4-12C1-D189-77B9-10103FF5A610}"/>
                          </a:ext>
                        </a:extLst>
                      </p:cNvPr>
                      <p:cNvGrpSpPr/>
                      <p:nvPr/>
                    </p:nvGrpSpPr>
                    <p:grpSpPr>
                      <a:xfrm>
                        <a:off x="2970212" y="4724400"/>
                        <a:ext cx="1463040" cy="731520"/>
                        <a:chOff x="2970212" y="4724400"/>
                        <a:chExt cx="1463040" cy="731520"/>
                      </a:xfrm>
                    </p:grpSpPr>
                    <p:grpSp>
                      <p:nvGrpSpPr>
                        <p:cNvPr id="311" name="Group 310">
                          <a:extLst>
                            <a:ext uri="{FF2B5EF4-FFF2-40B4-BE49-F238E27FC236}">
                              <a16:creationId xmlns:a16="http://schemas.microsoft.com/office/drawing/2014/main" id="{BD770330-CF11-5128-C663-F757922E8482}"/>
                            </a:ext>
                          </a:extLst>
                        </p:cNvPr>
                        <p:cNvGrpSpPr/>
                        <p:nvPr/>
                      </p:nvGrpSpPr>
                      <p:grpSpPr>
                        <a:xfrm>
                          <a:off x="2970212" y="4724400"/>
                          <a:ext cx="731520" cy="731520"/>
                          <a:chOff x="2970212" y="4724400"/>
                          <a:chExt cx="731520" cy="731520"/>
                        </a:xfrm>
                      </p:grpSpPr>
                      <p:grpSp>
                        <p:nvGrpSpPr>
                          <p:cNvPr id="318" name="Group 317">
                            <a:extLst>
                              <a:ext uri="{FF2B5EF4-FFF2-40B4-BE49-F238E27FC236}">
                                <a16:creationId xmlns:a16="http://schemas.microsoft.com/office/drawing/2014/main" id="{1C3E6BFB-DCBF-FECB-1336-B1B1C4270490}"/>
                              </a:ext>
                            </a:extLst>
                          </p:cNvPr>
                          <p:cNvGrpSpPr/>
                          <p:nvPr/>
                        </p:nvGrpSpPr>
                        <p:grpSpPr>
                          <a:xfrm>
                            <a:off x="2970212" y="4724400"/>
                            <a:ext cx="731520" cy="365760"/>
                            <a:chOff x="2970212" y="4724400"/>
                            <a:chExt cx="731520" cy="365760"/>
                          </a:xfrm>
                        </p:grpSpPr>
                        <p:sp>
                          <p:nvSpPr>
                            <p:cNvPr id="321" name="Rectangle 320">
                              <a:extLst>
                                <a:ext uri="{FF2B5EF4-FFF2-40B4-BE49-F238E27FC236}">
                                  <a16:creationId xmlns:a16="http://schemas.microsoft.com/office/drawing/2014/main" id="{681E0BC1-D5B1-5DF4-C193-AC8EB532F39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2" name="Rectangle 321">
                              <a:extLst>
                                <a:ext uri="{FF2B5EF4-FFF2-40B4-BE49-F238E27FC236}">
                                  <a16:creationId xmlns:a16="http://schemas.microsoft.com/office/drawing/2014/main" id="{82F0BD83-AB5D-3A34-C4A5-E25F7EC0ED8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19" name="Rectangle 318">
                            <a:extLst>
                              <a:ext uri="{FF2B5EF4-FFF2-40B4-BE49-F238E27FC236}">
                                <a16:creationId xmlns:a16="http://schemas.microsoft.com/office/drawing/2014/main" id="{475EF8B7-6E21-716B-C1E8-1ACDDA05E13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0" name="Rectangle 319">
                            <a:extLst>
                              <a:ext uri="{FF2B5EF4-FFF2-40B4-BE49-F238E27FC236}">
                                <a16:creationId xmlns:a16="http://schemas.microsoft.com/office/drawing/2014/main" id="{0E20E345-1670-F19D-5806-65F8321E7C87}"/>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12" name="Group 311">
                          <a:extLst>
                            <a:ext uri="{FF2B5EF4-FFF2-40B4-BE49-F238E27FC236}">
                              <a16:creationId xmlns:a16="http://schemas.microsoft.com/office/drawing/2014/main" id="{EEBEB632-2CB1-A8BA-C6E1-A637CE50A8DE}"/>
                            </a:ext>
                          </a:extLst>
                        </p:cNvPr>
                        <p:cNvGrpSpPr/>
                        <p:nvPr/>
                      </p:nvGrpSpPr>
                      <p:grpSpPr>
                        <a:xfrm>
                          <a:off x="3701732" y="4724400"/>
                          <a:ext cx="731520" cy="731520"/>
                          <a:chOff x="2970212" y="4724400"/>
                          <a:chExt cx="731520" cy="731520"/>
                        </a:xfrm>
                      </p:grpSpPr>
                      <p:grpSp>
                        <p:nvGrpSpPr>
                          <p:cNvPr id="313" name="Group 312">
                            <a:extLst>
                              <a:ext uri="{FF2B5EF4-FFF2-40B4-BE49-F238E27FC236}">
                                <a16:creationId xmlns:a16="http://schemas.microsoft.com/office/drawing/2014/main" id="{D2C33FBF-5DA0-AD99-B0FB-5859312EAFA3}"/>
                              </a:ext>
                            </a:extLst>
                          </p:cNvPr>
                          <p:cNvGrpSpPr/>
                          <p:nvPr/>
                        </p:nvGrpSpPr>
                        <p:grpSpPr>
                          <a:xfrm>
                            <a:off x="2970212" y="4724400"/>
                            <a:ext cx="731520" cy="365760"/>
                            <a:chOff x="2970212" y="4724400"/>
                            <a:chExt cx="731520" cy="365760"/>
                          </a:xfrm>
                        </p:grpSpPr>
                        <p:sp>
                          <p:nvSpPr>
                            <p:cNvPr id="316" name="Rectangle 315">
                              <a:extLst>
                                <a:ext uri="{FF2B5EF4-FFF2-40B4-BE49-F238E27FC236}">
                                  <a16:creationId xmlns:a16="http://schemas.microsoft.com/office/drawing/2014/main" id="{A4C11039-B6BB-1D78-973D-30C3F2F4853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7" name="Rectangle 316">
                              <a:extLst>
                                <a:ext uri="{FF2B5EF4-FFF2-40B4-BE49-F238E27FC236}">
                                  <a16:creationId xmlns:a16="http://schemas.microsoft.com/office/drawing/2014/main" id="{E0569F04-CC95-6A4E-6930-2BDF71D1F99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14" name="Rectangle 313">
                            <a:extLst>
                              <a:ext uri="{FF2B5EF4-FFF2-40B4-BE49-F238E27FC236}">
                                <a16:creationId xmlns:a16="http://schemas.microsoft.com/office/drawing/2014/main" id="{6DF28B24-88D1-5ED1-A381-77BCF4D9708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5" name="Rectangle 314">
                            <a:extLst>
                              <a:ext uri="{FF2B5EF4-FFF2-40B4-BE49-F238E27FC236}">
                                <a16:creationId xmlns:a16="http://schemas.microsoft.com/office/drawing/2014/main" id="{0C132725-FB26-40D1-4363-2D60DCC47A62}"/>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98" name="Group 297">
                        <a:extLst>
                          <a:ext uri="{FF2B5EF4-FFF2-40B4-BE49-F238E27FC236}">
                            <a16:creationId xmlns:a16="http://schemas.microsoft.com/office/drawing/2014/main" id="{48264E53-F1DA-9973-CEF8-DE33263BBE0F}"/>
                          </a:ext>
                        </a:extLst>
                      </p:cNvPr>
                      <p:cNvGrpSpPr/>
                      <p:nvPr/>
                    </p:nvGrpSpPr>
                    <p:grpSpPr>
                      <a:xfrm>
                        <a:off x="2970212" y="5455920"/>
                        <a:ext cx="1463040" cy="731520"/>
                        <a:chOff x="2970212" y="4724400"/>
                        <a:chExt cx="1463040" cy="731520"/>
                      </a:xfrm>
                    </p:grpSpPr>
                    <p:grpSp>
                      <p:nvGrpSpPr>
                        <p:cNvPr id="299" name="Group 298">
                          <a:extLst>
                            <a:ext uri="{FF2B5EF4-FFF2-40B4-BE49-F238E27FC236}">
                              <a16:creationId xmlns:a16="http://schemas.microsoft.com/office/drawing/2014/main" id="{ED41ABCF-792A-862A-5726-5A7B9F5F6E64}"/>
                            </a:ext>
                          </a:extLst>
                        </p:cNvPr>
                        <p:cNvGrpSpPr/>
                        <p:nvPr/>
                      </p:nvGrpSpPr>
                      <p:grpSpPr>
                        <a:xfrm>
                          <a:off x="2970212" y="4724400"/>
                          <a:ext cx="731520" cy="731520"/>
                          <a:chOff x="2970212" y="4724400"/>
                          <a:chExt cx="731520" cy="731520"/>
                        </a:xfrm>
                      </p:grpSpPr>
                      <p:grpSp>
                        <p:nvGrpSpPr>
                          <p:cNvPr id="306" name="Group 305">
                            <a:extLst>
                              <a:ext uri="{FF2B5EF4-FFF2-40B4-BE49-F238E27FC236}">
                                <a16:creationId xmlns:a16="http://schemas.microsoft.com/office/drawing/2014/main" id="{1AD52840-8332-36FC-0F0E-1597509FF1B6}"/>
                              </a:ext>
                            </a:extLst>
                          </p:cNvPr>
                          <p:cNvGrpSpPr/>
                          <p:nvPr/>
                        </p:nvGrpSpPr>
                        <p:grpSpPr>
                          <a:xfrm>
                            <a:off x="2970212" y="4724400"/>
                            <a:ext cx="731520" cy="365760"/>
                            <a:chOff x="2970212" y="4724400"/>
                            <a:chExt cx="731520" cy="365760"/>
                          </a:xfrm>
                        </p:grpSpPr>
                        <p:sp>
                          <p:nvSpPr>
                            <p:cNvPr id="309" name="Rectangle 308">
                              <a:extLst>
                                <a:ext uri="{FF2B5EF4-FFF2-40B4-BE49-F238E27FC236}">
                                  <a16:creationId xmlns:a16="http://schemas.microsoft.com/office/drawing/2014/main" id="{14D55F2C-4E81-96B4-6F55-6E311A5189B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0" name="Rectangle 309">
                              <a:extLst>
                                <a:ext uri="{FF2B5EF4-FFF2-40B4-BE49-F238E27FC236}">
                                  <a16:creationId xmlns:a16="http://schemas.microsoft.com/office/drawing/2014/main" id="{01F9F6C4-FC46-E227-3944-4CBDA809535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07" name="Rectangle 306">
                            <a:extLst>
                              <a:ext uri="{FF2B5EF4-FFF2-40B4-BE49-F238E27FC236}">
                                <a16:creationId xmlns:a16="http://schemas.microsoft.com/office/drawing/2014/main" id="{854F6AF1-7E81-B774-95AA-C5ECEDAF9DC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8" name="Rectangle 307">
                            <a:extLst>
                              <a:ext uri="{FF2B5EF4-FFF2-40B4-BE49-F238E27FC236}">
                                <a16:creationId xmlns:a16="http://schemas.microsoft.com/office/drawing/2014/main" id="{1F63942F-61D2-DB9C-F0DD-087CF5B56F2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00" name="Group 299">
                          <a:extLst>
                            <a:ext uri="{FF2B5EF4-FFF2-40B4-BE49-F238E27FC236}">
                              <a16:creationId xmlns:a16="http://schemas.microsoft.com/office/drawing/2014/main" id="{4CFE56AF-B608-3A45-E5A6-E401BC7EB744}"/>
                            </a:ext>
                          </a:extLst>
                        </p:cNvPr>
                        <p:cNvGrpSpPr/>
                        <p:nvPr/>
                      </p:nvGrpSpPr>
                      <p:grpSpPr>
                        <a:xfrm>
                          <a:off x="3701732" y="4724400"/>
                          <a:ext cx="731520" cy="731520"/>
                          <a:chOff x="2970212" y="4724400"/>
                          <a:chExt cx="731520" cy="731520"/>
                        </a:xfrm>
                      </p:grpSpPr>
                      <p:grpSp>
                        <p:nvGrpSpPr>
                          <p:cNvPr id="301" name="Group 300">
                            <a:extLst>
                              <a:ext uri="{FF2B5EF4-FFF2-40B4-BE49-F238E27FC236}">
                                <a16:creationId xmlns:a16="http://schemas.microsoft.com/office/drawing/2014/main" id="{DB8E16CF-635D-B96E-5C5B-92F10C826203}"/>
                              </a:ext>
                            </a:extLst>
                          </p:cNvPr>
                          <p:cNvGrpSpPr/>
                          <p:nvPr/>
                        </p:nvGrpSpPr>
                        <p:grpSpPr>
                          <a:xfrm>
                            <a:off x="2970212" y="4724400"/>
                            <a:ext cx="731520" cy="365760"/>
                            <a:chOff x="2970212" y="4724400"/>
                            <a:chExt cx="731520" cy="365760"/>
                          </a:xfrm>
                        </p:grpSpPr>
                        <p:sp>
                          <p:nvSpPr>
                            <p:cNvPr id="304" name="Rectangle 303">
                              <a:extLst>
                                <a:ext uri="{FF2B5EF4-FFF2-40B4-BE49-F238E27FC236}">
                                  <a16:creationId xmlns:a16="http://schemas.microsoft.com/office/drawing/2014/main" id="{C07C0057-0255-DFAD-0A86-9DC63797B38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5" name="Rectangle 304">
                              <a:extLst>
                                <a:ext uri="{FF2B5EF4-FFF2-40B4-BE49-F238E27FC236}">
                                  <a16:creationId xmlns:a16="http://schemas.microsoft.com/office/drawing/2014/main" id="{6A65D2B8-7E4D-64B6-4A84-5B00541736C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02" name="Rectangle 301">
                            <a:extLst>
                              <a:ext uri="{FF2B5EF4-FFF2-40B4-BE49-F238E27FC236}">
                                <a16:creationId xmlns:a16="http://schemas.microsoft.com/office/drawing/2014/main" id="{AEBE97B2-6C3D-DA20-AF5B-0A93B4C8301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3" name="Rectangle 302">
                            <a:extLst>
                              <a:ext uri="{FF2B5EF4-FFF2-40B4-BE49-F238E27FC236}">
                                <a16:creationId xmlns:a16="http://schemas.microsoft.com/office/drawing/2014/main" id="{13C9DF93-7235-F0D8-A785-1B07686747D3}"/>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cxnSp>
            <p:nvCxnSpPr>
              <p:cNvPr id="405" name="Straight Connector 404">
                <a:extLst>
                  <a:ext uri="{FF2B5EF4-FFF2-40B4-BE49-F238E27FC236}">
                    <a16:creationId xmlns:a16="http://schemas.microsoft.com/office/drawing/2014/main" id="{1272C31A-973A-2F6C-E70D-4AD2E8448450}"/>
                  </a:ext>
                </a:extLst>
              </p:cNvPr>
              <p:cNvCxnSpPr>
                <a:cxnSpLocks/>
              </p:cNvCxnSpPr>
              <p:nvPr/>
            </p:nvCxnSpPr>
            <p:spPr>
              <a:xfrm flipV="1">
                <a:off x="2132012" y="4572000"/>
                <a:ext cx="8778240" cy="15240"/>
              </a:xfrm>
              <a:prstGeom prst="line">
                <a:avLst/>
              </a:prstGeom>
            </p:spPr>
            <p:style>
              <a:lnRef idx="3">
                <a:schemeClr val="dk1"/>
              </a:lnRef>
              <a:fillRef idx="0">
                <a:schemeClr val="dk1"/>
              </a:fillRef>
              <a:effectRef idx="2">
                <a:schemeClr val="dk1"/>
              </a:effectRef>
              <a:fontRef idx="minor">
                <a:schemeClr val="tx1"/>
              </a:fontRef>
            </p:style>
          </p:cxnSp>
          <p:cxnSp>
            <p:nvCxnSpPr>
              <p:cNvPr id="409" name="Straight Connector 408">
                <a:extLst>
                  <a:ext uri="{FF2B5EF4-FFF2-40B4-BE49-F238E27FC236}">
                    <a16:creationId xmlns:a16="http://schemas.microsoft.com/office/drawing/2014/main" id="{210A4E37-53AA-A2F6-D12A-5B8A3E602D9C}"/>
                  </a:ext>
                </a:extLst>
              </p:cNvPr>
              <p:cNvCxnSpPr/>
              <p:nvPr/>
            </p:nvCxnSpPr>
            <p:spPr>
              <a:xfrm>
                <a:off x="6537011" y="3124200"/>
                <a:ext cx="0" cy="2971800"/>
              </a:xfrm>
              <a:prstGeom prst="line">
                <a:avLst/>
              </a:prstGeom>
            </p:spPr>
            <p:style>
              <a:lnRef idx="3">
                <a:schemeClr val="dk1"/>
              </a:lnRef>
              <a:fillRef idx="0">
                <a:schemeClr val="dk1"/>
              </a:fillRef>
              <a:effectRef idx="2">
                <a:schemeClr val="dk1"/>
              </a:effectRef>
              <a:fontRef idx="minor">
                <a:schemeClr val="tx1"/>
              </a:fontRef>
            </p:style>
          </p:cxnSp>
        </p:grpSp>
        <p:cxnSp>
          <p:nvCxnSpPr>
            <p:cNvPr id="412" name="Straight Connector 411">
              <a:extLst>
                <a:ext uri="{FF2B5EF4-FFF2-40B4-BE49-F238E27FC236}">
                  <a16:creationId xmlns:a16="http://schemas.microsoft.com/office/drawing/2014/main" id="{F8A5C81F-A37A-E1F8-4B38-2C146ED62806}"/>
                </a:ext>
              </a:extLst>
            </p:cNvPr>
            <p:cNvCxnSpPr>
              <a:cxnSpLocks/>
            </p:cNvCxnSpPr>
            <p:nvPr/>
          </p:nvCxnSpPr>
          <p:spPr>
            <a:xfrm flipV="1">
              <a:off x="2031696" y="3733800"/>
              <a:ext cx="8802356" cy="2225040"/>
            </a:xfrm>
            <a:prstGeom prst="line">
              <a:avLst/>
            </a:prstGeom>
            <a:ln w="38100"/>
          </p:spPr>
          <p:style>
            <a:lnRef idx="3">
              <a:schemeClr val="accent4"/>
            </a:lnRef>
            <a:fillRef idx="0">
              <a:schemeClr val="accent4"/>
            </a:fillRef>
            <a:effectRef idx="2">
              <a:schemeClr val="accent4"/>
            </a:effectRef>
            <a:fontRef idx="minor">
              <a:schemeClr val="tx1"/>
            </a:fontRef>
          </p:style>
        </p:cxnSp>
        <p:sp>
          <p:nvSpPr>
            <p:cNvPr id="414" name="Oval 413">
              <a:extLst>
                <a:ext uri="{FF2B5EF4-FFF2-40B4-BE49-F238E27FC236}">
                  <a16:creationId xmlns:a16="http://schemas.microsoft.com/office/drawing/2014/main" id="{2013F672-379A-12B0-1135-F9EA7AECBF97}"/>
                </a:ext>
              </a:extLst>
            </p:cNvPr>
            <p:cNvSpPr/>
            <p:nvPr/>
          </p:nvSpPr>
          <p:spPr>
            <a:xfrm>
              <a:off x="2322194" y="5029202"/>
              <a:ext cx="182878" cy="182878"/>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BEC2A244-326D-1AE4-C330-AB3583817238}"/>
                </a:ext>
              </a:extLst>
            </p:cNvPr>
            <p:cNvSpPr txBox="1"/>
            <p:nvPr/>
          </p:nvSpPr>
          <p:spPr>
            <a:xfrm>
              <a:off x="2055813" y="3240009"/>
              <a:ext cx="8778238" cy="369332"/>
            </a:xfrm>
            <a:prstGeom prst="rect">
              <a:avLst/>
            </a:prstGeom>
            <a:noFill/>
          </p:spPr>
          <p:txBody>
            <a:bodyPr wrap="square" rtlCol="0">
              <a:spAutoFit/>
            </a:bodyPr>
            <a:lstStyle/>
            <a:p>
              <a:pPr algn="ctr"/>
              <a:r>
                <a:rPr lang="en-US" dirty="0">
                  <a:solidFill>
                    <a:schemeClr val="bg1"/>
                  </a:solidFill>
                  <a:latin typeface="Consolas" panose="020B0609020204030204" pitchFamily="49" charset="0"/>
                </a:rPr>
                <a:t>-9 -8 -7 -6 -5 -4 -3 -2 -1 0 +1 +2 +3 +4 +5 +6 +7 +8 +9</a:t>
              </a:r>
            </a:p>
          </p:txBody>
        </p:sp>
        <p:sp>
          <p:nvSpPr>
            <p:cNvPr id="3" name="TextBox 2">
              <a:extLst>
                <a:ext uri="{FF2B5EF4-FFF2-40B4-BE49-F238E27FC236}">
                  <a16:creationId xmlns:a16="http://schemas.microsoft.com/office/drawing/2014/main" id="{A76A89A7-7886-E351-1396-C566B9EFA6DF}"/>
                </a:ext>
              </a:extLst>
            </p:cNvPr>
            <p:cNvSpPr txBox="1"/>
            <p:nvPr/>
          </p:nvSpPr>
          <p:spPr>
            <a:xfrm>
              <a:off x="1516718" y="3412480"/>
              <a:ext cx="527036" cy="3416320"/>
            </a:xfrm>
            <a:prstGeom prst="rect">
              <a:avLst/>
            </a:prstGeom>
            <a:noFill/>
          </p:spPr>
          <p:txBody>
            <a:bodyPr wrap="square" rtlCol="0">
              <a:spAutoFit/>
            </a:bodyPr>
            <a:lstStyle/>
            <a:p>
              <a:pPr algn="r"/>
              <a:r>
                <a:rPr lang="en-US" sz="2400" dirty="0">
                  <a:solidFill>
                    <a:schemeClr val="bg1"/>
                  </a:solidFill>
                  <a:latin typeface="Consolas" panose="020B0609020204030204" pitchFamily="49" charset="0"/>
                </a:rPr>
                <a:t>+4</a:t>
              </a:r>
            </a:p>
            <a:p>
              <a:pPr algn="r"/>
              <a:r>
                <a:rPr lang="en-US" sz="2400" dirty="0">
                  <a:solidFill>
                    <a:schemeClr val="bg1"/>
                  </a:solidFill>
                  <a:latin typeface="Consolas" panose="020B0609020204030204" pitchFamily="49" charset="0"/>
                </a:rPr>
                <a:t>+3</a:t>
              </a:r>
            </a:p>
            <a:p>
              <a:pPr algn="r"/>
              <a:r>
                <a:rPr lang="en-US" sz="2400" dirty="0">
                  <a:solidFill>
                    <a:schemeClr val="bg1"/>
                  </a:solidFill>
                  <a:latin typeface="Consolas" panose="020B0609020204030204" pitchFamily="49" charset="0"/>
                </a:rPr>
                <a:t>+2</a:t>
              </a:r>
            </a:p>
            <a:p>
              <a:pPr algn="r"/>
              <a:r>
                <a:rPr lang="en-US" sz="2400" dirty="0">
                  <a:solidFill>
                    <a:schemeClr val="bg1"/>
                  </a:solidFill>
                  <a:latin typeface="Consolas" panose="020B0609020204030204" pitchFamily="49" charset="0"/>
                </a:rPr>
                <a:t>+1</a:t>
              </a:r>
            </a:p>
            <a:p>
              <a:pPr algn="r"/>
              <a:r>
                <a:rPr lang="en-US" sz="2400" dirty="0">
                  <a:solidFill>
                    <a:schemeClr val="bg1"/>
                  </a:solidFill>
                  <a:latin typeface="Consolas" panose="020B0609020204030204" pitchFamily="49" charset="0"/>
                </a:rPr>
                <a:t>0</a:t>
              </a:r>
            </a:p>
            <a:p>
              <a:pPr algn="r"/>
              <a:r>
                <a:rPr lang="en-US" sz="2400" dirty="0">
                  <a:solidFill>
                    <a:schemeClr val="bg1"/>
                  </a:solidFill>
                  <a:latin typeface="Consolas" panose="020B0609020204030204" pitchFamily="49" charset="0"/>
                </a:rPr>
                <a:t>-1</a:t>
              </a:r>
            </a:p>
            <a:p>
              <a:pPr algn="r"/>
              <a:r>
                <a:rPr lang="en-US" sz="2400" dirty="0">
                  <a:solidFill>
                    <a:schemeClr val="bg1"/>
                  </a:solidFill>
                  <a:latin typeface="Consolas" panose="020B0609020204030204" pitchFamily="49" charset="0"/>
                </a:rPr>
                <a:t>-2</a:t>
              </a:r>
            </a:p>
            <a:p>
              <a:pPr algn="r"/>
              <a:r>
                <a:rPr lang="en-US" sz="2400" dirty="0">
                  <a:solidFill>
                    <a:schemeClr val="bg1"/>
                  </a:solidFill>
                  <a:latin typeface="Consolas" panose="020B0609020204030204" pitchFamily="49" charset="0"/>
                </a:rPr>
                <a:t>-3</a:t>
              </a:r>
            </a:p>
            <a:p>
              <a:pPr algn="r"/>
              <a:r>
                <a:rPr lang="en-US" sz="2400" dirty="0">
                  <a:solidFill>
                    <a:schemeClr val="bg1"/>
                  </a:solidFill>
                  <a:latin typeface="Consolas" panose="020B0609020204030204" pitchFamily="49" charset="0"/>
                </a:rPr>
                <a:t>-4</a:t>
              </a:r>
            </a:p>
          </p:txBody>
        </p:sp>
      </p:grpSp>
      <p:sp>
        <p:nvSpPr>
          <p:cNvPr id="14" name="Rectangle: Rounded Corners 13">
            <a:extLst>
              <a:ext uri="{FF2B5EF4-FFF2-40B4-BE49-F238E27FC236}">
                <a16:creationId xmlns:a16="http://schemas.microsoft.com/office/drawing/2014/main" id="{C56CC2DC-2399-6810-40AA-F11671969A20}"/>
              </a:ext>
            </a:extLst>
          </p:cNvPr>
          <p:cNvSpPr/>
          <p:nvPr/>
        </p:nvSpPr>
        <p:spPr>
          <a:xfrm>
            <a:off x="2572536" y="4987624"/>
            <a:ext cx="948394" cy="25655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2"/>
                </a:solidFill>
                <a:latin typeface="Arial" panose="020B0604020202020204" pitchFamily="34" charset="0"/>
                <a:cs typeface="Arial" panose="020B0604020202020204" pitchFamily="34" charset="0"/>
              </a:rPr>
              <a:t>P(-11,0)</a:t>
            </a:r>
          </a:p>
        </p:txBody>
      </p:sp>
      <p:sp>
        <p:nvSpPr>
          <p:cNvPr id="22" name="Callout: Left Arrow 21">
            <a:extLst>
              <a:ext uri="{FF2B5EF4-FFF2-40B4-BE49-F238E27FC236}">
                <a16:creationId xmlns:a16="http://schemas.microsoft.com/office/drawing/2014/main" id="{0CFEC9C0-57E5-E0FD-CCC9-ADC6D0E44709}"/>
              </a:ext>
            </a:extLst>
          </p:cNvPr>
          <p:cNvSpPr/>
          <p:nvPr/>
        </p:nvSpPr>
        <p:spPr>
          <a:xfrm>
            <a:off x="3683679" y="4655224"/>
            <a:ext cx="5888266" cy="875031"/>
          </a:xfrm>
          <a:prstGeom prst="leftArrowCallout">
            <a:avLst>
              <a:gd name="adj1" fmla="val 25000"/>
              <a:gd name="adj2" fmla="val 25000"/>
              <a:gd name="adj3" fmla="val 25000"/>
              <a:gd name="adj4" fmla="val 94028"/>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But what if point “P” is not on the line. In this case:</a:t>
            </a:r>
          </a:p>
          <a:p>
            <a:pPr algn="ctr"/>
            <a:r>
              <a:rPr lang="en-US" dirty="0">
                <a:highlight>
                  <a:srgbClr val="000000"/>
                </a:highlight>
                <a:latin typeface="Consolas" panose="020B0609020204030204" pitchFamily="49" charset="0"/>
              </a:rPr>
              <a:t>1∙(-11) + (-4)∙0 + 3 = -8</a:t>
            </a:r>
          </a:p>
        </p:txBody>
      </p:sp>
      <p:sp>
        <p:nvSpPr>
          <p:cNvPr id="23" name="Rectangle 22">
            <a:extLst>
              <a:ext uri="{FF2B5EF4-FFF2-40B4-BE49-F238E27FC236}">
                <a16:creationId xmlns:a16="http://schemas.microsoft.com/office/drawing/2014/main" id="{B1D0FF39-2FF9-713F-2874-97AC90AE1DB0}"/>
              </a:ext>
            </a:extLst>
          </p:cNvPr>
          <p:cNvSpPr/>
          <p:nvPr/>
        </p:nvSpPr>
        <p:spPr>
          <a:xfrm>
            <a:off x="2238692" y="1908047"/>
            <a:ext cx="6217920" cy="423332"/>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30936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randombar(horizontal)">
                                      <p:cBhvr>
                                        <p:cTn id="7" dur="500"/>
                                        <p:tgtEl>
                                          <p:spTgt spid="14"/>
                                        </p:tgtEl>
                                      </p:cBhvr>
                                    </p:animEffect>
                                  </p:childTnLst>
                                </p:cTn>
                              </p:par>
                            </p:childTnLst>
                          </p:cTn>
                        </p:par>
                        <p:par>
                          <p:cTn id="8" fill="hold">
                            <p:stCondLst>
                              <p:cond delay="500"/>
                            </p:stCondLst>
                            <p:childTnLst>
                              <p:par>
                                <p:cTn id="9" presetID="2" presetClass="entr" presetSubtype="2"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1+#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Algorithm</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859001" cy="1676400"/>
              </a:xfrm>
            </p:spPr>
            <p:txBody>
              <a:bodyPr/>
              <a:lstStyle/>
              <a:p>
                <a:pPr marL="0" indent="0">
                  <a:buNone/>
                </a:pPr>
                <a:r>
                  <a:rPr lang="en-US" b="0" dirty="0">
                    <a:latin typeface="Cambria Math" panose="02040503050406030204" pitchFamily="18" charset="0"/>
                    <a:cs typeface="Arial" panose="020B0604020202020204" pitchFamily="34" charset="0"/>
                  </a:rPr>
                  <a:t>To understand the meaning of </a:t>
                </a:r>
                <a:r>
                  <a:rPr lang="en-US" dirty="0">
                    <a:latin typeface="Cambria Math" panose="02040503050406030204" pitchFamily="18" charset="0"/>
                    <a:cs typeface="Arial" panose="020B0604020202020204" pitchFamily="34" charset="0"/>
                  </a:rPr>
                  <a:t>the equation, </a:t>
                </a:r>
                <a:r>
                  <a:rPr lang="en-US" b="0" dirty="0">
                    <a:latin typeface="Cambria Math" panose="02040503050406030204" pitchFamily="18" charset="0"/>
                    <a:cs typeface="Arial" panose="020B0604020202020204" pitchFamily="34" charset="0"/>
                  </a:rPr>
                  <a:t>lets consider the following line: </a:t>
                </a:r>
                <a14:m>
                  <m:oMath xmlns:m="http://schemas.openxmlformats.org/officeDocument/2006/math">
                    <m:r>
                      <a:rPr lang="en-US" b="0" i="0" smtClean="0">
                        <a:latin typeface="Cambria Math" panose="02040503050406030204" pitchFamily="18" charset="0"/>
                        <a:cs typeface="Arial" panose="020B0604020202020204" pitchFamily="34" charset="0"/>
                      </a:rPr>
                      <m:t>1</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𝒙</m:t>
                    </m:r>
                    <m:r>
                      <a:rPr lang="en-US" b="1" i="1" smtClean="0">
                        <a:latin typeface="Cambria Math" panose="02040503050406030204" pitchFamily="18" charset="0"/>
                        <a:cs typeface="Arial" panose="020B0604020202020204" pitchFamily="34" charset="0"/>
                      </a:rPr>
                      <m:t>+</m:t>
                    </m:r>
                    <m:d>
                      <m:dPr>
                        <m:ctrlPr>
                          <a:rPr lang="en-US" b="1" i="1" smtClean="0">
                            <a:latin typeface="Cambria Math" panose="02040503050406030204" pitchFamily="18" charset="0"/>
                            <a:cs typeface="Arial" panose="020B0604020202020204" pitchFamily="34" charset="0"/>
                          </a:rPr>
                        </m:ctrlPr>
                      </m:dPr>
                      <m:e>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𝟒</m:t>
                        </m:r>
                      </m:e>
                    </m:d>
                    <m:r>
                      <a:rPr lang="en-US" b="1" i="1" smtClean="0">
                        <a:latin typeface="Cambria Math" panose="02040503050406030204" pitchFamily="18" charset="0"/>
                        <a:ea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𝒚</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𝟑</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𝟎</m:t>
                    </m:r>
                    <m:r>
                      <a:rPr lang="en-US" b="1" i="1" smtClean="0">
                        <a:latin typeface="Cambria Math" panose="02040503050406030204" pitchFamily="18" charset="0"/>
                        <a:cs typeface="Arial" panose="020B0604020202020204" pitchFamily="34" charset="0"/>
                      </a:rPr>
                      <m:t>, </m:t>
                    </m:r>
                    <m:r>
                      <a:rPr lang="en-US" b="1" i="1" smtClean="0">
                        <a:latin typeface="Cambria Math" panose="02040503050406030204" pitchFamily="18" charset="0"/>
                        <a:cs typeface="Arial" panose="020B0604020202020204" pitchFamily="34" charset="0"/>
                      </a:rPr>
                      <m:t>𝒂</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𝟏</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𝒃</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𝟒</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𝒄</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𝟑</m:t>
                    </m:r>
                  </m:oMath>
                </a14:m>
                <a:r>
                  <a:rPr lang="en-US" b="1" dirty="0">
                    <a:latin typeface="Cambria Math" panose="02040503050406030204" pitchFamily="18" charset="0"/>
                    <a:cs typeface="Arial" panose="020B0604020202020204" pitchFamily="34" charset="0"/>
                  </a:rPr>
                  <a:t>  </a:t>
                </a:r>
                <a:r>
                  <a:rPr lang="en-US" b="0" dirty="0">
                    <a:latin typeface="Cambria Math" panose="02040503050406030204" pitchFamily="18" charset="0"/>
                    <a:cs typeface="Arial" panose="020B0604020202020204" pitchFamily="34" charset="0"/>
                  </a:rPr>
                  <a:t>as described in the below picture.</a:t>
                </a:r>
              </a:p>
            </p:txBody>
          </p:sp>
        </mc:Choice>
        <mc:Fallback xmlns="">
          <p:sp>
            <p:nvSpPr>
              <p:cNvPr id="6" name="Content Placeholder 5">
                <a:extLst>
                  <a:ext uri="{FF2B5EF4-FFF2-40B4-BE49-F238E27FC236}">
                    <a16:creationId xmlns:a16="http://schemas.microsoft.com/office/drawing/2014/main" id="{75C8F42D-68F5-9BC0-5FC5-9D26B76AB49A}"/>
                  </a:ext>
                </a:extLst>
              </p:cNvPr>
              <p:cNvSpPr>
                <a:spLocks noGrp="1" noRot="1" noChangeAspect="1" noMove="1" noResize="1" noEditPoints="1" noAdjustHandles="1" noChangeArrowheads="1" noChangeShapeType="1" noTextEdit="1"/>
              </p:cNvSpPr>
              <p:nvPr>
                <p:ph idx="1"/>
              </p:nvPr>
            </p:nvSpPr>
            <p:spPr>
              <a:xfrm>
                <a:off x="1645611" y="1600200"/>
                <a:ext cx="9859001" cy="1676400"/>
              </a:xfrm>
              <a:blipFill>
                <a:blip r:embed="rId2"/>
                <a:stretch>
                  <a:fillRect l="-1030" t="-4511"/>
                </a:stretch>
              </a:blipFill>
            </p:spPr>
            <p:txBody>
              <a:bodyPr/>
              <a:lstStyle/>
              <a:p>
                <a:r>
                  <a:rPr lang="en-US">
                    <a:noFill/>
                  </a:rPr>
                  <a:t> </a:t>
                </a:r>
              </a:p>
            </p:txBody>
          </p:sp>
        </mc:Fallback>
      </mc:AlternateContent>
      <p:grpSp>
        <p:nvGrpSpPr>
          <p:cNvPr id="7" name="Group 6">
            <a:extLst>
              <a:ext uri="{FF2B5EF4-FFF2-40B4-BE49-F238E27FC236}">
                <a16:creationId xmlns:a16="http://schemas.microsoft.com/office/drawing/2014/main" id="{42B32645-CD4E-18D8-DF6F-45FC0DF5D1D8}"/>
              </a:ext>
            </a:extLst>
          </p:cNvPr>
          <p:cNvGrpSpPr/>
          <p:nvPr/>
        </p:nvGrpSpPr>
        <p:grpSpPr>
          <a:xfrm>
            <a:off x="1516718" y="3240009"/>
            <a:ext cx="9317334" cy="3588791"/>
            <a:chOff x="1516718" y="3240009"/>
            <a:chExt cx="9317334" cy="3588791"/>
          </a:xfrm>
        </p:grpSpPr>
        <p:grpSp>
          <p:nvGrpSpPr>
            <p:cNvPr id="410" name="Group 409">
              <a:extLst>
                <a:ext uri="{FF2B5EF4-FFF2-40B4-BE49-F238E27FC236}">
                  <a16:creationId xmlns:a16="http://schemas.microsoft.com/office/drawing/2014/main" id="{88B3EBF7-C9A2-D9F2-3358-428A949F3CD4}"/>
                </a:ext>
              </a:extLst>
            </p:cNvPr>
            <p:cNvGrpSpPr/>
            <p:nvPr/>
          </p:nvGrpSpPr>
          <p:grpSpPr>
            <a:xfrm>
              <a:off x="2055812" y="3657600"/>
              <a:ext cx="8778240" cy="2971800"/>
              <a:chOff x="2132012" y="3124200"/>
              <a:chExt cx="8778240" cy="2971800"/>
            </a:xfrm>
          </p:grpSpPr>
          <p:grpSp>
            <p:nvGrpSpPr>
              <p:cNvPr id="403" name="Group 402">
                <a:extLst>
                  <a:ext uri="{FF2B5EF4-FFF2-40B4-BE49-F238E27FC236}">
                    <a16:creationId xmlns:a16="http://schemas.microsoft.com/office/drawing/2014/main" id="{17AB6608-F51E-D44B-5D04-5ADBEFBA3C28}"/>
                  </a:ext>
                </a:extLst>
              </p:cNvPr>
              <p:cNvGrpSpPr/>
              <p:nvPr/>
            </p:nvGrpSpPr>
            <p:grpSpPr>
              <a:xfrm>
                <a:off x="2132012" y="3124200"/>
                <a:ext cx="8778240" cy="2926080"/>
                <a:chOff x="2132012" y="3124200"/>
                <a:chExt cx="8778240" cy="2926080"/>
              </a:xfrm>
            </p:grpSpPr>
            <p:grpSp>
              <p:nvGrpSpPr>
                <p:cNvPr id="125" name="Group 124">
                  <a:extLst>
                    <a:ext uri="{FF2B5EF4-FFF2-40B4-BE49-F238E27FC236}">
                      <a16:creationId xmlns:a16="http://schemas.microsoft.com/office/drawing/2014/main" id="{9CBAC667-CF1B-92BF-8137-C3B66C320A63}"/>
                    </a:ext>
                  </a:extLst>
                </p:cNvPr>
                <p:cNvGrpSpPr/>
                <p:nvPr/>
              </p:nvGrpSpPr>
              <p:grpSpPr>
                <a:xfrm>
                  <a:off x="2132012" y="3124200"/>
                  <a:ext cx="2926080" cy="2926080"/>
                  <a:chOff x="2132012" y="3124200"/>
                  <a:chExt cx="2926080" cy="2926080"/>
                </a:xfrm>
              </p:grpSpPr>
              <p:grpSp>
                <p:nvGrpSpPr>
                  <p:cNvPr id="69" name="Group 68">
                    <a:extLst>
                      <a:ext uri="{FF2B5EF4-FFF2-40B4-BE49-F238E27FC236}">
                        <a16:creationId xmlns:a16="http://schemas.microsoft.com/office/drawing/2014/main" id="{57CE3321-BDA9-BC9D-4458-5A9FDFCC9279}"/>
                      </a:ext>
                    </a:extLst>
                  </p:cNvPr>
                  <p:cNvGrpSpPr/>
                  <p:nvPr/>
                </p:nvGrpSpPr>
                <p:grpSpPr>
                  <a:xfrm>
                    <a:off x="2132012" y="3124200"/>
                    <a:ext cx="2926080" cy="1463040"/>
                    <a:chOff x="2970212" y="4724400"/>
                    <a:chExt cx="2926080" cy="1463040"/>
                  </a:xfrm>
                </p:grpSpPr>
                <p:grpSp>
                  <p:nvGrpSpPr>
                    <p:cNvPr id="41" name="Group 40">
                      <a:extLst>
                        <a:ext uri="{FF2B5EF4-FFF2-40B4-BE49-F238E27FC236}">
                          <a16:creationId xmlns:a16="http://schemas.microsoft.com/office/drawing/2014/main" id="{E591D691-764B-040E-1287-F2E1AFEE5A49}"/>
                        </a:ext>
                      </a:extLst>
                    </p:cNvPr>
                    <p:cNvGrpSpPr/>
                    <p:nvPr/>
                  </p:nvGrpSpPr>
                  <p:grpSpPr>
                    <a:xfrm>
                      <a:off x="2970212" y="4724400"/>
                      <a:ext cx="1463040" cy="1463040"/>
                      <a:chOff x="2970212" y="4724400"/>
                      <a:chExt cx="1463040" cy="1463040"/>
                    </a:xfrm>
                  </p:grpSpPr>
                  <p:grpSp>
                    <p:nvGrpSpPr>
                      <p:cNvPr id="21" name="Group 20">
                        <a:extLst>
                          <a:ext uri="{FF2B5EF4-FFF2-40B4-BE49-F238E27FC236}">
                            <a16:creationId xmlns:a16="http://schemas.microsoft.com/office/drawing/2014/main" id="{3FE1A9B0-E26D-384A-8587-D9FB00A3D72B}"/>
                          </a:ext>
                        </a:extLst>
                      </p:cNvPr>
                      <p:cNvGrpSpPr/>
                      <p:nvPr/>
                    </p:nvGrpSpPr>
                    <p:grpSpPr>
                      <a:xfrm>
                        <a:off x="2970212" y="4724400"/>
                        <a:ext cx="1463040" cy="731520"/>
                        <a:chOff x="2970212" y="4724400"/>
                        <a:chExt cx="1463040" cy="731520"/>
                      </a:xfrm>
                    </p:grpSpPr>
                    <p:grpSp>
                      <p:nvGrpSpPr>
                        <p:cNvPr id="12" name="Group 11">
                          <a:extLst>
                            <a:ext uri="{FF2B5EF4-FFF2-40B4-BE49-F238E27FC236}">
                              <a16:creationId xmlns:a16="http://schemas.microsoft.com/office/drawing/2014/main" id="{D8B94FAE-1D6F-221E-9C77-92A447977311}"/>
                            </a:ext>
                          </a:extLst>
                        </p:cNvPr>
                        <p:cNvGrpSpPr/>
                        <p:nvPr/>
                      </p:nvGrpSpPr>
                      <p:grpSpPr>
                        <a:xfrm>
                          <a:off x="2970212" y="4724400"/>
                          <a:ext cx="731520" cy="731520"/>
                          <a:chOff x="2970212" y="4724400"/>
                          <a:chExt cx="731520" cy="731520"/>
                        </a:xfrm>
                      </p:grpSpPr>
                      <p:grpSp>
                        <p:nvGrpSpPr>
                          <p:cNvPr id="9" name="Group 8">
                            <a:extLst>
                              <a:ext uri="{FF2B5EF4-FFF2-40B4-BE49-F238E27FC236}">
                                <a16:creationId xmlns:a16="http://schemas.microsoft.com/office/drawing/2014/main" id="{FDA4200E-7308-5745-D397-42C3A1941F97}"/>
                              </a:ext>
                            </a:extLst>
                          </p:cNvPr>
                          <p:cNvGrpSpPr/>
                          <p:nvPr/>
                        </p:nvGrpSpPr>
                        <p:grpSpPr>
                          <a:xfrm>
                            <a:off x="2970212" y="4724400"/>
                            <a:ext cx="731520" cy="365760"/>
                            <a:chOff x="2970212" y="4724400"/>
                            <a:chExt cx="731520" cy="365760"/>
                          </a:xfrm>
                        </p:grpSpPr>
                        <p:sp>
                          <p:nvSpPr>
                            <p:cNvPr id="4" name="Rectangle 3">
                              <a:extLst>
                                <a:ext uri="{FF2B5EF4-FFF2-40B4-BE49-F238E27FC236}">
                                  <a16:creationId xmlns:a16="http://schemas.microsoft.com/office/drawing/2014/main" id="{40A1CE94-EFD3-2136-E072-F672753A679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AA4C45E6-FCD4-0567-B532-9A52124BA01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 name="Rectangle 9">
                            <a:extLst>
                              <a:ext uri="{FF2B5EF4-FFF2-40B4-BE49-F238E27FC236}">
                                <a16:creationId xmlns:a16="http://schemas.microsoft.com/office/drawing/2014/main" id="{A0B5002B-6CF4-9256-9D80-1757C55991E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 name="Rectangle 10">
                            <a:extLst>
                              <a:ext uri="{FF2B5EF4-FFF2-40B4-BE49-F238E27FC236}">
                                <a16:creationId xmlns:a16="http://schemas.microsoft.com/office/drawing/2014/main" id="{7948705D-8B21-7B36-379C-C3D1BF9047A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F8F5FDF1-4199-1447-6130-7EB6BD3D2F1D}"/>
                            </a:ext>
                          </a:extLst>
                        </p:cNvPr>
                        <p:cNvGrpSpPr/>
                        <p:nvPr/>
                      </p:nvGrpSpPr>
                      <p:grpSpPr>
                        <a:xfrm>
                          <a:off x="3701732" y="4724400"/>
                          <a:ext cx="731520" cy="731520"/>
                          <a:chOff x="2970212" y="4724400"/>
                          <a:chExt cx="731520" cy="731520"/>
                        </a:xfrm>
                      </p:grpSpPr>
                      <p:grpSp>
                        <p:nvGrpSpPr>
                          <p:cNvPr id="16" name="Group 15">
                            <a:extLst>
                              <a:ext uri="{FF2B5EF4-FFF2-40B4-BE49-F238E27FC236}">
                                <a16:creationId xmlns:a16="http://schemas.microsoft.com/office/drawing/2014/main" id="{78EF4743-9A9F-A0A7-0608-53590E58AF48}"/>
                              </a:ext>
                            </a:extLst>
                          </p:cNvPr>
                          <p:cNvGrpSpPr/>
                          <p:nvPr/>
                        </p:nvGrpSpPr>
                        <p:grpSpPr>
                          <a:xfrm>
                            <a:off x="2970212" y="4724400"/>
                            <a:ext cx="731520" cy="365760"/>
                            <a:chOff x="2970212" y="4724400"/>
                            <a:chExt cx="731520" cy="365760"/>
                          </a:xfrm>
                        </p:grpSpPr>
                        <p:sp>
                          <p:nvSpPr>
                            <p:cNvPr id="19" name="Rectangle 18">
                              <a:extLst>
                                <a:ext uri="{FF2B5EF4-FFF2-40B4-BE49-F238E27FC236}">
                                  <a16:creationId xmlns:a16="http://schemas.microsoft.com/office/drawing/2014/main" id="{EA711D48-D6C3-65ED-4089-C8498EEAB111}"/>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 name="Rectangle 19">
                              <a:extLst>
                                <a:ext uri="{FF2B5EF4-FFF2-40B4-BE49-F238E27FC236}">
                                  <a16:creationId xmlns:a16="http://schemas.microsoft.com/office/drawing/2014/main" id="{6F418835-1B9D-65D8-0266-23456CAAF174}"/>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ABFAFC10-8BDA-1167-B0C6-EFB75A83681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8" name="Rectangle 17">
                            <a:extLst>
                              <a:ext uri="{FF2B5EF4-FFF2-40B4-BE49-F238E27FC236}">
                                <a16:creationId xmlns:a16="http://schemas.microsoft.com/office/drawing/2014/main" id="{5C71C587-4D6E-565C-9679-F5FAFD607D0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8" name="Group 27">
                        <a:extLst>
                          <a:ext uri="{FF2B5EF4-FFF2-40B4-BE49-F238E27FC236}">
                            <a16:creationId xmlns:a16="http://schemas.microsoft.com/office/drawing/2014/main" id="{49373B72-7E08-2D1A-F813-2A9786513C90}"/>
                          </a:ext>
                        </a:extLst>
                      </p:cNvPr>
                      <p:cNvGrpSpPr/>
                      <p:nvPr/>
                    </p:nvGrpSpPr>
                    <p:grpSpPr>
                      <a:xfrm>
                        <a:off x="2970212" y="5455920"/>
                        <a:ext cx="1463040" cy="731520"/>
                        <a:chOff x="2970212" y="4724400"/>
                        <a:chExt cx="1463040" cy="731520"/>
                      </a:xfrm>
                    </p:grpSpPr>
                    <p:grpSp>
                      <p:nvGrpSpPr>
                        <p:cNvPr id="29" name="Group 28">
                          <a:extLst>
                            <a:ext uri="{FF2B5EF4-FFF2-40B4-BE49-F238E27FC236}">
                              <a16:creationId xmlns:a16="http://schemas.microsoft.com/office/drawing/2014/main" id="{5718B21C-F6A5-7D68-5C18-101867B9D4A3}"/>
                            </a:ext>
                          </a:extLst>
                        </p:cNvPr>
                        <p:cNvGrpSpPr/>
                        <p:nvPr/>
                      </p:nvGrpSpPr>
                      <p:grpSpPr>
                        <a:xfrm>
                          <a:off x="2970212" y="4724400"/>
                          <a:ext cx="731520" cy="731520"/>
                          <a:chOff x="2970212" y="4724400"/>
                          <a:chExt cx="731520" cy="731520"/>
                        </a:xfrm>
                      </p:grpSpPr>
                      <p:grpSp>
                        <p:nvGrpSpPr>
                          <p:cNvPr id="36" name="Group 35">
                            <a:extLst>
                              <a:ext uri="{FF2B5EF4-FFF2-40B4-BE49-F238E27FC236}">
                                <a16:creationId xmlns:a16="http://schemas.microsoft.com/office/drawing/2014/main" id="{3B278792-A4BC-D4E5-0966-FE8BB6FDDF9B}"/>
                              </a:ext>
                            </a:extLst>
                          </p:cNvPr>
                          <p:cNvGrpSpPr/>
                          <p:nvPr/>
                        </p:nvGrpSpPr>
                        <p:grpSpPr>
                          <a:xfrm>
                            <a:off x="2970212" y="4724400"/>
                            <a:ext cx="731520" cy="365760"/>
                            <a:chOff x="2970212" y="4724400"/>
                            <a:chExt cx="731520" cy="365760"/>
                          </a:xfrm>
                        </p:grpSpPr>
                        <p:sp>
                          <p:nvSpPr>
                            <p:cNvPr id="39" name="Rectangle 38">
                              <a:extLst>
                                <a:ext uri="{FF2B5EF4-FFF2-40B4-BE49-F238E27FC236}">
                                  <a16:creationId xmlns:a16="http://schemas.microsoft.com/office/drawing/2014/main" id="{13A8CF73-5EB4-9A75-6143-563910E97BF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 name="Rectangle 39">
                              <a:extLst>
                                <a:ext uri="{FF2B5EF4-FFF2-40B4-BE49-F238E27FC236}">
                                  <a16:creationId xmlns:a16="http://schemas.microsoft.com/office/drawing/2014/main" id="{9D4E0F80-DD44-E107-7159-2C4A9C649327}"/>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7" name="Rectangle 36">
                            <a:extLst>
                              <a:ext uri="{FF2B5EF4-FFF2-40B4-BE49-F238E27FC236}">
                                <a16:creationId xmlns:a16="http://schemas.microsoft.com/office/drawing/2014/main" id="{260A1155-EDF9-E4A7-6C6C-E9E13E59295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 name="Rectangle 37">
                            <a:extLst>
                              <a:ext uri="{FF2B5EF4-FFF2-40B4-BE49-F238E27FC236}">
                                <a16:creationId xmlns:a16="http://schemas.microsoft.com/office/drawing/2014/main" id="{25B1D993-EE4A-69DE-A5FA-47373AFFE06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2E2EF1A7-9B43-2820-2A53-D0C1CDDEF949}"/>
                            </a:ext>
                          </a:extLst>
                        </p:cNvPr>
                        <p:cNvGrpSpPr/>
                        <p:nvPr/>
                      </p:nvGrpSpPr>
                      <p:grpSpPr>
                        <a:xfrm>
                          <a:off x="3701732" y="4724400"/>
                          <a:ext cx="731520" cy="731520"/>
                          <a:chOff x="2970212" y="4724400"/>
                          <a:chExt cx="731520" cy="731520"/>
                        </a:xfrm>
                      </p:grpSpPr>
                      <p:grpSp>
                        <p:nvGrpSpPr>
                          <p:cNvPr id="31" name="Group 30">
                            <a:extLst>
                              <a:ext uri="{FF2B5EF4-FFF2-40B4-BE49-F238E27FC236}">
                                <a16:creationId xmlns:a16="http://schemas.microsoft.com/office/drawing/2014/main" id="{A18F52D0-B7F7-C731-7DE7-6883F2C935CD}"/>
                              </a:ext>
                            </a:extLst>
                          </p:cNvPr>
                          <p:cNvGrpSpPr/>
                          <p:nvPr/>
                        </p:nvGrpSpPr>
                        <p:grpSpPr>
                          <a:xfrm>
                            <a:off x="2970212" y="4724400"/>
                            <a:ext cx="731520" cy="365760"/>
                            <a:chOff x="2970212" y="4724400"/>
                            <a:chExt cx="731520" cy="365760"/>
                          </a:xfrm>
                        </p:grpSpPr>
                        <p:sp>
                          <p:nvSpPr>
                            <p:cNvPr id="34" name="Rectangle 33">
                              <a:extLst>
                                <a:ext uri="{FF2B5EF4-FFF2-40B4-BE49-F238E27FC236}">
                                  <a16:creationId xmlns:a16="http://schemas.microsoft.com/office/drawing/2014/main" id="{8437F47D-5007-6290-FFE2-C4DEA9740CA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 name="Rectangle 34">
                              <a:extLst>
                                <a:ext uri="{FF2B5EF4-FFF2-40B4-BE49-F238E27FC236}">
                                  <a16:creationId xmlns:a16="http://schemas.microsoft.com/office/drawing/2014/main" id="{036B0E81-F778-8426-B1F3-DFC4B751109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2" name="Rectangle 31">
                            <a:extLst>
                              <a:ext uri="{FF2B5EF4-FFF2-40B4-BE49-F238E27FC236}">
                                <a16:creationId xmlns:a16="http://schemas.microsoft.com/office/drawing/2014/main" id="{DA846111-1FC3-30BC-794A-5430619991D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 name="Rectangle 32">
                            <a:extLst>
                              <a:ext uri="{FF2B5EF4-FFF2-40B4-BE49-F238E27FC236}">
                                <a16:creationId xmlns:a16="http://schemas.microsoft.com/office/drawing/2014/main" id="{948700FF-46EE-7304-FD9E-9ADE26AE2AEB}"/>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42" name="Group 41">
                      <a:extLst>
                        <a:ext uri="{FF2B5EF4-FFF2-40B4-BE49-F238E27FC236}">
                          <a16:creationId xmlns:a16="http://schemas.microsoft.com/office/drawing/2014/main" id="{172ABDE7-1C1D-2911-7658-525298CE9549}"/>
                        </a:ext>
                      </a:extLst>
                    </p:cNvPr>
                    <p:cNvGrpSpPr/>
                    <p:nvPr/>
                  </p:nvGrpSpPr>
                  <p:grpSpPr>
                    <a:xfrm>
                      <a:off x="4433252" y="4724400"/>
                      <a:ext cx="1463040" cy="1463040"/>
                      <a:chOff x="2970212" y="4724400"/>
                      <a:chExt cx="1463040" cy="1463040"/>
                    </a:xfrm>
                  </p:grpSpPr>
                  <p:grpSp>
                    <p:nvGrpSpPr>
                      <p:cNvPr id="43" name="Group 42">
                        <a:extLst>
                          <a:ext uri="{FF2B5EF4-FFF2-40B4-BE49-F238E27FC236}">
                            <a16:creationId xmlns:a16="http://schemas.microsoft.com/office/drawing/2014/main" id="{0B454B95-6AED-5998-C509-C0BAC8087CE0}"/>
                          </a:ext>
                        </a:extLst>
                      </p:cNvPr>
                      <p:cNvGrpSpPr/>
                      <p:nvPr/>
                    </p:nvGrpSpPr>
                    <p:grpSpPr>
                      <a:xfrm>
                        <a:off x="2970212" y="4724400"/>
                        <a:ext cx="1463040" cy="731520"/>
                        <a:chOff x="2970212" y="4724400"/>
                        <a:chExt cx="1463040" cy="731520"/>
                      </a:xfrm>
                    </p:grpSpPr>
                    <p:grpSp>
                      <p:nvGrpSpPr>
                        <p:cNvPr id="57" name="Group 56">
                          <a:extLst>
                            <a:ext uri="{FF2B5EF4-FFF2-40B4-BE49-F238E27FC236}">
                              <a16:creationId xmlns:a16="http://schemas.microsoft.com/office/drawing/2014/main" id="{CE03F92E-45A3-4EB2-EC57-2A11F3AE20CF}"/>
                            </a:ext>
                          </a:extLst>
                        </p:cNvPr>
                        <p:cNvGrpSpPr/>
                        <p:nvPr/>
                      </p:nvGrpSpPr>
                      <p:grpSpPr>
                        <a:xfrm>
                          <a:off x="2970212" y="4724400"/>
                          <a:ext cx="731520" cy="731520"/>
                          <a:chOff x="2970212" y="4724400"/>
                          <a:chExt cx="731520" cy="731520"/>
                        </a:xfrm>
                      </p:grpSpPr>
                      <p:grpSp>
                        <p:nvGrpSpPr>
                          <p:cNvPr id="64" name="Group 63">
                            <a:extLst>
                              <a:ext uri="{FF2B5EF4-FFF2-40B4-BE49-F238E27FC236}">
                                <a16:creationId xmlns:a16="http://schemas.microsoft.com/office/drawing/2014/main" id="{B1920F4D-A5A2-27FE-AEB3-9AD7FC1BAED2}"/>
                              </a:ext>
                            </a:extLst>
                          </p:cNvPr>
                          <p:cNvGrpSpPr/>
                          <p:nvPr/>
                        </p:nvGrpSpPr>
                        <p:grpSpPr>
                          <a:xfrm>
                            <a:off x="2970212" y="4724400"/>
                            <a:ext cx="731520" cy="365760"/>
                            <a:chOff x="2970212" y="4724400"/>
                            <a:chExt cx="731520" cy="365760"/>
                          </a:xfrm>
                        </p:grpSpPr>
                        <p:sp>
                          <p:nvSpPr>
                            <p:cNvPr id="67" name="Rectangle 66">
                              <a:extLst>
                                <a:ext uri="{FF2B5EF4-FFF2-40B4-BE49-F238E27FC236}">
                                  <a16:creationId xmlns:a16="http://schemas.microsoft.com/office/drawing/2014/main" id="{1B96144B-3BC7-5C9C-7EA3-9C021A70CB7F}"/>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8" name="Rectangle 67">
                              <a:extLst>
                                <a:ext uri="{FF2B5EF4-FFF2-40B4-BE49-F238E27FC236}">
                                  <a16:creationId xmlns:a16="http://schemas.microsoft.com/office/drawing/2014/main" id="{05B0656E-5999-0B70-7CE7-274773257D6E}"/>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65" name="Rectangle 64">
                            <a:extLst>
                              <a:ext uri="{FF2B5EF4-FFF2-40B4-BE49-F238E27FC236}">
                                <a16:creationId xmlns:a16="http://schemas.microsoft.com/office/drawing/2014/main" id="{5F464F21-5061-D038-E819-C7DF0BE7261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6" name="Rectangle 65">
                            <a:extLst>
                              <a:ext uri="{FF2B5EF4-FFF2-40B4-BE49-F238E27FC236}">
                                <a16:creationId xmlns:a16="http://schemas.microsoft.com/office/drawing/2014/main" id="{933FEF85-2585-0566-D089-AD52D2C61DC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58" name="Group 57">
                          <a:extLst>
                            <a:ext uri="{FF2B5EF4-FFF2-40B4-BE49-F238E27FC236}">
                              <a16:creationId xmlns:a16="http://schemas.microsoft.com/office/drawing/2014/main" id="{6EE20B55-F3DE-4BA5-4002-4C8F7847D116}"/>
                            </a:ext>
                          </a:extLst>
                        </p:cNvPr>
                        <p:cNvGrpSpPr/>
                        <p:nvPr/>
                      </p:nvGrpSpPr>
                      <p:grpSpPr>
                        <a:xfrm>
                          <a:off x="3701732" y="4724400"/>
                          <a:ext cx="731520" cy="731520"/>
                          <a:chOff x="2970212" y="4724400"/>
                          <a:chExt cx="731520" cy="731520"/>
                        </a:xfrm>
                      </p:grpSpPr>
                      <p:grpSp>
                        <p:nvGrpSpPr>
                          <p:cNvPr id="59" name="Group 58">
                            <a:extLst>
                              <a:ext uri="{FF2B5EF4-FFF2-40B4-BE49-F238E27FC236}">
                                <a16:creationId xmlns:a16="http://schemas.microsoft.com/office/drawing/2014/main" id="{3255FB4D-5554-8B8E-0C7A-28F863B6B67B}"/>
                              </a:ext>
                            </a:extLst>
                          </p:cNvPr>
                          <p:cNvGrpSpPr/>
                          <p:nvPr/>
                        </p:nvGrpSpPr>
                        <p:grpSpPr>
                          <a:xfrm>
                            <a:off x="2970212" y="4724400"/>
                            <a:ext cx="731520" cy="365760"/>
                            <a:chOff x="2970212" y="4724400"/>
                            <a:chExt cx="731520" cy="365760"/>
                          </a:xfrm>
                        </p:grpSpPr>
                        <p:sp>
                          <p:nvSpPr>
                            <p:cNvPr id="62" name="Rectangle 61">
                              <a:extLst>
                                <a:ext uri="{FF2B5EF4-FFF2-40B4-BE49-F238E27FC236}">
                                  <a16:creationId xmlns:a16="http://schemas.microsoft.com/office/drawing/2014/main" id="{6387A1E8-475B-82DC-CC51-10242640AF9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3" name="Rectangle 62">
                              <a:extLst>
                                <a:ext uri="{FF2B5EF4-FFF2-40B4-BE49-F238E27FC236}">
                                  <a16:creationId xmlns:a16="http://schemas.microsoft.com/office/drawing/2014/main" id="{E1262F7B-14BA-BC08-8254-4E74B858383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60" name="Rectangle 59">
                            <a:extLst>
                              <a:ext uri="{FF2B5EF4-FFF2-40B4-BE49-F238E27FC236}">
                                <a16:creationId xmlns:a16="http://schemas.microsoft.com/office/drawing/2014/main" id="{251DA5CD-9A2C-1716-7390-4CF9F7FE5FA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1" name="Rectangle 60">
                            <a:extLst>
                              <a:ext uri="{FF2B5EF4-FFF2-40B4-BE49-F238E27FC236}">
                                <a16:creationId xmlns:a16="http://schemas.microsoft.com/office/drawing/2014/main" id="{563E7A1D-EA89-29BD-301D-3385197B513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44" name="Group 43">
                        <a:extLst>
                          <a:ext uri="{FF2B5EF4-FFF2-40B4-BE49-F238E27FC236}">
                            <a16:creationId xmlns:a16="http://schemas.microsoft.com/office/drawing/2014/main" id="{3F03E808-9C24-C334-856A-3AF613303F02}"/>
                          </a:ext>
                        </a:extLst>
                      </p:cNvPr>
                      <p:cNvGrpSpPr/>
                      <p:nvPr/>
                    </p:nvGrpSpPr>
                    <p:grpSpPr>
                      <a:xfrm>
                        <a:off x="2970212" y="5455920"/>
                        <a:ext cx="1463040" cy="731520"/>
                        <a:chOff x="2970212" y="4724400"/>
                        <a:chExt cx="1463040" cy="731520"/>
                      </a:xfrm>
                    </p:grpSpPr>
                    <p:grpSp>
                      <p:nvGrpSpPr>
                        <p:cNvPr id="45" name="Group 44">
                          <a:extLst>
                            <a:ext uri="{FF2B5EF4-FFF2-40B4-BE49-F238E27FC236}">
                              <a16:creationId xmlns:a16="http://schemas.microsoft.com/office/drawing/2014/main" id="{F7A39F38-820C-4B63-0005-B627346FCF22}"/>
                            </a:ext>
                          </a:extLst>
                        </p:cNvPr>
                        <p:cNvGrpSpPr/>
                        <p:nvPr/>
                      </p:nvGrpSpPr>
                      <p:grpSpPr>
                        <a:xfrm>
                          <a:off x="2970212" y="4724400"/>
                          <a:ext cx="731520" cy="731520"/>
                          <a:chOff x="2970212" y="4724400"/>
                          <a:chExt cx="731520" cy="731520"/>
                        </a:xfrm>
                      </p:grpSpPr>
                      <p:grpSp>
                        <p:nvGrpSpPr>
                          <p:cNvPr id="52" name="Group 51">
                            <a:extLst>
                              <a:ext uri="{FF2B5EF4-FFF2-40B4-BE49-F238E27FC236}">
                                <a16:creationId xmlns:a16="http://schemas.microsoft.com/office/drawing/2014/main" id="{F1758ADC-828F-B3B2-3659-EBD8EC5426E7}"/>
                              </a:ext>
                            </a:extLst>
                          </p:cNvPr>
                          <p:cNvGrpSpPr/>
                          <p:nvPr/>
                        </p:nvGrpSpPr>
                        <p:grpSpPr>
                          <a:xfrm>
                            <a:off x="2970212" y="4724400"/>
                            <a:ext cx="731520" cy="365760"/>
                            <a:chOff x="2970212" y="4724400"/>
                            <a:chExt cx="731520" cy="365760"/>
                          </a:xfrm>
                        </p:grpSpPr>
                        <p:sp>
                          <p:nvSpPr>
                            <p:cNvPr id="55" name="Rectangle 54">
                              <a:extLst>
                                <a:ext uri="{FF2B5EF4-FFF2-40B4-BE49-F238E27FC236}">
                                  <a16:creationId xmlns:a16="http://schemas.microsoft.com/office/drawing/2014/main" id="{5F54D3B5-1228-CD52-8DE6-24916633AC3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6" name="Rectangle 55">
                              <a:extLst>
                                <a:ext uri="{FF2B5EF4-FFF2-40B4-BE49-F238E27FC236}">
                                  <a16:creationId xmlns:a16="http://schemas.microsoft.com/office/drawing/2014/main" id="{297F7C33-C433-C621-F5EF-CB8A73500DB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53" name="Rectangle 52">
                            <a:extLst>
                              <a:ext uri="{FF2B5EF4-FFF2-40B4-BE49-F238E27FC236}">
                                <a16:creationId xmlns:a16="http://schemas.microsoft.com/office/drawing/2014/main" id="{041D8961-5A58-EAC7-4F60-37E2F065010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4" name="Rectangle 53">
                            <a:extLst>
                              <a:ext uri="{FF2B5EF4-FFF2-40B4-BE49-F238E27FC236}">
                                <a16:creationId xmlns:a16="http://schemas.microsoft.com/office/drawing/2014/main" id="{43D832B5-98C0-9773-46AC-B4F4808D74EC}"/>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46" name="Group 45">
                          <a:extLst>
                            <a:ext uri="{FF2B5EF4-FFF2-40B4-BE49-F238E27FC236}">
                              <a16:creationId xmlns:a16="http://schemas.microsoft.com/office/drawing/2014/main" id="{CE22E725-4FAF-F456-61B3-1AD9FD78B673}"/>
                            </a:ext>
                          </a:extLst>
                        </p:cNvPr>
                        <p:cNvGrpSpPr/>
                        <p:nvPr/>
                      </p:nvGrpSpPr>
                      <p:grpSpPr>
                        <a:xfrm>
                          <a:off x="3701732" y="4724400"/>
                          <a:ext cx="731520" cy="731520"/>
                          <a:chOff x="2970212" y="4724400"/>
                          <a:chExt cx="731520" cy="731520"/>
                        </a:xfrm>
                      </p:grpSpPr>
                      <p:grpSp>
                        <p:nvGrpSpPr>
                          <p:cNvPr id="47" name="Group 46">
                            <a:extLst>
                              <a:ext uri="{FF2B5EF4-FFF2-40B4-BE49-F238E27FC236}">
                                <a16:creationId xmlns:a16="http://schemas.microsoft.com/office/drawing/2014/main" id="{299BEFDF-8275-E8F6-6CD0-5064A6D17B4C}"/>
                              </a:ext>
                            </a:extLst>
                          </p:cNvPr>
                          <p:cNvGrpSpPr/>
                          <p:nvPr/>
                        </p:nvGrpSpPr>
                        <p:grpSpPr>
                          <a:xfrm>
                            <a:off x="2970212" y="4724400"/>
                            <a:ext cx="731520" cy="365760"/>
                            <a:chOff x="2970212" y="4724400"/>
                            <a:chExt cx="731520" cy="365760"/>
                          </a:xfrm>
                        </p:grpSpPr>
                        <p:sp>
                          <p:nvSpPr>
                            <p:cNvPr id="50" name="Rectangle 49">
                              <a:extLst>
                                <a:ext uri="{FF2B5EF4-FFF2-40B4-BE49-F238E27FC236}">
                                  <a16:creationId xmlns:a16="http://schemas.microsoft.com/office/drawing/2014/main" id="{0A617FE3-F397-5B24-3183-B268F92FC3E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1" name="Rectangle 50">
                              <a:extLst>
                                <a:ext uri="{FF2B5EF4-FFF2-40B4-BE49-F238E27FC236}">
                                  <a16:creationId xmlns:a16="http://schemas.microsoft.com/office/drawing/2014/main" id="{683B4162-9B1A-98EB-80B3-CCAB33FFE7D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48" name="Rectangle 47">
                            <a:extLst>
                              <a:ext uri="{FF2B5EF4-FFF2-40B4-BE49-F238E27FC236}">
                                <a16:creationId xmlns:a16="http://schemas.microsoft.com/office/drawing/2014/main" id="{AC91D1CB-EDC8-AE8C-73C6-97463B4845F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9" name="Rectangle 48">
                            <a:extLst>
                              <a:ext uri="{FF2B5EF4-FFF2-40B4-BE49-F238E27FC236}">
                                <a16:creationId xmlns:a16="http://schemas.microsoft.com/office/drawing/2014/main" id="{CF654491-3515-DDCB-8697-EBAD8A13ECE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70" name="Group 69">
                    <a:extLst>
                      <a:ext uri="{FF2B5EF4-FFF2-40B4-BE49-F238E27FC236}">
                        <a16:creationId xmlns:a16="http://schemas.microsoft.com/office/drawing/2014/main" id="{E95469E0-711B-401E-894B-91041B2AF119}"/>
                      </a:ext>
                    </a:extLst>
                  </p:cNvPr>
                  <p:cNvGrpSpPr/>
                  <p:nvPr/>
                </p:nvGrpSpPr>
                <p:grpSpPr>
                  <a:xfrm>
                    <a:off x="2132012" y="4587240"/>
                    <a:ext cx="2926080" cy="1463040"/>
                    <a:chOff x="2970212" y="4724400"/>
                    <a:chExt cx="2926080" cy="1463040"/>
                  </a:xfrm>
                </p:grpSpPr>
                <p:grpSp>
                  <p:nvGrpSpPr>
                    <p:cNvPr id="71" name="Group 70">
                      <a:extLst>
                        <a:ext uri="{FF2B5EF4-FFF2-40B4-BE49-F238E27FC236}">
                          <a16:creationId xmlns:a16="http://schemas.microsoft.com/office/drawing/2014/main" id="{6063D257-015D-E24A-EA83-C81CD94D8E19}"/>
                        </a:ext>
                      </a:extLst>
                    </p:cNvPr>
                    <p:cNvGrpSpPr/>
                    <p:nvPr/>
                  </p:nvGrpSpPr>
                  <p:grpSpPr>
                    <a:xfrm>
                      <a:off x="2970212" y="4724400"/>
                      <a:ext cx="1463040" cy="1463040"/>
                      <a:chOff x="2970212" y="4724400"/>
                      <a:chExt cx="1463040" cy="1463040"/>
                    </a:xfrm>
                  </p:grpSpPr>
                  <p:grpSp>
                    <p:nvGrpSpPr>
                      <p:cNvPr id="99" name="Group 98">
                        <a:extLst>
                          <a:ext uri="{FF2B5EF4-FFF2-40B4-BE49-F238E27FC236}">
                            <a16:creationId xmlns:a16="http://schemas.microsoft.com/office/drawing/2014/main" id="{3EDDBEC6-7846-E653-FD8E-B3C71DCC2E4D}"/>
                          </a:ext>
                        </a:extLst>
                      </p:cNvPr>
                      <p:cNvGrpSpPr/>
                      <p:nvPr/>
                    </p:nvGrpSpPr>
                    <p:grpSpPr>
                      <a:xfrm>
                        <a:off x="2970212" y="4724400"/>
                        <a:ext cx="1463040" cy="731520"/>
                        <a:chOff x="2970212" y="4724400"/>
                        <a:chExt cx="1463040" cy="731520"/>
                      </a:xfrm>
                    </p:grpSpPr>
                    <p:grpSp>
                      <p:nvGrpSpPr>
                        <p:cNvPr id="113" name="Group 112">
                          <a:extLst>
                            <a:ext uri="{FF2B5EF4-FFF2-40B4-BE49-F238E27FC236}">
                              <a16:creationId xmlns:a16="http://schemas.microsoft.com/office/drawing/2014/main" id="{A3F75599-EAA3-FFBF-E7B8-D987A8832813}"/>
                            </a:ext>
                          </a:extLst>
                        </p:cNvPr>
                        <p:cNvGrpSpPr/>
                        <p:nvPr/>
                      </p:nvGrpSpPr>
                      <p:grpSpPr>
                        <a:xfrm>
                          <a:off x="2970212" y="4724400"/>
                          <a:ext cx="731520" cy="731520"/>
                          <a:chOff x="2970212" y="4724400"/>
                          <a:chExt cx="731520" cy="731520"/>
                        </a:xfrm>
                      </p:grpSpPr>
                      <p:grpSp>
                        <p:nvGrpSpPr>
                          <p:cNvPr id="120" name="Group 119">
                            <a:extLst>
                              <a:ext uri="{FF2B5EF4-FFF2-40B4-BE49-F238E27FC236}">
                                <a16:creationId xmlns:a16="http://schemas.microsoft.com/office/drawing/2014/main" id="{CDE596BE-B4E6-1733-084F-28E76F7CA6F9}"/>
                              </a:ext>
                            </a:extLst>
                          </p:cNvPr>
                          <p:cNvGrpSpPr/>
                          <p:nvPr/>
                        </p:nvGrpSpPr>
                        <p:grpSpPr>
                          <a:xfrm>
                            <a:off x="2970212" y="4724400"/>
                            <a:ext cx="731520" cy="365760"/>
                            <a:chOff x="2970212" y="4724400"/>
                            <a:chExt cx="731520" cy="365760"/>
                          </a:xfrm>
                        </p:grpSpPr>
                        <p:sp>
                          <p:nvSpPr>
                            <p:cNvPr id="123" name="Rectangle 122">
                              <a:extLst>
                                <a:ext uri="{FF2B5EF4-FFF2-40B4-BE49-F238E27FC236}">
                                  <a16:creationId xmlns:a16="http://schemas.microsoft.com/office/drawing/2014/main" id="{B0D96188-04A0-22D5-D874-095A052F9AB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4" name="Rectangle 123">
                              <a:extLst>
                                <a:ext uri="{FF2B5EF4-FFF2-40B4-BE49-F238E27FC236}">
                                  <a16:creationId xmlns:a16="http://schemas.microsoft.com/office/drawing/2014/main" id="{BC6B740B-A72F-B611-6CF9-D4CBE8D9054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21" name="Rectangle 120">
                            <a:extLst>
                              <a:ext uri="{FF2B5EF4-FFF2-40B4-BE49-F238E27FC236}">
                                <a16:creationId xmlns:a16="http://schemas.microsoft.com/office/drawing/2014/main" id="{B507DF56-15B3-21BF-23DF-27625BC533B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2" name="Rectangle 121">
                            <a:extLst>
                              <a:ext uri="{FF2B5EF4-FFF2-40B4-BE49-F238E27FC236}">
                                <a16:creationId xmlns:a16="http://schemas.microsoft.com/office/drawing/2014/main" id="{A15750D7-5656-46D8-7720-FE6AE66AAD7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14" name="Group 113">
                          <a:extLst>
                            <a:ext uri="{FF2B5EF4-FFF2-40B4-BE49-F238E27FC236}">
                              <a16:creationId xmlns:a16="http://schemas.microsoft.com/office/drawing/2014/main" id="{167AE103-F7A8-D8EE-786D-03E04FDEC31A}"/>
                            </a:ext>
                          </a:extLst>
                        </p:cNvPr>
                        <p:cNvGrpSpPr/>
                        <p:nvPr/>
                      </p:nvGrpSpPr>
                      <p:grpSpPr>
                        <a:xfrm>
                          <a:off x="3701732" y="4724400"/>
                          <a:ext cx="731520" cy="731520"/>
                          <a:chOff x="2970212" y="4724400"/>
                          <a:chExt cx="731520" cy="731520"/>
                        </a:xfrm>
                      </p:grpSpPr>
                      <p:grpSp>
                        <p:nvGrpSpPr>
                          <p:cNvPr id="115" name="Group 114">
                            <a:extLst>
                              <a:ext uri="{FF2B5EF4-FFF2-40B4-BE49-F238E27FC236}">
                                <a16:creationId xmlns:a16="http://schemas.microsoft.com/office/drawing/2014/main" id="{6848AAFC-3591-A12C-4B2F-CF6C1ACA0D30}"/>
                              </a:ext>
                            </a:extLst>
                          </p:cNvPr>
                          <p:cNvGrpSpPr/>
                          <p:nvPr/>
                        </p:nvGrpSpPr>
                        <p:grpSpPr>
                          <a:xfrm>
                            <a:off x="2970212" y="4724400"/>
                            <a:ext cx="731520" cy="365760"/>
                            <a:chOff x="2970212" y="4724400"/>
                            <a:chExt cx="731520" cy="365760"/>
                          </a:xfrm>
                        </p:grpSpPr>
                        <p:sp>
                          <p:nvSpPr>
                            <p:cNvPr id="118" name="Rectangle 117">
                              <a:extLst>
                                <a:ext uri="{FF2B5EF4-FFF2-40B4-BE49-F238E27FC236}">
                                  <a16:creationId xmlns:a16="http://schemas.microsoft.com/office/drawing/2014/main" id="{2F4780AA-FB05-B79A-D9E9-DD6E1A217F3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9" name="Rectangle 118">
                              <a:extLst>
                                <a:ext uri="{FF2B5EF4-FFF2-40B4-BE49-F238E27FC236}">
                                  <a16:creationId xmlns:a16="http://schemas.microsoft.com/office/drawing/2014/main" id="{EEABC3C4-7E4E-0B81-F1B1-C3F11EA2DD96}"/>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16" name="Rectangle 115">
                            <a:extLst>
                              <a:ext uri="{FF2B5EF4-FFF2-40B4-BE49-F238E27FC236}">
                                <a16:creationId xmlns:a16="http://schemas.microsoft.com/office/drawing/2014/main" id="{BF7B9303-2F8C-3562-0912-D58F5147790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7" name="Rectangle 116">
                            <a:extLst>
                              <a:ext uri="{FF2B5EF4-FFF2-40B4-BE49-F238E27FC236}">
                                <a16:creationId xmlns:a16="http://schemas.microsoft.com/office/drawing/2014/main" id="{D4A37911-CC9A-07C1-0DB1-DC3FA199BCEA}"/>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100" name="Group 99">
                        <a:extLst>
                          <a:ext uri="{FF2B5EF4-FFF2-40B4-BE49-F238E27FC236}">
                            <a16:creationId xmlns:a16="http://schemas.microsoft.com/office/drawing/2014/main" id="{CF544DE0-89E8-BAC0-9C76-D7FA94F9E538}"/>
                          </a:ext>
                        </a:extLst>
                      </p:cNvPr>
                      <p:cNvGrpSpPr/>
                      <p:nvPr/>
                    </p:nvGrpSpPr>
                    <p:grpSpPr>
                      <a:xfrm>
                        <a:off x="2970212" y="5455920"/>
                        <a:ext cx="1463040" cy="731520"/>
                        <a:chOff x="2970212" y="4724400"/>
                        <a:chExt cx="1463040" cy="731520"/>
                      </a:xfrm>
                    </p:grpSpPr>
                    <p:grpSp>
                      <p:nvGrpSpPr>
                        <p:cNvPr id="101" name="Group 100">
                          <a:extLst>
                            <a:ext uri="{FF2B5EF4-FFF2-40B4-BE49-F238E27FC236}">
                              <a16:creationId xmlns:a16="http://schemas.microsoft.com/office/drawing/2014/main" id="{4FC06795-F10A-E9E6-F495-F56590495C49}"/>
                            </a:ext>
                          </a:extLst>
                        </p:cNvPr>
                        <p:cNvGrpSpPr/>
                        <p:nvPr/>
                      </p:nvGrpSpPr>
                      <p:grpSpPr>
                        <a:xfrm>
                          <a:off x="2970212" y="4724400"/>
                          <a:ext cx="731520" cy="731520"/>
                          <a:chOff x="2970212" y="4724400"/>
                          <a:chExt cx="731520" cy="731520"/>
                        </a:xfrm>
                      </p:grpSpPr>
                      <p:grpSp>
                        <p:nvGrpSpPr>
                          <p:cNvPr id="108" name="Group 107">
                            <a:extLst>
                              <a:ext uri="{FF2B5EF4-FFF2-40B4-BE49-F238E27FC236}">
                                <a16:creationId xmlns:a16="http://schemas.microsoft.com/office/drawing/2014/main" id="{1C19B01F-A570-89E8-C3CC-59F0A0FBCE7B}"/>
                              </a:ext>
                            </a:extLst>
                          </p:cNvPr>
                          <p:cNvGrpSpPr/>
                          <p:nvPr/>
                        </p:nvGrpSpPr>
                        <p:grpSpPr>
                          <a:xfrm>
                            <a:off x="2970212" y="4724400"/>
                            <a:ext cx="731520" cy="365760"/>
                            <a:chOff x="2970212" y="4724400"/>
                            <a:chExt cx="731520" cy="365760"/>
                          </a:xfrm>
                        </p:grpSpPr>
                        <p:sp>
                          <p:nvSpPr>
                            <p:cNvPr id="111" name="Rectangle 110">
                              <a:extLst>
                                <a:ext uri="{FF2B5EF4-FFF2-40B4-BE49-F238E27FC236}">
                                  <a16:creationId xmlns:a16="http://schemas.microsoft.com/office/drawing/2014/main" id="{0475172F-A701-179F-3590-7EA1E0E9F06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2" name="Rectangle 111">
                              <a:extLst>
                                <a:ext uri="{FF2B5EF4-FFF2-40B4-BE49-F238E27FC236}">
                                  <a16:creationId xmlns:a16="http://schemas.microsoft.com/office/drawing/2014/main" id="{2A9B2116-36D4-2C79-5539-EF359C79CCC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9" name="Rectangle 108">
                            <a:extLst>
                              <a:ext uri="{FF2B5EF4-FFF2-40B4-BE49-F238E27FC236}">
                                <a16:creationId xmlns:a16="http://schemas.microsoft.com/office/drawing/2014/main" id="{67F3D780-72E5-E985-7072-9223AFB5490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0" name="Rectangle 109">
                            <a:extLst>
                              <a:ext uri="{FF2B5EF4-FFF2-40B4-BE49-F238E27FC236}">
                                <a16:creationId xmlns:a16="http://schemas.microsoft.com/office/drawing/2014/main" id="{5C5EE404-8C54-E591-73AD-0E202A91E85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02" name="Group 101">
                          <a:extLst>
                            <a:ext uri="{FF2B5EF4-FFF2-40B4-BE49-F238E27FC236}">
                              <a16:creationId xmlns:a16="http://schemas.microsoft.com/office/drawing/2014/main" id="{718540D2-5A18-4A15-6DBF-EC61EA8079A2}"/>
                            </a:ext>
                          </a:extLst>
                        </p:cNvPr>
                        <p:cNvGrpSpPr/>
                        <p:nvPr/>
                      </p:nvGrpSpPr>
                      <p:grpSpPr>
                        <a:xfrm>
                          <a:off x="3701732" y="4724400"/>
                          <a:ext cx="731520" cy="731520"/>
                          <a:chOff x="2970212" y="4724400"/>
                          <a:chExt cx="731520" cy="731520"/>
                        </a:xfrm>
                      </p:grpSpPr>
                      <p:grpSp>
                        <p:nvGrpSpPr>
                          <p:cNvPr id="103" name="Group 102">
                            <a:extLst>
                              <a:ext uri="{FF2B5EF4-FFF2-40B4-BE49-F238E27FC236}">
                                <a16:creationId xmlns:a16="http://schemas.microsoft.com/office/drawing/2014/main" id="{121E8F8B-F587-E153-9DE3-FF09F3CD7ACA}"/>
                              </a:ext>
                            </a:extLst>
                          </p:cNvPr>
                          <p:cNvGrpSpPr/>
                          <p:nvPr/>
                        </p:nvGrpSpPr>
                        <p:grpSpPr>
                          <a:xfrm>
                            <a:off x="2970212" y="4724400"/>
                            <a:ext cx="731520" cy="365760"/>
                            <a:chOff x="2970212" y="4724400"/>
                            <a:chExt cx="731520" cy="365760"/>
                          </a:xfrm>
                        </p:grpSpPr>
                        <p:sp>
                          <p:nvSpPr>
                            <p:cNvPr id="106" name="Rectangle 105">
                              <a:extLst>
                                <a:ext uri="{FF2B5EF4-FFF2-40B4-BE49-F238E27FC236}">
                                  <a16:creationId xmlns:a16="http://schemas.microsoft.com/office/drawing/2014/main" id="{59A0CDD8-3D30-ABC2-A14D-78C57C4E64F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7" name="Rectangle 106">
                              <a:extLst>
                                <a:ext uri="{FF2B5EF4-FFF2-40B4-BE49-F238E27FC236}">
                                  <a16:creationId xmlns:a16="http://schemas.microsoft.com/office/drawing/2014/main" id="{58B50FA8-F41E-47C8-8DA1-923FEB3C4336}"/>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4" name="Rectangle 103">
                            <a:extLst>
                              <a:ext uri="{FF2B5EF4-FFF2-40B4-BE49-F238E27FC236}">
                                <a16:creationId xmlns:a16="http://schemas.microsoft.com/office/drawing/2014/main" id="{D438CEEF-1996-ED72-0079-0828AABF86A7}"/>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5" name="Rectangle 104">
                            <a:extLst>
                              <a:ext uri="{FF2B5EF4-FFF2-40B4-BE49-F238E27FC236}">
                                <a16:creationId xmlns:a16="http://schemas.microsoft.com/office/drawing/2014/main" id="{DCBEBCE6-0EB8-FE07-2688-30DF0F9E07BA}"/>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72" name="Group 71">
                      <a:extLst>
                        <a:ext uri="{FF2B5EF4-FFF2-40B4-BE49-F238E27FC236}">
                          <a16:creationId xmlns:a16="http://schemas.microsoft.com/office/drawing/2014/main" id="{4C278C3C-E639-0FF7-0766-5BD33506231E}"/>
                        </a:ext>
                      </a:extLst>
                    </p:cNvPr>
                    <p:cNvGrpSpPr/>
                    <p:nvPr/>
                  </p:nvGrpSpPr>
                  <p:grpSpPr>
                    <a:xfrm>
                      <a:off x="4433252" y="4724400"/>
                      <a:ext cx="1463040" cy="1463040"/>
                      <a:chOff x="2970212" y="4724400"/>
                      <a:chExt cx="1463040" cy="1463040"/>
                    </a:xfrm>
                  </p:grpSpPr>
                  <p:grpSp>
                    <p:nvGrpSpPr>
                      <p:cNvPr id="73" name="Group 72">
                        <a:extLst>
                          <a:ext uri="{FF2B5EF4-FFF2-40B4-BE49-F238E27FC236}">
                            <a16:creationId xmlns:a16="http://schemas.microsoft.com/office/drawing/2014/main" id="{9836511F-9DD3-BD97-D57A-6C2193911599}"/>
                          </a:ext>
                        </a:extLst>
                      </p:cNvPr>
                      <p:cNvGrpSpPr/>
                      <p:nvPr/>
                    </p:nvGrpSpPr>
                    <p:grpSpPr>
                      <a:xfrm>
                        <a:off x="2970212" y="4724400"/>
                        <a:ext cx="1463040" cy="731520"/>
                        <a:chOff x="2970212" y="4724400"/>
                        <a:chExt cx="1463040" cy="731520"/>
                      </a:xfrm>
                    </p:grpSpPr>
                    <p:grpSp>
                      <p:nvGrpSpPr>
                        <p:cNvPr id="87" name="Group 86">
                          <a:extLst>
                            <a:ext uri="{FF2B5EF4-FFF2-40B4-BE49-F238E27FC236}">
                              <a16:creationId xmlns:a16="http://schemas.microsoft.com/office/drawing/2014/main" id="{1632F4D5-DFCB-BD94-A7E3-3D952CEDCE88}"/>
                            </a:ext>
                          </a:extLst>
                        </p:cNvPr>
                        <p:cNvGrpSpPr/>
                        <p:nvPr/>
                      </p:nvGrpSpPr>
                      <p:grpSpPr>
                        <a:xfrm>
                          <a:off x="2970212" y="4724400"/>
                          <a:ext cx="731520" cy="731520"/>
                          <a:chOff x="2970212" y="4724400"/>
                          <a:chExt cx="731520" cy="731520"/>
                        </a:xfrm>
                      </p:grpSpPr>
                      <p:grpSp>
                        <p:nvGrpSpPr>
                          <p:cNvPr id="94" name="Group 93">
                            <a:extLst>
                              <a:ext uri="{FF2B5EF4-FFF2-40B4-BE49-F238E27FC236}">
                                <a16:creationId xmlns:a16="http://schemas.microsoft.com/office/drawing/2014/main" id="{33544E49-7FAE-172F-4B0F-D0640360A780}"/>
                              </a:ext>
                            </a:extLst>
                          </p:cNvPr>
                          <p:cNvGrpSpPr/>
                          <p:nvPr/>
                        </p:nvGrpSpPr>
                        <p:grpSpPr>
                          <a:xfrm>
                            <a:off x="2970212" y="4724400"/>
                            <a:ext cx="731520" cy="365760"/>
                            <a:chOff x="2970212" y="4724400"/>
                            <a:chExt cx="731520" cy="365760"/>
                          </a:xfrm>
                        </p:grpSpPr>
                        <p:sp>
                          <p:nvSpPr>
                            <p:cNvPr id="97" name="Rectangle 96">
                              <a:extLst>
                                <a:ext uri="{FF2B5EF4-FFF2-40B4-BE49-F238E27FC236}">
                                  <a16:creationId xmlns:a16="http://schemas.microsoft.com/office/drawing/2014/main" id="{D63F5653-3FDF-6652-227C-DC33EB042D6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8" name="Rectangle 97">
                              <a:extLst>
                                <a:ext uri="{FF2B5EF4-FFF2-40B4-BE49-F238E27FC236}">
                                  <a16:creationId xmlns:a16="http://schemas.microsoft.com/office/drawing/2014/main" id="{65619C36-BEA1-4657-12B7-CEC8A1EA805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95" name="Rectangle 94">
                            <a:extLst>
                              <a:ext uri="{FF2B5EF4-FFF2-40B4-BE49-F238E27FC236}">
                                <a16:creationId xmlns:a16="http://schemas.microsoft.com/office/drawing/2014/main" id="{694E9D81-48B5-8521-BBEC-C690EE038CC7}"/>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6" name="Rectangle 95">
                            <a:extLst>
                              <a:ext uri="{FF2B5EF4-FFF2-40B4-BE49-F238E27FC236}">
                                <a16:creationId xmlns:a16="http://schemas.microsoft.com/office/drawing/2014/main" id="{CA2C897E-11CA-5E93-05EF-17A51BF39A6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88" name="Group 87">
                          <a:extLst>
                            <a:ext uri="{FF2B5EF4-FFF2-40B4-BE49-F238E27FC236}">
                              <a16:creationId xmlns:a16="http://schemas.microsoft.com/office/drawing/2014/main" id="{4D913862-B20B-01D7-BA7A-23DF0FC8A023}"/>
                            </a:ext>
                          </a:extLst>
                        </p:cNvPr>
                        <p:cNvGrpSpPr/>
                        <p:nvPr/>
                      </p:nvGrpSpPr>
                      <p:grpSpPr>
                        <a:xfrm>
                          <a:off x="3701732" y="4724400"/>
                          <a:ext cx="731520" cy="731520"/>
                          <a:chOff x="2970212" y="4724400"/>
                          <a:chExt cx="731520" cy="731520"/>
                        </a:xfrm>
                      </p:grpSpPr>
                      <p:grpSp>
                        <p:nvGrpSpPr>
                          <p:cNvPr id="89" name="Group 88">
                            <a:extLst>
                              <a:ext uri="{FF2B5EF4-FFF2-40B4-BE49-F238E27FC236}">
                                <a16:creationId xmlns:a16="http://schemas.microsoft.com/office/drawing/2014/main" id="{8FE2F16A-FBA6-3715-9FAF-DA5B91918AC5}"/>
                              </a:ext>
                            </a:extLst>
                          </p:cNvPr>
                          <p:cNvGrpSpPr/>
                          <p:nvPr/>
                        </p:nvGrpSpPr>
                        <p:grpSpPr>
                          <a:xfrm>
                            <a:off x="2970212" y="4724400"/>
                            <a:ext cx="731520" cy="365760"/>
                            <a:chOff x="2970212" y="4724400"/>
                            <a:chExt cx="731520" cy="365760"/>
                          </a:xfrm>
                        </p:grpSpPr>
                        <p:sp>
                          <p:nvSpPr>
                            <p:cNvPr id="92" name="Rectangle 91">
                              <a:extLst>
                                <a:ext uri="{FF2B5EF4-FFF2-40B4-BE49-F238E27FC236}">
                                  <a16:creationId xmlns:a16="http://schemas.microsoft.com/office/drawing/2014/main" id="{7C349BBE-B81B-E489-1F04-39B66BA09B8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3" name="Rectangle 92">
                              <a:extLst>
                                <a:ext uri="{FF2B5EF4-FFF2-40B4-BE49-F238E27FC236}">
                                  <a16:creationId xmlns:a16="http://schemas.microsoft.com/office/drawing/2014/main" id="{9A19E765-3F13-4EA2-D03C-B67F297007D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90" name="Rectangle 89">
                            <a:extLst>
                              <a:ext uri="{FF2B5EF4-FFF2-40B4-BE49-F238E27FC236}">
                                <a16:creationId xmlns:a16="http://schemas.microsoft.com/office/drawing/2014/main" id="{51623074-FD5A-5EDB-3E7F-3D6C29E935A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1" name="Rectangle 90">
                            <a:extLst>
                              <a:ext uri="{FF2B5EF4-FFF2-40B4-BE49-F238E27FC236}">
                                <a16:creationId xmlns:a16="http://schemas.microsoft.com/office/drawing/2014/main" id="{11CD845C-BA43-1456-DD19-FF5C701D362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74" name="Group 73">
                        <a:extLst>
                          <a:ext uri="{FF2B5EF4-FFF2-40B4-BE49-F238E27FC236}">
                            <a16:creationId xmlns:a16="http://schemas.microsoft.com/office/drawing/2014/main" id="{2B9F4068-F64E-9A70-0942-B4FAC9D7D943}"/>
                          </a:ext>
                        </a:extLst>
                      </p:cNvPr>
                      <p:cNvGrpSpPr/>
                      <p:nvPr/>
                    </p:nvGrpSpPr>
                    <p:grpSpPr>
                      <a:xfrm>
                        <a:off x="2970212" y="5455920"/>
                        <a:ext cx="1463040" cy="731520"/>
                        <a:chOff x="2970212" y="4724400"/>
                        <a:chExt cx="1463040" cy="731520"/>
                      </a:xfrm>
                    </p:grpSpPr>
                    <p:grpSp>
                      <p:nvGrpSpPr>
                        <p:cNvPr id="75" name="Group 74">
                          <a:extLst>
                            <a:ext uri="{FF2B5EF4-FFF2-40B4-BE49-F238E27FC236}">
                              <a16:creationId xmlns:a16="http://schemas.microsoft.com/office/drawing/2014/main" id="{D05932E0-B12B-BF27-A4A8-8D2D063F6019}"/>
                            </a:ext>
                          </a:extLst>
                        </p:cNvPr>
                        <p:cNvGrpSpPr/>
                        <p:nvPr/>
                      </p:nvGrpSpPr>
                      <p:grpSpPr>
                        <a:xfrm>
                          <a:off x="2970212" y="4724400"/>
                          <a:ext cx="731520" cy="731520"/>
                          <a:chOff x="2970212" y="4724400"/>
                          <a:chExt cx="731520" cy="731520"/>
                        </a:xfrm>
                      </p:grpSpPr>
                      <p:grpSp>
                        <p:nvGrpSpPr>
                          <p:cNvPr id="82" name="Group 81">
                            <a:extLst>
                              <a:ext uri="{FF2B5EF4-FFF2-40B4-BE49-F238E27FC236}">
                                <a16:creationId xmlns:a16="http://schemas.microsoft.com/office/drawing/2014/main" id="{F84CB894-33FE-A944-BCC7-B251CCA6ACA0}"/>
                              </a:ext>
                            </a:extLst>
                          </p:cNvPr>
                          <p:cNvGrpSpPr/>
                          <p:nvPr/>
                        </p:nvGrpSpPr>
                        <p:grpSpPr>
                          <a:xfrm>
                            <a:off x="2970212" y="4724400"/>
                            <a:ext cx="731520" cy="365760"/>
                            <a:chOff x="2970212" y="4724400"/>
                            <a:chExt cx="731520" cy="365760"/>
                          </a:xfrm>
                        </p:grpSpPr>
                        <p:sp>
                          <p:nvSpPr>
                            <p:cNvPr id="85" name="Rectangle 84">
                              <a:extLst>
                                <a:ext uri="{FF2B5EF4-FFF2-40B4-BE49-F238E27FC236}">
                                  <a16:creationId xmlns:a16="http://schemas.microsoft.com/office/drawing/2014/main" id="{2FC057C4-C309-A93E-094C-71B40536744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6" name="Rectangle 85">
                              <a:extLst>
                                <a:ext uri="{FF2B5EF4-FFF2-40B4-BE49-F238E27FC236}">
                                  <a16:creationId xmlns:a16="http://schemas.microsoft.com/office/drawing/2014/main" id="{800F61F2-C59A-0FE9-1E91-693D88C10F3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83" name="Rectangle 82">
                            <a:extLst>
                              <a:ext uri="{FF2B5EF4-FFF2-40B4-BE49-F238E27FC236}">
                                <a16:creationId xmlns:a16="http://schemas.microsoft.com/office/drawing/2014/main" id="{61CFD236-CD48-896A-9EAB-7C866808564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4" name="Rectangle 83">
                            <a:extLst>
                              <a:ext uri="{FF2B5EF4-FFF2-40B4-BE49-F238E27FC236}">
                                <a16:creationId xmlns:a16="http://schemas.microsoft.com/office/drawing/2014/main" id="{8344BEDB-3286-D01F-7BCA-DD23A6A2337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76" name="Group 75">
                          <a:extLst>
                            <a:ext uri="{FF2B5EF4-FFF2-40B4-BE49-F238E27FC236}">
                              <a16:creationId xmlns:a16="http://schemas.microsoft.com/office/drawing/2014/main" id="{7EC9B7F6-C063-F80F-8D0C-AF776D5C6DFD}"/>
                            </a:ext>
                          </a:extLst>
                        </p:cNvPr>
                        <p:cNvGrpSpPr/>
                        <p:nvPr/>
                      </p:nvGrpSpPr>
                      <p:grpSpPr>
                        <a:xfrm>
                          <a:off x="3701732" y="4724400"/>
                          <a:ext cx="731520" cy="731520"/>
                          <a:chOff x="2970212" y="4724400"/>
                          <a:chExt cx="731520" cy="731520"/>
                        </a:xfrm>
                      </p:grpSpPr>
                      <p:grpSp>
                        <p:nvGrpSpPr>
                          <p:cNvPr id="77" name="Group 76">
                            <a:extLst>
                              <a:ext uri="{FF2B5EF4-FFF2-40B4-BE49-F238E27FC236}">
                                <a16:creationId xmlns:a16="http://schemas.microsoft.com/office/drawing/2014/main" id="{A7DE8B47-9940-81D4-7876-55E49B9E78DD}"/>
                              </a:ext>
                            </a:extLst>
                          </p:cNvPr>
                          <p:cNvGrpSpPr/>
                          <p:nvPr/>
                        </p:nvGrpSpPr>
                        <p:grpSpPr>
                          <a:xfrm>
                            <a:off x="2970212" y="4724400"/>
                            <a:ext cx="731520" cy="365760"/>
                            <a:chOff x="2970212" y="4724400"/>
                            <a:chExt cx="731520" cy="365760"/>
                          </a:xfrm>
                        </p:grpSpPr>
                        <p:sp>
                          <p:nvSpPr>
                            <p:cNvPr id="80" name="Rectangle 79">
                              <a:extLst>
                                <a:ext uri="{FF2B5EF4-FFF2-40B4-BE49-F238E27FC236}">
                                  <a16:creationId xmlns:a16="http://schemas.microsoft.com/office/drawing/2014/main" id="{BFCFA2A4-EB6B-5304-F901-6BC569403A2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1" name="Rectangle 80">
                              <a:extLst>
                                <a:ext uri="{FF2B5EF4-FFF2-40B4-BE49-F238E27FC236}">
                                  <a16:creationId xmlns:a16="http://schemas.microsoft.com/office/drawing/2014/main" id="{D8E8473B-5331-52DD-3334-6863996B64F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78" name="Rectangle 77">
                            <a:extLst>
                              <a:ext uri="{FF2B5EF4-FFF2-40B4-BE49-F238E27FC236}">
                                <a16:creationId xmlns:a16="http://schemas.microsoft.com/office/drawing/2014/main" id="{541AA220-D7DC-C29F-8842-8D4920CB6CA0}"/>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9" name="Rectangle 78">
                            <a:extLst>
                              <a:ext uri="{FF2B5EF4-FFF2-40B4-BE49-F238E27FC236}">
                                <a16:creationId xmlns:a16="http://schemas.microsoft.com/office/drawing/2014/main" id="{804BD431-E88F-82F7-5245-C271B0D2D15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nvGrpSpPr>
                <p:cNvPr id="181" name="Group 180">
                  <a:extLst>
                    <a:ext uri="{FF2B5EF4-FFF2-40B4-BE49-F238E27FC236}">
                      <a16:creationId xmlns:a16="http://schemas.microsoft.com/office/drawing/2014/main" id="{DC3D0616-E758-97E1-EE77-8AD5F2BBC1A3}"/>
                    </a:ext>
                  </a:extLst>
                </p:cNvPr>
                <p:cNvGrpSpPr/>
                <p:nvPr/>
              </p:nvGrpSpPr>
              <p:grpSpPr>
                <a:xfrm>
                  <a:off x="5058092" y="3124200"/>
                  <a:ext cx="2926080" cy="2926080"/>
                  <a:chOff x="2132012" y="3124200"/>
                  <a:chExt cx="2926080" cy="2926080"/>
                </a:xfrm>
              </p:grpSpPr>
              <p:grpSp>
                <p:nvGrpSpPr>
                  <p:cNvPr id="182" name="Group 181">
                    <a:extLst>
                      <a:ext uri="{FF2B5EF4-FFF2-40B4-BE49-F238E27FC236}">
                        <a16:creationId xmlns:a16="http://schemas.microsoft.com/office/drawing/2014/main" id="{F06B89F4-01E6-A43C-2504-750C1E31021A}"/>
                      </a:ext>
                    </a:extLst>
                  </p:cNvPr>
                  <p:cNvGrpSpPr/>
                  <p:nvPr/>
                </p:nvGrpSpPr>
                <p:grpSpPr>
                  <a:xfrm>
                    <a:off x="2132012" y="3124200"/>
                    <a:ext cx="2926080" cy="1463040"/>
                    <a:chOff x="2970212" y="4724400"/>
                    <a:chExt cx="2926080" cy="1463040"/>
                  </a:xfrm>
                </p:grpSpPr>
                <p:grpSp>
                  <p:nvGrpSpPr>
                    <p:cNvPr id="238" name="Group 237">
                      <a:extLst>
                        <a:ext uri="{FF2B5EF4-FFF2-40B4-BE49-F238E27FC236}">
                          <a16:creationId xmlns:a16="http://schemas.microsoft.com/office/drawing/2014/main" id="{78C991A3-893D-D3CD-A7DC-B34F40F69B61}"/>
                        </a:ext>
                      </a:extLst>
                    </p:cNvPr>
                    <p:cNvGrpSpPr/>
                    <p:nvPr/>
                  </p:nvGrpSpPr>
                  <p:grpSpPr>
                    <a:xfrm>
                      <a:off x="2970212" y="4724400"/>
                      <a:ext cx="1463040" cy="1463040"/>
                      <a:chOff x="2970212" y="4724400"/>
                      <a:chExt cx="1463040" cy="1463040"/>
                    </a:xfrm>
                  </p:grpSpPr>
                  <p:grpSp>
                    <p:nvGrpSpPr>
                      <p:cNvPr id="266" name="Group 265">
                        <a:extLst>
                          <a:ext uri="{FF2B5EF4-FFF2-40B4-BE49-F238E27FC236}">
                            <a16:creationId xmlns:a16="http://schemas.microsoft.com/office/drawing/2014/main" id="{2787BC15-B479-CF21-7757-4CBB886A24A5}"/>
                          </a:ext>
                        </a:extLst>
                      </p:cNvPr>
                      <p:cNvGrpSpPr/>
                      <p:nvPr/>
                    </p:nvGrpSpPr>
                    <p:grpSpPr>
                      <a:xfrm>
                        <a:off x="2970212" y="4724400"/>
                        <a:ext cx="1463040" cy="731520"/>
                        <a:chOff x="2970212" y="4724400"/>
                        <a:chExt cx="1463040" cy="731520"/>
                      </a:xfrm>
                    </p:grpSpPr>
                    <p:grpSp>
                      <p:nvGrpSpPr>
                        <p:cNvPr id="280" name="Group 279">
                          <a:extLst>
                            <a:ext uri="{FF2B5EF4-FFF2-40B4-BE49-F238E27FC236}">
                              <a16:creationId xmlns:a16="http://schemas.microsoft.com/office/drawing/2014/main" id="{876C5508-5B98-848C-CDF0-F370F117916D}"/>
                            </a:ext>
                          </a:extLst>
                        </p:cNvPr>
                        <p:cNvGrpSpPr/>
                        <p:nvPr/>
                      </p:nvGrpSpPr>
                      <p:grpSpPr>
                        <a:xfrm>
                          <a:off x="2970212" y="4724400"/>
                          <a:ext cx="731520" cy="731520"/>
                          <a:chOff x="2970212" y="4724400"/>
                          <a:chExt cx="731520" cy="731520"/>
                        </a:xfrm>
                      </p:grpSpPr>
                      <p:grpSp>
                        <p:nvGrpSpPr>
                          <p:cNvPr id="287" name="Group 286">
                            <a:extLst>
                              <a:ext uri="{FF2B5EF4-FFF2-40B4-BE49-F238E27FC236}">
                                <a16:creationId xmlns:a16="http://schemas.microsoft.com/office/drawing/2014/main" id="{07144071-E423-9C4E-9470-4C6BD293EB40}"/>
                              </a:ext>
                            </a:extLst>
                          </p:cNvPr>
                          <p:cNvGrpSpPr/>
                          <p:nvPr/>
                        </p:nvGrpSpPr>
                        <p:grpSpPr>
                          <a:xfrm>
                            <a:off x="2970212" y="4724400"/>
                            <a:ext cx="731520" cy="365760"/>
                            <a:chOff x="2970212" y="4724400"/>
                            <a:chExt cx="731520" cy="365760"/>
                          </a:xfrm>
                        </p:grpSpPr>
                        <p:sp>
                          <p:nvSpPr>
                            <p:cNvPr id="290" name="Rectangle 289">
                              <a:extLst>
                                <a:ext uri="{FF2B5EF4-FFF2-40B4-BE49-F238E27FC236}">
                                  <a16:creationId xmlns:a16="http://schemas.microsoft.com/office/drawing/2014/main" id="{B010B432-2113-B26F-24B6-7208657D33C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91" name="Rectangle 290">
                              <a:extLst>
                                <a:ext uri="{FF2B5EF4-FFF2-40B4-BE49-F238E27FC236}">
                                  <a16:creationId xmlns:a16="http://schemas.microsoft.com/office/drawing/2014/main" id="{E19D5EA8-43A0-79E1-D937-EA62E5322CA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88" name="Rectangle 287">
                            <a:extLst>
                              <a:ext uri="{FF2B5EF4-FFF2-40B4-BE49-F238E27FC236}">
                                <a16:creationId xmlns:a16="http://schemas.microsoft.com/office/drawing/2014/main" id="{A5058DF3-5E54-4859-1A63-7872E210CC1C}"/>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9" name="Rectangle 288">
                            <a:extLst>
                              <a:ext uri="{FF2B5EF4-FFF2-40B4-BE49-F238E27FC236}">
                                <a16:creationId xmlns:a16="http://schemas.microsoft.com/office/drawing/2014/main" id="{8565FE7E-7DC7-5AF4-DEFA-07F709EDB6E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81" name="Group 280">
                          <a:extLst>
                            <a:ext uri="{FF2B5EF4-FFF2-40B4-BE49-F238E27FC236}">
                              <a16:creationId xmlns:a16="http://schemas.microsoft.com/office/drawing/2014/main" id="{49C2ED1B-3F1F-4C1E-C7E7-31CD0D519B1F}"/>
                            </a:ext>
                          </a:extLst>
                        </p:cNvPr>
                        <p:cNvGrpSpPr/>
                        <p:nvPr/>
                      </p:nvGrpSpPr>
                      <p:grpSpPr>
                        <a:xfrm>
                          <a:off x="3701732" y="4724400"/>
                          <a:ext cx="731520" cy="731520"/>
                          <a:chOff x="2970212" y="4724400"/>
                          <a:chExt cx="731520" cy="731520"/>
                        </a:xfrm>
                      </p:grpSpPr>
                      <p:grpSp>
                        <p:nvGrpSpPr>
                          <p:cNvPr id="282" name="Group 281">
                            <a:extLst>
                              <a:ext uri="{FF2B5EF4-FFF2-40B4-BE49-F238E27FC236}">
                                <a16:creationId xmlns:a16="http://schemas.microsoft.com/office/drawing/2014/main" id="{2978EB4B-0DC1-7DBD-F1A0-1547A4D4F64B}"/>
                              </a:ext>
                            </a:extLst>
                          </p:cNvPr>
                          <p:cNvGrpSpPr/>
                          <p:nvPr/>
                        </p:nvGrpSpPr>
                        <p:grpSpPr>
                          <a:xfrm>
                            <a:off x="2970212" y="4724400"/>
                            <a:ext cx="731520" cy="365760"/>
                            <a:chOff x="2970212" y="4724400"/>
                            <a:chExt cx="731520" cy="365760"/>
                          </a:xfrm>
                        </p:grpSpPr>
                        <p:sp>
                          <p:nvSpPr>
                            <p:cNvPr id="285" name="Rectangle 284">
                              <a:extLst>
                                <a:ext uri="{FF2B5EF4-FFF2-40B4-BE49-F238E27FC236}">
                                  <a16:creationId xmlns:a16="http://schemas.microsoft.com/office/drawing/2014/main" id="{FAFC5B12-716C-477A-36AC-ADB5F86E879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6" name="Rectangle 285">
                              <a:extLst>
                                <a:ext uri="{FF2B5EF4-FFF2-40B4-BE49-F238E27FC236}">
                                  <a16:creationId xmlns:a16="http://schemas.microsoft.com/office/drawing/2014/main" id="{E7B48678-0225-5359-AA4A-B137C846BBC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83" name="Rectangle 282">
                            <a:extLst>
                              <a:ext uri="{FF2B5EF4-FFF2-40B4-BE49-F238E27FC236}">
                                <a16:creationId xmlns:a16="http://schemas.microsoft.com/office/drawing/2014/main" id="{BD8B3835-0D6A-1174-47EE-AFEA62BA53E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4" name="Rectangle 283">
                            <a:extLst>
                              <a:ext uri="{FF2B5EF4-FFF2-40B4-BE49-F238E27FC236}">
                                <a16:creationId xmlns:a16="http://schemas.microsoft.com/office/drawing/2014/main" id="{EFEB1AE6-BE0E-A801-5A18-467AD824F5D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67" name="Group 266">
                        <a:extLst>
                          <a:ext uri="{FF2B5EF4-FFF2-40B4-BE49-F238E27FC236}">
                            <a16:creationId xmlns:a16="http://schemas.microsoft.com/office/drawing/2014/main" id="{071986B0-447A-921E-557A-6CCA97D14542}"/>
                          </a:ext>
                        </a:extLst>
                      </p:cNvPr>
                      <p:cNvGrpSpPr/>
                      <p:nvPr/>
                    </p:nvGrpSpPr>
                    <p:grpSpPr>
                      <a:xfrm>
                        <a:off x="2970212" y="5455920"/>
                        <a:ext cx="1463040" cy="731520"/>
                        <a:chOff x="2970212" y="4724400"/>
                        <a:chExt cx="1463040" cy="731520"/>
                      </a:xfrm>
                    </p:grpSpPr>
                    <p:grpSp>
                      <p:nvGrpSpPr>
                        <p:cNvPr id="268" name="Group 267">
                          <a:extLst>
                            <a:ext uri="{FF2B5EF4-FFF2-40B4-BE49-F238E27FC236}">
                              <a16:creationId xmlns:a16="http://schemas.microsoft.com/office/drawing/2014/main" id="{EFB211DF-2A08-6CB9-C86F-6F2DCEDB4685}"/>
                            </a:ext>
                          </a:extLst>
                        </p:cNvPr>
                        <p:cNvGrpSpPr/>
                        <p:nvPr/>
                      </p:nvGrpSpPr>
                      <p:grpSpPr>
                        <a:xfrm>
                          <a:off x="2970212" y="4724400"/>
                          <a:ext cx="731520" cy="731520"/>
                          <a:chOff x="2970212" y="4724400"/>
                          <a:chExt cx="731520" cy="731520"/>
                        </a:xfrm>
                      </p:grpSpPr>
                      <p:grpSp>
                        <p:nvGrpSpPr>
                          <p:cNvPr id="275" name="Group 274">
                            <a:extLst>
                              <a:ext uri="{FF2B5EF4-FFF2-40B4-BE49-F238E27FC236}">
                                <a16:creationId xmlns:a16="http://schemas.microsoft.com/office/drawing/2014/main" id="{A85EE5F4-E22E-E8F8-EF12-5F8315CF9889}"/>
                              </a:ext>
                            </a:extLst>
                          </p:cNvPr>
                          <p:cNvGrpSpPr/>
                          <p:nvPr/>
                        </p:nvGrpSpPr>
                        <p:grpSpPr>
                          <a:xfrm>
                            <a:off x="2970212" y="4724400"/>
                            <a:ext cx="731520" cy="365760"/>
                            <a:chOff x="2970212" y="4724400"/>
                            <a:chExt cx="731520" cy="365760"/>
                          </a:xfrm>
                        </p:grpSpPr>
                        <p:sp>
                          <p:nvSpPr>
                            <p:cNvPr id="278" name="Rectangle 277">
                              <a:extLst>
                                <a:ext uri="{FF2B5EF4-FFF2-40B4-BE49-F238E27FC236}">
                                  <a16:creationId xmlns:a16="http://schemas.microsoft.com/office/drawing/2014/main" id="{6C611188-8953-97A4-ED6F-178BB5FA7E07}"/>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9" name="Rectangle 278">
                              <a:extLst>
                                <a:ext uri="{FF2B5EF4-FFF2-40B4-BE49-F238E27FC236}">
                                  <a16:creationId xmlns:a16="http://schemas.microsoft.com/office/drawing/2014/main" id="{F5A46E83-135B-D62B-2B16-C122280AB6C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76" name="Rectangle 275">
                            <a:extLst>
                              <a:ext uri="{FF2B5EF4-FFF2-40B4-BE49-F238E27FC236}">
                                <a16:creationId xmlns:a16="http://schemas.microsoft.com/office/drawing/2014/main" id="{19B23F0B-B8D1-B662-D1C4-69672FBE502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7" name="Rectangle 276">
                            <a:extLst>
                              <a:ext uri="{FF2B5EF4-FFF2-40B4-BE49-F238E27FC236}">
                                <a16:creationId xmlns:a16="http://schemas.microsoft.com/office/drawing/2014/main" id="{2A5A7DDF-F545-16FB-C728-A746B195758B}"/>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69" name="Group 268">
                          <a:extLst>
                            <a:ext uri="{FF2B5EF4-FFF2-40B4-BE49-F238E27FC236}">
                              <a16:creationId xmlns:a16="http://schemas.microsoft.com/office/drawing/2014/main" id="{588BE228-6797-A1E0-A456-B24B6C4BD76D}"/>
                            </a:ext>
                          </a:extLst>
                        </p:cNvPr>
                        <p:cNvGrpSpPr/>
                        <p:nvPr/>
                      </p:nvGrpSpPr>
                      <p:grpSpPr>
                        <a:xfrm>
                          <a:off x="3701732" y="4724400"/>
                          <a:ext cx="731520" cy="731520"/>
                          <a:chOff x="2970212" y="4724400"/>
                          <a:chExt cx="731520" cy="731520"/>
                        </a:xfrm>
                      </p:grpSpPr>
                      <p:grpSp>
                        <p:nvGrpSpPr>
                          <p:cNvPr id="270" name="Group 269">
                            <a:extLst>
                              <a:ext uri="{FF2B5EF4-FFF2-40B4-BE49-F238E27FC236}">
                                <a16:creationId xmlns:a16="http://schemas.microsoft.com/office/drawing/2014/main" id="{78054DE0-5E3B-8153-258D-6ED6DE5EE80E}"/>
                              </a:ext>
                            </a:extLst>
                          </p:cNvPr>
                          <p:cNvGrpSpPr/>
                          <p:nvPr/>
                        </p:nvGrpSpPr>
                        <p:grpSpPr>
                          <a:xfrm>
                            <a:off x="2970212" y="4724400"/>
                            <a:ext cx="731520" cy="365760"/>
                            <a:chOff x="2970212" y="4724400"/>
                            <a:chExt cx="731520" cy="365760"/>
                          </a:xfrm>
                        </p:grpSpPr>
                        <p:sp>
                          <p:nvSpPr>
                            <p:cNvPr id="273" name="Rectangle 272">
                              <a:extLst>
                                <a:ext uri="{FF2B5EF4-FFF2-40B4-BE49-F238E27FC236}">
                                  <a16:creationId xmlns:a16="http://schemas.microsoft.com/office/drawing/2014/main" id="{8B63F195-FC93-799F-4E9C-666188BF1DB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4" name="Rectangle 273">
                              <a:extLst>
                                <a:ext uri="{FF2B5EF4-FFF2-40B4-BE49-F238E27FC236}">
                                  <a16:creationId xmlns:a16="http://schemas.microsoft.com/office/drawing/2014/main" id="{34280049-4FA0-A093-3E18-56589B332D1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71" name="Rectangle 270">
                            <a:extLst>
                              <a:ext uri="{FF2B5EF4-FFF2-40B4-BE49-F238E27FC236}">
                                <a16:creationId xmlns:a16="http://schemas.microsoft.com/office/drawing/2014/main" id="{31788E8B-0114-0C7B-6F3F-067CCFD242D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2" name="Rectangle 271">
                            <a:extLst>
                              <a:ext uri="{FF2B5EF4-FFF2-40B4-BE49-F238E27FC236}">
                                <a16:creationId xmlns:a16="http://schemas.microsoft.com/office/drawing/2014/main" id="{B6C959A2-ABE6-8432-B404-7622E173C18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239" name="Group 238">
                      <a:extLst>
                        <a:ext uri="{FF2B5EF4-FFF2-40B4-BE49-F238E27FC236}">
                          <a16:creationId xmlns:a16="http://schemas.microsoft.com/office/drawing/2014/main" id="{B3D34467-F1B7-985F-034E-1992C3D0F268}"/>
                        </a:ext>
                      </a:extLst>
                    </p:cNvPr>
                    <p:cNvGrpSpPr/>
                    <p:nvPr/>
                  </p:nvGrpSpPr>
                  <p:grpSpPr>
                    <a:xfrm>
                      <a:off x="4433252" y="4724400"/>
                      <a:ext cx="1463040" cy="1463040"/>
                      <a:chOff x="2970212" y="4724400"/>
                      <a:chExt cx="1463040" cy="1463040"/>
                    </a:xfrm>
                  </p:grpSpPr>
                  <p:grpSp>
                    <p:nvGrpSpPr>
                      <p:cNvPr id="240" name="Group 239">
                        <a:extLst>
                          <a:ext uri="{FF2B5EF4-FFF2-40B4-BE49-F238E27FC236}">
                            <a16:creationId xmlns:a16="http://schemas.microsoft.com/office/drawing/2014/main" id="{5E87856B-EC4C-4781-5205-4DE446506F41}"/>
                          </a:ext>
                        </a:extLst>
                      </p:cNvPr>
                      <p:cNvGrpSpPr/>
                      <p:nvPr/>
                    </p:nvGrpSpPr>
                    <p:grpSpPr>
                      <a:xfrm>
                        <a:off x="2970212" y="4724400"/>
                        <a:ext cx="1463040" cy="731520"/>
                        <a:chOff x="2970212" y="4724400"/>
                        <a:chExt cx="1463040" cy="731520"/>
                      </a:xfrm>
                    </p:grpSpPr>
                    <p:grpSp>
                      <p:nvGrpSpPr>
                        <p:cNvPr id="254" name="Group 253">
                          <a:extLst>
                            <a:ext uri="{FF2B5EF4-FFF2-40B4-BE49-F238E27FC236}">
                              <a16:creationId xmlns:a16="http://schemas.microsoft.com/office/drawing/2014/main" id="{2587CCBD-7E3A-042B-1109-9E3186989C92}"/>
                            </a:ext>
                          </a:extLst>
                        </p:cNvPr>
                        <p:cNvGrpSpPr/>
                        <p:nvPr/>
                      </p:nvGrpSpPr>
                      <p:grpSpPr>
                        <a:xfrm>
                          <a:off x="2970212" y="4724400"/>
                          <a:ext cx="731520" cy="731520"/>
                          <a:chOff x="2970212" y="4724400"/>
                          <a:chExt cx="731520" cy="731520"/>
                        </a:xfrm>
                      </p:grpSpPr>
                      <p:grpSp>
                        <p:nvGrpSpPr>
                          <p:cNvPr id="261" name="Group 260">
                            <a:extLst>
                              <a:ext uri="{FF2B5EF4-FFF2-40B4-BE49-F238E27FC236}">
                                <a16:creationId xmlns:a16="http://schemas.microsoft.com/office/drawing/2014/main" id="{CBBA38B7-68D9-19A7-4CA7-9A09F38A8015}"/>
                              </a:ext>
                            </a:extLst>
                          </p:cNvPr>
                          <p:cNvGrpSpPr/>
                          <p:nvPr/>
                        </p:nvGrpSpPr>
                        <p:grpSpPr>
                          <a:xfrm>
                            <a:off x="2970212" y="4724400"/>
                            <a:ext cx="731520" cy="365760"/>
                            <a:chOff x="2970212" y="4724400"/>
                            <a:chExt cx="731520" cy="365760"/>
                          </a:xfrm>
                        </p:grpSpPr>
                        <p:sp>
                          <p:nvSpPr>
                            <p:cNvPr id="264" name="Rectangle 263">
                              <a:extLst>
                                <a:ext uri="{FF2B5EF4-FFF2-40B4-BE49-F238E27FC236}">
                                  <a16:creationId xmlns:a16="http://schemas.microsoft.com/office/drawing/2014/main" id="{264446B1-6D98-F141-7F43-56954B2B053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5" name="Rectangle 264">
                              <a:extLst>
                                <a:ext uri="{FF2B5EF4-FFF2-40B4-BE49-F238E27FC236}">
                                  <a16:creationId xmlns:a16="http://schemas.microsoft.com/office/drawing/2014/main" id="{B4D1F769-4F9C-E829-0648-D371699F6B9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62" name="Rectangle 261">
                            <a:extLst>
                              <a:ext uri="{FF2B5EF4-FFF2-40B4-BE49-F238E27FC236}">
                                <a16:creationId xmlns:a16="http://schemas.microsoft.com/office/drawing/2014/main" id="{DB1FB918-DE23-E60E-8F80-FC468EDC14A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3" name="Rectangle 262">
                            <a:extLst>
                              <a:ext uri="{FF2B5EF4-FFF2-40B4-BE49-F238E27FC236}">
                                <a16:creationId xmlns:a16="http://schemas.microsoft.com/office/drawing/2014/main" id="{8E7ADF55-AA35-5432-2576-C5030A649C1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55" name="Group 254">
                          <a:extLst>
                            <a:ext uri="{FF2B5EF4-FFF2-40B4-BE49-F238E27FC236}">
                              <a16:creationId xmlns:a16="http://schemas.microsoft.com/office/drawing/2014/main" id="{C8755F6E-1C89-C9EA-E55A-435864B688A1}"/>
                            </a:ext>
                          </a:extLst>
                        </p:cNvPr>
                        <p:cNvGrpSpPr/>
                        <p:nvPr/>
                      </p:nvGrpSpPr>
                      <p:grpSpPr>
                        <a:xfrm>
                          <a:off x="3701732" y="4724400"/>
                          <a:ext cx="731520" cy="731520"/>
                          <a:chOff x="2970212" y="4724400"/>
                          <a:chExt cx="731520" cy="731520"/>
                        </a:xfrm>
                      </p:grpSpPr>
                      <p:grpSp>
                        <p:nvGrpSpPr>
                          <p:cNvPr id="256" name="Group 255">
                            <a:extLst>
                              <a:ext uri="{FF2B5EF4-FFF2-40B4-BE49-F238E27FC236}">
                                <a16:creationId xmlns:a16="http://schemas.microsoft.com/office/drawing/2014/main" id="{8A86C341-AE0C-5902-E7B9-39E4850134E8}"/>
                              </a:ext>
                            </a:extLst>
                          </p:cNvPr>
                          <p:cNvGrpSpPr/>
                          <p:nvPr/>
                        </p:nvGrpSpPr>
                        <p:grpSpPr>
                          <a:xfrm>
                            <a:off x="2970212" y="4724400"/>
                            <a:ext cx="731520" cy="365760"/>
                            <a:chOff x="2970212" y="4724400"/>
                            <a:chExt cx="731520" cy="365760"/>
                          </a:xfrm>
                        </p:grpSpPr>
                        <p:sp>
                          <p:nvSpPr>
                            <p:cNvPr id="259" name="Rectangle 258">
                              <a:extLst>
                                <a:ext uri="{FF2B5EF4-FFF2-40B4-BE49-F238E27FC236}">
                                  <a16:creationId xmlns:a16="http://schemas.microsoft.com/office/drawing/2014/main" id="{FA21437E-DDA2-F45F-072A-5FD0E6D35B09}"/>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0" name="Rectangle 259">
                              <a:extLst>
                                <a:ext uri="{FF2B5EF4-FFF2-40B4-BE49-F238E27FC236}">
                                  <a16:creationId xmlns:a16="http://schemas.microsoft.com/office/drawing/2014/main" id="{FCDD2D23-B866-0163-ABE1-503089837F87}"/>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57" name="Rectangle 256">
                            <a:extLst>
                              <a:ext uri="{FF2B5EF4-FFF2-40B4-BE49-F238E27FC236}">
                                <a16:creationId xmlns:a16="http://schemas.microsoft.com/office/drawing/2014/main" id="{023012C2-AB95-0B97-A2A9-12C9A91CC68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8" name="Rectangle 257">
                            <a:extLst>
                              <a:ext uri="{FF2B5EF4-FFF2-40B4-BE49-F238E27FC236}">
                                <a16:creationId xmlns:a16="http://schemas.microsoft.com/office/drawing/2014/main" id="{F34BFE23-5358-5F1E-5B8D-38AC7CA7800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41" name="Group 240">
                        <a:extLst>
                          <a:ext uri="{FF2B5EF4-FFF2-40B4-BE49-F238E27FC236}">
                            <a16:creationId xmlns:a16="http://schemas.microsoft.com/office/drawing/2014/main" id="{79CB21ED-3D2B-116E-BA79-56BF88E306AF}"/>
                          </a:ext>
                        </a:extLst>
                      </p:cNvPr>
                      <p:cNvGrpSpPr/>
                      <p:nvPr/>
                    </p:nvGrpSpPr>
                    <p:grpSpPr>
                      <a:xfrm>
                        <a:off x="2970212" y="5455920"/>
                        <a:ext cx="1463040" cy="731520"/>
                        <a:chOff x="2970212" y="4724400"/>
                        <a:chExt cx="1463040" cy="731520"/>
                      </a:xfrm>
                    </p:grpSpPr>
                    <p:grpSp>
                      <p:nvGrpSpPr>
                        <p:cNvPr id="242" name="Group 241">
                          <a:extLst>
                            <a:ext uri="{FF2B5EF4-FFF2-40B4-BE49-F238E27FC236}">
                              <a16:creationId xmlns:a16="http://schemas.microsoft.com/office/drawing/2014/main" id="{8652529F-CAC1-1CBE-0797-BD3366C518E3}"/>
                            </a:ext>
                          </a:extLst>
                        </p:cNvPr>
                        <p:cNvGrpSpPr/>
                        <p:nvPr/>
                      </p:nvGrpSpPr>
                      <p:grpSpPr>
                        <a:xfrm>
                          <a:off x="2970212" y="4724400"/>
                          <a:ext cx="731520" cy="731520"/>
                          <a:chOff x="2970212" y="4724400"/>
                          <a:chExt cx="731520" cy="731520"/>
                        </a:xfrm>
                      </p:grpSpPr>
                      <p:grpSp>
                        <p:nvGrpSpPr>
                          <p:cNvPr id="249" name="Group 248">
                            <a:extLst>
                              <a:ext uri="{FF2B5EF4-FFF2-40B4-BE49-F238E27FC236}">
                                <a16:creationId xmlns:a16="http://schemas.microsoft.com/office/drawing/2014/main" id="{8582BD87-C3B3-4A0F-8BDC-FA0EF67D0CDB}"/>
                              </a:ext>
                            </a:extLst>
                          </p:cNvPr>
                          <p:cNvGrpSpPr/>
                          <p:nvPr/>
                        </p:nvGrpSpPr>
                        <p:grpSpPr>
                          <a:xfrm>
                            <a:off x="2970212" y="4724400"/>
                            <a:ext cx="731520" cy="365760"/>
                            <a:chOff x="2970212" y="4724400"/>
                            <a:chExt cx="731520" cy="365760"/>
                          </a:xfrm>
                        </p:grpSpPr>
                        <p:sp>
                          <p:nvSpPr>
                            <p:cNvPr id="252" name="Rectangle 251">
                              <a:extLst>
                                <a:ext uri="{FF2B5EF4-FFF2-40B4-BE49-F238E27FC236}">
                                  <a16:creationId xmlns:a16="http://schemas.microsoft.com/office/drawing/2014/main" id="{AF5C351D-5C0B-7366-6F34-6DE343D6851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3" name="Rectangle 252">
                              <a:extLst>
                                <a:ext uri="{FF2B5EF4-FFF2-40B4-BE49-F238E27FC236}">
                                  <a16:creationId xmlns:a16="http://schemas.microsoft.com/office/drawing/2014/main" id="{10122B2F-5E40-32E1-D434-AFE4D68650B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50" name="Rectangle 249">
                            <a:extLst>
                              <a:ext uri="{FF2B5EF4-FFF2-40B4-BE49-F238E27FC236}">
                                <a16:creationId xmlns:a16="http://schemas.microsoft.com/office/drawing/2014/main" id="{D073A017-3A2F-28A8-4FCD-D2CF2341C32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1" name="Rectangle 250">
                            <a:extLst>
                              <a:ext uri="{FF2B5EF4-FFF2-40B4-BE49-F238E27FC236}">
                                <a16:creationId xmlns:a16="http://schemas.microsoft.com/office/drawing/2014/main" id="{4BFB7C9F-3F8B-359D-8FE3-FED6F53A1E7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43" name="Group 242">
                          <a:extLst>
                            <a:ext uri="{FF2B5EF4-FFF2-40B4-BE49-F238E27FC236}">
                              <a16:creationId xmlns:a16="http://schemas.microsoft.com/office/drawing/2014/main" id="{8EA054F7-FBB2-7B72-FC80-92E5A2E04E55}"/>
                            </a:ext>
                          </a:extLst>
                        </p:cNvPr>
                        <p:cNvGrpSpPr/>
                        <p:nvPr/>
                      </p:nvGrpSpPr>
                      <p:grpSpPr>
                        <a:xfrm>
                          <a:off x="3701732" y="4724400"/>
                          <a:ext cx="731520" cy="731520"/>
                          <a:chOff x="2970212" y="4724400"/>
                          <a:chExt cx="731520" cy="731520"/>
                        </a:xfrm>
                      </p:grpSpPr>
                      <p:grpSp>
                        <p:nvGrpSpPr>
                          <p:cNvPr id="244" name="Group 243">
                            <a:extLst>
                              <a:ext uri="{FF2B5EF4-FFF2-40B4-BE49-F238E27FC236}">
                                <a16:creationId xmlns:a16="http://schemas.microsoft.com/office/drawing/2014/main" id="{FEA67C01-F60F-F1C9-ABAF-495746A53636}"/>
                              </a:ext>
                            </a:extLst>
                          </p:cNvPr>
                          <p:cNvGrpSpPr/>
                          <p:nvPr/>
                        </p:nvGrpSpPr>
                        <p:grpSpPr>
                          <a:xfrm>
                            <a:off x="2970212" y="4724400"/>
                            <a:ext cx="731520" cy="365760"/>
                            <a:chOff x="2970212" y="4724400"/>
                            <a:chExt cx="731520" cy="365760"/>
                          </a:xfrm>
                        </p:grpSpPr>
                        <p:sp>
                          <p:nvSpPr>
                            <p:cNvPr id="247" name="Rectangle 246">
                              <a:extLst>
                                <a:ext uri="{FF2B5EF4-FFF2-40B4-BE49-F238E27FC236}">
                                  <a16:creationId xmlns:a16="http://schemas.microsoft.com/office/drawing/2014/main" id="{2BF4B444-D457-6117-CCCD-FA1277B3AEC1}"/>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48" name="Rectangle 247">
                              <a:extLst>
                                <a:ext uri="{FF2B5EF4-FFF2-40B4-BE49-F238E27FC236}">
                                  <a16:creationId xmlns:a16="http://schemas.microsoft.com/office/drawing/2014/main" id="{119EB92C-3BC8-071A-F148-B82ECA1B755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45" name="Rectangle 244">
                            <a:extLst>
                              <a:ext uri="{FF2B5EF4-FFF2-40B4-BE49-F238E27FC236}">
                                <a16:creationId xmlns:a16="http://schemas.microsoft.com/office/drawing/2014/main" id="{BCBADC26-9D47-0A93-CA59-9FEF5F5BF10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46" name="Rectangle 245">
                            <a:extLst>
                              <a:ext uri="{FF2B5EF4-FFF2-40B4-BE49-F238E27FC236}">
                                <a16:creationId xmlns:a16="http://schemas.microsoft.com/office/drawing/2014/main" id="{E2612721-7B41-CB38-C157-F01E3420D10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183" name="Group 182">
                    <a:extLst>
                      <a:ext uri="{FF2B5EF4-FFF2-40B4-BE49-F238E27FC236}">
                        <a16:creationId xmlns:a16="http://schemas.microsoft.com/office/drawing/2014/main" id="{53397187-12D2-E839-0DCD-8DE5AA7EE8FC}"/>
                      </a:ext>
                    </a:extLst>
                  </p:cNvPr>
                  <p:cNvGrpSpPr/>
                  <p:nvPr/>
                </p:nvGrpSpPr>
                <p:grpSpPr>
                  <a:xfrm>
                    <a:off x="2132012" y="4587240"/>
                    <a:ext cx="2926080" cy="1463040"/>
                    <a:chOff x="2970212" y="4724400"/>
                    <a:chExt cx="2926080" cy="1463040"/>
                  </a:xfrm>
                </p:grpSpPr>
                <p:grpSp>
                  <p:nvGrpSpPr>
                    <p:cNvPr id="184" name="Group 183">
                      <a:extLst>
                        <a:ext uri="{FF2B5EF4-FFF2-40B4-BE49-F238E27FC236}">
                          <a16:creationId xmlns:a16="http://schemas.microsoft.com/office/drawing/2014/main" id="{D9783632-CE2F-9CFB-5302-316C089447DA}"/>
                        </a:ext>
                      </a:extLst>
                    </p:cNvPr>
                    <p:cNvGrpSpPr/>
                    <p:nvPr/>
                  </p:nvGrpSpPr>
                  <p:grpSpPr>
                    <a:xfrm>
                      <a:off x="2970212" y="4724400"/>
                      <a:ext cx="1463040" cy="1463040"/>
                      <a:chOff x="2970212" y="4724400"/>
                      <a:chExt cx="1463040" cy="1463040"/>
                    </a:xfrm>
                  </p:grpSpPr>
                  <p:grpSp>
                    <p:nvGrpSpPr>
                      <p:cNvPr id="212" name="Group 211">
                        <a:extLst>
                          <a:ext uri="{FF2B5EF4-FFF2-40B4-BE49-F238E27FC236}">
                            <a16:creationId xmlns:a16="http://schemas.microsoft.com/office/drawing/2014/main" id="{88F3AB9A-D1BA-9EFB-3EC2-AD6424327E57}"/>
                          </a:ext>
                        </a:extLst>
                      </p:cNvPr>
                      <p:cNvGrpSpPr/>
                      <p:nvPr/>
                    </p:nvGrpSpPr>
                    <p:grpSpPr>
                      <a:xfrm>
                        <a:off x="2970212" y="4724400"/>
                        <a:ext cx="1463040" cy="731520"/>
                        <a:chOff x="2970212" y="4724400"/>
                        <a:chExt cx="1463040" cy="731520"/>
                      </a:xfrm>
                    </p:grpSpPr>
                    <p:grpSp>
                      <p:nvGrpSpPr>
                        <p:cNvPr id="226" name="Group 225">
                          <a:extLst>
                            <a:ext uri="{FF2B5EF4-FFF2-40B4-BE49-F238E27FC236}">
                              <a16:creationId xmlns:a16="http://schemas.microsoft.com/office/drawing/2014/main" id="{C5CE6062-4693-19CA-850B-68013B9FED14}"/>
                            </a:ext>
                          </a:extLst>
                        </p:cNvPr>
                        <p:cNvGrpSpPr/>
                        <p:nvPr/>
                      </p:nvGrpSpPr>
                      <p:grpSpPr>
                        <a:xfrm>
                          <a:off x="2970212" y="4724400"/>
                          <a:ext cx="731520" cy="731520"/>
                          <a:chOff x="2970212" y="4724400"/>
                          <a:chExt cx="731520" cy="731520"/>
                        </a:xfrm>
                      </p:grpSpPr>
                      <p:grpSp>
                        <p:nvGrpSpPr>
                          <p:cNvPr id="233" name="Group 232">
                            <a:extLst>
                              <a:ext uri="{FF2B5EF4-FFF2-40B4-BE49-F238E27FC236}">
                                <a16:creationId xmlns:a16="http://schemas.microsoft.com/office/drawing/2014/main" id="{6FB93103-0740-5159-5CA2-33FEA2B7CE5D}"/>
                              </a:ext>
                            </a:extLst>
                          </p:cNvPr>
                          <p:cNvGrpSpPr/>
                          <p:nvPr/>
                        </p:nvGrpSpPr>
                        <p:grpSpPr>
                          <a:xfrm>
                            <a:off x="2970212" y="4724400"/>
                            <a:ext cx="731520" cy="365760"/>
                            <a:chOff x="2970212" y="4724400"/>
                            <a:chExt cx="731520" cy="365760"/>
                          </a:xfrm>
                        </p:grpSpPr>
                        <p:sp>
                          <p:nvSpPr>
                            <p:cNvPr id="236" name="Rectangle 235">
                              <a:extLst>
                                <a:ext uri="{FF2B5EF4-FFF2-40B4-BE49-F238E27FC236}">
                                  <a16:creationId xmlns:a16="http://schemas.microsoft.com/office/drawing/2014/main" id="{9B23085A-5D9D-43F4-A871-33929DA9143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7" name="Rectangle 236">
                              <a:extLst>
                                <a:ext uri="{FF2B5EF4-FFF2-40B4-BE49-F238E27FC236}">
                                  <a16:creationId xmlns:a16="http://schemas.microsoft.com/office/drawing/2014/main" id="{3C569825-E9AF-BD58-22F9-B3376D0FCE2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34" name="Rectangle 233">
                            <a:extLst>
                              <a:ext uri="{FF2B5EF4-FFF2-40B4-BE49-F238E27FC236}">
                                <a16:creationId xmlns:a16="http://schemas.microsoft.com/office/drawing/2014/main" id="{32DD5094-1839-7863-90A6-5C54DAFCAF0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5" name="Rectangle 234">
                            <a:extLst>
                              <a:ext uri="{FF2B5EF4-FFF2-40B4-BE49-F238E27FC236}">
                                <a16:creationId xmlns:a16="http://schemas.microsoft.com/office/drawing/2014/main" id="{667A3AD8-919C-5DCC-6995-CF00B088D7A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27" name="Group 226">
                          <a:extLst>
                            <a:ext uri="{FF2B5EF4-FFF2-40B4-BE49-F238E27FC236}">
                              <a16:creationId xmlns:a16="http://schemas.microsoft.com/office/drawing/2014/main" id="{6310A9CE-891B-A044-D7FB-4A05CC1DE5BB}"/>
                            </a:ext>
                          </a:extLst>
                        </p:cNvPr>
                        <p:cNvGrpSpPr/>
                        <p:nvPr/>
                      </p:nvGrpSpPr>
                      <p:grpSpPr>
                        <a:xfrm>
                          <a:off x="3701732" y="4724400"/>
                          <a:ext cx="731520" cy="731520"/>
                          <a:chOff x="2970212" y="4724400"/>
                          <a:chExt cx="731520" cy="731520"/>
                        </a:xfrm>
                      </p:grpSpPr>
                      <p:grpSp>
                        <p:nvGrpSpPr>
                          <p:cNvPr id="228" name="Group 227">
                            <a:extLst>
                              <a:ext uri="{FF2B5EF4-FFF2-40B4-BE49-F238E27FC236}">
                                <a16:creationId xmlns:a16="http://schemas.microsoft.com/office/drawing/2014/main" id="{8D14F848-A6F6-A13B-559B-44C868AA023B}"/>
                              </a:ext>
                            </a:extLst>
                          </p:cNvPr>
                          <p:cNvGrpSpPr/>
                          <p:nvPr/>
                        </p:nvGrpSpPr>
                        <p:grpSpPr>
                          <a:xfrm>
                            <a:off x="2970212" y="4724400"/>
                            <a:ext cx="731520" cy="365760"/>
                            <a:chOff x="2970212" y="4724400"/>
                            <a:chExt cx="731520" cy="365760"/>
                          </a:xfrm>
                        </p:grpSpPr>
                        <p:sp>
                          <p:nvSpPr>
                            <p:cNvPr id="231" name="Rectangle 230">
                              <a:extLst>
                                <a:ext uri="{FF2B5EF4-FFF2-40B4-BE49-F238E27FC236}">
                                  <a16:creationId xmlns:a16="http://schemas.microsoft.com/office/drawing/2014/main" id="{33BBFF7B-9262-4C56-9DDC-E4F52DFAFE3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2" name="Rectangle 231">
                              <a:extLst>
                                <a:ext uri="{FF2B5EF4-FFF2-40B4-BE49-F238E27FC236}">
                                  <a16:creationId xmlns:a16="http://schemas.microsoft.com/office/drawing/2014/main" id="{CB191756-6C7E-3B3B-B768-A8358D54DB8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29" name="Rectangle 228">
                            <a:extLst>
                              <a:ext uri="{FF2B5EF4-FFF2-40B4-BE49-F238E27FC236}">
                                <a16:creationId xmlns:a16="http://schemas.microsoft.com/office/drawing/2014/main" id="{DAD1F42B-0A07-4FB6-3498-34AF0AD00A5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0" name="Rectangle 229">
                            <a:extLst>
                              <a:ext uri="{FF2B5EF4-FFF2-40B4-BE49-F238E27FC236}">
                                <a16:creationId xmlns:a16="http://schemas.microsoft.com/office/drawing/2014/main" id="{E6812FF4-3FCC-DCAC-1550-E31712AFA57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13" name="Group 212">
                        <a:extLst>
                          <a:ext uri="{FF2B5EF4-FFF2-40B4-BE49-F238E27FC236}">
                            <a16:creationId xmlns:a16="http://schemas.microsoft.com/office/drawing/2014/main" id="{98B1FC35-4864-03A9-8334-F027498F005A}"/>
                          </a:ext>
                        </a:extLst>
                      </p:cNvPr>
                      <p:cNvGrpSpPr/>
                      <p:nvPr/>
                    </p:nvGrpSpPr>
                    <p:grpSpPr>
                      <a:xfrm>
                        <a:off x="2970212" y="5455920"/>
                        <a:ext cx="1463040" cy="731520"/>
                        <a:chOff x="2970212" y="4724400"/>
                        <a:chExt cx="1463040" cy="731520"/>
                      </a:xfrm>
                    </p:grpSpPr>
                    <p:grpSp>
                      <p:nvGrpSpPr>
                        <p:cNvPr id="214" name="Group 213">
                          <a:extLst>
                            <a:ext uri="{FF2B5EF4-FFF2-40B4-BE49-F238E27FC236}">
                              <a16:creationId xmlns:a16="http://schemas.microsoft.com/office/drawing/2014/main" id="{E42E776E-00A3-3BFF-1E2F-F6AF972BAFC4}"/>
                            </a:ext>
                          </a:extLst>
                        </p:cNvPr>
                        <p:cNvGrpSpPr/>
                        <p:nvPr/>
                      </p:nvGrpSpPr>
                      <p:grpSpPr>
                        <a:xfrm>
                          <a:off x="2970212" y="4724400"/>
                          <a:ext cx="731520" cy="731520"/>
                          <a:chOff x="2970212" y="4724400"/>
                          <a:chExt cx="731520" cy="731520"/>
                        </a:xfrm>
                      </p:grpSpPr>
                      <p:grpSp>
                        <p:nvGrpSpPr>
                          <p:cNvPr id="221" name="Group 220">
                            <a:extLst>
                              <a:ext uri="{FF2B5EF4-FFF2-40B4-BE49-F238E27FC236}">
                                <a16:creationId xmlns:a16="http://schemas.microsoft.com/office/drawing/2014/main" id="{CAF35A9E-EB52-B741-69DE-89548F783E22}"/>
                              </a:ext>
                            </a:extLst>
                          </p:cNvPr>
                          <p:cNvGrpSpPr/>
                          <p:nvPr/>
                        </p:nvGrpSpPr>
                        <p:grpSpPr>
                          <a:xfrm>
                            <a:off x="2970212" y="4724400"/>
                            <a:ext cx="731520" cy="365760"/>
                            <a:chOff x="2970212" y="4724400"/>
                            <a:chExt cx="731520" cy="365760"/>
                          </a:xfrm>
                        </p:grpSpPr>
                        <p:sp>
                          <p:nvSpPr>
                            <p:cNvPr id="224" name="Rectangle 223">
                              <a:extLst>
                                <a:ext uri="{FF2B5EF4-FFF2-40B4-BE49-F238E27FC236}">
                                  <a16:creationId xmlns:a16="http://schemas.microsoft.com/office/drawing/2014/main" id="{1EF638FF-A509-B8FE-426B-79B50BFA808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5" name="Rectangle 224">
                              <a:extLst>
                                <a:ext uri="{FF2B5EF4-FFF2-40B4-BE49-F238E27FC236}">
                                  <a16:creationId xmlns:a16="http://schemas.microsoft.com/office/drawing/2014/main" id="{93BE3AD1-DA43-84BC-E8B3-F8B0CC4F5B1F}"/>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22" name="Rectangle 221">
                            <a:extLst>
                              <a:ext uri="{FF2B5EF4-FFF2-40B4-BE49-F238E27FC236}">
                                <a16:creationId xmlns:a16="http://schemas.microsoft.com/office/drawing/2014/main" id="{927A241D-C740-B28B-B2B3-65205FB5B5A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3" name="Rectangle 222">
                            <a:extLst>
                              <a:ext uri="{FF2B5EF4-FFF2-40B4-BE49-F238E27FC236}">
                                <a16:creationId xmlns:a16="http://schemas.microsoft.com/office/drawing/2014/main" id="{310BB661-784E-E9A6-4432-03C7A7D7EAA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15" name="Group 214">
                          <a:extLst>
                            <a:ext uri="{FF2B5EF4-FFF2-40B4-BE49-F238E27FC236}">
                              <a16:creationId xmlns:a16="http://schemas.microsoft.com/office/drawing/2014/main" id="{70485CB6-EE14-332D-AB07-99341F4FE5B8}"/>
                            </a:ext>
                          </a:extLst>
                        </p:cNvPr>
                        <p:cNvGrpSpPr/>
                        <p:nvPr/>
                      </p:nvGrpSpPr>
                      <p:grpSpPr>
                        <a:xfrm>
                          <a:off x="3701732" y="4724400"/>
                          <a:ext cx="731520" cy="731520"/>
                          <a:chOff x="2970212" y="4724400"/>
                          <a:chExt cx="731520" cy="731520"/>
                        </a:xfrm>
                      </p:grpSpPr>
                      <p:grpSp>
                        <p:nvGrpSpPr>
                          <p:cNvPr id="216" name="Group 215">
                            <a:extLst>
                              <a:ext uri="{FF2B5EF4-FFF2-40B4-BE49-F238E27FC236}">
                                <a16:creationId xmlns:a16="http://schemas.microsoft.com/office/drawing/2014/main" id="{3CE3202D-95F9-DA61-8A6D-A63E7416ACD1}"/>
                              </a:ext>
                            </a:extLst>
                          </p:cNvPr>
                          <p:cNvGrpSpPr/>
                          <p:nvPr/>
                        </p:nvGrpSpPr>
                        <p:grpSpPr>
                          <a:xfrm>
                            <a:off x="2970212" y="4724400"/>
                            <a:ext cx="731520" cy="365760"/>
                            <a:chOff x="2970212" y="4724400"/>
                            <a:chExt cx="731520" cy="365760"/>
                          </a:xfrm>
                        </p:grpSpPr>
                        <p:sp>
                          <p:nvSpPr>
                            <p:cNvPr id="219" name="Rectangle 218">
                              <a:extLst>
                                <a:ext uri="{FF2B5EF4-FFF2-40B4-BE49-F238E27FC236}">
                                  <a16:creationId xmlns:a16="http://schemas.microsoft.com/office/drawing/2014/main" id="{DC04123A-4526-25B3-75B9-3408BAF3349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0" name="Rectangle 219">
                              <a:extLst>
                                <a:ext uri="{FF2B5EF4-FFF2-40B4-BE49-F238E27FC236}">
                                  <a16:creationId xmlns:a16="http://schemas.microsoft.com/office/drawing/2014/main" id="{10F7056C-63D6-7EB1-7A85-00D35573BCC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17" name="Rectangle 216">
                            <a:extLst>
                              <a:ext uri="{FF2B5EF4-FFF2-40B4-BE49-F238E27FC236}">
                                <a16:creationId xmlns:a16="http://schemas.microsoft.com/office/drawing/2014/main" id="{7F2F2FAF-E672-FE6D-001E-577D103F6D8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18" name="Rectangle 217">
                            <a:extLst>
                              <a:ext uri="{FF2B5EF4-FFF2-40B4-BE49-F238E27FC236}">
                                <a16:creationId xmlns:a16="http://schemas.microsoft.com/office/drawing/2014/main" id="{06318D3F-157E-57C4-775C-612E8AE426D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185" name="Group 184">
                      <a:extLst>
                        <a:ext uri="{FF2B5EF4-FFF2-40B4-BE49-F238E27FC236}">
                          <a16:creationId xmlns:a16="http://schemas.microsoft.com/office/drawing/2014/main" id="{60E248E5-6AC8-BD4D-060A-F470234BE41E}"/>
                        </a:ext>
                      </a:extLst>
                    </p:cNvPr>
                    <p:cNvGrpSpPr/>
                    <p:nvPr/>
                  </p:nvGrpSpPr>
                  <p:grpSpPr>
                    <a:xfrm>
                      <a:off x="4433252" y="4724400"/>
                      <a:ext cx="1463040" cy="1463040"/>
                      <a:chOff x="2970212" y="4724400"/>
                      <a:chExt cx="1463040" cy="1463040"/>
                    </a:xfrm>
                  </p:grpSpPr>
                  <p:grpSp>
                    <p:nvGrpSpPr>
                      <p:cNvPr id="186" name="Group 185">
                        <a:extLst>
                          <a:ext uri="{FF2B5EF4-FFF2-40B4-BE49-F238E27FC236}">
                            <a16:creationId xmlns:a16="http://schemas.microsoft.com/office/drawing/2014/main" id="{C12CCAB5-445F-F567-7524-8F2EA703405B}"/>
                          </a:ext>
                        </a:extLst>
                      </p:cNvPr>
                      <p:cNvGrpSpPr/>
                      <p:nvPr/>
                    </p:nvGrpSpPr>
                    <p:grpSpPr>
                      <a:xfrm>
                        <a:off x="2970212" y="4724400"/>
                        <a:ext cx="1463040" cy="731520"/>
                        <a:chOff x="2970212" y="4724400"/>
                        <a:chExt cx="1463040" cy="731520"/>
                      </a:xfrm>
                    </p:grpSpPr>
                    <p:grpSp>
                      <p:nvGrpSpPr>
                        <p:cNvPr id="200" name="Group 199">
                          <a:extLst>
                            <a:ext uri="{FF2B5EF4-FFF2-40B4-BE49-F238E27FC236}">
                              <a16:creationId xmlns:a16="http://schemas.microsoft.com/office/drawing/2014/main" id="{C5CB87FC-005A-7549-FD4D-4137C9228AE5}"/>
                            </a:ext>
                          </a:extLst>
                        </p:cNvPr>
                        <p:cNvGrpSpPr/>
                        <p:nvPr/>
                      </p:nvGrpSpPr>
                      <p:grpSpPr>
                        <a:xfrm>
                          <a:off x="2970212" y="4724400"/>
                          <a:ext cx="731520" cy="731520"/>
                          <a:chOff x="2970212" y="4724400"/>
                          <a:chExt cx="731520" cy="731520"/>
                        </a:xfrm>
                      </p:grpSpPr>
                      <p:grpSp>
                        <p:nvGrpSpPr>
                          <p:cNvPr id="207" name="Group 206">
                            <a:extLst>
                              <a:ext uri="{FF2B5EF4-FFF2-40B4-BE49-F238E27FC236}">
                                <a16:creationId xmlns:a16="http://schemas.microsoft.com/office/drawing/2014/main" id="{DCA11C85-3325-E478-62C3-A0A903955368}"/>
                              </a:ext>
                            </a:extLst>
                          </p:cNvPr>
                          <p:cNvGrpSpPr/>
                          <p:nvPr/>
                        </p:nvGrpSpPr>
                        <p:grpSpPr>
                          <a:xfrm>
                            <a:off x="2970212" y="4724400"/>
                            <a:ext cx="731520" cy="365760"/>
                            <a:chOff x="2970212" y="4724400"/>
                            <a:chExt cx="731520" cy="365760"/>
                          </a:xfrm>
                        </p:grpSpPr>
                        <p:sp>
                          <p:nvSpPr>
                            <p:cNvPr id="210" name="Rectangle 209">
                              <a:extLst>
                                <a:ext uri="{FF2B5EF4-FFF2-40B4-BE49-F238E27FC236}">
                                  <a16:creationId xmlns:a16="http://schemas.microsoft.com/office/drawing/2014/main" id="{AE78BA34-6FBA-85C9-3C2A-D2646C117796}"/>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11" name="Rectangle 210">
                              <a:extLst>
                                <a:ext uri="{FF2B5EF4-FFF2-40B4-BE49-F238E27FC236}">
                                  <a16:creationId xmlns:a16="http://schemas.microsoft.com/office/drawing/2014/main" id="{1EB005B4-D971-FA3B-7289-F002D23846A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08" name="Rectangle 207">
                            <a:extLst>
                              <a:ext uri="{FF2B5EF4-FFF2-40B4-BE49-F238E27FC236}">
                                <a16:creationId xmlns:a16="http://schemas.microsoft.com/office/drawing/2014/main" id="{51C0C08B-0833-B7A2-9E34-7DE7439D209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9" name="Rectangle 208">
                            <a:extLst>
                              <a:ext uri="{FF2B5EF4-FFF2-40B4-BE49-F238E27FC236}">
                                <a16:creationId xmlns:a16="http://schemas.microsoft.com/office/drawing/2014/main" id="{2CAF787D-5D64-E453-3538-F677EA6F842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01" name="Group 200">
                          <a:extLst>
                            <a:ext uri="{FF2B5EF4-FFF2-40B4-BE49-F238E27FC236}">
                              <a16:creationId xmlns:a16="http://schemas.microsoft.com/office/drawing/2014/main" id="{7BF417C7-BEE9-2D2B-8DAA-A91B4BC4B8D3}"/>
                            </a:ext>
                          </a:extLst>
                        </p:cNvPr>
                        <p:cNvGrpSpPr/>
                        <p:nvPr/>
                      </p:nvGrpSpPr>
                      <p:grpSpPr>
                        <a:xfrm>
                          <a:off x="3701732" y="4724400"/>
                          <a:ext cx="731520" cy="731520"/>
                          <a:chOff x="2970212" y="4724400"/>
                          <a:chExt cx="731520" cy="731520"/>
                        </a:xfrm>
                      </p:grpSpPr>
                      <p:grpSp>
                        <p:nvGrpSpPr>
                          <p:cNvPr id="202" name="Group 201">
                            <a:extLst>
                              <a:ext uri="{FF2B5EF4-FFF2-40B4-BE49-F238E27FC236}">
                                <a16:creationId xmlns:a16="http://schemas.microsoft.com/office/drawing/2014/main" id="{17C1BCDC-53E9-3687-1FE1-DB03A610FCB5}"/>
                              </a:ext>
                            </a:extLst>
                          </p:cNvPr>
                          <p:cNvGrpSpPr/>
                          <p:nvPr/>
                        </p:nvGrpSpPr>
                        <p:grpSpPr>
                          <a:xfrm>
                            <a:off x="2970212" y="4724400"/>
                            <a:ext cx="731520" cy="365760"/>
                            <a:chOff x="2970212" y="4724400"/>
                            <a:chExt cx="731520" cy="365760"/>
                          </a:xfrm>
                        </p:grpSpPr>
                        <p:sp>
                          <p:nvSpPr>
                            <p:cNvPr id="205" name="Rectangle 204">
                              <a:extLst>
                                <a:ext uri="{FF2B5EF4-FFF2-40B4-BE49-F238E27FC236}">
                                  <a16:creationId xmlns:a16="http://schemas.microsoft.com/office/drawing/2014/main" id="{B68B986C-4063-B479-9585-9DEFF2B1ED5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6" name="Rectangle 205">
                              <a:extLst>
                                <a:ext uri="{FF2B5EF4-FFF2-40B4-BE49-F238E27FC236}">
                                  <a16:creationId xmlns:a16="http://schemas.microsoft.com/office/drawing/2014/main" id="{BC09C458-4FEC-A50C-6937-0FD9E6869E4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03" name="Rectangle 202">
                            <a:extLst>
                              <a:ext uri="{FF2B5EF4-FFF2-40B4-BE49-F238E27FC236}">
                                <a16:creationId xmlns:a16="http://schemas.microsoft.com/office/drawing/2014/main" id="{921106FE-F12E-5E15-FA37-2B9396FC4A0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4" name="Rectangle 203">
                            <a:extLst>
                              <a:ext uri="{FF2B5EF4-FFF2-40B4-BE49-F238E27FC236}">
                                <a16:creationId xmlns:a16="http://schemas.microsoft.com/office/drawing/2014/main" id="{35331B61-0F33-C8DD-E89C-D5DF3D555957}"/>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187" name="Group 186">
                        <a:extLst>
                          <a:ext uri="{FF2B5EF4-FFF2-40B4-BE49-F238E27FC236}">
                            <a16:creationId xmlns:a16="http://schemas.microsoft.com/office/drawing/2014/main" id="{0AE928AE-CE2D-9E83-87AA-61C9C8704C00}"/>
                          </a:ext>
                        </a:extLst>
                      </p:cNvPr>
                      <p:cNvGrpSpPr/>
                      <p:nvPr/>
                    </p:nvGrpSpPr>
                    <p:grpSpPr>
                      <a:xfrm>
                        <a:off x="2970212" y="5455920"/>
                        <a:ext cx="1463040" cy="731520"/>
                        <a:chOff x="2970212" y="4724400"/>
                        <a:chExt cx="1463040" cy="731520"/>
                      </a:xfrm>
                    </p:grpSpPr>
                    <p:grpSp>
                      <p:nvGrpSpPr>
                        <p:cNvPr id="188" name="Group 187">
                          <a:extLst>
                            <a:ext uri="{FF2B5EF4-FFF2-40B4-BE49-F238E27FC236}">
                              <a16:creationId xmlns:a16="http://schemas.microsoft.com/office/drawing/2014/main" id="{AEBF79D0-D4B6-EA37-F87D-A71FC386F019}"/>
                            </a:ext>
                          </a:extLst>
                        </p:cNvPr>
                        <p:cNvGrpSpPr/>
                        <p:nvPr/>
                      </p:nvGrpSpPr>
                      <p:grpSpPr>
                        <a:xfrm>
                          <a:off x="2970212" y="4724400"/>
                          <a:ext cx="731520" cy="731520"/>
                          <a:chOff x="2970212" y="4724400"/>
                          <a:chExt cx="731520" cy="731520"/>
                        </a:xfrm>
                      </p:grpSpPr>
                      <p:grpSp>
                        <p:nvGrpSpPr>
                          <p:cNvPr id="195" name="Group 194">
                            <a:extLst>
                              <a:ext uri="{FF2B5EF4-FFF2-40B4-BE49-F238E27FC236}">
                                <a16:creationId xmlns:a16="http://schemas.microsoft.com/office/drawing/2014/main" id="{431D042F-A84F-CA68-88CA-0AD3A36590DC}"/>
                              </a:ext>
                            </a:extLst>
                          </p:cNvPr>
                          <p:cNvGrpSpPr/>
                          <p:nvPr/>
                        </p:nvGrpSpPr>
                        <p:grpSpPr>
                          <a:xfrm>
                            <a:off x="2970212" y="4724400"/>
                            <a:ext cx="731520" cy="365760"/>
                            <a:chOff x="2970212" y="4724400"/>
                            <a:chExt cx="731520" cy="365760"/>
                          </a:xfrm>
                        </p:grpSpPr>
                        <p:sp>
                          <p:nvSpPr>
                            <p:cNvPr id="198" name="Rectangle 197">
                              <a:extLst>
                                <a:ext uri="{FF2B5EF4-FFF2-40B4-BE49-F238E27FC236}">
                                  <a16:creationId xmlns:a16="http://schemas.microsoft.com/office/drawing/2014/main" id="{CC2DEEA2-3C2C-B5FE-1EC3-1B7202F1DBA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9" name="Rectangle 198">
                              <a:extLst>
                                <a:ext uri="{FF2B5EF4-FFF2-40B4-BE49-F238E27FC236}">
                                  <a16:creationId xmlns:a16="http://schemas.microsoft.com/office/drawing/2014/main" id="{1017E713-0627-DEAD-B247-2E4AEB8C4F6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96" name="Rectangle 195">
                            <a:extLst>
                              <a:ext uri="{FF2B5EF4-FFF2-40B4-BE49-F238E27FC236}">
                                <a16:creationId xmlns:a16="http://schemas.microsoft.com/office/drawing/2014/main" id="{A97A5EC1-CCC0-FF66-87CF-011BF6811F5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7" name="Rectangle 196">
                            <a:extLst>
                              <a:ext uri="{FF2B5EF4-FFF2-40B4-BE49-F238E27FC236}">
                                <a16:creationId xmlns:a16="http://schemas.microsoft.com/office/drawing/2014/main" id="{E2A63448-01BF-F7A2-4095-E5ABBCC3E0EC}"/>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89" name="Group 188">
                          <a:extLst>
                            <a:ext uri="{FF2B5EF4-FFF2-40B4-BE49-F238E27FC236}">
                              <a16:creationId xmlns:a16="http://schemas.microsoft.com/office/drawing/2014/main" id="{4A707F49-16A4-0C88-EE34-107A4B1EEA5C}"/>
                            </a:ext>
                          </a:extLst>
                        </p:cNvPr>
                        <p:cNvGrpSpPr/>
                        <p:nvPr/>
                      </p:nvGrpSpPr>
                      <p:grpSpPr>
                        <a:xfrm>
                          <a:off x="3701732" y="4724400"/>
                          <a:ext cx="731520" cy="731520"/>
                          <a:chOff x="2970212" y="4724400"/>
                          <a:chExt cx="731520" cy="731520"/>
                        </a:xfrm>
                      </p:grpSpPr>
                      <p:grpSp>
                        <p:nvGrpSpPr>
                          <p:cNvPr id="190" name="Group 189">
                            <a:extLst>
                              <a:ext uri="{FF2B5EF4-FFF2-40B4-BE49-F238E27FC236}">
                                <a16:creationId xmlns:a16="http://schemas.microsoft.com/office/drawing/2014/main" id="{C93437FD-810A-D71F-E7CA-C296E74AF877}"/>
                              </a:ext>
                            </a:extLst>
                          </p:cNvPr>
                          <p:cNvGrpSpPr/>
                          <p:nvPr/>
                        </p:nvGrpSpPr>
                        <p:grpSpPr>
                          <a:xfrm>
                            <a:off x="2970212" y="4724400"/>
                            <a:ext cx="731520" cy="365760"/>
                            <a:chOff x="2970212" y="4724400"/>
                            <a:chExt cx="731520" cy="365760"/>
                          </a:xfrm>
                        </p:grpSpPr>
                        <p:sp>
                          <p:nvSpPr>
                            <p:cNvPr id="193" name="Rectangle 192">
                              <a:extLst>
                                <a:ext uri="{FF2B5EF4-FFF2-40B4-BE49-F238E27FC236}">
                                  <a16:creationId xmlns:a16="http://schemas.microsoft.com/office/drawing/2014/main" id="{16601E4F-752C-67A7-9203-F21ED3F49F2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4" name="Rectangle 193">
                              <a:extLst>
                                <a:ext uri="{FF2B5EF4-FFF2-40B4-BE49-F238E27FC236}">
                                  <a16:creationId xmlns:a16="http://schemas.microsoft.com/office/drawing/2014/main" id="{EFA43D22-31DC-83B0-C0B3-3E8C77A1781D}"/>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91" name="Rectangle 190">
                            <a:extLst>
                              <a:ext uri="{FF2B5EF4-FFF2-40B4-BE49-F238E27FC236}">
                                <a16:creationId xmlns:a16="http://schemas.microsoft.com/office/drawing/2014/main" id="{2F2B9DD5-4336-DEF7-8B49-8150F6272C2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2" name="Rectangle 191">
                            <a:extLst>
                              <a:ext uri="{FF2B5EF4-FFF2-40B4-BE49-F238E27FC236}">
                                <a16:creationId xmlns:a16="http://schemas.microsoft.com/office/drawing/2014/main" id="{B52364F4-A4B9-A06E-9F6F-FC2250A327B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nvGrpSpPr>
                <p:cNvPr id="292" name="Group 291">
                  <a:extLst>
                    <a:ext uri="{FF2B5EF4-FFF2-40B4-BE49-F238E27FC236}">
                      <a16:creationId xmlns:a16="http://schemas.microsoft.com/office/drawing/2014/main" id="{9A6CA6B9-AA75-0505-799F-E25C7B1B8AD0}"/>
                    </a:ext>
                  </a:extLst>
                </p:cNvPr>
                <p:cNvGrpSpPr/>
                <p:nvPr/>
              </p:nvGrpSpPr>
              <p:grpSpPr>
                <a:xfrm>
                  <a:off x="7984172" y="3124200"/>
                  <a:ext cx="2926080" cy="2926080"/>
                  <a:chOff x="2132012" y="3124200"/>
                  <a:chExt cx="2926080" cy="2926080"/>
                </a:xfrm>
              </p:grpSpPr>
              <p:grpSp>
                <p:nvGrpSpPr>
                  <p:cNvPr id="293" name="Group 292">
                    <a:extLst>
                      <a:ext uri="{FF2B5EF4-FFF2-40B4-BE49-F238E27FC236}">
                        <a16:creationId xmlns:a16="http://schemas.microsoft.com/office/drawing/2014/main" id="{BE73FA84-4F6B-A398-FEB9-8BF7CD332373}"/>
                      </a:ext>
                    </a:extLst>
                  </p:cNvPr>
                  <p:cNvGrpSpPr/>
                  <p:nvPr/>
                </p:nvGrpSpPr>
                <p:grpSpPr>
                  <a:xfrm>
                    <a:off x="2132012" y="3124200"/>
                    <a:ext cx="2926080" cy="1463040"/>
                    <a:chOff x="2970212" y="4724400"/>
                    <a:chExt cx="2926080" cy="1463040"/>
                  </a:xfrm>
                </p:grpSpPr>
                <p:grpSp>
                  <p:nvGrpSpPr>
                    <p:cNvPr id="349" name="Group 348">
                      <a:extLst>
                        <a:ext uri="{FF2B5EF4-FFF2-40B4-BE49-F238E27FC236}">
                          <a16:creationId xmlns:a16="http://schemas.microsoft.com/office/drawing/2014/main" id="{5BDCFEAC-65E5-AC9D-FC54-D921B8B50B47}"/>
                        </a:ext>
                      </a:extLst>
                    </p:cNvPr>
                    <p:cNvGrpSpPr/>
                    <p:nvPr/>
                  </p:nvGrpSpPr>
                  <p:grpSpPr>
                    <a:xfrm>
                      <a:off x="2970212" y="4724400"/>
                      <a:ext cx="1463040" cy="1463040"/>
                      <a:chOff x="2970212" y="4724400"/>
                      <a:chExt cx="1463040" cy="1463040"/>
                    </a:xfrm>
                  </p:grpSpPr>
                  <p:grpSp>
                    <p:nvGrpSpPr>
                      <p:cNvPr id="377" name="Group 376">
                        <a:extLst>
                          <a:ext uri="{FF2B5EF4-FFF2-40B4-BE49-F238E27FC236}">
                            <a16:creationId xmlns:a16="http://schemas.microsoft.com/office/drawing/2014/main" id="{B8A4190C-5F72-3BC2-DCDD-A52C26582A76}"/>
                          </a:ext>
                        </a:extLst>
                      </p:cNvPr>
                      <p:cNvGrpSpPr/>
                      <p:nvPr/>
                    </p:nvGrpSpPr>
                    <p:grpSpPr>
                      <a:xfrm>
                        <a:off x="2970212" y="4724400"/>
                        <a:ext cx="1463040" cy="731520"/>
                        <a:chOff x="2970212" y="4724400"/>
                        <a:chExt cx="1463040" cy="731520"/>
                      </a:xfrm>
                    </p:grpSpPr>
                    <p:grpSp>
                      <p:nvGrpSpPr>
                        <p:cNvPr id="391" name="Group 390">
                          <a:extLst>
                            <a:ext uri="{FF2B5EF4-FFF2-40B4-BE49-F238E27FC236}">
                              <a16:creationId xmlns:a16="http://schemas.microsoft.com/office/drawing/2014/main" id="{2DAF74F5-B8ED-4C8C-D3F4-BCA6A6CAB990}"/>
                            </a:ext>
                          </a:extLst>
                        </p:cNvPr>
                        <p:cNvGrpSpPr/>
                        <p:nvPr/>
                      </p:nvGrpSpPr>
                      <p:grpSpPr>
                        <a:xfrm>
                          <a:off x="2970212" y="4724400"/>
                          <a:ext cx="731520" cy="731520"/>
                          <a:chOff x="2970212" y="4724400"/>
                          <a:chExt cx="731520" cy="731520"/>
                        </a:xfrm>
                      </p:grpSpPr>
                      <p:grpSp>
                        <p:nvGrpSpPr>
                          <p:cNvPr id="398" name="Group 397">
                            <a:extLst>
                              <a:ext uri="{FF2B5EF4-FFF2-40B4-BE49-F238E27FC236}">
                                <a16:creationId xmlns:a16="http://schemas.microsoft.com/office/drawing/2014/main" id="{13FF7777-03CD-BE93-EDCE-ADE3B51B783B}"/>
                              </a:ext>
                            </a:extLst>
                          </p:cNvPr>
                          <p:cNvGrpSpPr/>
                          <p:nvPr/>
                        </p:nvGrpSpPr>
                        <p:grpSpPr>
                          <a:xfrm>
                            <a:off x="2970212" y="4724400"/>
                            <a:ext cx="731520" cy="365760"/>
                            <a:chOff x="2970212" y="4724400"/>
                            <a:chExt cx="731520" cy="365760"/>
                          </a:xfrm>
                        </p:grpSpPr>
                        <p:sp>
                          <p:nvSpPr>
                            <p:cNvPr id="401" name="Rectangle 400">
                              <a:extLst>
                                <a:ext uri="{FF2B5EF4-FFF2-40B4-BE49-F238E27FC236}">
                                  <a16:creationId xmlns:a16="http://schemas.microsoft.com/office/drawing/2014/main" id="{F316A1F2-8BAE-6B56-346A-6FC89A018E0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2" name="Rectangle 401">
                              <a:extLst>
                                <a:ext uri="{FF2B5EF4-FFF2-40B4-BE49-F238E27FC236}">
                                  <a16:creationId xmlns:a16="http://schemas.microsoft.com/office/drawing/2014/main" id="{36A571F7-B78E-96BC-6864-5899B4B86FF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99" name="Rectangle 398">
                            <a:extLst>
                              <a:ext uri="{FF2B5EF4-FFF2-40B4-BE49-F238E27FC236}">
                                <a16:creationId xmlns:a16="http://schemas.microsoft.com/office/drawing/2014/main" id="{60505AAF-5D19-BBD8-3F97-4BFC04A395B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0" name="Rectangle 399">
                            <a:extLst>
                              <a:ext uri="{FF2B5EF4-FFF2-40B4-BE49-F238E27FC236}">
                                <a16:creationId xmlns:a16="http://schemas.microsoft.com/office/drawing/2014/main" id="{E0BEE075-9657-665A-829B-B43D45A9890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92" name="Group 391">
                          <a:extLst>
                            <a:ext uri="{FF2B5EF4-FFF2-40B4-BE49-F238E27FC236}">
                              <a16:creationId xmlns:a16="http://schemas.microsoft.com/office/drawing/2014/main" id="{C3D63536-57E3-D868-63B8-0791ACC52D2E}"/>
                            </a:ext>
                          </a:extLst>
                        </p:cNvPr>
                        <p:cNvGrpSpPr/>
                        <p:nvPr/>
                      </p:nvGrpSpPr>
                      <p:grpSpPr>
                        <a:xfrm>
                          <a:off x="3701732" y="4724400"/>
                          <a:ext cx="731520" cy="731520"/>
                          <a:chOff x="2970212" y="4724400"/>
                          <a:chExt cx="731520" cy="731520"/>
                        </a:xfrm>
                      </p:grpSpPr>
                      <p:grpSp>
                        <p:nvGrpSpPr>
                          <p:cNvPr id="393" name="Group 392">
                            <a:extLst>
                              <a:ext uri="{FF2B5EF4-FFF2-40B4-BE49-F238E27FC236}">
                                <a16:creationId xmlns:a16="http://schemas.microsoft.com/office/drawing/2014/main" id="{F822152E-34A9-1241-EA83-2C799FAC253F}"/>
                              </a:ext>
                            </a:extLst>
                          </p:cNvPr>
                          <p:cNvGrpSpPr/>
                          <p:nvPr/>
                        </p:nvGrpSpPr>
                        <p:grpSpPr>
                          <a:xfrm>
                            <a:off x="2970212" y="4724400"/>
                            <a:ext cx="731520" cy="365760"/>
                            <a:chOff x="2970212" y="4724400"/>
                            <a:chExt cx="731520" cy="365760"/>
                          </a:xfrm>
                        </p:grpSpPr>
                        <p:sp>
                          <p:nvSpPr>
                            <p:cNvPr id="396" name="Rectangle 395">
                              <a:extLst>
                                <a:ext uri="{FF2B5EF4-FFF2-40B4-BE49-F238E27FC236}">
                                  <a16:creationId xmlns:a16="http://schemas.microsoft.com/office/drawing/2014/main" id="{2DC70C7C-B482-A82F-281F-8A76FA53D48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7" name="Rectangle 396">
                              <a:extLst>
                                <a:ext uri="{FF2B5EF4-FFF2-40B4-BE49-F238E27FC236}">
                                  <a16:creationId xmlns:a16="http://schemas.microsoft.com/office/drawing/2014/main" id="{AF9CFDD6-53BE-D84F-651A-E1A2AA27155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94" name="Rectangle 393">
                            <a:extLst>
                              <a:ext uri="{FF2B5EF4-FFF2-40B4-BE49-F238E27FC236}">
                                <a16:creationId xmlns:a16="http://schemas.microsoft.com/office/drawing/2014/main" id="{9A4C9636-090F-430B-B70A-CF02D3D2788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5" name="Rectangle 394">
                            <a:extLst>
                              <a:ext uri="{FF2B5EF4-FFF2-40B4-BE49-F238E27FC236}">
                                <a16:creationId xmlns:a16="http://schemas.microsoft.com/office/drawing/2014/main" id="{A0CC7B8E-F661-4EC0-D85F-98828284FD6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78" name="Group 377">
                        <a:extLst>
                          <a:ext uri="{FF2B5EF4-FFF2-40B4-BE49-F238E27FC236}">
                            <a16:creationId xmlns:a16="http://schemas.microsoft.com/office/drawing/2014/main" id="{F4A11FD2-21BA-D543-3022-338CB20E8BE2}"/>
                          </a:ext>
                        </a:extLst>
                      </p:cNvPr>
                      <p:cNvGrpSpPr/>
                      <p:nvPr/>
                    </p:nvGrpSpPr>
                    <p:grpSpPr>
                      <a:xfrm>
                        <a:off x="2970212" y="5455920"/>
                        <a:ext cx="1463040" cy="731520"/>
                        <a:chOff x="2970212" y="4724400"/>
                        <a:chExt cx="1463040" cy="731520"/>
                      </a:xfrm>
                    </p:grpSpPr>
                    <p:grpSp>
                      <p:nvGrpSpPr>
                        <p:cNvPr id="379" name="Group 378">
                          <a:extLst>
                            <a:ext uri="{FF2B5EF4-FFF2-40B4-BE49-F238E27FC236}">
                              <a16:creationId xmlns:a16="http://schemas.microsoft.com/office/drawing/2014/main" id="{BA6EB5DA-66E0-0998-25BD-5287BBE4F5D3}"/>
                            </a:ext>
                          </a:extLst>
                        </p:cNvPr>
                        <p:cNvGrpSpPr/>
                        <p:nvPr/>
                      </p:nvGrpSpPr>
                      <p:grpSpPr>
                        <a:xfrm>
                          <a:off x="2970212" y="4724400"/>
                          <a:ext cx="731520" cy="731520"/>
                          <a:chOff x="2970212" y="4724400"/>
                          <a:chExt cx="731520" cy="731520"/>
                        </a:xfrm>
                      </p:grpSpPr>
                      <p:grpSp>
                        <p:nvGrpSpPr>
                          <p:cNvPr id="386" name="Group 385">
                            <a:extLst>
                              <a:ext uri="{FF2B5EF4-FFF2-40B4-BE49-F238E27FC236}">
                                <a16:creationId xmlns:a16="http://schemas.microsoft.com/office/drawing/2014/main" id="{5D069E1C-B0CB-B7E8-F740-1224A3294B86}"/>
                              </a:ext>
                            </a:extLst>
                          </p:cNvPr>
                          <p:cNvGrpSpPr/>
                          <p:nvPr/>
                        </p:nvGrpSpPr>
                        <p:grpSpPr>
                          <a:xfrm>
                            <a:off x="2970212" y="4724400"/>
                            <a:ext cx="731520" cy="365760"/>
                            <a:chOff x="2970212" y="4724400"/>
                            <a:chExt cx="731520" cy="365760"/>
                          </a:xfrm>
                        </p:grpSpPr>
                        <p:sp>
                          <p:nvSpPr>
                            <p:cNvPr id="389" name="Rectangle 388">
                              <a:extLst>
                                <a:ext uri="{FF2B5EF4-FFF2-40B4-BE49-F238E27FC236}">
                                  <a16:creationId xmlns:a16="http://schemas.microsoft.com/office/drawing/2014/main" id="{6607725D-D756-3920-5FA8-095D78E37AC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0" name="Rectangle 389">
                              <a:extLst>
                                <a:ext uri="{FF2B5EF4-FFF2-40B4-BE49-F238E27FC236}">
                                  <a16:creationId xmlns:a16="http://schemas.microsoft.com/office/drawing/2014/main" id="{9275EBFB-26D0-091F-53C9-30512CD7461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87" name="Rectangle 386">
                            <a:extLst>
                              <a:ext uri="{FF2B5EF4-FFF2-40B4-BE49-F238E27FC236}">
                                <a16:creationId xmlns:a16="http://schemas.microsoft.com/office/drawing/2014/main" id="{560F52C2-B682-86CA-B2F8-4FB5A512B193}"/>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8" name="Rectangle 387">
                            <a:extLst>
                              <a:ext uri="{FF2B5EF4-FFF2-40B4-BE49-F238E27FC236}">
                                <a16:creationId xmlns:a16="http://schemas.microsoft.com/office/drawing/2014/main" id="{C943F446-36F0-27DC-95A4-2EACD181801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80" name="Group 379">
                          <a:extLst>
                            <a:ext uri="{FF2B5EF4-FFF2-40B4-BE49-F238E27FC236}">
                              <a16:creationId xmlns:a16="http://schemas.microsoft.com/office/drawing/2014/main" id="{7D6BCE38-1A21-0331-B86F-377FCDFE9287}"/>
                            </a:ext>
                          </a:extLst>
                        </p:cNvPr>
                        <p:cNvGrpSpPr/>
                        <p:nvPr/>
                      </p:nvGrpSpPr>
                      <p:grpSpPr>
                        <a:xfrm>
                          <a:off x="3701732" y="4724400"/>
                          <a:ext cx="731520" cy="731520"/>
                          <a:chOff x="2970212" y="4724400"/>
                          <a:chExt cx="731520" cy="731520"/>
                        </a:xfrm>
                      </p:grpSpPr>
                      <p:grpSp>
                        <p:nvGrpSpPr>
                          <p:cNvPr id="381" name="Group 380">
                            <a:extLst>
                              <a:ext uri="{FF2B5EF4-FFF2-40B4-BE49-F238E27FC236}">
                                <a16:creationId xmlns:a16="http://schemas.microsoft.com/office/drawing/2014/main" id="{1859EC56-9B41-69AD-6D9B-DB7BBB37E567}"/>
                              </a:ext>
                            </a:extLst>
                          </p:cNvPr>
                          <p:cNvGrpSpPr/>
                          <p:nvPr/>
                        </p:nvGrpSpPr>
                        <p:grpSpPr>
                          <a:xfrm>
                            <a:off x="2970212" y="4724400"/>
                            <a:ext cx="731520" cy="365760"/>
                            <a:chOff x="2970212" y="4724400"/>
                            <a:chExt cx="731520" cy="365760"/>
                          </a:xfrm>
                        </p:grpSpPr>
                        <p:sp>
                          <p:nvSpPr>
                            <p:cNvPr id="384" name="Rectangle 383">
                              <a:extLst>
                                <a:ext uri="{FF2B5EF4-FFF2-40B4-BE49-F238E27FC236}">
                                  <a16:creationId xmlns:a16="http://schemas.microsoft.com/office/drawing/2014/main" id="{5BB634CA-CB51-74D5-9389-6E20167AA89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5" name="Rectangle 384">
                              <a:extLst>
                                <a:ext uri="{FF2B5EF4-FFF2-40B4-BE49-F238E27FC236}">
                                  <a16:creationId xmlns:a16="http://schemas.microsoft.com/office/drawing/2014/main" id="{416B7B37-87B6-651D-3521-BEE2C3587E8F}"/>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82" name="Rectangle 381">
                            <a:extLst>
                              <a:ext uri="{FF2B5EF4-FFF2-40B4-BE49-F238E27FC236}">
                                <a16:creationId xmlns:a16="http://schemas.microsoft.com/office/drawing/2014/main" id="{8E4DB480-2577-37FD-5E5F-7AA80551929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3" name="Rectangle 382">
                            <a:extLst>
                              <a:ext uri="{FF2B5EF4-FFF2-40B4-BE49-F238E27FC236}">
                                <a16:creationId xmlns:a16="http://schemas.microsoft.com/office/drawing/2014/main" id="{E2294DD4-93DB-C6A2-3A77-73802302BCF3}"/>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350" name="Group 349">
                      <a:extLst>
                        <a:ext uri="{FF2B5EF4-FFF2-40B4-BE49-F238E27FC236}">
                          <a16:creationId xmlns:a16="http://schemas.microsoft.com/office/drawing/2014/main" id="{453F4548-23AC-F4DB-F10B-796F61381B20}"/>
                        </a:ext>
                      </a:extLst>
                    </p:cNvPr>
                    <p:cNvGrpSpPr/>
                    <p:nvPr/>
                  </p:nvGrpSpPr>
                  <p:grpSpPr>
                    <a:xfrm>
                      <a:off x="4433252" y="4724400"/>
                      <a:ext cx="1463040" cy="1463040"/>
                      <a:chOff x="2970212" y="4724400"/>
                      <a:chExt cx="1463040" cy="1463040"/>
                    </a:xfrm>
                  </p:grpSpPr>
                  <p:grpSp>
                    <p:nvGrpSpPr>
                      <p:cNvPr id="351" name="Group 350">
                        <a:extLst>
                          <a:ext uri="{FF2B5EF4-FFF2-40B4-BE49-F238E27FC236}">
                            <a16:creationId xmlns:a16="http://schemas.microsoft.com/office/drawing/2014/main" id="{7ACF60A2-B443-8C6F-EE3E-46EC70F2990D}"/>
                          </a:ext>
                        </a:extLst>
                      </p:cNvPr>
                      <p:cNvGrpSpPr/>
                      <p:nvPr/>
                    </p:nvGrpSpPr>
                    <p:grpSpPr>
                      <a:xfrm>
                        <a:off x="2970212" y="4724400"/>
                        <a:ext cx="1463040" cy="731520"/>
                        <a:chOff x="2970212" y="4724400"/>
                        <a:chExt cx="1463040" cy="731520"/>
                      </a:xfrm>
                    </p:grpSpPr>
                    <p:grpSp>
                      <p:nvGrpSpPr>
                        <p:cNvPr id="365" name="Group 364">
                          <a:extLst>
                            <a:ext uri="{FF2B5EF4-FFF2-40B4-BE49-F238E27FC236}">
                              <a16:creationId xmlns:a16="http://schemas.microsoft.com/office/drawing/2014/main" id="{17E3139F-1247-8F81-B35F-02E061C4DAD9}"/>
                            </a:ext>
                          </a:extLst>
                        </p:cNvPr>
                        <p:cNvGrpSpPr/>
                        <p:nvPr/>
                      </p:nvGrpSpPr>
                      <p:grpSpPr>
                        <a:xfrm>
                          <a:off x="2970212" y="4724400"/>
                          <a:ext cx="731520" cy="731520"/>
                          <a:chOff x="2970212" y="4724400"/>
                          <a:chExt cx="731520" cy="731520"/>
                        </a:xfrm>
                      </p:grpSpPr>
                      <p:grpSp>
                        <p:nvGrpSpPr>
                          <p:cNvPr id="372" name="Group 371">
                            <a:extLst>
                              <a:ext uri="{FF2B5EF4-FFF2-40B4-BE49-F238E27FC236}">
                                <a16:creationId xmlns:a16="http://schemas.microsoft.com/office/drawing/2014/main" id="{88E53927-6D2F-7585-98A1-04FD2DC6F5A1}"/>
                              </a:ext>
                            </a:extLst>
                          </p:cNvPr>
                          <p:cNvGrpSpPr/>
                          <p:nvPr/>
                        </p:nvGrpSpPr>
                        <p:grpSpPr>
                          <a:xfrm>
                            <a:off x="2970212" y="4724400"/>
                            <a:ext cx="731520" cy="365760"/>
                            <a:chOff x="2970212" y="4724400"/>
                            <a:chExt cx="731520" cy="365760"/>
                          </a:xfrm>
                        </p:grpSpPr>
                        <p:sp>
                          <p:nvSpPr>
                            <p:cNvPr id="375" name="Rectangle 374">
                              <a:extLst>
                                <a:ext uri="{FF2B5EF4-FFF2-40B4-BE49-F238E27FC236}">
                                  <a16:creationId xmlns:a16="http://schemas.microsoft.com/office/drawing/2014/main" id="{7DC2E484-268E-BD11-63A2-A309CC8FAAFA}"/>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6" name="Rectangle 375">
                              <a:extLst>
                                <a:ext uri="{FF2B5EF4-FFF2-40B4-BE49-F238E27FC236}">
                                  <a16:creationId xmlns:a16="http://schemas.microsoft.com/office/drawing/2014/main" id="{235834B4-4132-5003-FFB6-D6109A87DF8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73" name="Rectangle 372">
                            <a:extLst>
                              <a:ext uri="{FF2B5EF4-FFF2-40B4-BE49-F238E27FC236}">
                                <a16:creationId xmlns:a16="http://schemas.microsoft.com/office/drawing/2014/main" id="{52CEE0EC-F4DE-F72F-5528-C4C7A9764660}"/>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4" name="Rectangle 373">
                            <a:extLst>
                              <a:ext uri="{FF2B5EF4-FFF2-40B4-BE49-F238E27FC236}">
                                <a16:creationId xmlns:a16="http://schemas.microsoft.com/office/drawing/2014/main" id="{F3580D2A-9868-C365-6AC8-0C9BF9D1AE5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66" name="Group 365">
                          <a:extLst>
                            <a:ext uri="{FF2B5EF4-FFF2-40B4-BE49-F238E27FC236}">
                              <a16:creationId xmlns:a16="http://schemas.microsoft.com/office/drawing/2014/main" id="{98275637-279B-BE65-398B-1AA77DD9ED96}"/>
                            </a:ext>
                          </a:extLst>
                        </p:cNvPr>
                        <p:cNvGrpSpPr/>
                        <p:nvPr/>
                      </p:nvGrpSpPr>
                      <p:grpSpPr>
                        <a:xfrm>
                          <a:off x="3701732" y="4724400"/>
                          <a:ext cx="731520" cy="731520"/>
                          <a:chOff x="2970212" y="4724400"/>
                          <a:chExt cx="731520" cy="731520"/>
                        </a:xfrm>
                      </p:grpSpPr>
                      <p:grpSp>
                        <p:nvGrpSpPr>
                          <p:cNvPr id="367" name="Group 366">
                            <a:extLst>
                              <a:ext uri="{FF2B5EF4-FFF2-40B4-BE49-F238E27FC236}">
                                <a16:creationId xmlns:a16="http://schemas.microsoft.com/office/drawing/2014/main" id="{0D8E0C1A-AF3A-642E-A58D-AD40A8AB4D09}"/>
                              </a:ext>
                            </a:extLst>
                          </p:cNvPr>
                          <p:cNvGrpSpPr/>
                          <p:nvPr/>
                        </p:nvGrpSpPr>
                        <p:grpSpPr>
                          <a:xfrm>
                            <a:off x="2970212" y="4724400"/>
                            <a:ext cx="731520" cy="365760"/>
                            <a:chOff x="2970212" y="4724400"/>
                            <a:chExt cx="731520" cy="365760"/>
                          </a:xfrm>
                        </p:grpSpPr>
                        <p:sp>
                          <p:nvSpPr>
                            <p:cNvPr id="370" name="Rectangle 369">
                              <a:extLst>
                                <a:ext uri="{FF2B5EF4-FFF2-40B4-BE49-F238E27FC236}">
                                  <a16:creationId xmlns:a16="http://schemas.microsoft.com/office/drawing/2014/main" id="{BFF05082-E114-63E9-8FE7-4AAF69AD70B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1" name="Rectangle 370">
                              <a:extLst>
                                <a:ext uri="{FF2B5EF4-FFF2-40B4-BE49-F238E27FC236}">
                                  <a16:creationId xmlns:a16="http://schemas.microsoft.com/office/drawing/2014/main" id="{07B88583-F2EF-79A6-03D2-F8644FC0189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68" name="Rectangle 367">
                            <a:extLst>
                              <a:ext uri="{FF2B5EF4-FFF2-40B4-BE49-F238E27FC236}">
                                <a16:creationId xmlns:a16="http://schemas.microsoft.com/office/drawing/2014/main" id="{DE9577D5-D7A0-578F-F831-C1866C6FA1B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9" name="Rectangle 368">
                            <a:extLst>
                              <a:ext uri="{FF2B5EF4-FFF2-40B4-BE49-F238E27FC236}">
                                <a16:creationId xmlns:a16="http://schemas.microsoft.com/office/drawing/2014/main" id="{3AE89D77-6E20-D332-8A1C-3AB80B9E223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52" name="Group 351">
                        <a:extLst>
                          <a:ext uri="{FF2B5EF4-FFF2-40B4-BE49-F238E27FC236}">
                            <a16:creationId xmlns:a16="http://schemas.microsoft.com/office/drawing/2014/main" id="{C6FAB756-3C0B-33CD-7F1F-F0495C5196AB}"/>
                          </a:ext>
                        </a:extLst>
                      </p:cNvPr>
                      <p:cNvGrpSpPr/>
                      <p:nvPr/>
                    </p:nvGrpSpPr>
                    <p:grpSpPr>
                      <a:xfrm>
                        <a:off x="2970212" y="5455920"/>
                        <a:ext cx="1463040" cy="731520"/>
                        <a:chOff x="2970212" y="4724400"/>
                        <a:chExt cx="1463040" cy="731520"/>
                      </a:xfrm>
                    </p:grpSpPr>
                    <p:grpSp>
                      <p:nvGrpSpPr>
                        <p:cNvPr id="353" name="Group 352">
                          <a:extLst>
                            <a:ext uri="{FF2B5EF4-FFF2-40B4-BE49-F238E27FC236}">
                              <a16:creationId xmlns:a16="http://schemas.microsoft.com/office/drawing/2014/main" id="{02A84719-1F98-74E3-82DB-C4B7E2096DDB}"/>
                            </a:ext>
                          </a:extLst>
                        </p:cNvPr>
                        <p:cNvGrpSpPr/>
                        <p:nvPr/>
                      </p:nvGrpSpPr>
                      <p:grpSpPr>
                        <a:xfrm>
                          <a:off x="2970212" y="4724400"/>
                          <a:ext cx="731520" cy="731520"/>
                          <a:chOff x="2970212" y="4724400"/>
                          <a:chExt cx="731520" cy="731520"/>
                        </a:xfrm>
                      </p:grpSpPr>
                      <p:grpSp>
                        <p:nvGrpSpPr>
                          <p:cNvPr id="360" name="Group 359">
                            <a:extLst>
                              <a:ext uri="{FF2B5EF4-FFF2-40B4-BE49-F238E27FC236}">
                                <a16:creationId xmlns:a16="http://schemas.microsoft.com/office/drawing/2014/main" id="{C21AD923-A8C0-8EC9-389F-729BD1EFAAA5}"/>
                              </a:ext>
                            </a:extLst>
                          </p:cNvPr>
                          <p:cNvGrpSpPr/>
                          <p:nvPr/>
                        </p:nvGrpSpPr>
                        <p:grpSpPr>
                          <a:xfrm>
                            <a:off x="2970212" y="4724400"/>
                            <a:ext cx="731520" cy="365760"/>
                            <a:chOff x="2970212" y="4724400"/>
                            <a:chExt cx="731520" cy="365760"/>
                          </a:xfrm>
                        </p:grpSpPr>
                        <p:sp>
                          <p:nvSpPr>
                            <p:cNvPr id="363" name="Rectangle 362">
                              <a:extLst>
                                <a:ext uri="{FF2B5EF4-FFF2-40B4-BE49-F238E27FC236}">
                                  <a16:creationId xmlns:a16="http://schemas.microsoft.com/office/drawing/2014/main" id="{4B964868-AD90-F1A2-79BE-AB54B0275EE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4" name="Rectangle 363">
                              <a:extLst>
                                <a:ext uri="{FF2B5EF4-FFF2-40B4-BE49-F238E27FC236}">
                                  <a16:creationId xmlns:a16="http://schemas.microsoft.com/office/drawing/2014/main" id="{CC9ABC8F-7EBA-53FC-E452-9DFD63819AC4}"/>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61" name="Rectangle 360">
                            <a:extLst>
                              <a:ext uri="{FF2B5EF4-FFF2-40B4-BE49-F238E27FC236}">
                                <a16:creationId xmlns:a16="http://schemas.microsoft.com/office/drawing/2014/main" id="{9AE2B285-E514-6E6A-1A0B-110053E7950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2" name="Rectangle 361">
                            <a:extLst>
                              <a:ext uri="{FF2B5EF4-FFF2-40B4-BE49-F238E27FC236}">
                                <a16:creationId xmlns:a16="http://schemas.microsoft.com/office/drawing/2014/main" id="{5B431E27-5DA0-62CD-4C40-FDA68E264B6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54" name="Group 353">
                          <a:extLst>
                            <a:ext uri="{FF2B5EF4-FFF2-40B4-BE49-F238E27FC236}">
                              <a16:creationId xmlns:a16="http://schemas.microsoft.com/office/drawing/2014/main" id="{0A36CF56-80CA-9082-5040-81CA79E367D1}"/>
                            </a:ext>
                          </a:extLst>
                        </p:cNvPr>
                        <p:cNvGrpSpPr/>
                        <p:nvPr/>
                      </p:nvGrpSpPr>
                      <p:grpSpPr>
                        <a:xfrm>
                          <a:off x="3701732" y="4724400"/>
                          <a:ext cx="731520" cy="731520"/>
                          <a:chOff x="2970212" y="4724400"/>
                          <a:chExt cx="731520" cy="731520"/>
                        </a:xfrm>
                      </p:grpSpPr>
                      <p:grpSp>
                        <p:nvGrpSpPr>
                          <p:cNvPr id="355" name="Group 354">
                            <a:extLst>
                              <a:ext uri="{FF2B5EF4-FFF2-40B4-BE49-F238E27FC236}">
                                <a16:creationId xmlns:a16="http://schemas.microsoft.com/office/drawing/2014/main" id="{FDE87C27-78E5-F363-BBD1-26D2D62C7146}"/>
                              </a:ext>
                            </a:extLst>
                          </p:cNvPr>
                          <p:cNvGrpSpPr/>
                          <p:nvPr/>
                        </p:nvGrpSpPr>
                        <p:grpSpPr>
                          <a:xfrm>
                            <a:off x="2970212" y="4724400"/>
                            <a:ext cx="731520" cy="365760"/>
                            <a:chOff x="2970212" y="4724400"/>
                            <a:chExt cx="731520" cy="365760"/>
                          </a:xfrm>
                        </p:grpSpPr>
                        <p:sp>
                          <p:nvSpPr>
                            <p:cNvPr id="358" name="Rectangle 357">
                              <a:extLst>
                                <a:ext uri="{FF2B5EF4-FFF2-40B4-BE49-F238E27FC236}">
                                  <a16:creationId xmlns:a16="http://schemas.microsoft.com/office/drawing/2014/main" id="{69A22D26-EBFA-567F-D5F6-C330536859B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9" name="Rectangle 358">
                              <a:extLst>
                                <a:ext uri="{FF2B5EF4-FFF2-40B4-BE49-F238E27FC236}">
                                  <a16:creationId xmlns:a16="http://schemas.microsoft.com/office/drawing/2014/main" id="{34316F32-3A27-5E17-F713-4EC9085168E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56" name="Rectangle 355">
                            <a:extLst>
                              <a:ext uri="{FF2B5EF4-FFF2-40B4-BE49-F238E27FC236}">
                                <a16:creationId xmlns:a16="http://schemas.microsoft.com/office/drawing/2014/main" id="{FE2C0F78-456E-0051-D42D-86A0B1A2255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7" name="Rectangle 356">
                            <a:extLst>
                              <a:ext uri="{FF2B5EF4-FFF2-40B4-BE49-F238E27FC236}">
                                <a16:creationId xmlns:a16="http://schemas.microsoft.com/office/drawing/2014/main" id="{C22C50E3-881B-86FA-2F2B-0D98B3F7250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294" name="Group 293">
                    <a:extLst>
                      <a:ext uri="{FF2B5EF4-FFF2-40B4-BE49-F238E27FC236}">
                        <a16:creationId xmlns:a16="http://schemas.microsoft.com/office/drawing/2014/main" id="{5451AC70-07A6-B65D-B13C-E69A7F9742E3}"/>
                      </a:ext>
                    </a:extLst>
                  </p:cNvPr>
                  <p:cNvGrpSpPr/>
                  <p:nvPr/>
                </p:nvGrpSpPr>
                <p:grpSpPr>
                  <a:xfrm>
                    <a:off x="2132012" y="4587240"/>
                    <a:ext cx="2926080" cy="1463040"/>
                    <a:chOff x="2970212" y="4724400"/>
                    <a:chExt cx="2926080" cy="1463040"/>
                  </a:xfrm>
                </p:grpSpPr>
                <p:grpSp>
                  <p:nvGrpSpPr>
                    <p:cNvPr id="295" name="Group 294">
                      <a:extLst>
                        <a:ext uri="{FF2B5EF4-FFF2-40B4-BE49-F238E27FC236}">
                          <a16:creationId xmlns:a16="http://schemas.microsoft.com/office/drawing/2014/main" id="{06173395-B9A0-3C95-FFF3-F148C19A8B25}"/>
                        </a:ext>
                      </a:extLst>
                    </p:cNvPr>
                    <p:cNvGrpSpPr/>
                    <p:nvPr/>
                  </p:nvGrpSpPr>
                  <p:grpSpPr>
                    <a:xfrm>
                      <a:off x="2970212" y="4724400"/>
                      <a:ext cx="1463040" cy="1463040"/>
                      <a:chOff x="2970212" y="4724400"/>
                      <a:chExt cx="1463040" cy="1463040"/>
                    </a:xfrm>
                  </p:grpSpPr>
                  <p:grpSp>
                    <p:nvGrpSpPr>
                      <p:cNvPr id="323" name="Group 322">
                        <a:extLst>
                          <a:ext uri="{FF2B5EF4-FFF2-40B4-BE49-F238E27FC236}">
                            <a16:creationId xmlns:a16="http://schemas.microsoft.com/office/drawing/2014/main" id="{2455AEB1-56BC-CEBC-665B-2614B79DE65C}"/>
                          </a:ext>
                        </a:extLst>
                      </p:cNvPr>
                      <p:cNvGrpSpPr/>
                      <p:nvPr/>
                    </p:nvGrpSpPr>
                    <p:grpSpPr>
                      <a:xfrm>
                        <a:off x="2970212" y="4724400"/>
                        <a:ext cx="1463040" cy="731520"/>
                        <a:chOff x="2970212" y="4724400"/>
                        <a:chExt cx="1463040" cy="731520"/>
                      </a:xfrm>
                    </p:grpSpPr>
                    <p:grpSp>
                      <p:nvGrpSpPr>
                        <p:cNvPr id="337" name="Group 336">
                          <a:extLst>
                            <a:ext uri="{FF2B5EF4-FFF2-40B4-BE49-F238E27FC236}">
                              <a16:creationId xmlns:a16="http://schemas.microsoft.com/office/drawing/2014/main" id="{2701E8B9-D83E-E01A-23A7-AAC933CFCCB1}"/>
                            </a:ext>
                          </a:extLst>
                        </p:cNvPr>
                        <p:cNvGrpSpPr/>
                        <p:nvPr/>
                      </p:nvGrpSpPr>
                      <p:grpSpPr>
                        <a:xfrm>
                          <a:off x="2970212" y="4724400"/>
                          <a:ext cx="731520" cy="731520"/>
                          <a:chOff x="2970212" y="4724400"/>
                          <a:chExt cx="731520" cy="731520"/>
                        </a:xfrm>
                      </p:grpSpPr>
                      <p:grpSp>
                        <p:nvGrpSpPr>
                          <p:cNvPr id="344" name="Group 343">
                            <a:extLst>
                              <a:ext uri="{FF2B5EF4-FFF2-40B4-BE49-F238E27FC236}">
                                <a16:creationId xmlns:a16="http://schemas.microsoft.com/office/drawing/2014/main" id="{5458F26F-F6A9-690D-1DD5-AEBF39CA03A9}"/>
                              </a:ext>
                            </a:extLst>
                          </p:cNvPr>
                          <p:cNvGrpSpPr/>
                          <p:nvPr/>
                        </p:nvGrpSpPr>
                        <p:grpSpPr>
                          <a:xfrm>
                            <a:off x="2970212" y="4724400"/>
                            <a:ext cx="731520" cy="365760"/>
                            <a:chOff x="2970212" y="4724400"/>
                            <a:chExt cx="731520" cy="365760"/>
                          </a:xfrm>
                        </p:grpSpPr>
                        <p:sp>
                          <p:nvSpPr>
                            <p:cNvPr id="347" name="Rectangle 346">
                              <a:extLst>
                                <a:ext uri="{FF2B5EF4-FFF2-40B4-BE49-F238E27FC236}">
                                  <a16:creationId xmlns:a16="http://schemas.microsoft.com/office/drawing/2014/main" id="{EB02430E-D1ED-67E1-8F5A-65020847896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8" name="Rectangle 347">
                              <a:extLst>
                                <a:ext uri="{FF2B5EF4-FFF2-40B4-BE49-F238E27FC236}">
                                  <a16:creationId xmlns:a16="http://schemas.microsoft.com/office/drawing/2014/main" id="{F6D154C0-AC3C-9F20-02B3-D7F4D91F630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45" name="Rectangle 344">
                            <a:extLst>
                              <a:ext uri="{FF2B5EF4-FFF2-40B4-BE49-F238E27FC236}">
                                <a16:creationId xmlns:a16="http://schemas.microsoft.com/office/drawing/2014/main" id="{0B70A6CC-4B35-0AA0-E8C9-EB22FF46F89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6" name="Rectangle 345">
                            <a:extLst>
                              <a:ext uri="{FF2B5EF4-FFF2-40B4-BE49-F238E27FC236}">
                                <a16:creationId xmlns:a16="http://schemas.microsoft.com/office/drawing/2014/main" id="{756B6BF9-D4BB-D4C2-7F11-CED8E5FF50B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38" name="Group 337">
                          <a:extLst>
                            <a:ext uri="{FF2B5EF4-FFF2-40B4-BE49-F238E27FC236}">
                              <a16:creationId xmlns:a16="http://schemas.microsoft.com/office/drawing/2014/main" id="{1D9A6073-B6CA-B769-1D4E-28A35F9B428C}"/>
                            </a:ext>
                          </a:extLst>
                        </p:cNvPr>
                        <p:cNvGrpSpPr/>
                        <p:nvPr/>
                      </p:nvGrpSpPr>
                      <p:grpSpPr>
                        <a:xfrm>
                          <a:off x="3701732" y="4724400"/>
                          <a:ext cx="731520" cy="731520"/>
                          <a:chOff x="2970212" y="4724400"/>
                          <a:chExt cx="731520" cy="731520"/>
                        </a:xfrm>
                      </p:grpSpPr>
                      <p:grpSp>
                        <p:nvGrpSpPr>
                          <p:cNvPr id="339" name="Group 338">
                            <a:extLst>
                              <a:ext uri="{FF2B5EF4-FFF2-40B4-BE49-F238E27FC236}">
                                <a16:creationId xmlns:a16="http://schemas.microsoft.com/office/drawing/2014/main" id="{A4466672-A05A-3222-6E18-B5BA17A2AA49}"/>
                              </a:ext>
                            </a:extLst>
                          </p:cNvPr>
                          <p:cNvGrpSpPr/>
                          <p:nvPr/>
                        </p:nvGrpSpPr>
                        <p:grpSpPr>
                          <a:xfrm>
                            <a:off x="2970212" y="4724400"/>
                            <a:ext cx="731520" cy="365760"/>
                            <a:chOff x="2970212" y="4724400"/>
                            <a:chExt cx="731520" cy="365760"/>
                          </a:xfrm>
                        </p:grpSpPr>
                        <p:sp>
                          <p:nvSpPr>
                            <p:cNvPr id="342" name="Rectangle 341">
                              <a:extLst>
                                <a:ext uri="{FF2B5EF4-FFF2-40B4-BE49-F238E27FC236}">
                                  <a16:creationId xmlns:a16="http://schemas.microsoft.com/office/drawing/2014/main" id="{A6501194-9B2A-E124-7C59-A6FE53CAD23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3" name="Rectangle 342">
                              <a:extLst>
                                <a:ext uri="{FF2B5EF4-FFF2-40B4-BE49-F238E27FC236}">
                                  <a16:creationId xmlns:a16="http://schemas.microsoft.com/office/drawing/2014/main" id="{CFB1315C-90B4-99BC-BF07-2BFCCA3BC28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40" name="Rectangle 339">
                            <a:extLst>
                              <a:ext uri="{FF2B5EF4-FFF2-40B4-BE49-F238E27FC236}">
                                <a16:creationId xmlns:a16="http://schemas.microsoft.com/office/drawing/2014/main" id="{85516523-061D-EA21-8320-01804C9E638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1" name="Rectangle 340">
                            <a:extLst>
                              <a:ext uri="{FF2B5EF4-FFF2-40B4-BE49-F238E27FC236}">
                                <a16:creationId xmlns:a16="http://schemas.microsoft.com/office/drawing/2014/main" id="{D320154C-8C11-B490-91F5-2D081A1260C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24" name="Group 323">
                        <a:extLst>
                          <a:ext uri="{FF2B5EF4-FFF2-40B4-BE49-F238E27FC236}">
                            <a16:creationId xmlns:a16="http://schemas.microsoft.com/office/drawing/2014/main" id="{A9D98002-DBBB-A9BC-4B62-9C7B8B1FB5A3}"/>
                          </a:ext>
                        </a:extLst>
                      </p:cNvPr>
                      <p:cNvGrpSpPr/>
                      <p:nvPr/>
                    </p:nvGrpSpPr>
                    <p:grpSpPr>
                      <a:xfrm>
                        <a:off x="2970212" y="5455920"/>
                        <a:ext cx="1463040" cy="731520"/>
                        <a:chOff x="2970212" y="4724400"/>
                        <a:chExt cx="1463040" cy="731520"/>
                      </a:xfrm>
                    </p:grpSpPr>
                    <p:grpSp>
                      <p:nvGrpSpPr>
                        <p:cNvPr id="325" name="Group 324">
                          <a:extLst>
                            <a:ext uri="{FF2B5EF4-FFF2-40B4-BE49-F238E27FC236}">
                              <a16:creationId xmlns:a16="http://schemas.microsoft.com/office/drawing/2014/main" id="{BDD5C11D-2433-684C-553A-3E7DBDFA009B}"/>
                            </a:ext>
                          </a:extLst>
                        </p:cNvPr>
                        <p:cNvGrpSpPr/>
                        <p:nvPr/>
                      </p:nvGrpSpPr>
                      <p:grpSpPr>
                        <a:xfrm>
                          <a:off x="2970212" y="4724400"/>
                          <a:ext cx="731520" cy="731520"/>
                          <a:chOff x="2970212" y="4724400"/>
                          <a:chExt cx="731520" cy="731520"/>
                        </a:xfrm>
                      </p:grpSpPr>
                      <p:grpSp>
                        <p:nvGrpSpPr>
                          <p:cNvPr id="332" name="Group 331">
                            <a:extLst>
                              <a:ext uri="{FF2B5EF4-FFF2-40B4-BE49-F238E27FC236}">
                                <a16:creationId xmlns:a16="http://schemas.microsoft.com/office/drawing/2014/main" id="{FFB74A87-85CA-1E84-8D44-1250D1051DF8}"/>
                              </a:ext>
                            </a:extLst>
                          </p:cNvPr>
                          <p:cNvGrpSpPr/>
                          <p:nvPr/>
                        </p:nvGrpSpPr>
                        <p:grpSpPr>
                          <a:xfrm>
                            <a:off x="2970212" y="4724400"/>
                            <a:ext cx="731520" cy="365760"/>
                            <a:chOff x="2970212" y="4724400"/>
                            <a:chExt cx="731520" cy="365760"/>
                          </a:xfrm>
                        </p:grpSpPr>
                        <p:sp>
                          <p:nvSpPr>
                            <p:cNvPr id="335" name="Rectangle 334">
                              <a:extLst>
                                <a:ext uri="{FF2B5EF4-FFF2-40B4-BE49-F238E27FC236}">
                                  <a16:creationId xmlns:a16="http://schemas.microsoft.com/office/drawing/2014/main" id="{8BA4ACA3-FAFF-A371-9DB4-0DA8D29A274D}"/>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6" name="Rectangle 335">
                              <a:extLst>
                                <a:ext uri="{FF2B5EF4-FFF2-40B4-BE49-F238E27FC236}">
                                  <a16:creationId xmlns:a16="http://schemas.microsoft.com/office/drawing/2014/main" id="{311E5514-BEB1-7E94-3DDE-01345309A2F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33" name="Rectangle 332">
                            <a:extLst>
                              <a:ext uri="{FF2B5EF4-FFF2-40B4-BE49-F238E27FC236}">
                                <a16:creationId xmlns:a16="http://schemas.microsoft.com/office/drawing/2014/main" id="{46B6A354-D0F9-EE61-98F1-877D769A536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4" name="Rectangle 333">
                            <a:extLst>
                              <a:ext uri="{FF2B5EF4-FFF2-40B4-BE49-F238E27FC236}">
                                <a16:creationId xmlns:a16="http://schemas.microsoft.com/office/drawing/2014/main" id="{268BAD6F-0701-3DDE-52C5-D681153CD02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26" name="Group 325">
                          <a:extLst>
                            <a:ext uri="{FF2B5EF4-FFF2-40B4-BE49-F238E27FC236}">
                              <a16:creationId xmlns:a16="http://schemas.microsoft.com/office/drawing/2014/main" id="{4278590D-3427-D9F7-7BD3-AE8A551498BD}"/>
                            </a:ext>
                          </a:extLst>
                        </p:cNvPr>
                        <p:cNvGrpSpPr/>
                        <p:nvPr/>
                      </p:nvGrpSpPr>
                      <p:grpSpPr>
                        <a:xfrm>
                          <a:off x="3701732" y="4724400"/>
                          <a:ext cx="731520" cy="731520"/>
                          <a:chOff x="2970212" y="4724400"/>
                          <a:chExt cx="731520" cy="731520"/>
                        </a:xfrm>
                      </p:grpSpPr>
                      <p:grpSp>
                        <p:nvGrpSpPr>
                          <p:cNvPr id="327" name="Group 326">
                            <a:extLst>
                              <a:ext uri="{FF2B5EF4-FFF2-40B4-BE49-F238E27FC236}">
                                <a16:creationId xmlns:a16="http://schemas.microsoft.com/office/drawing/2014/main" id="{3B46B4A4-B20E-27E5-B2CE-DE8869109430}"/>
                              </a:ext>
                            </a:extLst>
                          </p:cNvPr>
                          <p:cNvGrpSpPr/>
                          <p:nvPr/>
                        </p:nvGrpSpPr>
                        <p:grpSpPr>
                          <a:xfrm>
                            <a:off x="2970212" y="4724400"/>
                            <a:ext cx="731520" cy="365760"/>
                            <a:chOff x="2970212" y="4724400"/>
                            <a:chExt cx="731520" cy="365760"/>
                          </a:xfrm>
                        </p:grpSpPr>
                        <p:sp>
                          <p:nvSpPr>
                            <p:cNvPr id="330" name="Rectangle 329">
                              <a:extLst>
                                <a:ext uri="{FF2B5EF4-FFF2-40B4-BE49-F238E27FC236}">
                                  <a16:creationId xmlns:a16="http://schemas.microsoft.com/office/drawing/2014/main" id="{3AB71A41-CFBE-DBC6-D0F3-9EB306DCBC6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1" name="Rectangle 330">
                              <a:extLst>
                                <a:ext uri="{FF2B5EF4-FFF2-40B4-BE49-F238E27FC236}">
                                  <a16:creationId xmlns:a16="http://schemas.microsoft.com/office/drawing/2014/main" id="{BF6689A3-CB33-1991-0E03-707B5BD0AEF3}"/>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28" name="Rectangle 327">
                            <a:extLst>
                              <a:ext uri="{FF2B5EF4-FFF2-40B4-BE49-F238E27FC236}">
                                <a16:creationId xmlns:a16="http://schemas.microsoft.com/office/drawing/2014/main" id="{9529BED3-2D6D-60FB-A624-4C87047B1D1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9" name="Rectangle 328">
                            <a:extLst>
                              <a:ext uri="{FF2B5EF4-FFF2-40B4-BE49-F238E27FC236}">
                                <a16:creationId xmlns:a16="http://schemas.microsoft.com/office/drawing/2014/main" id="{C41BA0B4-1B84-E2E5-13DA-BE2D7F997751}"/>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296" name="Group 295">
                      <a:extLst>
                        <a:ext uri="{FF2B5EF4-FFF2-40B4-BE49-F238E27FC236}">
                          <a16:creationId xmlns:a16="http://schemas.microsoft.com/office/drawing/2014/main" id="{DEEB281F-6698-9259-3FBF-C6B8E3AB9938}"/>
                        </a:ext>
                      </a:extLst>
                    </p:cNvPr>
                    <p:cNvGrpSpPr/>
                    <p:nvPr/>
                  </p:nvGrpSpPr>
                  <p:grpSpPr>
                    <a:xfrm>
                      <a:off x="4433252" y="4724400"/>
                      <a:ext cx="1463040" cy="1463040"/>
                      <a:chOff x="2970212" y="4724400"/>
                      <a:chExt cx="1463040" cy="1463040"/>
                    </a:xfrm>
                  </p:grpSpPr>
                  <p:grpSp>
                    <p:nvGrpSpPr>
                      <p:cNvPr id="297" name="Group 296">
                        <a:extLst>
                          <a:ext uri="{FF2B5EF4-FFF2-40B4-BE49-F238E27FC236}">
                            <a16:creationId xmlns:a16="http://schemas.microsoft.com/office/drawing/2014/main" id="{1411D1E4-12C1-D189-77B9-10103FF5A610}"/>
                          </a:ext>
                        </a:extLst>
                      </p:cNvPr>
                      <p:cNvGrpSpPr/>
                      <p:nvPr/>
                    </p:nvGrpSpPr>
                    <p:grpSpPr>
                      <a:xfrm>
                        <a:off x="2970212" y="4724400"/>
                        <a:ext cx="1463040" cy="731520"/>
                        <a:chOff x="2970212" y="4724400"/>
                        <a:chExt cx="1463040" cy="731520"/>
                      </a:xfrm>
                    </p:grpSpPr>
                    <p:grpSp>
                      <p:nvGrpSpPr>
                        <p:cNvPr id="311" name="Group 310">
                          <a:extLst>
                            <a:ext uri="{FF2B5EF4-FFF2-40B4-BE49-F238E27FC236}">
                              <a16:creationId xmlns:a16="http://schemas.microsoft.com/office/drawing/2014/main" id="{BD770330-CF11-5128-C663-F757922E8482}"/>
                            </a:ext>
                          </a:extLst>
                        </p:cNvPr>
                        <p:cNvGrpSpPr/>
                        <p:nvPr/>
                      </p:nvGrpSpPr>
                      <p:grpSpPr>
                        <a:xfrm>
                          <a:off x="2970212" y="4724400"/>
                          <a:ext cx="731520" cy="731520"/>
                          <a:chOff x="2970212" y="4724400"/>
                          <a:chExt cx="731520" cy="731520"/>
                        </a:xfrm>
                      </p:grpSpPr>
                      <p:grpSp>
                        <p:nvGrpSpPr>
                          <p:cNvPr id="318" name="Group 317">
                            <a:extLst>
                              <a:ext uri="{FF2B5EF4-FFF2-40B4-BE49-F238E27FC236}">
                                <a16:creationId xmlns:a16="http://schemas.microsoft.com/office/drawing/2014/main" id="{1C3E6BFB-DCBF-FECB-1336-B1B1C4270490}"/>
                              </a:ext>
                            </a:extLst>
                          </p:cNvPr>
                          <p:cNvGrpSpPr/>
                          <p:nvPr/>
                        </p:nvGrpSpPr>
                        <p:grpSpPr>
                          <a:xfrm>
                            <a:off x="2970212" y="4724400"/>
                            <a:ext cx="731520" cy="365760"/>
                            <a:chOff x="2970212" y="4724400"/>
                            <a:chExt cx="731520" cy="365760"/>
                          </a:xfrm>
                        </p:grpSpPr>
                        <p:sp>
                          <p:nvSpPr>
                            <p:cNvPr id="321" name="Rectangle 320">
                              <a:extLst>
                                <a:ext uri="{FF2B5EF4-FFF2-40B4-BE49-F238E27FC236}">
                                  <a16:creationId xmlns:a16="http://schemas.microsoft.com/office/drawing/2014/main" id="{681E0BC1-D5B1-5DF4-C193-AC8EB532F39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2" name="Rectangle 321">
                              <a:extLst>
                                <a:ext uri="{FF2B5EF4-FFF2-40B4-BE49-F238E27FC236}">
                                  <a16:creationId xmlns:a16="http://schemas.microsoft.com/office/drawing/2014/main" id="{82F0BD83-AB5D-3A34-C4A5-E25F7EC0ED8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19" name="Rectangle 318">
                            <a:extLst>
                              <a:ext uri="{FF2B5EF4-FFF2-40B4-BE49-F238E27FC236}">
                                <a16:creationId xmlns:a16="http://schemas.microsoft.com/office/drawing/2014/main" id="{475EF8B7-6E21-716B-C1E8-1ACDDA05E13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0" name="Rectangle 319">
                            <a:extLst>
                              <a:ext uri="{FF2B5EF4-FFF2-40B4-BE49-F238E27FC236}">
                                <a16:creationId xmlns:a16="http://schemas.microsoft.com/office/drawing/2014/main" id="{0E20E345-1670-F19D-5806-65F8321E7C87}"/>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12" name="Group 311">
                          <a:extLst>
                            <a:ext uri="{FF2B5EF4-FFF2-40B4-BE49-F238E27FC236}">
                              <a16:creationId xmlns:a16="http://schemas.microsoft.com/office/drawing/2014/main" id="{EEBEB632-2CB1-A8BA-C6E1-A637CE50A8DE}"/>
                            </a:ext>
                          </a:extLst>
                        </p:cNvPr>
                        <p:cNvGrpSpPr/>
                        <p:nvPr/>
                      </p:nvGrpSpPr>
                      <p:grpSpPr>
                        <a:xfrm>
                          <a:off x="3701732" y="4724400"/>
                          <a:ext cx="731520" cy="731520"/>
                          <a:chOff x="2970212" y="4724400"/>
                          <a:chExt cx="731520" cy="731520"/>
                        </a:xfrm>
                      </p:grpSpPr>
                      <p:grpSp>
                        <p:nvGrpSpPr>
                          <p:cNvPr id="313" name="Group 312">
                            <a:extLst>
                              <a:ext uri="{FF2B5EF4-FFF2-40B4-BE49-F238E27FC236}">
                                <a16:creationId xmlns:a16="http://schemas.microsoft.com/office/drawing/2014/main" id="{D2C33FBF-5DA0-AD99-B0FB-5859312EAFA3}"/>
                              </a:ext>
                            </a:extLst>
                          </p:cNvPr>
                          <p:cNvGrpSpPr/>
                          <p:nvPr/>
                        </p:nvGrpSpPr>
                        <p:grpSpPr>
                          <a:xfrm>
                            <a:off x="2970212" y="4724400"/>
                            <a:ext cx="731520" cy="365760"/>
                            <a:chOff x="2970212" y="4724400"/>
                            <a:chExt cx="731520" cy="365760"/>
                          </a:xfrm>
                        </p:grpSpPr>
                        <p:sp>
                          <p:nvSpPr>
                            <p:cNvPr id="316" name="Rectangle 315">
                              <a:extLst>
                                <a:ext uri="{FF2B5EF4-FFF2-40B4-BE49-F238E27FC236}">
                                  <a16:creationId xmlns:a16="http://schemas.microsoft.com/office/drawing/2014/main" id="{A4C11039-B6BB-1D78-973D-30C3F2F4853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7" name="Rectangle 316">
                              <a:extLst>
                                <a:ext uri="{FF2B5EF4-FFF2-40B4-BE49-F238E27FC236}">
                                  <a16:creationId xmlns:a16="http://schemas.microsoft.com/office/drawing/2014/main" id="{E0569F04-CC95-6A4E-6930-2BDF71D1F99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14" name="Rectangle 313">
                            <a:extLst>
                              <a:ext uri="{FF2B5EF4-FFF2-40B4-BE49-F238E27FC236}">
                                <a16:creationId xmlns:a16="http://schemas.microsoft.com/office/drawing/2014/main" id="{6DF28B24-88D1-5ED1-A381-77BCF4D9708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5" name="Rectangle 314">
                            <a:extLst>
                              <a:ext uri="{FF2B5EF4-FFF2-40B4-BE49-F238E27FC236}">
                                <a16:creationId xmlns:a16="http://schemas.microsoft.com/office/drawing/2014/main" id="{0C132725-FB26-40D1-4363-2D60DCC47A62}"/>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98" name="Group 297">
                        <a:extLst>
                          <a:ext uri="{FF2B5EF4-FFF2-40B4-BE49-F238E27FC236}">
                            <a16:creationId xmlns:a16="http://schemas.microsoft.com/office/drawing/2014/main" id="{48264E53-F1DA-9973-CEF8-DE33263BBE0F}"/>
                          </a:ext>
                        </a:extLst>
                      </p:cNvPr>
                      <p:cNvGrpSpPr/>
                      <p:nvPr/>
                    </p:nvGrpSpPr>
                    <p:grpSpPr>
                      <a:xfrm>
                        <a:off x="2970212" y="5455920"/>
                        <a:ext cx="1463040" cy="731520"/>
                        <a:chOff x="2970212" y="4724400"/>
                        <a:chExt cx="1463040" cy="731520"/>
                      </a:xfrm>
                    </p:grpSpPr>
                    <p:grpSp>
                      <p:nvGrpSpPr>
                        <p:cNvPr id="299" name="Group 298">
                          <a:extLst>
                            <a:ext uri="{FF2B5EF4-FFF2-40B4-BE49-F238E27FC236}">
                              <a16:creationId xmlns:a16="http://schemas.microsoft.com/office/drawing/2014/main" id="{ED41ABCF-792A-862A-5726-5A7B9F5F6E64}"/>
                            </a:ext>
                          </a:extLst>
                        </p:cNvPr>
                        <p:cNvGrpSpPr/>
                        <p:nvPr/>
                      </p:nvGrpSpPr>
                      <p:grpSpPr>
                        <a:xfrm>
                          <a:off x="2970212" y="4724400"/>
                          <a:ext cx="731520" cy="731520"/>
                          <a:chOff x="2970212" y="4724400"/>
                          <a:chExt cx="731520" cy="731520"/>
                        </a:xfrm>
                      </p:grpSpPr>
                      <p:grpSp>
                        <p:nvGrpSpPr>
                          <p:cNvPr id="306" name="Group 305">
                            <a:extLst>
                              <a:ext uri="{FF2B5EF4-FFF2-40B4-BE49-F238E27FC236}">
                                <a16:creationId xmlns:a16="http://schemas.microsoft.com/office/drawing/2014/main" id="{1AD52840-8332-36FC-0F0E-1597509FF1B6}"/>
                              </a:ext>
                            </a:extLst>
                          </p:cNvPr>
                          <p:cNvGrpSpPr/>
                          <p:nvPr/>
                        </p:nvGrpSpPr>
                        <p:grpSpPr>
                          <a:xfrm>
                            <a:off x="2970212" y="4724400"/>
                            <a:ext cx="731520" cy="365760"/>
                            <a:chOff x="2970212" y="4724400"/>
                            <a:chExt cx="731520" cy="365760"/>
                          </a:xfrm>
                        </p:grpSpPr>
                        <p:sp>
                          <p:nvSpPr>
                            <p:cNvPr id="309" name="Rectangle 308">
                              <a:extLst>
                                <a:ext uri="{FF2B5EF4-FFF2-40B4-BE49-F238E27FC236}">
                                  <a16:creationId xmlns:a16="http://schemas.microsoft.com/office/drawing/2014/main" id="{14D55F2C-4E81-96B4-6F55-6E311A5189B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0" name="Rectangle 309">
                              <a:extLst>
                                <a:ext uri="{FF2B5EF4-FFF2-40B4-BE49-F238E27FC236}">
                                  <a16:creationId xmlns:a16="http://schemas.microsoft.com/office/drawing/2014/main" id="{01F9F6C4-FC46-E227-3944-4CBDA809535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07" name="Rectangle 306">
                            <a:extLst>
                              <a:ext uri="{FF2B5EF4-FFF2-40B4-BE49-F238E27FC236}">
                                <a16:creationId xmlns:a16="http://schemas.microsoft.com/office/drawing/2014/main" id="{854F6AF1-7E81-B774-95AA-C5ECEDAF9DC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8" name="Rectangle 307">
                            <a:extLst>
                              <a:ext uri="{FF2B5EF4-FFF2-40B4-BE49-F238E27FC236}">
                                <a16:creationId xmlns:a16="http://schemas.microsoft.com/office/drawing/2014/main" id="{1F63942F-61D2-DB9C-F0DD-087CF5B56F2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00" name="Group 299">
                          <a:extLst>
                            <a:ext uri="{FF2B5EF4-FFF2-40B4-BE49-F238E27FC236}">
                              <a16:creationId xmlns:a16="http://schemas.microsoft.com/office/drawing/2014/main" id="{4CFE56AF-B608-3A45-E5A6-E401BC7EB744}"/>
                            </a:ext>
                          </a:extLst>
                        </p:cNvPr>
                        <p:cNvGrpSpPr/>
                        <p:nvPr/>
                      </p:nvGrpSpPr>
                      <p:grpSpPr>
                        <a:xfrm>
                          <a:off x="3701732" y="4724400"/>
                          <a:ext cx="731520" cy="731520"/>
                          <a:chOff x="2970212" y="4724400"/>
                          <a:chExt cx="731520" cy="731520"/>
                        </a:xfrm>
                      </p:grpSpPr>
                      <p:grpSp>
                        <p:nvGrpSpPr>
                          <p:cNvPr id="301" name="Group 300">
                            <a:extLst>
                              <a:ext uri="{FF2B5EF4-FFF2-40B4-BE49-F238E27FC236}">
                                <a16:creationId xmlns:a16="http://schemas.microsoft.com/office/drawing/2014/main" id="{DB8E16CF-635D-B96E-5C5B-92F10C826203}"/>
                              </a:ext>
                            </a:extLst>
                          </p:cNvPr>
                          <p:cNvGrpSpPr/>
                          <p:nvPr/>
                        </p:nvGrpSpPr>
                        <p:grpSpPr>
                          <a:xfrm>
                            <a:off x="2970212" y="4724400"/>
                            <a:ext cx="731520" cy="365760"/>
                            <a:chOff x="2970212" y="4724400"/>
                            <a:chExt cx="731520" cy="365760"/>
                          </a:xfrm>
                        </p:grpSpPr>
                        <p:sp>
                          <p:nvSpPr>
                            <p:cNvPr id="304" name="Rectangle 303">
                              <a:extLst>
                                <a:ext uri="{FF2B5EF4-FFF2-40B4-BE49-F238E27FC236}">
                                  <a16:creationId xmlns:a16="http://schemas.microsoft.com/office/drawing/2014/main" id="{C07C0057-0255-DFAD-0A86-9DC63797B38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5" name="Rectangle 304">
                              <a:extLst>
                                <a:ext uri="{FF2B5EF4-FFF2-40B4-BE49-F238E27FC236}">
                                  <a16:creationId xmlns:a16="http://schemas.microsoft.com/office/drawing/2014/main" id="{6A65D2B8-7E4D-64B6-4A84-5B00541736C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02" name="Rectangle 301">
                            <a:extLst>
                              <a:ext uri="{FF2B5EF4-FFF2-40B4-BE49-F238E27FC236}">
                                <a16:creationId xmlns:a16="http://schemas.microsoft.com/office/drawing/2014/main" id="{AEBE97B2-6C3D-DA20-AF5B-0A93B4C8301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3" name="Rectangle 302">
                            <a:extLst>
                              <a:ext uri="{FF2B5EF4-FFF2-40B4-BE49-F238E27FC236}">
                                <a16:creationId xmlns:a16="http://schemas.microsoft.com/office/drawing/2014/main" id="{13C9DF93-7235-F0D8-A785-1B07686747D3}"/>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cxnSp>
            <p:nvCxnSpPr>
              <p:cNvPr id="405" name="Straight Connector 404">
                <a:extLst>
                  <a:ext uri="{FF2B5EF4-FFF2-40B4-BE49-F238E27FC236}">
                    <a16:creationId xmlns:a16="http://schemas.microsoft.com/office/drawing/2014/main" id="{1272C31A-973A-2F6C-E70D-4AD2E8448450}"/>
                  </a:ext>
                </a:extLst>
              </p:cNvPr>
              <p:cNvCxnSpPr>
                <a:cxnSpLocks/>
              </p:cNvCxnSpPr>
              <p:nvPr/>
            </p:nvCxnSpPr>
            <p:spPr>
              <a:xfrm flipV="1">
                <a:off x="2132012" y="4572000"/>
                <a:ext cx="8778240" cy="15240"/>
              </a:xfrm>
              <a:prstGeom prst="line">
                <a:avLst/>
              </a:prstGeom>
            </p:spPr>
            <p:style>
              <a:lnRef idx="3">
                <a:schemeClr val="dk1"/>
              </a:lnRef>
              <a:fillRef idx="0">
                <a:schemeClr val="dk1"/>
              </a:fillRef>
              <a:effectRef idx="2">
                <a:schemeClr val="dk1"/>
              </a:effectRef>
              <a:fontRef idx="minor">
                <a:schemeClr val="tx1"/>
              </a:fontRef>
            </p:style>
          </p:cxnSp>
          <p:cxnSp>
            <p:nvCxnSpPr>
              <p:cNvPr id="409" name="Straight Connector 408">
                <a:extLst>
                  <a:ext uri="{FF2B5EF4-FFF2-40B4-BE49-F238E27FC236}">
                    <a16:creationId xmlns:a16="http://schemas.microsoft.com/office/drawing/2014/main" id="{210A4E37-53AA-A2F6-D12A-5B8A3E602D9C}"/>
                  </a:ext>
                </a:extLst>
              </p:cNvPr>
              <p:cNvCxnSpPr/>
              <p:nvPr/>
            </p:nvCxnSpPr>
            <p:spPr>
              <a:xfrm>
                <a:off x="6537011" y="3124200"/>
                <a:ext cx="0" cy="2971800"/>
              </a:xfrm>
              <a:prstGeom prst="line">
                <a:avLst/>
              </a:prstGeom>
            </p:spPr>
            <p:style>
              <a:lnRef idx="3">
                <a:schemeClr val="dk1"/>
              </a:lnRef>
              <a:fillRef idx="0">
                <a:schemeClr val="dk1"/>
              </a:fillRef>
              <a:effectRef idx="2">
                <a:schemeClr val="dk1"/>
              </a:effectRef>
              <a:fontRef idx="minor">
                <a:schemeClr val="tx1"/>
              </a:fontRef>
            </p:style>
          </p:cxnSp>
        </p:grpSp>
        <p:cxnSp>
          <p:nvCxnSpPr>
            <p:cNvPr id="412" name="Straight Connector 411">
              <a:extLst>
                <a:ext uri="{FF2B5EF4-FFF2-40B4-BE49-F238E27FC236}">
                  <a16:creationId xmlns:a16="http://schemas.microsoft.com/office/drawing/2014/main" id="{F8A5C81F-A37A-E1F8-4B38-2C146ED62806}"/>
                </a:ext>
              </a:extLst>
            </p:cNvPr>
            <p:cNvCxnSpPr>
              <a:cxnSpLocks/>
            </p:cNvCxnSpPr>
            <p:nvPr/>
          </p:nvCxnSpPr>
          <p:spPr>
            <a:xfrm flipV="1">
              <a:off x="2031696" y="3733800"/>
              <a:ext cx="8802356" cy="2225040"/>
            </a:xfrm>
            <a:prstGeom prst="line">
              <a:avLst/>
            </a:prstGeom>
            <a:ln w="38100"/>
          </p:spPr>
          <p:style>
            <a:lnRef idx="3">
              <a:schemeClr val="accent4"/>
            </a:lnRef>
            <a:fillRef idx="0">
              <a:schemeClr val="accent4"/>
            </a:fillRef>
            <a:effectRef idx="2">
              <a:schemeClr val="accent4"/>
            </a:effectRef>
            <a:fontRef idx="minor">
              <a:schemeClr val="tx1"/>
            </a:fontRef>
          </p:style>
        </p:cxnSp>
        <p:sp>
          <p:nvSpPr>
            <p:cNvPr id="414" name="Oval 413">
              <a:extLst>
                <a:ext uri="{FF2B5EF4-FFF2-40B4-BE49-F238E27FC236}">
                  <a16:creationId xmlns:a16="http://schemas.microsoft.com/office/drawing/2014/main" id="{2013F672-379A-12B0-1135-F9EA7AECBF97}"/>
                </a:ext>
              </a:extLst>
            </p:cNvPr>
            <p:cNvSpPr/>
            <p:nvPr/>
          </p:nvSpPr>
          <p:spPr>
            <a:xfrm>
              <a:off x="8913815" y="3921585"/>
              <a:ext cx="182878" cy="182878"/>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BEC2A244-326D-1AE4-C330-AB3583817238}"/>
                </a:ext>
              </a:extLst>
            </p:cNvPr>
            <p:cNvSpPr txBox="1"/>
            <p:nvPr/>
          </p:nvSpPr>
          <p:spPr>
            <a:xfrm>
              <a:off x="2055813" y="3240009"/>
              <a:ext cx="8778238" cy="369332"/>
            </a:xfrm>
            <a:prstGeom prst="rect">
              <a:avLst/>
            </a:prstGeom>
            <a:noFill/>
          </p:spPr>
          <p:txBody>
            <a:bodyPr wrap="square" rtlCol="0">
              <a:spAutoFit/>
            </a:bodyPr>
            <a:lstStyle/>
            <a:p>
              <a:pPr algn="ctr"/>
              <a:r>
                <a:rPr lang="en-US" dirty="0">
                  <a:solidFill>
                    <a:schemeClr val="bg1"/>
                  </a:solidFill>
                  <a:latin typeface="Consolas" panose="020B0609020204030204" pitchFamily="49" charset="0"/>
                </a:rPr>
                <a:t>-9 -8 -7 -6 -5 -4 -3 -2 -1 0 +1 +2 +3 +4 +5 +6 +7 +8 +9</a:t>
              </a:r>
            </a:p>
          </p:txBody>
        </p:sp>
        <p:sp>
          <p:nvSpPr>
            <p:cNvPr id="3" name="TextBox 2">
              <a:extLst>
                <a:ext uri="{FF2B5EF4-FFF2-40B4-BE49-F238E27FC236}">
                  <a16:creationId xmlns:a16="http://schemas.microsoft.com/office/drawing/2014/main" id="{A76A89A7-7886-E351-1396-C566B9EFA6DF}"/>
                </a:ext>
              </a:extLst>
            </p:cNvPr>
            <p:cNvSpPr txBox="1"/>
            <p:nvPr/>
          </p:nvSpPr>
          <p:spPr>
            <a:xfrm>
              <a:off x="1516718" y="3412480"/>
              <a:ext cx="527036" cy="3416320"/>
            </a:xfrm>
            <a:prstGeom prst="rect">
              <a:avLst/>
            </a:prstGeom>
            <a:noFill/>
          </p:spPr>
          <p:txBody>
            <a:bodyPr wrap="square" rtlCol="0">
              <a:spAutoFit/>
            </a:bodyPr>
            <a:lstStyle/>
            <a:p>
              <a:pPr algn="r"/>
              <a:r>
                <a:rPr lang="en-US" sz="2400" dirty="0">
                  <a:solidFill>
                    <a:schemeClr val="bg1"/>
                  </a:solidFill>
                  <a:latin typeface="Consolas" panose="020B0609020204030204" pitchFamily="49" charset="0"/>
                </a:rPr>
                <a:t>+4</a:t>
              </a:r>
            </a:p>
            <a:p>
              <a:pPr algn="r"/>
              <a:r>
                <a:rPr lang="en-US" sz="2400" dirty="0">
                  <a:solidFill>
                    <a:schemeClr val="bg1"/>
                  </a:solidFill>
                  <a:latin typeface="Consolas" panose="020B0609020204030204" pitchFamily="49" charset="0"/>
                </a:rPr>
                <a:t>+3</a:t>
              </a:r>
            </a:p>
            <a:p>
              <a:pPr algn="r"/>
              <a:r>
                <a:rPr lang="en-US" sz="2400" dirty="0">
                  <a:solidFill>
                    <a:schemeClr val="bg1"/>
                  </a:solidFill>
                  <a:latin typeface="Consolas" panose="020B0609020204030204" pitchFamily="49" charset="0"/>
                </a:rPr>
                <a:t>+2</a:t>
              </a:r>
            </a:p>
            <a:p>
              <a:pPr algn="r"/>
              <a:r>
                <a:rPr lang="en-US" sz="2400" dirty="0">
                  <a:solidFill>
                    <a:schemeClr val="bg1"/>
                  </a:solidFill>
                  <a:latin typeface="Consolas" panose="020B0609020204030204" pitchFamily="49" charset="0"/>
                </a:rPr>
                <a:t>+1</a:t>
              </a:r>
            </a:p>
            <a:p>
              <a:pPr algn="r"/>
              <a:r>
                <a:rPr lang="en-US" sz="2400" dirty="0">
                  <a:solidFill>
                    <a:schemeClr val="bg1"/>
                  </a:solidFill>
                  <a:latin typeface="Consolas" panose="020B0609020204030204" pitchFamily="49" charset="0"/>
                </a:rPr>
                <a:t>0</a:t>
              </a:r>
            </a:p>
            <a:p>
              <a:pPr algn="r"/>
              <a:r>
                <a:rPr lang="en-US" sz="2400" dirty="0">
                  <a:solidFill>
                    <a:schemeClr val="bg1"/>
                  </a:solidFill>
                  <a:latin typeface="Consolas" panose="020B0609020204030204" pitchFamily="49" charset="0"/>
                </a:rPr>
                <a:t>-1</a:t>
              </a:r>
            </a:p>
            <a:p>
              <a:pPr algn="r"/>
              <a:r>
                <a:rPr lang="en-US" sz="2400" dirty="0">
                  <a:solidFill>
                    <a:schemeClr val="bg1"/>
                  </a:solidFill>
                  <a:latin typeface="Consolas" panose="020B0609020204030204" pitchFamily="49" charset="0"/>
                </a:rPr>
                <a:t>-2</a:t>
              </a:r>
            </a:p>
            <a:p>
              <a:pPr algn="r"/>
              <a:r>
                <a:rPr lang="en-US" sz="2400" dirty="0">
                  <a:solidFill>
                    <a:schemeClr val="bg1"/>
                  </a:solidFill>
                  <a:latin typeface="Consolas" panose="020B0609020204030204" pitchFamily="49" charset="0"/>
                </a:rPr>
                <a:t>-3</a:t>
              </a:r>
            </a:p>
            <a:p>
              <a:pPr algn="r"/>
              <a:r>
                <a:rPr lang="en-US" sz="2400" dirty="0">
                  <a:solidFill>
                    <a:schemeClr val="bg1"/>
                  </a:solidFill>
                  <a:latin typeface="Consolas" panose="020B0609020204030204" pitchFamily="49" charset="0"/>
                </a:rPr>
                <a:t>-4</a:t>
              </a:r>
            </a:p>
          </p:txBody>
        </p:sp>
      </p:grpSp>
      <p:sp>
        <p:nvSpPr>
          <p:cNvPr id="14" name="Rectangle: Rounded Corners 13">
            <a:extLst>
              <a:ext uri="{FF2B5EF4-FFF2-40B4-BE49-F238E27FC236}">
                <a16:creationId xmlns:a16="http://schemas.microsoft.com/office/drawing/2014/main" id="{C56CC2DC-2399-6810-40AA-F11671969A20}"/>
              </a:ext>
            </a:extLst>
          </p:cNvPr>
          <p:cNvSpPr/>
          <p:nvPr/>
        </p:nvSpPr>
        <p:spPr>
          <a:xfrm>
            <a:off x="9154138" y="3895082"/>
            <a:ext cx="948394" cy="25655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2"/>
                </a:solidFill>
                <a:latin typeface="Arial" panose="020B0604020202020204" pitchFamily="34" charset="0"/>
                <a:cs typeface="Arial" panose="020B0604020202020204" pitchFamily="34" charset="0"/>
              </a:rPr>
              <a:t>P(7,3)</a:t>
            </a:r>
          </a:p>
        </p:txBody>
      </p:sp>
      <p:sp>
        <p:nvSpPr>
          <p:cNvPr id="23" name="Callout: Right Arrow 22">
            <a:extLst>
              <a:ext uri="{FF2B5EF4-FFF2-40B4-BE49-F238E27FC236}">
                <a16:creationId xmlns:a16="http://schemas.microsoft.com/office/drawing/2014/main" id="{57932F17-3A10-C4F9-E4E6-EFD30AE8E325}"/>
              </a:ext>
            </a:extLst>
          </p:cNvPr>
          <p:cNvSpPr/>
          <p:nvPr/>
        </p:nvSpPr>
        <p:spPr>
          <a:xfrm>
            <a:off x="2878770" y="3663319"/>
            <a:ext cx="5957744" cy="722627"/>
          </a:xfrm>
          <a:prstGeom prst="rightArrowCallout">
            <a:avLst>
              <a:gd name="adj1" fmla="val 25000"/>
              <a:gd name="adj2" fmla="val 25000"/>
              <a:gd name="adj3" fmla="val 25000"/>
              <a:gd name="adj4" fmla="val 93466"/>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But what if point “P” is not on the line. In this case:</a:t>
            </a:r>
          </a:p>
          <a:p>
            <a:pPr algn="ctr"/>
            <a:r>
              <a:rPr lang="en-US" dirty="0">
                <a:highlight>
                  <a:srgbClr val="000000"/>
                </a:highlight>
                <a:latin typeface="Consolas" panose="020B0609020204030204" pitchFamily="49" charset="0"/>
              </a:rPr>
              <a:t>1∙(7) + (-4)∙(-3) + 3 = -2</a:t>
            </a:r>
          </a:p>
        </p:txBody>
      </p:sp>
      <p:sp>
        <p:nvSpPr>
          <p:cNvPr id="22" name="Rectangle 21">
            <a:extLst>
              <a:ext uri="{FF2B5EF4-FFF2-40B4-BE49-F238E27FC236}">
                <a16:creationId xmlns:a16="http://schemas.microsoft.com/office/drawing/2014/main" id="{16C241B1-8F37-2E0A-211F-77DA8DE6C316}"/>
              </a:ext>
            </a:extLst>
          </p:cNvPr>
          <p:cNvSpPr/>
          <p:nvPr/>
        </p:nvSpPr>
        <p:spPr>
          <a:xfrm>
            <a:off x="2238692" y="1908047"/>
            <a:ext cx="6217920" cy="423332"/>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04956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randombar(horizontal)">
                                      <p:cBhvr>
                                        <p:cTn id="7" dur="500"/>
                                        <p:tgtEl>
                                          <p:spTgt spid="14"/>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500" fill="hold"/>
                                        <p:tgtEl>
                                          <p:spTgt spid="23"/>
                                        </p:tgtEl>
                                        <p:attrNameLst>
                                          <p:attrName>ppt_x</p:attrName>
                                        </p:attrNameLst>
                                      </p:cBhvr>
                                      <p:tavLst>
                                        <p:tav tm="0">
                                          <p:val>
                                            <p:strVal val="0-#ppt_w/2"/>
                                          </p:val>
                                        </p:tav>
                                        <p:tav tm="100000">
                                          <p:val>
                                            <p:strVal val="#ppt_x"/>
                                          </p:val>
                                        </p:tav>
                                      </p:tavLst>
                                    </p:anim>
                                    <p:anim calcmode="lin" valueType="num">
                                      <p:cBhvr additive="base">
                                        <p:cTn id="12"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Algorithm</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859001" cy="1676400"/>
              </a:xfrm>
            </p:spPr>
            <p:txBody>
              <a:bodyPr/>
              <a:lstStyle/>
              <a:p>
                <a:pPr marL="0" indent="0">
                  <a:buNone/>
                </a:pPr>
                <a:r>
                  <a:rPr lang="en-US" b="0" dirty="0">
                    <a:latin typeface="Cambria Math" panose="02040503050406030204" pitchFamily="18" charset="0"/>
                    <a:cs typeface="Arial" panose="020B0604020202020204" pitchFamily="34" charset="0"/>
                  </a:rPr>
                  <a:t>To understand the meaning of </a:t>
                </a:r>
                <a:r>
                  <a:rPr lang="en-US" dirty="0">
                    <a:latin typeface="Cambria Math" panose="02040503050406030204" pitchFamily="18" charset="0"/>
                    <a:cs typeface="Arial" panose="020B0604020202020204" pitchFamily="34" charset="0"/>
                  </a:rPr>
                  <a:t>the equation</a:t>
                </a:r>
                <a:r>
                  <a:rPr lang="en-US" b="0" dirty="0">
                    <a:latin typeface="Cambria Math" panose="02040503050406030204" pitchFamily="18" charset="0"/>
                    <a:cs typeface="Arial" panose="020B0604020202020204" pitchFamily="34" charset="0"/>
                  </a:rPr>
                  <a:t>, lets consider the following line: </a:t>
                </a:r>
                <a14:m>
                  <m:oMath xmlns:m="http://schemas.openxmlformats.org/officeDocument/2006/math">
                    <m:r>
                      <a:rPr lang="en-US" b="0" i="0" smtClean="0">
                        <a:latin typeface="Cambria Math" panose="02040503050406030204" pitchFamily="18" charset="0"/>
                        <a:cs typeface="Arial" panose="020B0604020202020204" pitchFamily="34" charset="0"/>
                      </a:rPr>
                      <m:t>1</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𝒙</m:t>
                    </m:r>
                    <m:r>
                      <a:rPr lang="en-US" b="1" i="1" smtClean="0">
                        <a:latin typeface="Cambria Math" panose="02040503050406030204" pitchFamily="18" charset="0"/>
                        <a:cs typeface="Arial" panose="020B0604020202020204" pitchFamily="34" charset="0"/>
                      </a:rPr>
                      <m:t>+</m:t>
                    </m:r>
                    <m:d>
                      <m:dPr>
                        <m:ctrlPr>
                          <a:rPr lang="en-US" b="1" i="1" smtClean="0">
                            <a:latin typeface="Cambria Math" panose="02040503050406030204" pitchFamily="18" charset="0"/>
                            <a:cs typeface="Arial" panose="020B0604020202020204" pitchFamily="34" charset="0"/>
                          </a:rPr>
                        </m:ctrlPr>
                      </m:dPr>
                      <m:e>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𝟒</m:t>
                        </m:r>
                      </m:e>
                    </m:d>
                    <m:r>
                      <a:rPr lang="en-US" b="1" i="1" smtClean="0">
                        <a:latin typeface="Cambria Math" panose="02040503050406030204" pitchFamily="18" charset="0"/>
                        <a:ea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𝒚</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𝟑</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𝟎</m:t>
                    </m:r>
                    <m:r>
                      <a:rPr lang="en-US" b="1" i="1" smtClean="0">
                        <a:latin typeface="Cambria Math" panose="02040503050406030204" pitchFamily="18" charset="0"/>
                        <a:cs typeface="Arial" panose="020B0604020202020204" pitchFamily="34" charset="0"/>
                      </a:rPr>
                      <m:t>, </m:t>
                    </m:r>
                    <m:r>
                      <a:rPr lang="en-US" b="1" i="1" smtClean="0">
                        <a:latin typeface="Cambria Math" panose="02040503050406030204" pitchFamily="18" charset="0"/>
                        <a:cs typeface="Arial" panose="020B0604020202020204" pitchFamily="34" charset="0"/>
                      </a:rPr>
                      <m:t>𝒂</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𝟏</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𝒃</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𝟒</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𝒄</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𝟑</m:t>
                    </m:r>
                  </m:oMath>
                </a14:m>
                <a:r>
                  <a:rPr lang="en-US" b="1" dirty="0">
                    <a:latin typeface="Cambria Math" panose="02040503050406030204" pitchFamily="18" charset="0"/>
                    <a:cs typeface="Arial" panose="020B0604020202020204" pitchFamily="34" charset="0"/>
                  </a:rPr>
                  <a:t>  </a:t>
                </a:r>
                <a:r>
                  <a:rPr lang="en-US" b="0" dirty="0">
                    <a:latin typeface="Cambria Math" panose="02040503050406030204" pitchFamily="18" charset="0"/>
                    <a:cs typeface="Arial" panose="020B0604020202020204" pitchFamily="34" charset="0"/>
                  </a:rPr>
                  <a:t>as described in the below picture.</a:t>
                </a:r>
              </a:p>
            </p:txBody>
          </p:sp>
        </mc:Choice>
        <mc:Fallback xmlns="">
          <p:sp>
            <p:nvSpPr>
              <p:cNvPr id="6" name="Content Placeholder 5">
                <a:extLst>
                  <a:ext uri="{FF2B5EF4-FFF2-40B4-BE49-F238E27FC236}">
                    <a16:creationId xmlns:a16="http://schemas.microsoft.com/office/drawing/2014/main" id="{75C8F42D-68F5-9BC0-5FC5-9D26B76AB49A}"/>
                  </a:ext>
                </a:extLst>
              </p:cNvPr>
              <p:cNvSpPr>
                <a:spLocks noGrp="1" noRot="1" noChangeAspect="1" noMove="1" noResize="1" noEditPoints="1" noAdjustHandles="1" noChangeArrowheads="1" noChangeShapeType="1" noTextEdit="1"/>
              </p:cNvSpPr>
              <p:nvPr>
                <p:ph idx="1"/>
              </p:nvPr>
            </p:nvSpPr>
            <p:spPr>
              <a:xfrm>
                <a:off x="1645611" y="1600200"/>
                <a:ext cx="9859001" cy="1676400"/>
              </a:xfrm>
              <a:blipFill>
                <a:blip r:embed="rId2"/>
                <a:stretch>
                  <a:fillRect l="-1030" t="-4511"/>
                </a:stretch>
              </a:blipFill>
            </p:spPr>
            <p:txBody>
              <a:bodyPr/>
              <a:lstStyle/>
              <a:p>
                <a:r>
                  <a:rPr lang="en-US">
                    <a:noFill/>
                  </a:rPr>
                  <a:t> </a:t>
                </a:r>
              </a:p>
            </p:txBody>
          </p:sp>
        </mc:Fallback>
      </mc:AlternateContent>
      <p:grpSp>
        <p:nvGrpSpPr>
          <p:cNvPr id="7" name="Group 6">
            <a:extLst>
              <a:ext uri="{FF2B5EF4-FFF2-40B4-BE49-F238E27FC236}">
                <a16:creationId xmlns:a16="http://schemas.microsoft.com/office/drawing/2014/main" id="{42B32645-CD4E-18D8-DF6F-45FC0DF5D1D8}"/>
              </a:ext>
            </a:extLst>
          </p:cNvPr>
          <p:cNvGrpSpPr/>
          <p:nvPr/>
        </p:nvGrpSpPr>
        <p:grpSpPr>
          <a:xfrm>
            <a:off x="1516718" y="3240009"/>
            <a:ext cx="9317334" cy="3588791"/>
            <a:chOff x="1516718" y="3240009"/>
            <a:chExt cx="9317334" cy="3588791"/>
          </a:xfrm>
        </p:grpSpPr>
        <p:grpSp>
          <p:nvGrpSpPr>
            <p:cNvPr id="410" name="Group 409">
              <a:extLst>
                <a:ext uri="{FF2B5EF4-FFF2-40B4-BE49-F238E27FC236}">
                  <a16:creationId xmlns:a16="http://schemas.microsoft.com/office/drawing/2014/main" id="{88B3EBF7-C9A2-D9F2-3358-428A949F3CD4}"/>
                </a:ext>
              </a:extLst>
            </p:cNvPr>
            <p:cNvGrpSpPr/>
            <p:nvPr/>
          </p:nvGrpSpPr>
          <p:grpSpPr>
            <a:xfrm>
              <a:off x="2055812" y="3657600"/>
              <a:ext cx="8778240" cy="2971800"/>
              <a:chOff x="2132012" y="3124200"/>
              <a:chExt cx="8778240" cy="2971800"/>
            </a:xfrm>
          </p:grpSpPr>
          <p:grpSp>
            <p:nvGrpSpPr>
              <p:cNvPr id="403" name="Group 402">
                <a:extLst>
                  <a:ext uri="{FF2B5EF4-FFF2-40B4-BE49-F238E27FC236}">
                    <a16:creationId xmlns:a16="http://schemas.microsoft.com/office/drawing/2014/main" id="{17AB6608-F51E-D44B-5D04-5ADBEFBA3C28}"/>
                  </a:ext>
                </a:extLst>
              </p:cNvPr>
              <p:cNvGrpSpPr/>
              <p:nvPr/>
            </p:nvGrpSpPr>
            <p:grpSpPr>
              <a:xfrm>
                <a:off x="2132012" y="3124200"/>
                <a:ext cx="8778240" cy="2926080"/>
                <a:chOff x="2132012" y="3124200"/>
                <a:chExt cx="8778240" cy="2926080"/>
              </a:xfrm>
            </p:grpSpPr>
            <p:grpSp>
              <p:nvGrpSpPr>
                <p:cNvPr id="125" name="Group 124">
                  <a:extLst>
                    <a:ext uri="{FF2B5EF4-FFF2-40B4-BE49-F238E27FC236}">
                      <a16:creationId xmlns:a16="http://schemas.microsoft.com/office/drawing/2014/main" id="{9CBAC667-CF1B-92BF-8137-C3B66C320A63}"/>
                    </a:ext>
                  </a:extLst>
                </p:cNvPr>
                <p:cNvGrpSpPr/>
                <p:nvPr/>
              </p:nvGrpSpPr>
              <p:grpSpPr>
                <a:xfrm>
                  <a:off x="2132012" y="3124200"/>
                  <a:ext cx="2926080" cy="2926080"/>
                  <a:chOff x="2132012" y="3124200"/>
                  <a:chExt cx="2926080" cy="2926080"/>
                </a:xfrm>
              </p:grpSpPr>
              <p:grpSp>
                <p:nvGrpSpPr>
                  <p:cNvPr id="69" name="Group 68">
                    <a:extLst>
                      <a:ext uri="{FF2B5EF4-FFF2-40B4-BE49-F238E27FC236}">
                        <a16:creationId xmlns:a16="http://schemas.microsoft.com/office/drawing/2014/main" id="{57CE3321-BDA9-BC9D-4458-5A9FDFCC9279}"/>
                      </a:ext>
                    </a:extLst>
                  </p:cNvPr>
                  <p:cNvGrpSpPr/>
                  <p:nvPr/>
                </p:nvGrpSpPr>
                <p:grpSpPr>
                  <a:xfrm>
                    <a:off x="2132012" y="3124200"/>
                    <a:ext cx="2926080" cy="1463040"/>
                    <a:chOff x="2970212" y="4724400"/>
                    <a:chExt cx="2926080" cy="1463040"/>
                  </a:xfrm>
                </p:grpSpPr>
                <p:grpSp>
                  <p:nvGrpSpPr>
                    <p:cNvPr id="41" name="Group 40">
                      <a:extLst>
                        <a:ext uri="{FF2B5EF4-FFF2-40B4-BE49-F238E27FC236}">
                          <a16:creationId xmlns:a16="http://schemas.microsoft.com/office/drawing/2014/main" id="{E591D691-764B-040E-1287-F2E1AFEE5A49}"/>
                        </a:ext>
                      </a:extLst>
                    </p:cNvPr>
                    <p:cNvGrpSpPr/>
                    <p:nvPr/>
                  </p:nvGrpSpPr>
                  <p:grpSpPr>
                    <a:xfrm>
                      <a:off x="2970212" y="4724400"/>
                      <a:ext cx="1463040" cy="1463040"/>
                      <a:chOff x="2970212" y="4724400"/>
                      <a:chExt cx="1463040" cy="1463040"/>
                    </a:xfrm>
                  </p:grpSpPr>
                  <p:grpSp>
                    <p:nvGrpSpPr>
                      <p:cNvPr id="21" name="Group 20">
                        <a:extLst>
                          <a:ext uri="{FF2B5EF4-FFF2-40B4-BE49-F238E27FC236}">
                            <a16:creationId xmlns:a16="http://schemas.microsoft.com/office/drawing/2014/main" id="{3FE1A9B0-E26D-384A-8587-D9FB00A3D72B}"/>
                          </a:ext>
                        </a:extLst>
                      </p:cNvPr>
                      <p:cNvGrpSpPr/>
                      <p:nvPr/>
                    </p:nvGrpSpPr>
                    <p:grpSpPr>
                      <a:xfrm>
                        <a:off x="2970212" y="4724400"/>
                        <a:ext cx="1463040" cy="731520"/>
                        <a:chOff x="2970212" y="4724400"/>
                        <a:chExt cx="1463040" cy="731520"/>
                      </a:xfrm>
                    </p:grpSpPr>
                    <p:grpSp>
                      <p:nvGrpSpPr>
                        <p:cNvPr id="12" name="Group 11">
                          <a:extLst>
                            <a:ext uri="{FF2B5EF4-FFF2-40B4-BE49-F238E27FC236}">
                              <a16:creationId xmlns:a16="http://schemas.microsoft.com/office/drawing/2014/main" id="{D8B94FAE-1D6F-221E-9C77-92A447977311}"/>
                            </a:ext>
                          </a:extLst>
                        </p:cNvPr>
                        <p:cNvGrpSpPr/>
                        <p:nvPr/>
                      </p:nvGrpSpPr>
                      <p:grpSpPr>
                        <a:xfrm>
                          <a:off x="2970212" y="4724400"/>
                          <a:ext cx="731520" cy="731520"/>
                          <a:chOff x="2970212" y="4724400"/>
                          <a:chExt cx="731520" cy="731520"/>
                        </a:xfrm>
                      </p:grpSpPr>
                      <p:grpSp>
                        <p:nvGrpSpPr>
                          <p:cNvPr id="9" name="Group 8">
                            <a:extLst>
                              <a:ext uri="{FF2B5EF4-FFF2-40B4-BE49-F238E27FC236}">
                                <a16:creationId xmlns:a16="http://schemas.microsoft.com/office/drawing/2014/main" id="{FDA4200E-7308-5745-D397-42C3A1941F97}"/>
                              </a:ext>
                            </a:extLst>
                          </p:cNvPr>
                          <p:cNvGrpSpPr/>
                          <p:nvPr/>
                        </p:nvGrpSpPr>
                        <p:grpSpPr>
                          <a:xfrm>
                            <a:off x="2970212" y="4724400"/>
                            <a:ext cx="731520" cy="365760"/>
                            <a:chOff x="2970212" y="4724400"/>
                            <a:chExt cx="731520" cy="365760"/>
                          </a:xfrm>
                        </p:grpSpPr>
                        <p:sp>
                          <p:nvSpPr>
                            <p:cNvPr id="4" name="Rectangle 3">
                              <a:extLst>
                                <a:ext uri="{FF2B5EF4-FFF2-40B4-BE49-F238E27FC236}">
                                  <a16:creationId xmlns:a16="http://schemas.microsoft.com/office/drawing/2014/main" id="{40A1CE94-EFD3-2136-E072-F672753A679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AA4C45E6-FCD4-0567-B532-9A52124BA01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 name="Rectangle 9">
                            <a:extLst>
                              <a:ext uri="{FF2B5EF4-FFF2-40B4-BE49-F238E27FC236}">
                                <a16:creationId xmlns:a16="http://schemas.microsoft.com/office/drawing/2014/main" id="{A0B5002B-6CF4-9256-9D80-1757C55991E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 name="Rectangle 10">
                            <a:extLst>
                              <a:ext uri="{FF2B5EF4-FFF2-40B4-BE49-F238E27FC236}">
                                <a16:creationId xmlns:a16="http://schemas.microsoft.com/office/drawing/2014/main" id="{7948705D-8B21-7B36-379C-C3D1BF9047A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F8F5FDF1-4199-1447-6130-7EB6BD3D2F1D}"/>
                            </a:ext>
                          </a:extLst>
                        </p:cNvPr>
                        <p:cNvGrpSpPr/>
                        <p:nvPr/>
                      </p:nvGrpSpPr>
                      <p:grpSpPr>
                        <a:xfrm>
                          <a:off x="3701732" y="4724400"/>
                          <a:ext cx="731520" cy="731520"/>
                          <a:chOff x="2970212" y="4724400"/>
                          <a:chExt cx="731520" cy="731520"/>
                        </a:xfrm>
                      </p:grpSpPr>
                      <p:grpSp>
                        <p:nvGrpSpPr>
                          <p:cNvPr id="16" name="Group 15">
                            <a:extLst>
                              <a:ext uri="{FF2B5EF4-FFF2-40B4-BE49-F238E27FC236}">
                                <a16:creationId xmlns:a16="http://schemas.microsoft.com/office/drawing/2014/main" id="{78EF4743-9A9F-A0A7-0608-53590E58AF48}"/>
                              </a:ext>
                            </a:extLst>
                          </p:cNvPr>
                          <p:cNvGrpSpPr/>
                          <p:nvPr/>
                        </p:nvGrpSpPr>
                        <p:grpSpPr>
                          <a:xfrm>
                            <a:off x="2970212" y="4724400"/>
                            <a:ext cx="731520" cy="365760"/>
                            <a:chOff x="2970212" y="4724400"/>
                            <a:chExt cx="731520" cy="365760"/>
                          </a:xfrm>
                        </p:grpSpPr>
                        <p:sp>
                          <p:nvSpPr>
                            <p:cNvPr id="19" name="Rectangle 18">
                              <a:extLst>
                                <a:ext uri="{FF2B5EF4-FFF2-40B4-BE49-F238E27FC236}">
                                  <a16:creationId xmlns:a16="http://schemas.microsoft.com/office/drawing/2014/main" id="{EA711D48-D6C3-65ED-4089-C8498EEAB111}"/>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 name="Rectangle 19">
                              <a:extLst>
                                <a:ext uri="{FF2B5EF4-FFF2-40B4-BE49-F238E27FC236}">
                                  <a16:creationId xmlns:a16="http://schemas.microsoft.com/office/drawing/2014/main" id="{6F418835-1B9D-65D8-0266-23456CAAF174}"/>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ABFAFC10-8BDA-1167-B0C6-EFB75A83681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8" name="Rectangle 17">
                            <a:extLst>
                              <a:ext uri="{FF2B5EF4-FFF2-40B4-BE49-F238E27FC236}">
                                <a16:creationId xmlns:a16="http://schemas.microsoft.com/office/drawing/2014/main" id="{5C71C587-4D6E-565C-9679-F5FAFD607D0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8" name="Group 27">
                        <a:extLst>
                          <a:ext uri="{FF2B5EF4-FFF2-40B4-BE49-F238E27FC236}">
                            <a16:creationId xmlns:a16="http://schemas.microsoft.com/office/drawing/2014/main" id="{49373B72-7E08-2D1A-F813-2A9786513C90}"/>
                          </a:ext>
                        </a:extLst>
                      </p:cNvPr>
                      <p:cNvGrpSpPr/>
                      <p:nvPr/>
                    </p:nvGrpSpPr>
                    <p:grpSpPr>
                      <a:xfrm>
                        <a:off x="2970212" y="5455920"/>
                        <a:ext cx="1463040" cy="731520"/>
                        <a:chOff x="2970212" y="4724400"/>
                        <a:chExt cx="1463040" cy="731520"/>
                      </a:xfrm>
                    </p:grpSpPr>
                    <p:grpSp>
                      <p:nvGrpSpPr>
                        <p:cNvPr id="29" name="Group 28">
                          <a:extLst>
                            <a:ext uri="{FF2B5EF4-FFF2-40B4-BE49-F238E27FC236}">
                              <a16:creationId xmlns:a16="http://schemas.microsoft.com/office/drawing/2014/main" id="{5718B21C-F6A5-7D68-5C18-101867B9D4A3}"/>
                            </a:ext>
                          </a:extLst>
                        </p:cNvPr>
                        <p:cNvGrpSpPr/>
                        <p:nvPr/>
                      </p:nvGrpSpPr>
                      <p:grpSpPr>
                        <a:xfrm>
                          <a:off x="2970212" y="4724400"/>
                          <a:ext cx="731520" cy="731520"/>
                          <a:chOff x="2970212" y="4724400"/>
                          <a:chExt cx="731520" cy="731520"/>
                        </a:xfrm>
                      </p:grpSpPr>
                      <p:grpSp>
                        <p:nvGrpSpPr>
                          <p:cNvPr id="36" name="Group 35">
                            <a:extLst>
                              <a:ext uri="{FF2B5EF4-FFF2-40B4-BE49-F238E27FC236}">
                                <a16:creationId xmlns:a16="http://schemas.microsoft.com/office/drawing/2014/main" id="{3B278792-A4BC-D4E5-0966-FE8BB6FDDF9B}"/>
                              </a:ext>
                            </a:extLst>
                          </p:cNvPr>
                          <p:cNvGrpSpPr/>
                          <p:nvPr/>
                        </p:nvGrpSpPr>
                        <p:grpSpPr>
                          <a:xfrm>
                            <a:off x="2970212" y="4724400"/>
                            <a:ext cx="731520" cy="365760"/>
                            <a:chOff x="2970212" y="4724400"/>
                            <a:chExt cx="731520" cy="365760"/>
                          </a:xfrm>
                        </p:grpSpPr>
                        <p:sp>
                          <p:nvSpPr>
                            <p:cNvPr id="39" name="Rectangle 38">
                              <a:extLst>
                                <a:ext uri="{FF2B5EF4-FFF2-40B4-BE49-F238E27FC236}">
                                  <a16:creationId xmlns:a16="http://schemas.microsoft.com/office/drawing/2014/main" id="{13A8CF73-5EB4-9A75-6143-563910E97BF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 name="Rectangle 39">
                              <a:extLst>
                                <a:ext uri="{FF2B5EF4-FFF2-40B4-BE49-F238E27FC236}">
                                  <a16:creationId xmlns:a16="http://schemas.microsoft.com/office/drawing/2014/main" id="{9D4E0F80-DD44-E107-7159-2C4A9C649327}"/>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7" name="Rectangle 36">
                            <a:extLst>
                              <a:ext uri="{FF2B5EF4-FFF2-40B4-BE49-F238E27FC236}">
                                <a16:creationId xmlns:a16="http://schemas.microsoft.com/office/drawing/2014/main" id="{260A1155-EDF9-E4A7-6C6C-E9E13E59295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 name="Rectangle 37">
                            <a:extLst>
                              <a:ext uri="{FF2B5EF4-FFF2-40B4-BE49-F238E27FC236}">
                                <a16:creationId xmlns:a16="http://schemas.microsoft.com/office/drawing/2014/main" id="{25B1D993-EE4A-69DE-A5FA-47373AFFE06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2E2EF1A7-9B43-2820-2A53-D0C1CDDEF949}"/>
                            </a:ext>
                          </a:extLst>
                        </p:cNvPr>
                        <p:cNvGrpSpPr/>
                        <p:nvPr/>
                      </p:nvGrpSpPr>
                      <p:grpSpPr>
                        <a:xfrm>
                          <a:off x="3701732" y="4724400"/>
                          <a:ext cx="731520" cy="731520"/>
                          <a:chOff x="2970212" y="4724400"/>
                          <a:chExt cx="731520" cy="731520"/>
                        </a:xfrm>
                      </p:grpSpPr>
                      <p:grpSp>
                        <p:nvGrpSpPr>
                          <p:cNvPr id="31" name="Group 30">
                            <a:extLst>
                              <a:ext uri="{FF2B5EF4-FFF2-40B4-BE49-F238E27FC236}">
                                <a16:creationId xmlns:a16="http://schemas.microsoft.com/office/drawing/2014/main" id="{A18F52D0-B7F7-C731-7DE7-6883F2C935CD}"/>
                              </a:ext>
                            </a:extLst>
                          </p:cNvPr>
                          <p:cNvGrpSpPr/>
                          <p:nvPr/>
                        </p:nvGrpSpPr>
                        <p:grpSpPr>
                          <a:xfrm>
                            <a:off x="2970212" y="4724400"/>
                            <a:ext cx="731520" cy="365760"/>
                            <a:chOff x="2970212" y="4724400"/>
                            <a:chExt cx="731520" cy="365760"/>
                          </a:xfrm>
                        </p:grpSpPr>
                        <p:sp>
                          <p:nvSpPr>
                            <p:cNvPr id="34" name="Rectangle 33">
                              <a:extLst>
                                <a:ext uri="{FF2B5EF4-FFF2-40B4-BE49-F238E27FC236}">
                                  <a16:creationId xmlns:a16="http://schemas.microsoft.com/office/drawing/2014/main" id="{8437F47D-5007-6290-FFE2-C4DEA9740CA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 name="Rectangle 34">
                              <a:extLst>
                                <a:ext uri="{FF2B5EF4-FFF2-40B4-BE49-F238E27FC236}">
                                  <a16:creationId xmlns:a16="http://schemas.microsoft.com/office/drawing/2014/main" id="{036B0E81-F778-8426-B1F3-DFC4B751109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2" name="Rectangle 31">
                            <a:extLst>
                              <a:ext uri="{FF2B5EF4-FFF2-40B4-BE49-F238E27FC236}">
                                <a16:creationId xmlns:a16="http://schemas.microsoft.com/office/drawing/2014/main" id="{DA846111-1FC3-30BC-794A-5430619991D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 name="Rectangle 32">
                            <a:extLst>
                              <a:ext uri="{FF2B5EF4-FFF2-40B4-BE49-F238E27FC236}">
                                <a16:creationId xmlns:a16="http://schemas.microsoft.com/office/drawing/2014/main" id="{948700FF-46EE-7304-FD9E-9ADE26AE2AEB}"/>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42" name="Group 41">
                      <a:extLst>
                        <a:ext uri="{FF2B5EF4-FFF2-40B4-BE49-F238E27FC236}">
                          <a16:creationId xmlns:a16="http://schemas.microsoft.com/office/drawing/2014/main" id="{172ABDE7-1C1D-2911-7658-525298CE9549}"/>
                        </a:ext>
                      </a:extLst>
                    </p:cNvPr>
                    <p:cNvGrpSpPr/>
                    <p:nvPr/>
                  </p:nvGrpSpPr>
                  <p:grpSpPr>
                    <a:xfrm>
                      <a:off x="4433252" y="4724400"/>
                      <a:ext cx="1463040" cy="1463040"/>
                      <a:chOff x="2970212" y="4724400"/>
                      <a:chExt cx="1463040" cy="1463040"/>
                    </a:xfrm>
                  </p:grpSpPr>
                  <p:grpSp>
                    <p:nvGrpSpPr>
                      <p:cNvPr id="43" name="Group 42">
                        <a:extLst>
                          <a:ext uri="{FF2B5EF4-FFF2-40B4-BE49-F238E27FC236}">
                            <a16:creationId xmlns:a16="http://schemas.microsoft.com/office/drawing/2014/main" id="{0B454B95-6AED-5998-C509-C0BAC8087CE0}"/>
                          </a:ext>
                        </a:extLst>
                      </p:cNvPr>
                      <p:cNvGrpSpPr/>
                      <p:nvPr/>
                    </p:nvGrpSpPr>
                    <p:grpSpPr>
                      <a:xfrm>
                        <a:off x="2970212" y="4724400"/>
                        <a:ext cx="1463040" cy="731520"/>
                        <a:chOff x="2970212" y="4724400"/>
                        <a:chExt cx="1463040" cy="731520"/>
                      </a:xfrm>
                    </p:grpSpPr>
                    <p:grpSp>
                      <p:nvGrpSpPr>
                        <p:cNvPr id="57" name="Group 56">
                          <a:extLst>
                            <a:ext uri="{FF2B5EF4-FFF2-40B4-BE49-F238E27FC236}">
                              <a16:creationId xmlns:a16="http://schemas.microsoft.com/office/drawing/2014/main" id="{CE03F92E-45A3-4EB2-EC57-2A11F3AE20CF}"/>
                            </a:ext>
                          </a:extLst>
                        </p:cNvPr>
                        <p:cNvGrpSpPr/>
                        <p:nvPr/>
                      </p:nvGrpSpPr>
                      <p:grpSpPr>
                        <a:xfrm>
                          <a:off x="2970212" y="4724400"/>
                          <a:ext cx="731520" cy="731520"/>
                          <a:chOff x="2970212" y="4724400"/>
                          <a:chExt cx="731520" cy="731520"/>
                        </a:xfrm>
                      </p:grpSpPr>
                      <p:grpSp>
                        <p:nvGrpSpPr>
                          <p:cNvPr id="64" name="Group 63">
                            <a:extLst>
                              <a:ext uri="{FF2B5EF4-FFF2-40B4-BE49-F238E27FC236}">
                                <a16:creationId xmlns:a16="http://schemas.microsoft.com/office/drawing/2014/main" id="{B1920F4D-A5A2-27FE-AEB3-9AD7FC1BAED2}"/>
                              </a:ext>
                            </a:extLst>
                          </p:cNvPr>
                          <p:cNvGrpSpPr/>
                          <p:nvPr/>
                        </p:nvGrpSpPr>
                        <p:grpSpPr>
                          <a:xfrm>
                            <a:off x="2970212" y="4724400"/>
                            <a:ext cx="731520" cy="365760"/>
                            <a:chOff x="2970212" y="4724400"/>
                            <a:chExt cx="731520" cy="365760"/>
                          </a:xfrm>
                        </p:grpSpPr>
                        <p:sp>
                          <p:nvSpPr>
                            <p:cNvPr id="67" name="Rectangle 66">
                              <a:extLst>
                                <a:ext uri="{FF2B5EF4-FFF2-40B4-BE49-F238E27FC236}">
                                  <a16:creationId xmlns:a16="http://schemas.microsoft.com/office/drawing/2014/main" id="{1B96144B-3BC7-5C9C-7EA3-9C021A70CB7F}"/>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8" name="Rectangle 67">
                              <a:extLst>
                                <a:ext uri="{FF2B5EF4-FFF2-40B4-BE49-F238E27FC236}">
                                  <a16:creationId xmlns:a16="http://schemas.microsoft.com/office/drawing/2014/main" id="{05B0656E-5999-0B70-7CE7-274773257D6E}"/>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65" name="Rectangle 64">
                            <a:extLst>
                              <a:ext uri="{FF2B5EF4-FFF2-40B4-BE49-F238E27FC236}">
                                <a16:creationId xmlns:a16="http://schemas.microsoft.com/office/drawing/2014/main" id="{5F464F21-5061-D038-E819-C7DF0BE7261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6" name="Rectangle 65">
                            <a:extLst>
                              <a:ext uri="{FF2B5EF4-FFF2-40B4-BE49-F238E27FC236}">
                                <a16:creationId xmlns:a16="http://schemas.microsoft.com/office/drawing/2014/main" id="{933FEF85-2585-0566-D089-AD52D2C61DC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58" name="Group 57">
                          <a:extLst>
                            <a:ext uri="{FF2B5EF4-FFF2-40B4-BE49-F238E27FC236}">
                              <a16:creationId xmlns:a16="http://schemas.microsoft.com/office/drawing/2014/main" id="{6EE20B55-F3DE-4BA5-4002-4C8F7847D116}"/>
                            </a:ext>
                          </a:extLst>
                        </p:cNvPr>
                        <p:cNvGrpSpPr/>
                        <p:nvPr/>
                      </p:nvGrpSpPr>
                      <p:grpSpPr>
                        <a:xfrm>
                          <a:off x="3701732" y="4724400"/>
                          <a:ext cx="731520" cy="731520"/>
                          <a:chOff x="2970212" y="4724400"/>
                          <a:chExt cx="731520" cy="731520"/>
                        </a:xfrm>
                      </p:grpSpPr>
                      <p:grpSp>
                        <p:nvGrpSpPr>
                          <p:cNvPr id="59" name="Group 58">
                            <a:extLst>
                              <a:ext uri="{FF2B5EF4-FFF2-40B4-BE49-F238E27FC236}">
                                <a16:creationId xmlns:a16="http://schemas.microsoft.com/office/drawing/2014/main" id="{3255FB4D-5554-8B8E-0C7A-28F863B6B67B}"/>
                              </a:ext>
                            </a:extLst>
                          </p:cNvPr>
                          <p:cNvGrpSpPr/>
                          <p:nvPr/>
                        </p:nvGrpSpPr>
                        <p:grpSpPr>
                          <a:xfrm>
                            <a:off x="2970212" y="4724400"/>
                            <a:ext cx="731520" cy="365760"/>
                            <a:chOff x="2970212" y="4724400"/>
                            <a:chExt cx="731520" cy="365760"/>
                          </a:xfrm>
                        </p:grpSpPr>
                        <p:sp>
                          <p:nvSpPr>
                            <p:cNvPr id="62" name="Rectangle 61">
                              <a:extLst>
                                <a:ext uri="{FF2B5EF4-FFF2-40B4-BE49-F238E27FC236}">
                                  <a16:creationId xmlns:a16="http://schemas.microsoft.com/office/drawing/2014/main" id="{6387A1E8-475B-82DC-CC51-10242640AF9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3" name="Rectangle 62">
                              <a:extLst>
                                <a:ext uri="{FF2B5EF4-FFF2-40B4-BE49-F238E27FC236}">
                                  <a16:creationId xmlns:a16="http://schemas.microsoft.com/office/drawing/2014/main" id="{E1262F7B-14BA-BC08-8254-4E74B858383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60" name="Rectangle 59">
                            <a:extLst>
                              <a:ext uri="{FF2B5EF4-FFF2-40B4-BE49-F238E27FC236}">
                                <a16:creationId xmlns:a16="http://schemas.microsoft.com/office/drawing/2014/main" id="{251DA5CD-9A2C-1716-7390-4CF9F7FE5FA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1" name="Rectangle 60">
                            <a:extLst>
                              <a:ext uri="{FF2B5EF4-FFF2-40B4-BE49-F238E27FC236}">
                                <a16:creationId xmlns:a16="http://schemas.microsoft.com/office/drawing/2014/main" id="{563E7A1D-EA89-29BD-301D-3385197B513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44" name="Group 43">
                        <a:extLst>
                          <a:ext uri="{FF2B5EF4-FFF2-40B4-BE49-F238E27FC236}">
                            <a16:creationId xmlns:a16="http://schemas.microsoft.com/office/drawing/2014/main" id="{3F03E808-9C24-C334-856A-3AF613303F02}"/>
                          </a:ext>
                        </a:extLst>
                      </p:cNvPr>
                      <p:cNvGrpSpPr/>
                      <p:nvPr/>
                    </p:nvGrpSpPr>
                    <p:grpSpPr>
                      <a:xfrm>
                        <a:off x="2970212" y="5455920"/>
                        <a:ext cx="1463040" cy="731520"/>
                        <a:chOff x="2970212" y="4724400"/>
                        <a:chExt cx="1463040" cy="731520"/>
                      </a:xfrm>
                    </p:grpSpPr>
                    <p:grpSp>
                      <p:nvGrpSpPr>
                        <p:cNvPr id="45" name="Group 44">
                          <a:extLst>
                            <a:ext uri="{FF2B5EF4-FFF2-40B4-BE49-F238E27FC236}">
                              <a16:creationId xmlns:a16="http://schemas.microsoft.com/office/drawing/2014/main" id="{F7A39F38-820C-4B63-0005-B627346FCF22}"/>
                            </a:ext>
                          </a:extLst>
                        </p:cNvPr>
                        <p:cNvGrpSpPr/>
                        <p:nvPr/>
                      </p:nvGrpSpPr>
                      <p:grpSpPr>
                        <a:xfrm>
                          <a:off x="2970212" y="4724400"/>
                          <a:ext cx="731520" cy="731520"/>
                          <a:chOff x="2970212" y="4724400"/>
                          <a:chExt cx="731520" cy="731520"/>
                        </a:xfrm>
                      </p:grpSpPr>
                      <p:grpSp>
                        <p:nvGrpSpPr>
                          <p:cNvPr id="52" name="Group 51">
                            <a:extLst>
                              <a:ext uri="{FF2B5EF4-FFF2-40B4-BE49-F238E27FC236}">
                                <a16:creationId xmlns:a16="http://schemas.microsoft.com/office/drawing/2014/main" id="{F1758ADC-828F-B3B2-3659-EBD8EC5426E7}"/>
                              </a:ext>
                            </a:extLst>
                          </p:cNvPr>
                          <p:cNvGrpSpPr/>
                          <p:nvPr/>
                        </p:nvGrpSpPr>
                        <p:grpSpPr>
                          <a:xfrm>
                            <a:off x="2970212" y="4724400"/>
                            <a:ext cx="731520" cy="365760"/>
                            <a:chOff x="2970212" y="4724400"/>
                            <a:chExt cx="731520" cy="365760"/>
                          </a:xfrm>
                        </p:grpSpPr>
                        <p:sp>
                          <p:nvSpPr>
                            <p:cNvPr id="55" name="Rectangle 54">
                              <a:extLst>
                                <a:ext uri="{FF2B5EF4-FFF2-40B4-BE49-F238E27FC236}">
                                  <a16:creationId xmlns:a16="http://schemas.microsoft.com/office/drawing/2014/main" id="{5F54D3B5-1228-CD52-8DE6-24916633AC3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6" name="Rectangle 55">
                              <a:extLst>
                                <a:ext uri="{FF2B5EF4-FFF2-40B4-BE49-F238E27FC236}">
                                  <a16:creationId xmlns:a16="http://schemas.microsoft.com/office/drawing/2014/main" id="{297F7C33-C433-C621-F5EF-CB8A73500DB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53" name="Rectangle 52">
                            <a:extLst>
                              <a:ext uri="{FF2B5EF4-FFF2-40B4-BE49-F238E27FC236}">
                                <a16:creationId xmlns:a16="http://schemas.microsoft.com/office/drawing/2014/main" id="{041D8961-5A58-EAC7-4F60-37E2F065010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4" name="Rectangle 53">
                            <a:extLst>
                              <a:ext uri="{FF2B5EF4-FFF2-40B4-BE49-F238E27FC236}">
                                <a16:creationId xmlns:a16="http://schemas.microsoft.com/office/drawing/2014/main" id="{43D832B5-98C0-9773-46AC-B4F4808D74EC}"/>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46" name="Group 45">
                          <a:extLst>
                            <a:ext uri="{FF2B5EF4-FFF2-40B4-BE49-F238E27FC236}">
                              <a16:creationId xmlns:a16="http://schemas.microsoft.com/office/drawing/2014/main" id="{CE22E725-4FAF-F456-61B3-1AD9FD78B673}"/>
                            </a:ext>
                          </a:extLst>
                        </p:cNvPr>
                        <p:cNvGrpSpPr/>
                        <p:nvPr/>
                      </p:nvGrpSpPr>
                      <p:grpSpPr>
                        <a:xfrm>
                          <a:off x="3701732" y="4724400"/>
                          <a:ext cx="731520" cy="731520"/>
                          <a:chOff x="2970212" y="4724400"/>
                          <a:chExt cx="731520" cy="731520"/>
                        </a:xfrm>
                      </p:grpSpPr>
                      <p:grpSp>
                        <p:nvGrpSpPr>
                          <p:cNvPr id="47" name="Group 46">
                            <a:extLst>
                              <a:ext uri="{FF2B5EF4-FFF2-40B4-BE49-F238E27FC236}">
                                <a16:creationId xmlns:a16="http://schemas.microsoft.com/office/drawing/2014/main" id="{299BEFDF-8275-E8F6-6CD0-5064A6D17B4C}"/>
                              </a:ext>
                            </a:extLst>
                          </p:cNvPr>
                          <p:cNvGrpSpPr/>
                          <p:nvPr/>
                        </p:nvGrpSpPr>
                        <p:grpSpPr>
                          <a:xfrm>
                            <a:off x="2970212" y="4724400"/>
                            <a:ext cx="731520" cy="365760"/>
                            <a:chOff x="2970212" y="4724400"/>
                            <a:chExt cx="731520" cy="365760"/>
                          </a:xfrm>
                        </p:grpSpPr>
                        <p:sp>
                          <p:nvSpPr>
                            <p:cNvPr id="50" name="Rectangle 49">
                              <a:extLst>
                                <a:ext uri="{FF2B5EF4-FFF2-40B4-BE49-F238E27FC236}">
                                  <a16:creationId xmlns:a16="http://schemas.microsoft.com/office/drawing/2014/main" id="{0A617FE3-F397-5B24-3183-B268F92FC3E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1" name="Rectangle 50">
                              <a:extLst>
                                <a:ext uri="{FF2B5EF4-FFF2-40B4-BE49-F238E27FC236}">
                                  <a16:creationId xmlns:a16="http://schemas.microsoft.com/office/drawing/2014/main" id="{683B4162-9B1A-98EB-80B3-CCAB33FFE7D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48" name="Rectangle 47">
                            <a:extLst>
                              <a:ext uri="{FF2B5EF4-FFF2-40B4-BE49-F238E27FC236}">
                                <a16:creationId xmlns:a16="http://schemas.microsoft.com/office/drawing/2014/main" id="{AC91D1CB-EDC8-AE8C-73C6-97463B4845F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9" name="Rectangle 48">
                            <a:extLst>
                              <a:ext uri="{FF2B5EF4-FFF2-40B4-BE49-F238E27FC236}">
                                <a16:creationId xmlns:a16="http://schemas.microsoft.com/office/drawing/2014/main" id="{CF654491-3515-DDCB-8697-EBAD8A13ECE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70" name="Group 69">
                    <a:extLst>
                      <a:ext uri="{FF2B5EF4-FFF2-40B4-BE49-F238E27FC236}">
                        <a16:creationId xmlns:a16="http://schemas.microsoft.com/office/drawing/2014/main" id="{E95469E0-711B-401E-894B-91041B2AF119}"/>
                      </a:ext>
                    </a:extLst>
                  </p:cNvPr>
                  <p:cNvGrpSpPr/>
                  <p:nvPr/>
                </p:nvGrpSpPr>
                <p:grpSpPr>
                  <a:xfrm>
                    <a:off x="2132012" y="4587240"/>
                    <a:ext cx="2926080" cy="1463040"/>
                    <a:chOff x="2970212" y="4724400"/>
                    <a:chExt cx="2926080" cy="1463040"/>
                  </a:xfrm>
                </p:grpSpPr>
                <p:grpSp>
                  <p:nvGrpSpPr>
                    <p:cNvPr id="71" name="Group 70">
                      <a:extLst>
                        <a:ext uri="{FF2B5EF4-FFF2-40B4-BE49-F238E27FC236}">
                          <a16:creationId xmlns:a16="http://schemas.microsoft.com/office/drawing/2014/main" id="{6063D257-015D-E24A-EA83-C81CD94D8E19}"/>
                        </a:ext>
                      </a:extLst>
                    </p:cNvPr>
                    <p:cNvGrpSpPr/>
                    <p:nvPr/>
                  </p:nvGrpSpPr>
                  <p:grpSpPr>
                    <a:xfrm>
                      <a:off x="2970212" y="4724400"/>
                      <a:ext cx="1463040" cy="1463040"/>
                      <a:chOff x="2970212" y="4724400"/>
                      <a:chExt cx="1463040" cy="1463040"/>
                    </a:xfrm>
                  </p:grpSpPr>
                  <p:grpSp>
                    <p:nvGrpSpPr>
                      <p:cNvPr id="99" name="Group 98">
                        <a:extLst>
                          <a:ext uri="{FF2B5EF4-FFF2-40B4-BE49-F238E27FC236}">
                            <a16:creationId xmlns:a16="http://schemas.microsoft.com/office/drawing/2014/main" id="{3EDDBEC6-7846-E653-FD8E-B3C71DCC2E4D}"/>
                          </a:ext>
                        </a:extLst>
                      </p:cNvPr>
                      <p:cNvGrpSpPr/>
                      <p:nvPr/>
                    </p:nvGrpSpPr>
                    <p:grpSpPr>
                      <a:xfrm>
                        <a:off x="2970212" y="4724400"/>
                        <a:ext cx="1463040" cy="731520"/>
                        <a:chOff x="2970212" y="4724400"/>
                        <a:chExt cx="1463040" cy="731520"/>
                      </a:xfrm>
                    </p:grpSpPr>
                    <p:grpSp>
                      <p:nvGrpSpPr>
                        <p:cNvPr id="113" name="Group 112">
                          <a:extLst>
                            <a:ext uri="{FF2B5EF4-FFF2-40B4-BE49-F238E27FC236}">
                              <a16:creationId xmlns:a16="http://schemas.microsoft.com/office/drawing/2014/main" id="{A3F75599-EAA3-FFBF-E7B8-D987A8832813}"/>
                            </a:ext>
                          </a:extLst>
                        </p:cNvPr>
                        <p:cNvGrpSpPr/>
                        <p:nvPr/>
                      </p:nvGrpSpPr>
                      <p:grpSpPr>
                        <a:xfrm>
                          <a:off x="2970212" y="4724400"/>
                          <a:ext cx="731520" cy="731520"/>
                          <a:chOff x="2970212" y="4724400"/>
                          <a:chExt cx="731520" cy="731520"/>
                        </a:xfrm>
                      </p:grpSpPr>
                      <p:grpSp>
                        <p:nvGrpSpPr>
                          <p:cNvPr id="120" name="Group 119">
                            <a:extLst>
                              <a:ext uri="{FF2B5EF4-FFF2-40B4-BE49-F238E27FC236}">
                                <a16:creationId xmlns:a16="http://schemas.microsoft.com/office/drawing/2014/main" id="{CDE596BE-B4E6-1733-084F-28E76F7CA6F9}"/>
                              </a:ext>
                            </a:extLst>
                          </p:cNvPr>
                          <p:cNvGrpSpPr/>
                          <p:nvPr/>
                        </p:nvGrpSpPr>
                        <p:grpSpPr>
                          <a:xfrm>
                            <a:off x="2970212" y="4724400"/>
                            <a:ext cx="731520" cy="365760"/>
                            <a:chOff x="2970212" y="4724400"/>
                            <a:chExt cx="731520" cy="365760"/>
                          </a:xfrm>
                        </p:grpSpPr>
                        <p:sp>
                          <p:nvSpPr>
                            <p:cNvPr id="123" name="Rectangle 122">
                              <a:extLst>
                                <a:ext uri="{FF2B5EF4-FFF2-40B4-BE49-F238E27FC236}">
                                  <a16:creationId xmlns:a16="http://schemas.microsoft.com/office/drawing/2014/main" id="{B0D96188-04A0-22D5-D874-095A052F9AB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4" name="Rectangle 123">
                              <a:extLst>
                                <a:ext uri="{FF2B5EF4-FFF2-40B4-BE49-F238E27FC236}">
                                  <a16:creationId xmlns:a16="http://schemas.microsoft.com/office/drawing/2014/main" id="{BC6B740B-A72F-B611-6CF9-D4CBE8D9054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21" name="Rectangle 120">
                            <a:extLst>
                              <a:ext uri="{FF2B5EF4-FFF2-40B4-BE49-F238E27FC236}">
                                <a16:creationId xmlns:a16="http://schemas.microsoft.com/office/drawing/2014/main" id="{B507DF56-15B3-21BF-23DF-27625BC533B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2" name="Rectangle 121">
                            <a:extLst>
                              <a:ext uri="{FF2B5EF4-FFF2-40B4-BE49-F238E27FC236}">
                                <a16:creationId xmlns:a16="http://schemas.microsoft.com/office/drawing/2014/main" id="{A15750D7-5656-46D8-7720-FE6AE66AAD7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14" name="Group 113">
                          <a:extLst>
                            <a:ext uri="{FF2B5EF4-FFF2-40B4-BE49-F238E27FC236}">
                              <a16:creationId xmlns:a16="http://schemas.microsoft.com/office/drawing/2014/main" id="{167AE103-F7A8-D8EE-786D-03E04FDEC31A}"/>
                            </a:ext>
                          </a:extLst>
                        </p:cNvPr>
                        <p:cNvGrpSpPr/>
                        <p:nvPr/>
                      </p:nvGrpSpPr>
                      <p:grpSpPr>
                        <a:xfrm>
                          <a:off x="3701732" y="4724400"/>
                          <a:ext cx="731520" cy="731520"/>
                          <a:chOff x="2970212" y="4724400"/>
                          <a:chExt cx="731520" cy="731520"/>
                        </a:xfrm>
                      </p:grpSpPr>
                      <p:grpSp>
                        <p:nvGrpSpPr>
                          <p:cNvPr id="115" name="Group 114">
                            <a:extLst>
                              <a:ext uri="{FF2B5EF4-FFF2-40B4-BE49-F238E27FC236}">
                                <a16:creationId xmlns:a16="http://schemas.microsoft.com/office/drawing/2014/main" id="{6848AAFC-3591-A12C-4B2F-CF6C1ACA0D30}"/>
                              </a:ext>
                            </a:extLst>
                          </p:cNvPr>
                          <p:cNvGrpSpPr/>
                          <p:nvPr/>
                        </p:nvGrpSpPr>
                        <p:grpSpPr>
                          <a:xfrm>
                            <a:off x="2970212" y="4724400"/>
                            <a:ext cx="731520" cy="365760"/>
                            <a:chOff x="2970212" y="4724400"/>
                            <a:chExt cx="731520" cy="365760"/>
                          </a:xfrm>
                        </p:grpSpPr>
                        <p:sp>
                          <p:nvSpPr>
                            <p:cNvPr id="118" name="Rectangle 117">
                              <a:extLst>
                                <a:ext uri="{FF2B5EF4-FFF2-40B4-BE49-F238E27FC236}">
                                  <a16:creationId xmlns:a16="http://schemas.microsoft.com/office/drawing/2014/main" id="{2F4780AA-FB05-B79A-D9E9-DD6E1A217F3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9" name="Rectangle 118">
                              <a:extLst>
                                <a:ext uri="{FF2B5EF4-FFF2-40B4-BE49-F238E27FC236}">
                                  <a16:creationId xmlns:a16="http://schemas.microsoft.com/office/drawing/2014/main" id="{EEABC3C4-7E4E-0B81-F1B1-C3F11EA2DD96}"/>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16" name="Rectangle 115">
                            <a:extLst>
                              <a:ext uri="{FF2B5EF4-FFF2-40B4-BE49-F238E27FC236}">
                                <a16:creationId xmlns:a16="http://schemas.microsoft.com/office/drawing/2014/main" id="{BF7B9303-2F8C-3562-0912-D58F5147790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7" name="Rectangle 116">
                            <a:extLst>
                              <a:ext uri="{FF2B5EF4-FFF2-40B4-BE49-F238E27FC236}">
                                <a16:creationId xmlns:a16="http://schemas.microsoft.com/office/drawing/2014/main" id="{D4A37911-CC9A-07C1-0DB1-DC3FA199BCEA}"/>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100" name="Group 99">
                        <a:extLst>
                          <a:ext uri="{FF2B5EF4-FFF2-40B4-BE49-F238E27FC236}">
                            <a16:creationId xmlns:a16="http://schemas.microsoft.com/office/drawing/2014/main" id="{CF544DE0-89E8-BAC0-9C76-D7FA94F9E538}"/>
                          </a:ext>
                        </a:extLst>
                      </p:cNvPr>
                      <p:cNvGrpSpPr/>
                      <p:nvPr/>
                    </p:nvGrpSpPr>
                    <p:grpSpPr>
                      <a:xfrm>
                        <a:off x="2970212" y="5455920"/>
                        <a:ext cx="1463040" cy="731520"/>
                        <a:chOff x="2970212" y="4724400"/>
                        <a:chExt cx="1463040" cy="731520"/>
                      </a:xfrm>
                    </p:grpSpPr>
                    <p:grpSp>
                      <p:nvGrpSpPr>
                        <p:cNvPr id="101" name="Group 100">
                          <a:extLst>
                            <a:ext uri="{FF2B5EF4-FFF2-40B4-BE49-F238E27FC236}">
                              <a16:creationId xmlns:a16="http://schemas.microsoft.com/office/drawing/2014/main" id="{4FC06795-F10A-E9E6-F495-F56590495C49}"/>
                            </a:ext>
                          </a:extLst>
                        </p:cNvPr>
                        <p:cNvGrpSpPr/>
                        <p:nvPr/>
                      </p:nvGrpSpPr>
                      <p:grpSpPr>
                        <a:xfrm>
                          <a:off x="2970212" y="4724400"/>
                          <a:ext cx="731520" cy="731520"/>
                          <a:chOff x="2970212" y="4724400"/>
                          <a:chExt cx="731520" cy="731520"/>
                        </a:xfrm>
                      </p:grpSpPr>
                      <p:grpSp>
                        <p:nvGrpSpPr>
                          <p:cNvPr id="108" name="Group 107">
                            <a:extLst>
                              <a:ext uri="{FF2B5EF4-FFF2-40B4-BE49-F238E27FC236}">
                                <a16:creationId xmlns:a16="http://schemas.microsoft.com/office/drawing/2014/main" id="{1C19B01F-A570-89E8-C3CC-59F0A0FBCE7B}"/>
                              </a:ext>
                            </a:extLst>
                          </p:cNvPr>
                          <p:cNvGrpSpPr/>
                          <p:nvPr/>
                        </p:nvGrpSpPr>
                        <p:grpSpPr>
                          <a:xfrm>
                            <a:off x="2970212" y="4724400"/>
                            <a:ext cx="731520" cy="365760"/>
                            <a:chOff x="2970212" y="4724400"/>
                            <a:chExt cx="731520" cy="365760"/>
                          </a:xfrm>
                        </p:grpSpPr>
                        <p:sp>
                          <p:nvSpPr>
                            <p:cNvPr id="111" name="Rectangle 110">
                              <a:extLst>
                                <a:ext uri="{FF2B5EF4-FFF2-40B4-BE49-F238E27FC236}">
                                  <a16:creationId xmlns:a16="http://schemas.microsoft.com/office/drawing/2014/main" id="{0475172F-A701-179F-3590-7EA1E0E9F06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2" name="Rectangle 111">
                              <a:extLst>
                                <a:ext uri="{FF2B5EF4-FFF2-40B4-BE49-F238E27FC236}">
                                  <a16:creationId xmlns:a16="http://schemas.microsoft.com/office/drawing/2014/main" id="{2A9B2116-36D4-2C79-5539-EF359C79CCC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9" name="Rectangle 108">
                            <a:extLst>
                              <a:ext uri="{FF2B5EF4-FFF2-40B4-BE49-F238E27FC236}">
                                <a16:creationId xmlns:a16="http://schemas.microsoft.com/office/drawing/2014/main" id="{67F3D780-72E5-E985-7072-9223AFB5490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0" name="Rectangle 109">
                            <a:extLst>
                              <a:ext uri="{FF2B5EF4-FFF2-40B4-BE49-F238E27FC236}">
                                <a16:creationId xmlns:a16="http://schemas.microsoft.com/office/drawing/2014/main" id="{5C5EE404-8C54-E591-73AD-0E202A91E85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02" name="Group 101">
                          <a:extLst>
                            <a:ext uri="{FF2B5EF4-FFF2-40B4-BE49-F238E27FC236}">
                              <a16:creationId xmlns:a16="http://schemas.microsoft.com/office/drawing/2014/main" id="{718540D2-5A18-4A15-6DBF-EC61EA8079A2}"/>
                            </a:ext>
                          </a:extLst>
                        </p:cNvPr>
                        <p:cNvGrpSpPr/>
                        <p:nvPr/>
                      </p:nvGrpSpPr>
                      <p:grpSpPr>
                        <a:xfrm>
                          <a:off x="3701732" y="4724400"/>
                          <a:ext cx="731520" cy="731520"/>
                          <a:chOff x="2970212" y="4724400"/>
                          <a:chExt cx="731520" cy="731520"/>
                        </a:xfrm>
                      </p:grpSpPr>
                      <p:grpSp>
                        <p:nvGrpSpPr>
                          <p:cNvPr id="103" name="Group 102">
                            <a:extLst>
                              <a:ext uri="{FF2B5EF4-FFF2-40B4-BE49-F238E27FC236}">
                                <a16:creationId xmlns:a16="http://schemas.microsoft.com/office/drawing/2014/main" id="{121E8F8B-F587-E153-9DE3-FF09F3CD7ACA}"/>
                              </a:ext>
                            </a:extLst>
                          </p:cNvPr>
                          <p:cNvGrpSpPr/>
                          <p:nvPr/>
                        </p:nvGrpSpPr>
                        <p:grpSpPr>
                          <a:xfrm>
                            <a:off x="2970212" y="4724400"/>
                            <a:ext cx="731520" cy="365760"/>
                            <a:chOff x="2970212" y="4724400"/>
                            <a:chExt cx="731520" cy="365760"/>
                          </a:xfrm>
                        </p:grpSpPr>
                        <p:sp>
                          <p:nvSpPr>
                            <p:cNvPr id="106" name="Rectangle 105">
                              <a:extLst>
                                <a:ext uri="{FF2B5EF4-FFF2-40B4-BE49-F238E27FC236}">
                                  <a16:creationId xmlns:a16="http://schemas.microsoft.com/office/drawing/2014/main" id="{59A0CDD8-3D30-ABC2-A14D-78C57C4E64F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7" name="Rectangle 106">
                              <a:extLst>
                                <a:ext uri="{FF2B5EF4-FFF2-40B4-BE49-F238E27FC236}">
                                  <a16:creationId xmlns:a16="http://schemas.microsoft.com/office/drawing/2014/main" id="{58B50FA8-F41E-47C8-8DA1-923FEB3C4336}"/>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4" name="Rectangle 103">
                            <a:extLst>
                              <a:ext uri="{FF2B5EF4-FFF2-40B4-BE49-F238E27FC236}">
                                <a16:creationId xmlns:a16="http://schemas.microsoft.com/office/drawing/2014/main" id="{D438CEEF-1996-ED72-0079-0828AABF86A7}"/>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5" name="Rectangle 104">
                            <a:extLst>
                              <a:ext uri="{FF2B5EF4-FFF2-40B4-BE49-F238E27FC236}">
                                <a16:creationId xmlns:a16="http://schemas.microsoft.com/office/drawing/2014/main" id="{DCBEBCE6-0EB8-FE07-2688-30DF0F9E07BA}"/>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72" name="Group 71">
                      <a:extLst>
                        <a:ext uri="{FF2B5EF4-FFF2-40B4-BE49-F238E27FC236}">
                          <a16:creationId xmlns:a16="http://schemas.microsoft.com/office/drawing/2014/main" id="{4C278C3C-E639-0FF7-0766-5BD33506231E}"/>
                        </a:ext>
                      </a:extLst>
                    </p:cNvPr>
                    <p:cNvGrpSpPr/>
                    <p:nvPr/>
                  </p:nvGrpSpPr>
                  <p:grpSpPr>
                    <a:xfrm>
                      <a:off x="4433252" y="4724400"/>
                      <a:ext cx="1463040" cy="1463040"/>
                      <a:chOff x="2970212" y="4724400"/>
                      <a:chExt cx="1463040" cy="1463040"/>
                    </a:xfrm>
                  </p:grpSpPr>
                  <p:grpSp>
                    <p:nvGrpSpPr>
                      <p:cNvPr id="73" name="Group 72">
                        <a:extLst>
                          <a:ext uri="{FF2B5EF4-FFF2-40B4-BE49-F238E27FC236}">
                            <a16:creationId xmlns:a16="http://schemas.microsoft.com/office/drawing/2014/main" id="{9836511F-9DD3-BD97-D57A-6C2193911599}"/>
                          </a:ext>
                        </a:extLst>
                      </p:cNvPr>
                      <p:cNvGrpSpPr/>
                      <p:nvPr/>
                    </p:nvGrpSpPr>
                    <p:grpSpPr>
                      <a:xfrm>
                        <a:off x="2970212" y="4724400"/>
                        <a:ext cx="1463040" cy="731520"/>
                        <a:chOff x="2970212" y="4724400"/>
                        <a:chExt cx="1463040" cy="731520"/>
                      </a:xfrm>
                    </p:grpSpPr>
                    <p:grpSp>
                      <p:nvGrpSpPr>
                        <p:cNvPr id="87" name="Group 86">
                          <a:extLst>
                            <a:ext uri="{FF2B5EF4-FFF2-40B4-BE49-F238E27FC236}">
                              <a16:creationId xmlns:a16="http://schemas.microsoft.com/office/drawing/2014/main" id="{1632F4D5-DFCB-BD94-A7E3-3D952CEDCE88}"/>
                            </a:ext>
                          </a:extLst>
                        </p:cNvPr>
                        <p:cNvGrpSpPr/>
                        <p:nvPr/>
                      </p:nvGrpSpPr>
                      <p:grpSpPr>
                        <a:xfrm>
                          <a:off x="2970212" y="4724400"/>
                          <a:ext cx="731520" cy="731520"/>
                          <a:chOff x="2970212" y="4724400"/>
                          <a:chExt cx="731520" cy="731520"/>
                        </a:xfrm>
                      </p:grpSpPr>
                      <p:grpSp>
                        <p:nvGrpSpPr>
                          <p:cNvPr id="94" name="Group 93">
                            <a:extLst>
                              <a:ext uri="{FF2B5EF4-FFF2-40B4-BE49-F238E27FC236}">
                                <a16:creationId xmlns:a16="http://schemas.microsoft.com/office/drawing/2014/main" id="{33544E49-7FAE-172F-4B0F-D0640360A780}"/>
                              </a:ext>
                            </a:extLst>
                          </p:cNvPr>
                          <p:cNvGrpSpPr/>
                          <p:nvPr/>
                        </p:nvGrpSpPr>
                        <p:grpSpPr>
                          <a:xfrm>
                            <a:off x="2970212" y="4724400"/>
                            <a:ext cx="731520" cy="365760"/>
                            <a:chOff x="2970212" y="4724400"/>
                            <a:chExt cx="731520" cy="365760"/>
                          </a:xfrm>
                        </p:grpSpPr>
                        <p:sp>
                          <p:nvSpPr>
                            <p:cNvPr id="97" name="Rectangle 96">
                              <a:extLst>
                                <a:ext uri="{FF2B5EF4-FFF2-40B4-BE49-F238E27FC236}">
                                  <a16:creationId xmlns:a16="http://schemas.microsoft.com/office/drawing/2014/main" id="{D63F5653-3FDF-6652-227C-DC33EB042D6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8" name="Rectangle 97">
                              <a:extLst>
                                <a:ext uri="{FF2B5EF4-FFF2-40B4-BE49-F238E27FC236}">
                                  <a16:creationId xmlns:a16="http://schemas.microsoft.com/office/drawing/2014/main" id="{65619C36-BEA1-4657-12B7-CEC8A1EA805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95" name="Rectangle 94">
                            <a:extLst>
                              <a:ext uri="{FF2B5EF4-FFF2-40B4-BE49-F238E27FC236}">
                                <a16:creationId xmlns:a16="http://schemas.microsoft.com/office/drawing/2014/main" id="{694E9D81-48B5-8521-BBEC-C690EE038CC7}"/>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6" name="Rectangle 95">
                            <a:extLst>
                              <a:ext uri="{FF2B5EF4-FFF2-40B4-BE49-F238E27FC236}">
                                <a16:creationId xmlns:a16="http://schemas.microsoft.com/office/drawing/2014/main" id="{CA2C897E-11CA-5E93-05EF-17A51BF39A6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88" name="Group 87">
                          <a:extLst>
                            <a:ext uri="{FF2B5EF4-FFF2-40B4-BE49-F238E27FC236}">
                              <a16:creationId xmlns:a16="http://schemas.microsoft.com/office/drawing/2014/main" id="{4D913862-B20B-01D7-BA7A-23DF0FC8A023}"/>
                            </a:ext>
                          </a:extLst>
                        </p:cNvPr>
                        <p:cNvGrpSpPr/>
                        <p:nvPr/>
                      </p:nvGrpSpPr>
                      <p:grpSpPr>
                        <a:xfrm>
                          <a:off x="3701732" y="4724400"/>
                          <a:ext cx="731520" cy="731520"/>
                          <a:chOff x="2970212" y="4724400"/>
                          <a:chExt cx="731520" cy="731520"/>
                        </a:xfrm>
                      </p:grpSpPr>
                      <p:grpSp>
                        <p:nvGrpSpPr>
                          <p:cNvPr id="89" name="Group 88">
                            <a:extLst>
                              <a:ext uri="{FF2B5EF4-FFF2-40B4-BE49-F238E27FC236}">
                                <a16:creationId xmlns:a16="http://schemas.microsoft.com/office/drawing/2014/main" id="{8FE2F16A-FBA6-3715-9FAF-DA5B91918AC5}"/>
                              </a:ext>
                            </a:extLst>
                          </p:cNvPr>
                          <p:cNvGrpSpPr/>
                          <p:nvPr/>
                        </p:nvGrpSpPr>
                        <p:grpSpPr>
                          <a:xfrm>
                            <a:off x="2970212" y="4724400"/>
                            <a:ext cx="731520" cy="365760"/>
                            <a:chOff x="2970212" y="4724400"/>
                            <a:chExt cx="731520" cy="365760"/>
                          </a:xfrm>
                        </p:grpSpPr>
                        <p:sp>
                          <p:nvSpPr>
                            <p:cNvPr id="92" name="Rectangle 91">
                              <a:extLst>
                                <a:ext uri="{FF2B5EF4-FFF2-40B4-BE49-F238E27FC236}">
                                  <a16:creationId xmlns:a16="http://schemas.microsoft.com/office/drawing/2014/main" id="{7C349BBE-B81B-E489-1F04-39B66BA09B8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3" name="Rectangle 92">
                              <a:extLst>
                                <a:ext uri="{FF2B5EF4-FFF2-40B4-BE49-F238E27FC236}">
                                  <a16:creationId xmlns:a16="http://schemas.microsoft.com/office/drawing/2014/main" id="{9A19E765-3F13-4EA2-D03C-B67F297007D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90" name="Rectangle 89">
                            <a:extLst>
                              <a:ext uri="{FF2B5EF4-FFF2-40B4-BE49-F238E27FC236}">
                                <a16:creationId xmlns:a16="http://schemas.microsoft.com/office/drawing/2014/main" id="{51623074-FD5A-5EDB-3E7F-3D6C29E935A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1" name="Rectangle 90">
                            <a:extLst>
                              <a:ext uri="{FF2B5EF4-FFF2-40B4-BE49-F238E27FC236}">
                                <a16:creationId xmlns:a16="http://schemas.microsoft.com/office/drawing/2014/main" id="{11CD845C-BA43-1456-DD19-FF5C701D362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74" name="Group 73">
                        <a:extLst>
                          <a:ext uri="{FF2B5EF4-FFF2-40B4-BE49-F238E27FC236}">
                            <a16:creationId xmlns:a16="http://schemas.microsoft.com/office/drawing/2014/main" id="{2B9F4068-F64E-9A70-0942-B4FAC9D7D943}"/>
                          </a:ext>
                        </a:extLst>
                      </p:cNvPr>
                      <p:cNvGrpSpPr/>
                      <p:nvPr/>
                    </p:nvGrpSpPr>
                    <p:grpSpPr>
                      <a:xfrm>
                        <a:off x="2970212" y="5455920"/>
                        <a:ext cx="1463040" cy="731520"/>
                        <a:chOff x="2970212" y="4724400"/>
                        <a:chExt cx="1463040" cy="731520"/>
                      </a:xfrm>
                    </p:grpSpPr>
                    <p:grpSp>
                      <p:nvGrpSpPr>
                        <p:cNvPr id="75" name="Group 74">
                          <a:extLst>
                            <a:ext uri="{FF2B5EF4-FFF2-40B4-BE49-F238E27FC236}">
                              <a16:creationId xmlns:a16="http://schemas.microsoft.com/office/drawing/2014/main" id="{D05932E0-B12B-BF27-A4A8-8D2D063F6019}"/>
                            </a:ext>
                          </a:extLst>
                        </p:cNvPr>
                        <p:cNvGrpSpPr/>
                        <p:nvPr/>
                      </p:nvGrpSpPr>
                      <p:grpSpPr>
                        <a:xfrm>
                          <a:off x="2970212" y="4724400"/>
                          <a:ext cx="731520" cy="731520"/>
                          <a:chOff x="2970212" y="4724400"/>
                          <a:chExt cx="731520" cy="731520"/>
                        </a:xfrm>
                      </p:grpSpPr>
                      <p:grpSp>
                        <p:nvGrpSpPr>
                          <p:cNvPr id="82" name="Group 81">
                            <a:extLst>
                              <a:ext uri="{FF2B5EF4-FFF2-40B4-BE49-F238E27FC236}">
                                <a16:creationId xmlns:a16="http://schemas.microsoft.com/office/drawing/2014/main" id="{F84CB894-33FE-A944-BCC7-B251CCA6ACA0}"/>
                              </a:ext>
                            </a:extLst>
                          </p:cNvPr>
                          <p:cNvGrpSpPr/>
                          <p:nvPr/>
                        </p:nvGrpSpPr>
                        <p:grpSpPr>
                          <a:xfrm>
                            <a:off x="2970212" y="4724400"/>
                            <a:ext cx="731520" cy="365760"/>
                            <a:chOff x="2970212" y="4724400"/>
                            <a:chExt cx="731520" cy="365760"/>
                          </a:xfrm>
                        </p:grpSpPr>
                        <p:sp>
                          <p:nvSpPr>
                            <p:cNvPr id="85" name="Rectangle 84">
                              <a:extLst>
                                <a:ext uri="{FF2B5EF4-FFF2-40B4-BE49-F238E27FC236}">
                                  <a16:creationId xmlns:a16="http://schemas.microsoft.com/office/drawing/2014/main" id="{2FC057C4-C309-A93E-094C-71B40536744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6" name="Rectangle 85">
                              <a:extLst>
                                <a:ext uri="{FF2B5EF4-FFF2-40B4-BE49-F238E27FC236}">
                                  <a16:creationId xmlns:a16="http://schemas.microsoft.com/office/drawing/2014/main" id="{800F61F2-C59A-0FE9-1E91-693D88C10F3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83" name="Rectangle 82">
                            <a:extLst>
                              <a:ext uri="{FF2B5EF4-FFF2-40B4-BE49-F238E27FC236}">
                                <a16:creationId xmlns:a16="http://schemas.microsoft.com/office/drawing/2014/main" id="{61CFD236-CD48-896A-9EAB-7C866808564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4" name="Rectangle 83">
                            <a:extLst>
                              <a:ext uri="{FF2B5EF4-FFF2-40B4-BE49-F238E27FC236}">
                                <a16:creationId xmlns:a16="http://schemas.microsoft.com/office/drawing/2014/main" id="{8344BEDB-3286-D01F-7BCA-DD23A6A2337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76" name="Group 75">
                          <a:extLst>
                            <a:ext uri="{FF2B5EF4-FFF2-40B4-BE49-F238E27FC236}">
                              <a16:creationId xmlns:a16="http://schemas.microsoft.com/office/drawing/2014/main" id="{7EC9B7F6-C063-F80F-8D0C-AF776D5C6DFD}"/>
                            </a:ext>
                          </a:extLst>
                        </p:cNvPr>
                        <p:cNvGrpSpPr/>
                        <p:nvPr/>
                      </p:nvGrpSpPr>
                      <p:grpSpPr>
                        <a:xfrm>
                          <a:off x="3701732" y="4724400"/>
                          <a:ext cx="731520" cy="731520"/>
                          <a:chOff x="2970212" y="4724400"/>
                          <a:chExt cx="731520" cy="731520"/>
                        </a:xfrm>
                      </p:grpSpPr>
                      <p:grpSp>
                        <p:nvGrpSpPr>
                          <p:cNvPr id="77" name="Group 76">
                            <a:extLst>
                              <a:ext uri="{FF2B5EF4-FFF2-40B4-BE49-F238E27FC236}">
                                <a16:creationId xmlns:a16="http://schemas.microsoft.com/office/drawing/2014/main" id="{A7DE8B47-9940-81D4-7876-55E49B9E78DD}"/>
                              </a:ext>
                            </a:extLst>
                          </p:cNvPr>
                          <p:cNvGrpSpPr/>
                          <p:nvPr/>
                        </p:nvGrpSpPr>
                        <p:grpSpPr>
                          <a:xfrm>
                            <a:off x="2970212" y="4724400"/>
                            <a:ext cx="731520" cy="365760"/>
                            <a:chOff x="2970212" y="4724400"/>
                            <a:chExt cx="731520" cy="365760"/>
                          </a:xfrm>
                        </p:grpSpPr>
                        <p:sp>
                          <p:nvSpPr>
                            <p:cNvPr id="80" name="Rectangle 79">
                              <a:extLst>
                                <a:ext uri="{FF2B5EF4-FFF2-40B4-BE49-F238E27FC236}">
                                  <a16:creationId xmlns:a16="http://schemas.microsoft.com/office/drawing/2014/main" id="{BFCFA2A4-EB6B-5304-F901-6BC569403A2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1" name="Rectangle 80">
                              <a:extLst>
                                <a:ext uri="{FF2B5EF4-FFF2-40B4-BE49-F238E27FC236}">
                                  <a16:creationId xmlns:a16="http://schemas.microsoft.com/office/drawing/2014/main" id="{D8E8473B-5331-52DD-3334-6863996B64F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78" name="Rectangle 77">
                            <a:extLst>
                              <a:ext uri="{FF2B5EF4-FFF2-40B4-BE49-F238E27FC236}">
                                <a16:creationId xmlns:a16="http://schemas.microsoft.com/office/drawing/2014/main" id="{541AA220-D7DC-C29F-8842-8D4920CB6CA0}"/>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9" name="Rectangle 78">
                            <a:extLst>
                              <a:ext uri="{FF2B5EF4-FFF2-40B4-BE49-F238E27FC236}">
                                <a16:creationId xmlns:a16="http://schemas.microsoft.com/office/drawing/2014/main" id="{804BD431-E88F-82F7-5245-C271B0D2D15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nvGrpSpPr>
                <p:cNvPr id="181" name="Group 180">
                  <a:extLst>
                    <a:ext uri="{FF2B5EF4-FFF2-40B4-BE49-F238E27FC236}">
                      <a16:creationId xmlns:a16="http://schemas.microsoft.com/office/drawing/2014/main" id="{DC3D0616-E758-97E1-EE77-8AD5F2BBC1A3}"/>
                    </a:ext>
                  </a:extLst>
                </p:cNvPr>
                <p:cNvGrpSpPr/>
                <p:nvPr/>
              </p:nvGrpSpPr>
              <p:grpSpPr>
                <a:xfrm>
                  <a:off x="5058092" y="3124200"/>
                  <a:ext cx="2926080" cy="2926080"/>
                  <a:chOff x="2132012" y="3124200"/>
                  <a:chExt cx="2926080" cy="2926080"/>
                </a:xfrm>
              </p:grpSpPr>
              <p:grpSp>
                <p:nvGrpSpPr>
                  <p:cNvPr id="182" name="Group 181">
                    <a:extLst>
                      <a:ext uri="{FF2B5EF4-FFF2-40B4-BE49-F238E27FC236}">
                        <a16:creationId xmlns:a16="http://schemas.microsoft.com/office/drawing/2014/main" id="{F06B89F4-01E6-A43C-2504-750C1E31021A}"/>
                      </a:ext>
                    </a:extLst>
                  </p:cNvPr>
                  <p:cNvGrpSpPr/>
                  <p:nvPr/>
                </p:nvGrpSpPr>
                <p:grpSpPr>
                  <a:xfrm>
                    <a:off x="2132012" y="3124200"/>
                    <a:ext cx="2926080" cy="1463040"/>
                    <a:chOff x="2970212" y="4724400"/>
                    <a:chExt cx="2926080" cy="1463040"/>
                  </a:xfrm>
                </p:grpSpPr>
                <p:grpSp>
                  <p:nvGrpSpPr>
                    <p:cNvPr id="238" name="Group 237">
                      <a:extLst>
                        <a:ext uri="{FF2B5EF4-FFF2-40B4-BE49-F238E27FC236}">
                          <a16:creationId xmlns:a16="http://schemas.microsoft.com/office/drawing/2014/main" id="{78C991A3-893D-D3CD-A7DC-B34F40F69B61}"/>
                        </a:ext>
                      </a:extLst>
                    </p:cNvPr>
                    <p:cNvGrpSpPr/>
                    <p:nvPr/>
                  </p:nvGrpSpPr>
                  <p:grpSpPr>
                    <a:xfrm>
                      <a:off x="2970212" y="4724400"/>
                      <a:ext cx="1463040" cy="1463040"/>
                      <a:chOff x="2970212" y="4724400"/>
                      <a:chExt cx="1463040" cy="1463040"/>
                    </a:xfrm>
                  </p:grpSpPr>
                  <p:grpSp>
                    <p:nvGrpSpPr>
                      <p:cNvPr id="266" name="Group 265">
                        <a:extLst>
                          <a:ext uri="{FF2B5EF4-FFF2-40B4-BE49-F238E27FC236}">
                            <a16:creationId xmlns:a16="http://schemas.microsoft.com/office/drawing/2014/main" id="{2787BC15-B479-CF21-7757-4CBB886A24A5}"/>
                          </a:ext>
                        </a:extLst>
                      </p:cNvPr>
                      <p:cNvGrpSpPr/>
                      <p:nvPr/>
                    </p:nvGrpSpPr>
                    <p:grpSpPr>
                      <a:xfrm>
                        <a:off x="2970212" y="4724400"/>
                        <a:ext cx="1463040" cy="731520"/>
                        <a:chOff x="2970212" y="4724400"/>
                        <a:chExt cx="1463040" cy="731520"/>
                      </a:xfrm>
                    </p:grpSpPr>
                    <p:grpSp>
                      <p:nvGrpSpPr>
                        <p:cNvPr id="280" name="Group 279">
                          <a:extLst>
                            <a:ext uri="{FF2B5EF4-FFF2-40B4-BE49-F238E27FC236}">
                              <a16:creationId xmlns:a16="http://schemas.microsoft.com/office/drawing/2014/main" id="{876C5508-5B98-848C-CDF0-F370F117916D}"/>
                            </a:ext>
                          </a:extLst>
                        </p:cNvPr>
                        <p:cNvGrpSpPr/>
                        <p:nvPr/>
                      </p:nvGrpSpPr>
                      <p:grpSpPr>
                        <a:xfrm>
                          <a:off x="2970212" y="4724400"/>
                          <a:ext cx="731520" cy="731520"/>
                          <a:chOff x="2970212" y="4724400"/>
                          <a:chExt cx="731520" cy="731520"/>
                        </a:xfrm>
                      </p:grpSpPr>
                      <p:grpSp>
                        <p:nvGrpSpPr>
                          <p:cNvPr id="287" name="Group 286">
                            <a:extLst>
                              <a:ext uri="{FF2B5EF4-FFF2-40B4-BE49-F238E27FC236}">
                                <a16:creationId xmlns:a16="http://schemas.microsoft.com/office/drawing/2014/main" id="{07144071-E423-9C4E-9470-4C6BD293EB40}"/>
                              </a:ext>
                            </a:extLst>
                          </p:cNvPr>
                          <p:cNvGrpSpPr/>
                          <p:nvPr/>
                        </p:nvGrpSpPr>
                        <p:grpSpPr>
                          <a:xfrm>
                            <a:off x="2970212" y="4724400"/>
                            <a:ext cx="731520" cy="365760"/>
                            <a:chOff x="2970212" y="4724400"/>
                            <a:chExt cx="731520" cy="365760"/>
                          </a:xfrm>
                        </p:grpSpPr>
                        <p:sp>
                          <p:nvSpPr>
                            <p:cNvPr id="290" name="Rectangle 289">
                              <a:extLst>
                                <a:ext uri="{FF2B5EF4-FFF2-40B4-BE49-F238E27FC236}">
                                  <a16:creationId xmlns:a16="http://schemas.microsoft.com/office/drawing/2014/main" id="{B010B432-2113-B26F-24B6-7208657D33C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91" name="Rectangle 290">
                              <a:extLst>
                                <a:ext uri="{FF2B5EF4-FFF2-40B4-BE49-F238E27FC236}">
                                  <a16:creationId xmlns:a16="http://schemas.microsoft.com/office/drawing/2014/main" id="{E19D5EA8-43A0-79E1-D937-EA62E5322CA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88" name="Rectangle 287">
                            <a:extLst>
                              <a:ext uri="{FF2B5EF4-FFF2-40B4-BE49-F238E27FC236}">
                                <a16:creationId xmlns:a16="http://schemas.microsoft.com/office/drawing/2014/main" id="{A5058DF3-5E54-4859-1A63-7872E210CC1C}"/>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9" name="Rectangle 288">
                            <a:extLst>
                              <a:ext uri="{FF2B5EF4-FFF2-40B4-BE49-F238E27FC236}">
                                <a16:creationId xmlns:a16="http://schemas.microsoft.com/office/drawing/2014/main" id="{8565FE7E-7DC7-5AF4-DEFA-07F709EDB6E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81" name="Group 280">
                          <a:extLst>
                            <a:ext uri="{FF2B5EF4-FFF2-40B4-BE49-F238E27FC236}">
                              <a16:creationId xmlns:a16="http://schemas.microsoft.com/office/drawing/2014/main" id="{49C2ED1B-3F1F-4C1E-C7E7-31CD0D519B1F}"/>
                            </a:ext>
                          </a:extLst>
                        </p:cNvPr>
                        <p:cNvGrpSpPr/>
                        <p:nvPr/>
                      </p:nvGrpSpPr>
                      <p:grpSpPr>
                        <a:xfrm>
                          <a:off x="3701732" y="4724400"/>
                          <a:ext cx="731520" cy="731520"/>
                          <a:chOff x="2970212" y="4724400"/>
                          <a:chExt cx="731520" cy="731520"/>
                        </a:xfrm>
                      </p:grpSpPr>
                      <p:grpSp>
                        <p:nvGrpSpPr>
                          <p:cNvPr id="282" name="Group 281">
                            <a:extLst>
                              <a:ext uri="{FF2B5EF4-FFF2-40B4-BE49-F238E27FC236}">
                                <a16:creationId xmlns:a16="http://schemas.microsoft.com/office/drawing/2014/main" id="{2978EB4B-0DC1-7DBD-F1A0-1547A4D4F64B}"/>
                              </a:ext>
                            </a:extLst>
                          </p:cNvPr>
                          <p:cNvGrpSpPr/>
                          <p:nvPr/>
                        </p:nvGrpSpPr>
                        <p:grpSpPr>
                          <a:xfrm>
                            <a:off x="2970212" y="4724400"/>
                            <a:ext cx="731520" cy="365760"/>
                            <a:chOff x="2970212" y="4724400"/>
                            <a:chExt cx="731520" cy="365760"/>
                          </a:xfrm>
                        </p:grpSpPr>
                        <p:sp>
                          <p:nvSpPr>
                            <p:cNvPr id="285" name="Rectangle 284">
                              <a:extLst>
                                <a:ext uri="{FF2B5EF4-FFF2-40B4-BE49-F238E27FC236}">
                                  <a16:creationId xmlns:a16="http://schemas.microsoft.com/office/drawing/2014/main" id="{FAFC5B12-716C-477A-36AC-ADB5F86E879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6" name="Rectangle 285">
                              <a:extLst>
                                <a:ext uri="{FF2B5EF4-FFF2-40B4-BE49-F238E27FC236}">
                                  <a16:creationId xmlns:a16="http://schemas.microsoft.com/office/drawing/2014/main" id="{E7B48678-0225-5359-AA4A-B137C846BBC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83" name="Rectangle 282">
                            <a:extLst>
                              <a:ext uri="{FF2B5EF4-FFF2-40B4-BE49-F238E27FC236}">
                                <a16:creationId xmlns:a16="http://schemas.microsoft.com/office/drawing/2014/main" id="{BD8B3835-0D6A-1174-47EE-AFEA62BA53E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4" name="Rectangle 283">
                            <a:extLst>
                              <a:ext uri="{FF2B5EF4-FFF2-40B4-BE49-F238E27FC236}">
                                <a16:creationId xmlns:a16="http://schemas.microsoft.com/office/drawing/2014/main" id="{EFEB1AE6-BE0E-A801-5A18-467AD824F5D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67" name="Group 266">
                        <a:extLst>
                          <a:ext uri="{FF2B5EF4-FFF2-40B4-BE49-F238E27FC236}">
                            <a16:creationId xmlns:a16="http://schemas.microsoft.com/office/drawing/2014/main" id="{071986B0-447A-921E-557A-6CCA97D14542}"/>
                          </a:ext>
                        </a:extLst>
                      </p:cNvPr>
                      <p:cNvGrpSpPr/>
                      <p:nvPr/>
                    </p:nvGrpSpPr>
                    <p:grpSpPr>
                      <a:xfrm>
                        <a:off x="2970212" y="5455920"/>
                        <a:ext cx="1463040" cy="731520"/>
                        <a:chOff x="2970212" y="4724400"/>
                        <a:chExt cx="1463040" cy="731520"/>
                      </a:xfrm>
                    </p:grpSpPr>
                    <p:grpSp>
                      <p:nvGrpSpPr>
                        <p:cNvPr id="268" name="Group 267">
                          <a:extLst>
                            <a:ext uri="{FF2B5EF4-FFF2-40B4-BE49-F238E27FC236}">
                              <a16:creationId xmlns:a16="http://schemas.microsoft.com/office/drawing/2014/main" id="{EFB211DF-2A08-6CB9-C86F-6F2DCEDB4685}"/>
                            </a:ext>
                          </a:extLst>
                        </p:cNvPr>
                        <p:cNvGrpSpPr/>
                        <p:nvPr/>
                      </p:nvGrpSpPr>
                      <p:grpSpPr>
                        <a:xfrm>
                          <a:off x="2970212" y="4724400"/>
                          <a:ext cx="731520" cy="731520"/>
                          <a:chOff x="2970212" y="4724400"/>
                          <a:chExt cx="731520" cy="731520"/>
                        </a:xfrm>
                      </p:grpSpPr>
                      <p:grpSp>
                        <p:nvGrpSpPr>
                          <p:cNvPr id="275" name="Group 274">
                            <a:extLst>
                              <a:ext uri="{FF2B5EF4-FFF2-40B4-BE49-F238E27FC236}">
                                <a16:creationId xmlns:a16="http://schemas.microsoft.com/office/drawing/2014/main" id="{A85EE5F4-E22E-E8F8-EF12-5F8315CF9889}"/>
                              </a:ext>
                            </a:extLst>
                          </p:cNvPr>
                          <p:cNvGrpSpPr/>
                          <p:nvPr/>
                        </p:nvGrpSpPr>
                        <p:grpSpPr>
                          <a:xfrm>
                            <a:off x="2970212" y="4724400"/>
                            <a:ext cx="731520" cy="365760"/>
                            <a:chOff x="2970212" y="4724400"/>
                            <a:chExt cx="731520" cy="365760"/>
                          </a:xfrm>
                        </p:grpSpPr>
                        <p:sp>
                          <p:nvSpPr>
                            <p:cNvPr id="278" name="Rectangle 277">
                              <a:extLst>
                                <a:ext uri="{FF2B5EF4-FFF2-40B4-BE49-F238E27FC236}">
                                  <a16:creationId xmlns:a16="http://schemas.microsoft.com/office/drawing/2014/main" id="{6C611188-8953-97A4-ED6F-178BB5FA7E07}"/>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9" name="Rectangle 278">
                              <a:extLst>
                                <a:ext uri="{FF2B5EF4-FFF2-40B4-BE49-F238E27FC236}">
                                  <a16:creationId xmlns:a16="http://schemas.microsoft.com/office/drawing/2014/main" id="{F5A46E83-135B-D62B-2B16-C122280AB6C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76" name="Rectangle 275">
                            <a:extLst>
                              <a:ext uri="{FF2B5EF4-FFF2-40B4-BE49-F238E27FC236}">
                                <a16:creationId xmlns:a16="http://schemas.microsoft.com/office/drawing/2014/main" id="{19B23F0B-B8D1-B662-D1C4-69672FBE502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7" name="Rectangle 276">
                            <a:extLst>
                              <a:ext uri="{FF2B5EF4-FFF2-40B4-BE49-F238E27FC236}">
                                <a16:creationId xmlns:a16="http://schemas.microsoft.com/office/drawing/2014/main" id="{2A5A7DDF-F545-16FB-C728-A746B195758B}"/>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69" name="Group 268">
                          <a:extLst>
                            <a:ext uri="{FF2B5EF4-FFF2-40B4-BE49-F238E27FC236}">
                              <a16:creationId xmlns:a16="http://schemas.microsoft.com/office/drawing/2014/main" id="{588BE228-6797-A1E0-A456-B24B6C4BD76D}"/>
                            </a:ext>
                          </a:extLst>
                        </p:cNvPr>
                        <p:cNvGrpSpPr/>
                        <p:nvPr/>
                      </p:nvGrpSpPr>
                      <p:grpSpPr>
                        <a:xfrm>
                          <a:off x="3701732" y="4724400"/>
                          <a:ext cx="731520" cy="731520"/>
                          <a:chOff x="2970212" y="4724400"/>
                          <a:chExt cx="731520" cy="731520"/>
                        </a:xfrm>
                      </p:grpSpPr>
                      <p:grpSp>
                        <p:nvGrpSpPr>
                          <p:cNvPr id="270" name="Group 269">
                            <a:extLst>
                              <a:ext uri="{FF2B5EF4-FFF2-40B4-BE49-F238E27FC236}">
                                <a16:creationId xmlns:a16="http://schemas.microsoft.com/office/drawing/2014/main" id="{78054DE0-5E3B-8153-258D-6ED6DE5EE80E}"/>
                              </a:ext>
                            </a:extLst>
                          </p:cNvPr>
                          <p:cNvGrpSpPr/>
                          <p:nvPr/>
                        </p:nvGrpSpPr>
                        <p:grpSpPr>
                          <a:xfrm>
                            <a:off x="2970212" y="4724400"/>
                            <a:ext cx="731520" cy="365760"/>
                            <a:chOff x="2970212" y="4724400"/>
                            <a:chExt cx="731520" cy="365760"/>
                          </a:xfrm>
                        </p:grpSpPr>
                        <p:sp>
                          <p:nvSpPr>
                            <p:cNvPr id="273" name="Rectangle 272">
                              <a:extLst>
                                <a:ext uri="{FF2B5EF4-FFF2-40B4-BE49-F238E27FC236}">
                                  <a16:creationId xmlns:a16="http://schemas.microsoft.com/office/drawing/2014/main" id="{8B63F195-FC93-799F-4E9C-666188BF1DB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4" name="Rectangle 273">
                              <a:extLst>
                                <a:ext uri="{FF2B5EF4-FFF2-40B4-BE49-F238E27FC236}">
                                  <a16:creationId xmlns:a16="http://schemas.microsoft.com/office/drawing/2014/main" id="{34280049-4FA0-A093-3E18-56589B332D1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71" name="Rectangle 270">
                            <a:extLst>
                              <a:ext uri="{FF2B5EF4-FFF2-40B4-BE49-F238E27FC236}">
                                <a16:creationId xmlns:a16="http://schemas.microsoft.com/office/drawing/2014/main" id="{31788E8B-0114-0C7B-6F3F-067CCFD242D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2" name="Rectangle 271">
                            <a:extLst>
                              <a:ext uri="{FF2B5EF4-FFF2-40B4-BE49-F238E27FC236}">
                                <a16:creationId xmlns:a16="http://schemas.microsoft.com/office/drawing/2014/main" id="{B6C959A2-ABE6-8432-B404-7622E173C18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239" name="Group 238">
                      <a:extLst>
                        <a:ext uri="{FF2B5EF4-FFF2-40B4-BE49-F238E27FC236}">
                          <a16:creationId xmlns:a16="http://schemas.microsoft.com/office/drawing/2014/main" id="{B3D34467-F1B7-985F-034E-1992C3D0F268}"/>
                        </a:ext>
                      </a:extLst>
                    </p:cNvPr>
                    <p:cNvGrpSpPr/>
                    <p:nvPr/>
                  </p:nvGrpSpPr>
                  <p:grpSpPr>
                    <a:xfrm>
                      <a:off x="4433252" y="4724400"/>
                      <a:ext cx="1463040" cy="1463040"/>
                      <a:chOff x="2970212" y="4724400"/>
                      <a:chExt cx="1463040" cy="1463040"/>
                    </a:xfrm>
                  </p:grpSpPr>
                  <p:grpSp>
                    <p:nvGrpSpPr>
                      <p:cNvPr id="240" name="Group 239">
                        <a:extLst>
                          <a:ext uri="{FF2B5EF4-FFF2-40B4-BE49-F238E27FC236}">
                            <a16:creationId xmlns:a16="http://schemas.microsoft.com/office/drawing/2014/main" id="{5E87856B-EC4C-4781-5205-4DE446506F41}"/>
                          </a:ext>
                        </a:extLst>
                      </p:cNvPr>
                      <p:cNvGrpSpPr/>
                      <p:nvPr/>
                    </p:nvGrpSpPr>
                    <p:grpSpPr>
                      <a:xfrm>
                        <a:off x="2970212" y="4724400"/>
                        <a:ext cx="1463040" cy="731520"/>
                        <a:chOff x="2970212" y="4724400"/>
                        <a:chExt cx="1463040" cy="731520"/>
                      </a:xfrm>
                    </p:grpSpPr>
                    <p:grpSp>
                      <p:nvGrpSpPr>
                        <p:cNvPr id="254" name="Group 253">
                          <a:extLst>
                            <a:ext uri="{FF2B5EF4-FFF2-40B4-BE49-F238E27FC236}">
                              <a16:creationId xmlns:a16="http://schemas.microsoft.com/office/drawing/2014/main" id="{2587CCBD-7E3A-042B-1109-9E3186989C92}"/>
                            </a:ext>
                          </a:extLst>
                        </p:cNvPr>
                        <p:cNvGrpSpPr/>
                        <p:nvPr/>
                      </p:nvGrpSpPr>
                      <p:grpSpPr>
                        <a:xfrm>
                          <a:off x="2970212" y="4724400"/>
                          <a:ext cx="731520" cy="731520"/>
                          <a:chOff x="2970212" y="4724400"/>
                          <a:chExt cx="731520" cy="731520"/>
                        </a:xfrm>
                      </p:grpSpPr>
                      <p:grpSp>
                        <p:nvGrpSpPr>
                          <p:cNvPr id="261" name="Group 260">
                            <a:extLst>
                              <a:ext uri="{FF2B5EF4-FFF2-40B4-BE49-F238E27FC236}">
                                <a16:creationId xmlns:a16="http://schemas.microsoft.com/office/drawing/2014/main" id="{CBBA38B7-68D9-19A7-4CA7-9A09F38A8015}"/>
                              </a:ext>
                            </a:extLst>
                          </p:cNvPr>
                          <p:cNvGrpSpPr/>
                          <p:nvPr/>
                        </p:nvGrpSpPr>
                        <p:grpSpPr>
                          <a:xfrm>
                            <a:off x="2970212" y="4724400"/>
                            <a:ext cx="731520" cy="365760"/>
                            <a:chOff x="2970212" y="4724400"/>
                            <a:chExt cx="731520" cy="365760"/>
                          </a:xfrm>
                        </p:grpSpPr>
                        <p:sp>
                          <p:nvSpPr>
                            <p:cNvPr id="264" name="Rectangle 263">
                              <a:extLst>
                                <a:ext uri="{FF2B5EF4-FFF2-40B4-BE49-F238E27FC236}">
                                  <a16:creationId xmlns:a16="http://schemas.microsoft.com/office/drawing/2014/main" id="{264446B1-6D98-F141-7F43-56954B2B053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5" name="Rectangle 264">
                              <a:extLst>
                                <a:ext uri="{FF2B5EF4-FFF2-40B4-BE49-F238E27FC236}">
                                  <a16:creationId xmlns:a16="http://schemas.microsoft.com/office/drawing/2014/main" id="{B4D1F769-4F9C-E829-0648-D371699F6B9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62" name="Rectangle 261">
                            <a:extLst>
                              <a:ext uri="{FF2B5EF4-FFF2-40B4-BE49-F238E27FC236}">
                                <a16:creationId xmlns:a16="http://schemas.microsoft.com/office/drawing/2014/main" id="{DB1FB918-DE23-E60E-8F80-FC468EDC14A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3" name="Rectangle 262">
                            <a:extLst>
                              <a:ext uri="{FF2B5EF4-FFF2-40B4-BE49-F238E27FC236}">
                                <a16:creationId xmlns:a16="http://schemas.microsoft.com/office/drawing/2014/main" id="{8E7ADF55-AA35-5432-2576-C5030A649C1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55" name="Group 254">
                          <a:extLst>
                            <a:ext uri="{FF2B5EF4-FFF2-40B4-BE49-F238E27FC236}">
                              <a16:creationId xmlns:a16="http://schemas.microsoft.com/office/drawing/2014/main" id="{C8755F6E-1C89-C9EA-E55A-435864B688A1}"/>
                            </a:ext>
                          </a:extLst>
                        </p:cNvPr>
                        <p:cNvGrpSpPr/>
                        <p:nvPr/>
                      </p:nvGrpSpPr>
                      <p:grpSpPr>
                        <a:xfrm>
                          <a:off x="3701732" y="4724400"/>
                          <a:ext cx="731520" cy="731520"/>
                          <a:chOff x="2970212" y="4724400"/>
                          <a:chExt cx="731520" cy="731520"/>
                        </a:xfrm>
                      </p:grpSpPr>
                      <p:grpSp>
                        <p:nvGrpSpPr>
                          <p:cNvPr id="256" name="Group 255">
                            <a:extLst>
                              <a:ext uri="{FF2B5EF4-FFF2-40B4-BE49-F238E27FC236}">
                                <a16:creationId xmlns:a16="http://schemas.microsoft.com/office/drawing/2014/main" id="{8A86C341-AE0C-5902-E7B9-39E4850134E8}"/>
                              </a:ext>
                            </a:extLst>
                          </p:cNvPr>
                          <p:cNvGrpSpPr/>
                          <p:nvPr/>
                        </p:nvGrpSpPr>
                        <p:grpSpPr>
                          <a:xfrm>
                            <a:off x="2970212" y="4724400"/>
                            <a:ext cx="731520" cy="365760"/>
                            <a:chOff x="2970212" y="4724400"/>
                            <a:chExt cx="731520" cy="365760"/>
                          </a:xfrm>
                        </p:grpSpPr>
                        <p:sp>
                          <p:nvSpPr>
                            <p:cNvPr id="259" name="Rectangle 258">
                              <a:extLst>
                                <a:ext uri="{FF2B5EF4-FFF2-40B4-BE49-F238E27FC236}">
                                  <a16:creationId xmlns:a16="http://schemas.microsoft.com/office/drawing/2014/main" id="{FA21437E-DDA2-F45F-072A-5FD0E6D35B09}"/>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0" name="Rectangle 259">
                              <a:extLst>
                                <a:ext uri="{FF2B5EF4-FFF2-40B4-BE49-F238E27FC236}">
                                  <a16:creationId xmlns:a16="http://schemas.microsoft.com/office/drawing/2014/main" id="{FCDD2D23-B866-0163-ABE1-503089837F87}"/>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57" name="Rectangle 256">
                            <a:extLst>
                              <a:ext uri="{FF2B5EF4-FFF2-40B4-BE49-F238E27FC236}">
                                <a16:creationId xmlns:a16="http://schemas.microsoft.com/office/drawing/2014/main" id="{023012C2-AB95-0B97-A2A9-12C9A91CC68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8" name="Rectangle 257">
                            <a:extLst>
                              <a:ext uri="{FF2B5EF4-FFF2-40B4-BE49-F238E27FC236}">
                                <a16:creationId xmlns:a16="http://schemas.microsoft.com/office/drawing/2014/main" id="{F34BFE23-5358-5F1E-5B8D-38AC7CA7800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41" name="Group 240">
                        <a:extLst>
                          <a:ext uri="{FF2B5EF4-FFF2-40B4-BE49-F238E27FC236}">
                            <a16:creationId xmlns:a16="http://schemas.microsoft.com/office/drawing/2014/main" id="{79CB21ED-3D2B-116E-BA79-56BF88E306AF}"/>
                          </a:ext>
                        </a:extLst>
                      </p:cNvPr>
                      <p:cNvGrpSpPr/>
                      <p:nvPr/>
                    </p:nvGrpSpPr>
                    <p:grpSpPr>
                      <a:xfrm>
                        <a:off x="2970212" y="5455920"/>
                        <a:ext cx="1463040" cy="731520"/>
                        <a:chOff x="2970212" y="4724400"/>
                        <a:chExt cx="1463040" cy="731520"/>
                      </a:xfrm>
                    </p:grpSpPr>
                    <p:grpSp>
                      <p:nvGrpSpPr>
                        <p:cNvPr id="242" name="Group 241">
                          <a:extLst>
                            <a:ext uri="{FF2B5EF4-FFF2-40B4-BE49-F238E27FC236}">
                              <a16:creationId xmlns:a16="http://schemas.microsoft.com/office/drawing/2014/main" id="{8652529F-CAC1-1CBE-0797-BD3366C518E3}"/>
                            </a:ext>
                          </a:extLst>
                        </p:cNvPr>
                        <p:cNvGrpSpPr/>
                        <p:nvPr/>
                      </p:nvGrpSpPr>
                      <p:grpSpPr>
                        <a:xfrm>
                          <a:off x="2970212" y="4724400"/>
                          <a:ext cx="731520" cy="731520"/>
                          <a:chOff x="2970212" y="4724400"/>
                          <a:chExt cx="731520" cy="731520"/>
                        </a:xfrm>
                      </p:grpSpPr>
                      <p:grpSp>
                        <p:nvGrpSpPr>
                          <p:cNvPr id="249" name="Group 248">
                            <a:extLst>
                              <a:ext uri="{FF2B5EF4-FFF2-40B4-BE49-F238E27FC236}">
                                <a16:creationId xmlns:a16="http://schemas.microsoft.com/office/drawing/2014/main" id="{8582BD87-C3B3-4A0F-8BDC-FA0EF67D0CDB}"/>
                              </a:ext>
                            </a:extLst>
                          </p:cNvPr>
                          <p:cNvGrpSpPr/>
                          <p:nvPr/>
                        </p:nvGrpSpPr>
                        <p:grpSpPr>
                          <a:xfrm>
                            <a:off x="2970212" y="4724400"/>
                            <a:ext cx="731520" cy="365760"/>
                            <a:chOff x="2970212" y="4724400"/>
                            <a:chExt cx="731520" cy="365760"/>
                          </a:xfrm>
                        </p:grpSpPr>
                        <p:sp>
                          <p:nvSpPr>
                            <p:cNvPr id="252" name="Rectangle 251">
                              <a:extLst>
                                <a:ext uri="{FF2B5EF4-FFF2-40B4-BE49-F238E27FC236}">
                                  <a16:creationId xmlns:a16="http://schemas.microsoft.com/office/drawing/2014/main" id="{AF5C351D-5C0B-7366-6F34-6DE343D6851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3" name="Rectangle 252">
                              <a:extLst>
                                <a:ext uri="{FF2B5EF4-FFF2-40B4-BE49-F238E27FC236}">
                                  <a16:creationId xmlns:a16="http://schemas.microsoft.com/office/drawing/2014/main" id="{10122B2F-5E40-32E1-D434-AFE4D68650B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50" name="Rectangle 249">
                            <a:extLst>
                              <a:ext uri="{FF2B5EF4-FFF2-40B4-BE49-F238E27FC236}">
                                <a16:creationId xmlns:a16="http://schemas.microsoft.com/office/drawing/2014/main" id="{D073A017-3A2F-28A8-4FCD-D2CF2341C32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1" name="Rectangle 250">
                            <a:extLst>
                              <a:ext uri="{FF2B5EF4-FFF2-40B4-BE49-F238E27FC236}">
                                <a16:creationId xmlns:a16="http://schemas.microsoft.com/office/drawing/2014/main" id="{4BFB7C9F-3F8B-359D-8FE3-FED6F53A1E7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43" name="Group 242">
                          <a:extLst>
                            <a:ext uri="{FF2B5EF4-FFF2-40B4-BE49-F238E27FC236}">
                              <a16:creationId xmlns:a16="http://schemas.microsoft.com/office/drawing/2014/main" id="{8EA054F7-FBB2-7B72-FC80-92E5A2E04E55}"/>
                            </a:ext>
                          </a:extLst>
                        </p:cNvPr>
                        <p:cNvGrpSpPr/>
                        <p:nvPr/>
                      </p:nvGrpSpPr>
                      <p:grpSpPr>
                        <a:xfrm>
                          <a:off x="3701732" y="4724400"/>
                          <a:ext cx="731520" cy="731520"/>
                          <a:chOff x="2970212" y="4724400"/>
                          <a:chExt cx="731520" cy="731520"/>
                        </a:xfrm>
                      </p:grpSpPr>
                      <p:grpSp>
                        <p:nvGrpSpPr>
                          <p:cNvPr id="244" name="Group 243">
                            <a:extLst>
                              <a:ext uri="{FF2B5EF4-FFF2-40B4-BE49-F238E27FC236}">
                                <a16:creationId xmlns:a16="http://schemas.microsoft.com/office/drawing/2014/main" id="{FEA67C01-F60F-F1C9-ABAF-495746A53636}"/>
                              </a:ext>
                            </a:extLst>
                          </p:cNvPr>
                          <p:cNvGrpSpPr/>
                          <p:nvPr/>
                        </p:nvGrpSpPr>
                        <p:grpSpPr>
                          <a:xfrm>
                            <a:off x="2970212" y="4724400"/>
                            <a:ext cx="731520" cy="365760"/>
                            <a:chOff x="2970212" y="4724400"/>
                            <a:chExt cx="731520" cy="365760"/>
                          </a:xfrm>
                        </p:grpSpPr>
                        <p:sp>
                          <p:nvSpPr>
                            <p:cNvPr id="247" name="Rectangle 246">
                              <a:extLst>
                                <a:ext uri="{FF2B5EF4-FFF2-40B4-BE49-F238E27FC236}">
                                  <a16:creationId xmlns:a16="http://schemas.microsoft.com/office/drawing/2014/main" id="{2BF4B444-D457-6117-CCCD-FA1277B3AEC1}"/>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48" name="Rectangle 247">
                              <a:extLst>
                                <a:ext uri="{FF2B5EF4-FFF2-40B4-BE49-F238E27FC236}">
                                  <a16:creationId xmlns:a16="http://schemas.microsoft.com/office/drawing/2014/main" id="{119EB92C-3BC8-071A-F148-B82ECA1B755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45" name="Rectangle 244">
                            <a:extLst>
                              <a:ext uri="{FF2B5EF4-FFF2-40B4-BE49-F238E27FC236}">
                                <a16:creationId xmlns:a16="http://schemas.microsoft.com/office/drawing/2014/main" id="{BCBADC26-9D47-0A93-CA59-9FEF5F5BF10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46" name="Rectangle 245">
                            <a:extLst>
                              <a:ext uri="{FF2B5EF4-FFF2-40B4-BE49-F238E27FC236}">
                                <a16:creationId xmlns:a16="http://schemas.microsoft.com/office/drawing/2014/main" id="{E2612721-7B41-CB38-C157-F01E3420D10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183" name="Group 182">
                    <a:extLst>
                      <a:ext uri="{FF2B5EF4-FFF2-40B4-BE49-F238E27FC236}">
                        <a16:creationId xmlns:a16="http://schemas.microsoft.com/office/drawing/2014/main" id="{53397187-12D2-E839-0DCD-8DE5AA7EE8FC}"/>
                      </a:ext>
                    </a:extLst>
                  </p:cNvPr>
                  <p:cNvGrpSpPr/>
                  <p:nvPr/>
                </p:nvGrpSpPr>
                <p:grpSpPr>
                  <a:xfrm>
                    <a:off x="2132012" y="4587240"/>
                    <a:ext cx="2926080" cy="1463040"/>
                    <a:chOff x="2970212" y="4724400"/>
                    <a:chExt cx="2926080" cy="1463040"/>
                  </a:xfrm>
                </p:grpSpPr>
                <p:grpSp>
                  <p:nvGrpSpPr>
                    <p:cNvPr id="184" name="Group 183">
                      <a:extLst>
                        <a:ext uri="{FF2B5EF4-FFF2-40B4-BE49-F238E27FC236}">
                          <a16:creationId xmlns:a16="http://schemas.microsoft.com/office/drawing/2014/main" id="{D9783632-CE2F-9CFB-5302-316C089447DA}"/>
                        </a:ext>
                      </a:extLst>
                    </p:cNvPr>
                    <p:cNvGrpSpPr/>
                    <p:nvPr/>
                  </p:nvGrpSpPr>
                  <p:grpSpPr>
                    <a:xfrm>
                      <a:off x="2970212" y="4724400"/>
                      <a:ext cx="1463040" cy="1463040"/>
                      <a:chOff x="2970212" y="4724400"/>
                      <a:chExt cx="1463040" cy="1463040"/>
                    </a:xfrm>
                  </p:grpSpPr>
                  <p:grpSp>
                    <p:nvGrpSpPr>
                      <p:cNvPr id="212" name="Group 211">
                        <a:extLst>
                          <a:ext uri="{FF2B5EF4-FFF2-40B4-BE49-F238E27FC236}">
                            <a16:creationId xmlns:a16="http://schemas.microsoft.com/office/drawing/2014/main" id="{88F3AB9A-D1BA-9EFB-3EC2-AD6424327E57}"/>
                          </a:ext>
                        </a:extLst>
                      </p:cNvPr>
                      <p:cNvGrpSpPr/>
                      <p:nvPr/>
                    </p:nvGrpSpPr>
                    <p:grpSpPr>
                      <a:xfrm>
                        <a:off x="2970212" y="4724400"/>
                        <a:ext cx="1463040" cy="731520"/>
                        <a:chOff x="2970212" y="4724400"/>
                        <a:chExt cx="1463040" cy="731520"/>
                      </a:xfrm>
                    </p:grpSpPr>
                    <p:grpSp>
                      <p:nvGrpSpPr>
                        <p:cNvPr id="226" name="Group 225">
                          <a:extLst>
                            <a:ext uri="{FF2B5EF4-FFF2-40B4-BE49-F238E27FC236}">
                              <a16:creationId xmlns:a16="http://schemas.microsoft.com/office/drawing/2014/main" id="{C5CE6062-4693-19CA-850B-68013B9FED14}"/>
                            </a:ext>
                          </a:extLst>
                        </p:cNvPr>
                        <p:cNvGrpSpPr/>
                        <p:nvPr/>
                      </p:nvGrpSpPr>
                      <p:grpSpPr>
                        <a:xfrm>
                          <a:off x="2970212" y="4724400"/>
                          <a:ext cx="731520" cy="731520"/>
                          <a:chOff x="2970212" y="4724400"/>
                          <a:chExt cx="731520" cy="731520"/>
                        </a:xfrm>
                      </p:grpSpPr>
                      <p:grpSp>
                        <p:nvGrpSpPr>
                          <p:cNvPr id="233" name="Group 232">
                            <a:extLst>
                              <a:ext uri="{FF2B5EF4-FFF2-40B4-BE49-F238E27FC236}">
                                <a16:creationId xmlns:a16="http://schemas.microsoft.com/office/drawing/2014/main" id="{6FB93103-0740-5159-5CA2-33FEA2B7CE5D}"/>
                              </a:ext>
                            </a:extLst>
                          </p:cNvPr>
                          <p:cNvGrpSpPr/>
                          <p:nvPr/>
                        </p:nvGrpSpPr>
                        <p:grpSpPr>
                          <a:xfrm>
                            <a:off x="2970212" y="4724400"/>
                            <a:ext cx="731520" cy="365760"/>
                            <a:chOff x="2970212" y="4724400"/>
                            <a:chExt cx="731520" cy="365760"/>
                          </a:xfrm>
                        </p:grpSpPr>
                        <p:sp>
                          <p:nvSpPr>
                            <p:cNvPr id="236" name="Rectangle 235">
                              <a:extLst>
                                <a:ext uri="{FF2B5EF4-FFF2-40B4-BE49-F238E27FC236}">
                                  <a16:creationId xmlns:a16="http://schemas.microsoft.com/office/drawing/2014/main" id="{9B23085A-5D9D-43F4-A871-33929DA9143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7" name="Rectangle 236">
                              <a:extLst>
                                <a:ext uri="{FF2B5EF4-FFF2-40B4-BE49-F238E27FC236}">
                                  <a16:creationId xmlns:a16="http://schemas.microsoft.com/office/drawing/2014/main" id="{3C569825-E9AF-BD58-22F9-B3376D0FCE2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34" name="Rectangle 233">
                            <a:extLst>
                              <a:ext uri="{FF2B5EF4-FFF2-40B4-BE49-F238E27FC236}">
                                <a16:creationId xmlns:a16="http://schemas.microsoft.com/office/drawing/2014/main" id="{32DD5094-1839-7863-90A6-5C54DAFCAF0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5" name="Rectangle 234">
                            <a:extLst>
                              <a:ext uri="{FF2B5EF4-FFF2-40B4-BE49-F238E27FC236}">
                                <a16:creationId xmlns:a16="http://schemas.microsoft.com/office/drawing/2014/main" id="{667A3AD8-919C-5DCC-6995-CF00B088D7A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27" name="Group 226">
                          <a:extLst>
                            <a:ext uri="{FF2B5EF4-FFF2-40B4-BE49-F238E27FC236}">
                              <a16:creationId xmlns:a16="http://schemas.microsoft.com/office/drawing/2014/main" id="{6310A9CE-891B-A044-D7FB-4A05CC1DE5BB}"/>
                            </a:ext>
                          </a:extLst>
                        </p:cNvPr>
                        <p:cNvGrpSpPr/>
                        <p:nvPr/>
                      </p:nvGrpSpPr>
                      <p:grpSpPr>
                        <a:xfrm>
                          <a:off x="3701732" y="4724400"/>
                          <a:ext cx="731520" cy="731520"/>
                          <a:chOff x="2970212" y="4724400"/>
                          <a:chExt cx="731520" cy="731520"/>
                        </a:xfrm>
                      </p:grpSpPr>
                      <p:grpSp>
                        <p:nvGrpSpPr>
                          <p:cNvPr id="228" name="Group 227">
                            <a:extLst>
                              <a:ext uri="{FF2B5EF4-FFF2-40B4-BE49-F238E27FC236}">
                                <a16:creationId xmlns:a16="http://schemas.microsoft.com/office/drawing/2014/main" id="{8D14F848-A6F6-A13B-559B-44C868AA023B}"/>
                              </a:ext>
                            </a:extLst>
                          </p:cNvPr>
                          <p:cNvGrpSpPr/>
                          <p:nvPr/>
                        </p:nvGrpSpPr>
                        <p:grpSpPr>
                          <a:xfrm>
                            <a:off x="2970212" y="4724400"/>
                            <a:ext cx="731520" cy="365760"/>
                            <a:chOff x="2970212" y="4724400"/>
                            <a:chExt cx="731520" cy="365760"/>
                          </a:xfrm>
                        </p:grpSpPr>
                        <p:sp>
                          <p:nvSpPr>
                            <p:cNvPr id="231" name="Rectangle 230">
                              <a:extLst>
                                <a:ext uri="{FF2B5EF4-FFF2-40B4-BE49-F238E27FC236}">
                                  <a16:creationId xmlns:a16="http://schemas.microsoft.com/office/drawing/2014/main" id="{33BBFF7B-9262-4C56-9DDC-E4F52DFAFE3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2" name="Rectangle 231">
                              <a:extLst>
                                <a:ext uri="{FF2B5EF4-FFF2-40B4-BE49-F238E27FC236}">
                                  <a16:creationId xmlns:a16="http://schemas.microsoft.com/office/drawing/2014/main" id="{CB191756-6C7E-3B3B-B768-A8358D54DB8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29" name="Rectangle 228">
                            <a:extLst>
                              <a:ext uri="{FF2B5EF4-FFF2-40B4-BE49-F238E27FC236}">
                                <a16:creationId xmlns:a16="http://schemas.microsoft.com/office/drawing/2014/main" id="{DAD1F42B-0A07-4FB6-3498-34AF0AD00A5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0" name="Rectangle 229">
                            <a:extLst>
                              <a:ext uri="{FF2B5EF4-FFF2-40B4-BE49-F238E27FC236}">
                                <a16:creationId xmlns:a16="http://schemas.microsoft.com/office/drawing/2014/main" id="{E6812FF4-3FCC-DCAC-1550-E31712AFA57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13" name="Group 212">
                        <a:extLst>
                          <a:ext uri="{FF2B5EF4-FFF2-40B4-BE49-F238E27FC236}">
                            <a16:creationId xmlns:a16="http://schemas.microsoft.com/office/drawing/2014/main" id="{98B1FC35-4864-03A9-8334-F027498F005A}"/>
                          </a:ext>
                        </a:extLst>
                      </p:cNvPr>
                      <p:cNvGrpSpPr/>
                      <p:nvPr/>
                    </p:nvGrpSpPr>
                    <p:grpSpPr>
                      <a:xfrm>
                        <a:off x="2970212" y="5455920"/>
                        <a:ext cx="1463040" cy="731520"/>
                        <a:chOff x="2970212" y="4724400"/>
                        <a:chExt cx="1463040" cy="731520"/>
                      </a:xfrm>
                    </p:grpSpPr>
                    <p:grpSp>
                      <p:nvGrpSpPr>
                        <p:cNvPr id="214" name="Group 213">
                          <a:extLst>
                            <a:ext uri="{FF2B5EF4-FFF2-40B4-BE49-F238E27FC236}">
                              <a16:creationId xmlns:a16="http://schemas.microsoft.com/office/drawing/2014/main" id="{E42E776E-00A3-3BFF-1E2F-F6AF972BAFC4}"/>
                            </a:ext>
                          </a:extLst>
                        </p:cNvPr>
                        <p:cNvGrpSpPr/>
                        <p:nvPr/>
                      </p:nvGrpSpPr>
                      <p:grpSpPr>
                        <a:xfrm>
                          <a:off x="2970212" y="4724400"/>
                          <a:ext cx="731520" cy="731520"/>
                          <a:chOff x="2970212" y="4724400"/>
                          <a:chExt cx="731520" cy="731520"/>
                        </a:xfrm>
                      </p:grpSpPr>
                      <p:grpSp>
                        <p:nvGrpSpPr>
                          <p:cNvPr id="221" name="Group 220">
                            <a:extLst>
                              <a:ext uri="{FF2B5EF4-FFF2-40B4-BE49-F238E27FC236}">
                                <a16:creationId xmlns:a16="http://schemas.microsoft.com/office/drawing/2014/main" id="{CAF35A9E-EB52-B741-69DE-89548F783E22}"/>
                              </a:ext>
                            </a:extLst>
                          </p:cNvPr>
                          <p:cNvGrpSpPr/>
                          <p:nvPr/>
                        </p:nvGrpSpPr>
                        <p:grpSpPr>
                          <a:xfrm>
                            <a:off x="2970212" y="4724400"/>
                            <a:ext cx="731520" cy="365760"/>
                            <a:chOff x="2970212" y="4724400"/>
                            <a:chExt cx="731520" cy="365760"/>
                          </a:xfrm>
                        </p:grpSpPr>
                        <p:sp>
                          <p:nvSpPr>
                            <p:cNvPr id="224" name="Rectangle 223">
                              <a:extLst>
                                <a:ext uri="{FF2B5EF4-FFF2-40B4-BE49-F238E27FC236}">
                                  <a16:creationId xmlns:a16="http://schemas.microsoft.com/office/drawing/2014/main" id="{1EF638FF-A509-B8FE-426B-79B50BFA808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5" name="Rectangle 224">
                              <a:extLst>
                                <a:ext uri="{FF2B5EF4-FFF2-40B4-BE49-F238E27FC236}">
                                  <a16:creationId xmlns:a16="http://schemas.microsoft.com/office/drawing/2014/main" id="{93BE3AD1-DA43-84BC-E8B3-F8B0CC4F5B1F}"/>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22" name="Rectangle 221">
                            <a:extLst>
                              <a:ext uri="{FF2B5EF4-FFF2-40B4-BE49-F238E27FC236}">
                                <a16:creationId xmlns:a16="http://schemas.microsoft.com/office/drawing/2014/main" id="{927A241D-C740-B28B-B2B3-65205FB5B5A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3" name="Rectangle 222">
                            <a:extLst>
                              <a:ext uri="{FF2B5EF4-FFF2-40B4-BE49-F238E27FC236}">
                                <a16:creationId xmlns:a16="http://schemas.microsoft.com/office/drawing/2014/main" id="{310BB661-784E-E9A6-4432-03C7A7D7EAA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15" name="Group 214">
                          <a:extLst>
                            <a:ext uri="{FF2B5EF4-FFF2-40B4-BE49-F238E27FC236}">
                              <a16:creationId xmlns:a16="http://schemas.microsoft.com/office/drawing/2014/main" id="{70485CB6-EE14-332D-AB07-99341F4FE5B8}"/>
                            </a:ext>
                          </a:extLst>
                        </p:cNvPr>
                        <p:cNvGrpSpPr/>
                        <p:nvPr/>
                      </p:nvGrpSpPr>
                      <p:grpSpPr>
                        <a:xfrm>
                          <a:off x="3701732" y="4724400"/>
                          <a:ext cx="731520" cy="731520"/>
                          <a:chOff x="2970212" y="4724400"/>
                          <a:chExt cx="731520" cy="731520"/>
                        </a:xfrm>
                      </p:grpSpPr>
                      <p:grpSp>
                        <p:nvGrpSpPr>
                          <p:cNvPr id="216" name="Group 215">
                            <a:extLst>
                              <a:ext uri="{FF2B5EF4-FFF2-40B4-BE49-F238E27FC236}">
                                <a16:creationId xmlns:a16="http://schemas.microsoft.com/office/drawing/2014/main" id="{3CE3202D-95F9-DA61-8A6D-A63E7416ACD1}"/>
                              </a:ext>
                            </a:extLst>
                          </p:cNvPr>
                          <p:cNvGrpSpPr/>
                          <p:nvPr/>
                        </p:nvGrpSpPr>
                        <p:grpSpPr>
                          <a:xfrm>
                            <a:off x="2970212" y="4724400"/>
                            <a:ext cx="731520" cy="365760"/>
                            <a:chOff x="2970212" y="4724400"/>
                            <a:chExt cx="731520" cy="365760"/>
                          </a:xfrm>
                        </p:grpSpPr>
                        <p:sp>
                          <p:nvSpPr>
                            <p:cNvPr id="219" name="Rectangle 218">
                              <a:extLst>
                                <a:ext uri="{FF2B5EF4-FFF2-40B4-BE49-F238E27FC236}">
                                  <a16:creationId xmlns:a16="http://schemas.microsoft.com/office/drawing/2014/main" id="{DC04123A-4526-25B3-75B9-3408BAF3349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0" name="Rectangle 219">
                              <a:extLst>
                                <a:ext uri="{FF2B5EF4-FFF2-40B4-BE49-F238E27FC236}">
                                  <a16:creationId xmlns:a16="http://schemas.microsoft.com/office/drawing/2014/main" id="{10F7056C-63D6-7EB1-7A85-00D35573BCC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17" name="Rectangle 216">
                            <a:extLst>
                              <a:ext uri="{FF2B5EF4-FFF2-40B4-BE49-F238E27FC236}">
                                <a16:creationId xmlns:a16="http://schemas.microsoft.com/office/drawing/2014/main" id="{7F2F2FAF-E672-FE6D-001E-577D103F6D8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18" name="Rectangle 217">
                            <a:extLst>
                              <a:ext uri="{FF2B5EF4-FFF2-40B4-BE49-F238E27FC236}">
                                <a16:creationId xmlns:a16="http://schemas.microsoft.com/office/drawing/2014/main" id="{06318D3F-157E-57C4-775C-612E8AE426D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185" name="Group 184">
                      <a:extLst>
                        <a:ext uri="{FF2B5EF4-FFF2-40B4-BE49-F238E27FC236}">
                          <a16:creationId xmlns:a16="http://schemas.microsoft.com/office/drawing/2014/main" id="{60E248E5-6AC8-BD4D-060A-F470234BE41E}"/>
                        </a:ext>
                      </a:extLst>
                    </p:cNvPr>
                    <p:cNvGrpSpPr/>
                    <p:nvPr/>
                  </p:nvGrpSpPr>
                  <p:grpSpPr>
                    <a:xfrm>
                      <a:off x="4433252" y="4724400"/>
                      <a:ext cx="1463040" cy="1463040"/>
                      <a:chOff x="2970212" y="4724400"/>
                      <a:chExt cx="1463040" cy="1463040"/>
                    </a:xfrm>
                  </p:grpSpPr>
                  <p:grpSp>
                    <p:nvGrpSpPr>
                      <p:cNvPr id="186" name="Group 185">
                        <a:extLst>
                          <a:ext uri="{FF2B5EF4-FFF2-40B4-BE49-F238E27FC236}">
                            <a16:creationId xmlns:a16="http://schemas.microsoft.com/office/drawing/2014/main" id="{C12CCAB5-445F-F567-7524-8F2EA703405B}"/>
                          </a:ext>
                        </a:extLst>
                      </p:cNvPr>
                      <p:cNvGrpSpPr/>
                      <p:nvPr/>
                    </p:nvGrpSpPr>
                    <p:grpSpPr>
                      <a:xfrm>
                        <a:off x="2970212" y="4724400"/>
                        <a:ext cx="1463040" cy="731520"/>
                        <a:chOff x="2970212" y="4724400"/>
                        <a:chExt cx="1463040" cy="731520"/>
                      </a:xfrm>
                    </p:grpSpPr>
                    <p:grpSp>
                      <p:nvGrpSpPr>
                        <p:cNvPr id="200" name="Group 199">
                          <a:extLst>
                            <a:ext uri="{FF2B5EF4-FFF2-40B4-BE49-F238E27FC236}">
                              <a16:creationId xmlns:a16="http://schemas.microsoft.com/office/drawing/2014/main" id="{C5CB87FC-005A-7549-FD4D-4137C9228AE5}"/>
                            </a:ext>
                          </a:extLst>
                        </p:cNvPr>
                        <p:cNvGrpSpPr/>
                        <p:nvPr/>
                      </p:nvGrpSpPr>
                      <p:grpSpPr>
                        <a:xfrm>
                          <a:off x="2970212" y="4724400"/>
                          <a:ext cx="731520" cy="731520"/>
                          <a:chOff x="2970212" y="4724400"/>
                          <a:chExt cx="731520" cy="731520"/>
                        </a:xfrm>
                      </p:grpSpPr>
                      <p:grpSp>
                        <p:nvGrpSpPr>
                          <p:cNvPr id="207" name="Group 206">
                            <a:extLst>
                              <a:ext uri="{FF2B5EF4-FFF2-40B4-BE49-F238E27FC236}">
                                <a16:creationId xmlns:a16="http://schemas.microsoft.com/office/drawing/2014/main" id="{DCA11C85-3325-E478-62C3-A0A903955368}"/>
                              </a:ext>
                            </a:extLst>
                          </p:cNvPr>
                          <p:cNvGrpSpPr/>
                          <p:nvPr/>
                        </p:nvGrpSpPr>
                        <p:grpSpPr>
                          <a:xfrm>
                            <a:off x="2970212" y="4724400"/>
                            <a:ext cx="731520" cy="365760"/>
                            <a:chOff x="2970212" y="4724400"/>
                            <a:chExt cx="731520" cy="365760"/>
                          </a:xfrm>
                        </p:grpSpPr>
                        <p:sp>
                          <p:nvSpPr>
                            <p:cNvPr id="210" name="Rectangle 209">
                              <a:extLst>
                                <a:ext uri="{FF2B5EF4-FFF2-40B4-BE49-F238E27FC236}">
                                  <a16:creationId xmlns:a16="http://schemas.microsoft.com/office/drawing/2014/main" id="{AE78BA34-6FBA-85C9-3C2A-D2646C117796}"/>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11" name="Rectangle 210">
                              <a:extLst>
                                <a:ext uri="{FF2B5EF4-FFF2-40B4-BE49-F238E27FC236}">
                                  <a16:creationId xmlns:a16="http://schemas.microsoft.com/office/drawing/2014/main" id="{1EB005B4-D971-FA3B-7289-F002D23846A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08" name="Rectangle 207">
                            <a:extLst>
                              <a:ext uri="{FF2B5EF4-FFF2-40B4-BE49-F238E27FC236}">
                                <a16:creationId xmlns:a16="http://schemas.microsoft.com/office/drawing/2014/main" id="{51C0C08B-0833-B7A2-9E34-7DE7439D209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9" name="Rectangle 208">
                            <a:extLst>
                              <a:ext uri="{FF2B5EF4-FFF2-40B4-BE49-F238E27FC236}">
                                <a16:creationId xmlns:a16="http://schemas.microsoft.com/office/drawing/2014/main" id="{2CAF787D-5D64-E453-3538-F677EA6F842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01" name="Group 200">
                          <a:extLst>
                            <a:ext uri="{FF2B5EF4-FFF2-40B4-BE49-F238E27FC236}">
                              <a16:creationId xmlns:a16="http://schemas.microsoft.com/office/drawing/2014/main" id="{7BF417C7-BEE9-2D2B-8DAA-A91B4BC4B8D3}"/>
                            </a:ext>
                          </a:extLst>
                        </p:cNvPr>
                        <p:cNvGrpSpPr/>
                        <p:nvPr/>
                      </p:nvGrpSpPr>
                      <p:grpSpPr>
                        <a:xfrm>
                          <a:off x="3701732" y="4724400"/>
                          <a:ext cx="731520" cy="731520"/>
                          <a:chOff x="2970212" y="4724400"/>
                          <a:chExt cx="731520" cy="731520"/>
                        </a:xfrm>
                      </p:grpSpPr>
                      <p:grpSp>
                        <p:nvGrpSpPr>
                          <p:cNvPr id="202" name="Group 201">
                            <a:extLst>
                              <a:ext uri="{FF2B5EF4-FFF2-40B4-BE49-F238E27FC236}">
                                <a16:creationId xmlns:a16="http://schemas.microsoft.com/office/drawing/2014/main" id="{17C1BCDC-53E9-3687-1FE1-DB03A610FCB5}"/>
                              </a:ext>
                            </a:extLst>
                          </p:cNvPr>
                          <p:cNvGrpSpPr/>
                          <p:nvPr/>
                        </p:nvGrpSpPr>
                        <p:grpSpPr>
                          <a:xfrm>
                            <a:off x="2970212" y="4724400"/>
                            <a:ext cx="731520" cy="365760"/>
                            <a:chOff x="2970212" y="4724400"/>
                            <a:chExt cx="731520" cy="365760"/>
                          </a:xfrm>
                        </p:grpSpPr>
                        <p:sp>
                          <p:nvSpPr>
                            <p:cNvPr id="205" name="Rectangle 204">
                              <a:extLst>
                                <a:ext uri="{FF2B5EF4-FFF2-40B4-BE49-F238E27FC236}">
                                  <a16:creationId xmlns:a16="http://schemas.microsoft.com/office/drawing/2014/main" id="{B68B986C-4063-B479-9585-9DEFF2B1ED5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6" name="Rectangle 205">
                              <a:extLst>
                                <a:ext uri="{FF2B5EF4-FFF2-40B4-BE49-F238E27FC236}">
                                  <a16:creationId xmlns:a16="http://schemas.microsoft.com/office/drawing/2014/main" id="{BC09C458-4FEC-A50C-6937-0FD9E6869E4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03" name="Rectangle 202">
                            <a:extLst>
                              <a:ext uri="{FF2B5EF4-FFF2-40B4-BE49-F238E27FC236}">
                                <a16:creationId xmlns:a16="http://schemas.microsoft.com/office/drawing/2014/main" id="{921106FE-F12E-5E15-FA37-2B9396FC4A0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4" name="Rectangle 203">
                            <a:extLst>
                              <a:ext uri="{FF2B5EF4-FFF2-40B4-BE49-F238E27FC236}">
                                <a16:creationId xmlns:a16="http://schemas.microsoft.com/office/drawing/2014/main" id="{35331B61-0F33-C8DD-E89C-D5DF3D555957}"/>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187" name="Group 186">
                        <a:extLst>
                          <a:ext uri="{FF2B5EF4-FFF2-40B4-BE49-F238E27FC236}">
                            <a16:creationId xmlns:a16="http://schemas.microsoft.com/office/drawing/2014/main" id="{0AE928AE-CE2D-9E83-87AA-61C9C8704C00}"/>
                          </a:ext>
                        </a:extLst>
                      </p:cNvPr>
                      <p:cNvGrpSpPr/>
                      <p:nvPr/>
                    </p:nvGrpSpPr>
                    <p:grpSpPr>
                      <a:xfrm>
                        <a:off x="2970212" y="5455920"/>
                        <a:ext cx="1463040" cy="731520"/>
                        <a:chOff x="2970212" y="4724400"/>
                        <a:chExt cx="1463040" cy="731520"/>
                      </a:xfrm>
                    </p:grpSpPr>
                    <p:grpSp>
                      <p:nvGrpSpPr>
                        <p:cNvPr id="188" name="Group 187">
                          <a:extLst>
                            <a:ext uri="{FF2B5EF4-FFF2-40B4-BE49-F238E27FC236}">
                              <a16:creationId xmlns:a16="http://schemas.microsoft.com/office/drawing/2014/main" id="{AEBF79D0-D4B6-EA37-F87D-A71FC386F019}"/>
                            </a:ext>
                          </a:extLst>
                        </p:cNvPr>
                        <p:cNvGrpSpPr/>
                        <p:nvPr/>
                      </p:nvGrpSpPr>
                      <p:grpSpPr>
                        <a:xfrm>
                          <a:off x="2970212" y="4724400"/>
                          <a:ext cx="731520" cy="731520"/>
                          <a:chOff x="2970212" y="4724400"/>
                          <a:chExt cx="731520" cy="731520"/>
                        </a:xfrm>
                      </p:grpSpPr>
                      <p:grpSp>
                        <p:nvGrpSpPr>
                          <p:cNvPr id="195" name="Group 194">
                            <a:extLst>
                              <a:ext uri="{FF2B5EF4-FFF2-40B4-BE49-F238E27FC236}">
                                <a16:creationId xmlns:a16="http://schemas.microsoft.com/office/drawing/2014/main" id="{431D042F-A84F-CA68-88CA-0AD3A36590DC}"/>
                              </a:ext>
                            </a:extLst>
                          </p:cNvPr>
                          <p:cNvGrpSpPr/>
                          <p:nvPr/>
                        </p:nvGrpSpPr>
                        <p:grpSpPr>
                          <a:xfrm>
                            <a:off x="2970212" y="4724400"/>
                            <a:ext cx="731520" cy="365760"/>
                            <a:chOff x="2970212" y="4724400"/>
                            <a:chExt cx="731520" cy="365760"/>
                          </a:xfrm>
                        </p:grpSpPr>
                        <p:sp>
                          <p:nvSpPr>
                            <p:cNvPr id="198" name="Rectangle 197">
                              <a:extLst>
                                <a:ext uri="{FF2B5EF4-FFF2-40B4-BE49-F238E27FC236}">
                                  <a16:creationId xmlns:a16="http://schemas.microsoft.com/office/drawing/2014/main" id="{CC2DEEA2-3C2C-B5FE-1EC3-1B7202F1DBA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9" name="Rectangle 198">
                              <a:extLst>
                                <a:ext uri="{FF2B5EF4-FFF2-40B4-BE49-F238E27FC236}">
                                  <a16:creationId xmlns:a16="http://schemas.microsoft.com/office/drawing/2014/main" id="{1017E713-0627-DEAD-B247-2E4AEB8C4F6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96" name="Rectangle 195">
                            <a:extLst>
                              <a:ext uri="{FF2B5EF4-FFF2-40B4-BE49-F238E27FC236}">
                                <a16:creationId xmlns:a16="http://schemas.microsoft.com/office/drawing/2014/main" id="{A97A5EC1-CCC0-FF66-87CF-011BF6811F5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7" name="Rectangle 196">
                            <a:extLst>
                              <a:ext uri="{FF2B5EF4-FFF2-40B4-BE49-F238E27FC236}">
                                <a16:creationId xmlns:a16="http://schemas.microsoft.com/office/drawing/2014/main" id="{E2A63448-01BF-F7A2-4095-E5ABBCC3E0EC}"/>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89" name="Group 188">
                          <a:extLst>
                            <a:ext uri="{FF2B5EF4-FFF2-40B4-BE49-F238E27FC236}">
                              <a16:creationId xmlns:a16="http://schemas.microsoft.com/office/drawing/2014/main" id="{4A707F49-16A4-0C88-EE34-107A4B1EEA5C}"/>
                            </a:ext>
                          </a:extLst>
                        </p:cNvPr>
                        <p:cNvGrpSpPr/>
                        <p:nvPr/>
                      </p:nvGrpSpPr>
                      <p:grpSpPr>
                        <a:xfrm>
                          <a:off x="3701732" y="4724400"/>
                          <a:ext cx="731520" cy="731520"/>
                          <a:chOff x="2970212" y="4724400"/>
                          <a:chExt cx="731520" cy="731520"/>
                        </a:xfrm>
                      </p:grpSpPr>
                      <p:grpSp>
                        <p:nvGrpSpPr>
                          <p:cNvPr id="190" name="Group 189">
                            <a:extLst>
                              <a:ext uri="{FF2B5EF4-FFF2-40B4-BE49-F238E27FC236}">
                                <a16:creationId xmlns:a16="http://schemas.microsoft.com/office/drawing/2014/main" id="{C93437FD-810A-D71F-E7CA-C296E74AF877}"/>
                              </a:ext>
                            </a:extLst>
                          </p:cNvPr>
                          <p:cNvGrpSpPr/>
                          <p:nvPr/>
                        </p:nvGrpSpPr>
                        <p:grpSpPr>
                          <a:xfrm>
                            <a:off x="2970212" y="4724400"/>
                            <a:ext cx="731520" cy="365760"/>
                            <a:chOff x="2970212" y="4724400"/>
                            <a:chExt cx="731520" cy="365760"/>
                          </a:xfrm>
                        </p:grpSpPr>
                        <p:sp>
                          <p:nvSpPr>
                            <p:cNvPr id="193" name="Rectangle 192">
                              <a:extLst>
                                <a:ext uri="{FF2B5EF4-FFF2-40B4-BE49-F238E27FC236}">
                                  <a16:creationId xmlns:a16="http://schemas.microsoft.com/office/drawing/2014/main" id="{16601E4F-752C-67A7-9203-F21ED3F49F2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4" name="Rectangle 193">
                              <a:extLst>
                                <a:ext uri="{FF2B5EF4-FFF2-40B4-BE49-F238E27FC236}">
                                  <a16:creationId xmlns:a16="http://schemas.microsoft.com/office/drawing/2014/main" id="{EFA43D22-31DC-83B0-C0B3-3E8C77A1781D}"/>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91" name="Rectangle 190">
                            <a:extLst>
                              <a:ext uri="{FF2B5EF4-FFF2-40B4-BE49-F238E27FC236}">
                                <a16:creationId xmlns:a16="http://schemas.microsoft.com/office/drawing/2014/main" id="{2F2B9DD5-4336-DEF7-8B49-8150F6272C2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2" name="Rectangle 191">
                            <a:extLst>
                              <a:ext uri="{FF2B5EF4-FFF2-40B4-BE49-F238E27FC236}">
                                <a16:creationId xmlns:a16="http://schemas.microsoft.com/office/drawing/2014/main" id="{B52364F4-A4B9-A06E-9F6F-FC2250A327B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nvGrpSpPr>
                <p:cNvPr id="292" name="Group 291">
                  <a:extLst>
                    <a:ext uri="{FF2B5EF4-FFF2-40B4-BE49-F238E27FC236}">
                      <a16:creationId xmlns:a16="http://schemas.microsoft.com/office/drawing/2014/main" id="{9A6CA6B9-AA75-0505-799F-E25C7B1B8AD0}"/>
                    </a:ext>
                  </a:extLst>
                </p:cNvPr>
                <p:cNvGrpSpPr/>
                <p:nvPr/>
              </p:nvGrpSpPr>
              <p:grpSpPr>
                <a:xfrm>
                  <a:off x="7984172" y="3124200"/>
                  <a:ext cx="2926080" cy="2926080"/>
                  <a:chOff x="2132012" y="3124200"/>
                  <a:chExt cx="2926080" cy="2926080"/>
                </a:xfrm>
              </p:grpSpPr>
              <p:grpSp>
                <p:nvGrpSpPr>
                  <p:cNvPr id="293" name="Group 292">
                    <a:extLst>
                      <a:ext uri="{FF2B5EF4-FFF2-40B4-BE49-F238E27FC236}">
                        <a16:creationId xmlns:a16="http://schemas.microsoft.com/office/drawing/2014/main" id="{BE73FA84-4F6B-A398-FEB9-8BF7CD332373}"/>
                      </a:ext>
                    </a:extLst>
                  </p:cNvPr>
                  <p:cNvGrpSpPr/>
                  <p:nvPr/>
                </p:nvGrpSpPr>
                <p:grpSpPr>
                  <a:xfrm>
                    <a:off x="2132012" y="3124200"/>
                    <a:ext cx="2926080" cy="1463040"/>
                    <a:chOff x="2970212" y="4724400"/>
                    <a:chExt cx="2926080" cy="1463040"/>
                  </a:xfrm>
                </p:grpSpPr>
                <p:grpSp>
                  <p:nvGrpSpPr>
                    <p:cNvPr id="349" name="Group 348">
                      <a:extLst>
                        <a:ext uri="{FF2B5EF4-FFF2-40B4-BE49-F238E27FC236}">
                          <a16:creationId xmlns:a16="http://schemas.microsoft.com/office/drawing/2014/main" id="{5BDCFEAC-65E5-AC9D-FC54-D921B8B50B47}"/>
                        </a:ext>
                      </a:extLst>
                    </p:cNvPr>
                    <p:cNvGrpSpPr/>
                    <p:nvPr/>
                  </p:nvGrpSpPr>
                  <p:grpSpPr>
                    <a:xfrm>
                      <a:off x="2970212" y="4724400"/>
                      <a:ext cx="1463040" cy="1463040"/>
                      <a:chOff x="2970212" y="4724400"/>
                      <a:chExt cx="1463040" cy="1463040"/>
                    </a:xfrm>
                  </p:grpSpPr>
                  <p:grpSp>
                    <p:nvGrpSpPr>
                      <p:cNvPr id="377" name="Group 376">
                        <a:extLst>
                          <a:ext uri="{FF2B5EF4-FFF2-40B4-BE49-F238E27FC236}">
                            <a16:creationId xmlns:a16="http://schemas.microsoft.com/office/drawing/2014/main" id="{B8A4190C-5F72-3BC2-DCDD-A52C26582A76}"/>
                          </a:ext>
                        </a:extLst>
                      </p:cNvPr>
                      <p:cNvGrpSpPr/>
                      <p:nvPr/>
                    </p:nvGrpSpPr>
                    <p:grpSpPr>
                      <a:xfrm>
                        <a:off x="2970212" y="4724400"/>
                        <a:ext cx="1463040" cy="731520"/>
                        <a:chOff x="2970212" y="4724400"/>
                        <a:chExt cx="1463040" cy="731520"/>
                      </a:xfrm>
                    </p:grpSpPr>
                    <p:grpSp>
                      <p:nvGrpSpPr>
                        <p:cNvPr id="391" name="Group 390">
                          <a:extLst>
                            <a:ext uri="{FF2B5EF4-FFF2-40B4-BE49-F238E27FC236}">
                              <a16:creationId xmlns:a16="http://schemas.microsoft.com/office/drawing/2014/main" id="{2DAF74F5-B8ED-4C8C-D3F4-BCA6A6CAB990}"/>
                            </a:ext>
                          </a:extLst>
                        </p:cNvPr>
                        <p:cNvGrpSpPr/>
                        <p:nvPr/>
                      </p:nvGrpSpPr>
                      <p:grpSpPr>
                        <a:xfrm>
                          <a:off x="2970212" y="4724400"/>
                          <a:ext cx="731520" cy="731520"/>
                          <a:chOff x="2970212" y="4724400"/>
                          <a:chExt cx="731520" cy="731520"/>
                        </a:xfrm>
                      </p:grpSpPr>
                      <p:grpSp>
                        <p:nvGrpSpPr>
                          <p:cNvPr id="398" name="Group 397">
                            <a:extLst>
                              <a:ext uri="{FF2B5EF4-FFF2-40B4-BE49-F238E27FC236}">
                                <a16:creationId xmlns:a16="http://schemas.microsoft.com/office/drawing/2014/main" id="{13FF7777-03CD-BE93-EDCE-ADE3B51B783B}"/>
                              </a:ext>
                            </a:extLst>
                          </p:cNvPr>
                          <p:cNvGrpSpPr/>
                          <p:nvPr/>
                        </p:nvGrpSpPr>
                        <p:grpSpPr>
                          <a:xfrm>
                            <a:off x="2970212" y="4724400"/>
                            <a:ext cx="731520" cy="365760"/>
                            <a:chOff x="2970212" y="4724400"/>
                            <a:chExt cx="731520" cy="365760"/>
                          </a:xfrm>
                        </p:grpSpPr>
                        <p:sp>
                          <p:nvSpPr>
                            <p:cNvPr id="401" name="Rectangle 400">
                              <a:extLst>
                                <a:ext uri="{FF2B5EF4-FFF2-40B4-BE49-F238E27FC236}">
                                  <a16:creationId xmlns:a16="http://schemas.microsoft.com/office/drawing/2014/main" id="{F316A1F2-8BAE-6B56-346A-6FC89A018E0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2" name="Rectangle 401">
                              <a:extLst>
                                <a:ext uri="{FF2B5EF4-FFF2-40B4-BE49-F238E27FC236}">
                                  <a16:creationId xmlns:a16="http://schemas.microsoft.com/office/drawing/2014/main" id="{36A571F7-B78E-96BC-6864-5899B4B86FF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99" name="Rectangle 398">
                            <a:extLst>
                              <a:ext uri="{FF2B5EF4-FFF2-40B4-BE49-F238E27FC236}">
                                <a16:creationId xmlns:a16="http://schemas.microsoft.com/office/drawing/2014/main" id="{60505AAF-5D19-BBD8-3F97-4BFC04A395B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0" name="Rectangle 399">
                            <a:extLst>
                              <a:ext uri="{FF2B5EF4-FFF2-40B4-BE49-F238E27FC236}">
                                <a16:creationId xmlns:a16="http://schemas.microsoft.com/office/drawing/2014/main" id="{E0BEE075-9657-665A-829B-B43D45A9890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92" name="Group 391">
                          <a:extLst>
                            <a:ext uri="{FF2B5EF4-FFF2-40B4-BE49-F238E27FC236}">
                              <a16:creationId xmlns:a16="http://schemas.microsoft.com/office/drawing/2014/main" id="{C3D63536-57E3-D868-63B8-0791ACC52D2E}"/>
                            </a:ext>
                          </a:extLst>
                        </p:cNvPr>
                        <p:cNvGrpSpPr/>
                        <p:nvPr/>
                      </p:nvGrpSpPr>
                      <p:grpSpPr>
                        <a:xfrm>
                          <a:off x="3701732" y="4724400"/>
                          <a:ext cx="731520" cy="731520"/>
                          <a:chOff x="2970212" y="4724400"/>
                          <a:chExt cx="731520" cy="731520"/>
                        </a:xfrm>
                      </p:grpSpPr>
                      <p:grpSp>
                        <p:nvGrpSpPr>
                          <p:cNvPr id="393" name="Group 392">
                            <a:extLst>
                              <a:ext uri="{FF2B5EF4-FFF2-40B4-BE49-F238E27FC236}">
                                <a16:creationId xmlns:a16="http://schemas.microsoft.com/office/drawing/2014/main" id="{F822152E-34A9-1241-EA83-2C799FAC253F}"/>
                              </a:ext>
                            </a:extLst>
                          </p:cNvPr>
                          <p:cNvGrpSpPr/>
                          <p:nvPr/>
                        </p:nvGrpSpPr>
                        <p:grpSpPr>
                          <a:xfrm>
                            <a:off x="2970212" y="4724400"/>
                            <a:ext cx="731520" cy="365760"/>
                            <a:chOff x="2970212" y="4724400"/>
                            <a:chExt cx="731520" cy="365760"/>
                          </a:xfrm>
                        </p:grpSpPr>
                        <p:sp>
                          <p:nvSpPr>
                            <p:cNvPr id="396" name="Rectangle 395">
                              <a:extLst>
                                <a:ext uri="{FF2B5EF4-FFF2-40B4-BE49-F238E27FC236}">
                                  <a16:creationId xmlns:a16="http://schemas.microsoft.com/office/drawing/2014/main" id="{2DC70C7C-B482-A82F-281F-8A76FA53D48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7" name="Rectangle 396">
                              <a:extLst>
                                <a:ext uri="{FF2B5EF4-FFF2-40B4-BE49-F238E27FC236}">
                                  <a16:creationId xmlns:a16="http://schemas.microsoft.com/office/drawing/2014/main" id="{AF9CFDD6-53BE-D84F-651A-E1A2AA27155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94" name="Rectangle 393">
                            <a:extLst>
                              <a:ext uri="{FF2B5EF4-FFF2-40B4-BE49-F238E27FC236}">
                                <a16:creationId xmlns:a16="http://schemas.microsoft.com/office/drawing/2014/main" id="{9A4C9636-090F-430B-B70A-CF02D3D2788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5" name="Rectangle 394">
                            <a:extLst>
                              <a:ext uri="{FF2B5EF4-FFF2-40B4-BE49-F238E27FC236}">
                                <a16:creationId xmlns:a16="http://schemas.microsoft.com/office/drawing/2014/main" id="{A0CC7B8E-F661-4EC0-D85F-98828284FD6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78" name="Group 377">
                        <a:extLst>
                          <a:ext uri="{FF2B5EF4-FFF2-40B4-BE49-F238E27FC236}">
                            <a16:creationId xmlns:a16="http://schemas.microsoft.com/office/drawing/2014/main" id="{F4A11FD2-21BA-D543-3022-338CB20E8BE2}"/>
                          </a:ext>
                        </a:extLst>
                      </p:cNvPr>
                      <p:cNvGrpSpPr/>
                      <p:nvPr/>
                    </p:nvGrpSpPr>
                    <p:grpSpPr>
                      <a:xfrm>
                        <a:off x="2970212" y="5455920"/>
                        <a:ext cx="1463040" cy="731520"/>
                        <a:chOff x="2970212" y="4724400"/>
                        <a:chExt cx="1463040" cy="731520"/>
                      </a:xfrm>
                    </p:grpSpPr>
                    <p:grpSp>
                      <p:nvGrpSpPr>
                        <p:cNvPr id="379" name="Group 378">
                          <a:extLst>
                            <a:ext uri="{FF2B5EF4-FFF2-40B4-BE49-F238E27FC236}">
                              <a16:creationId xmlns:a16="http://schemas.microsoft.com/office/drawing/2014/main" id="{BA6EB5DA-66E0-0998-25BD-5287BBE4F5D3}"/>
                            </a:ext>
                          </a:extLst>
                        </p:cNvPr>
                        <p:cNvGrpSpPr/>
                        <p:nvPr/>
                      </p:nvGrpSpPr>
                      <p:grpSpPr>
                        <a:xfrm>
                          <a:off x="2970212" y="4724400"/>
                          <a:ext cx="731520" cy="731520"/>
                          <a:chOff x="2970212" y="4724400"/>
                          <a:chExt cx="731520" cy="731520"/>
                        </a:xfrm>
                      </p:grpSpPr>
                      <p:grpSp>
                        <p:nvGrpSpPr>
                          <p:cNvPr id="386" name="Group 385">
                            <a:extLst>
                              <a:ext uri="{FF2B5EF4-FFF2-40B4-BE49-F238E27FC236}">
                                <a16:creationId xmlns:a16="http://schemas.microsoft.com/office/drawing/2014/main" id="{5D069E1C-B0CB-B7E8-F740-1224A3294B86}"/>
                              </a:ext>
                            </a:extLst>
                          </p:cNvPr>
                          <p:cNvGrpSpPr/>
                          <p:nvPr/>
                        </p:nvGrpSpPr>
                        <p:grpSpPr>
                          <a:xfrm>
                            <a:off x="2970212" y="4724400"/>
                            <a:ext cx="731520" cy="365760"/>
                            <a:chOff x="2970212" y="4724400"/>
                            <a:chExt cx="731520" cy="365760"/>
                          </a:xfrm>
                        </p:grpSpPr>
                        <p:sp>
                          <p:nvSpPr>
                            <p:cNvPr id="389" name="Rectangle 388">
                              <a:extLst>
                                <a:ext uri="{FF2B5EF4-FFF2-40B4-BE49-F238E27FC236}">
                                  <a16:creationId xmlns:a16="http://schemas.microsoft.com/office/drawing/2014/main" id="{6607725D-D756-3920-5FA8-095D78E37AC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0" name="Rectangle 389">
                              <a:extLst>
                                <a:ext uri="{FF2B5EF4-FFF2-40B4-BE49-F238E27FC236}">
                                  <a16:creationId xmlns:a16="http://schemas.microsoft.com/office/drawing/2014/main" id="{9275EBFB-26D0-091F-53C9-30512CD7461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87" name="Rectangle 386">
                            <a:extLst>
                              <a:ext uri="{FF2B5EF4-FFF2-40B4-BE49-F238E27FC236}">
                                <a16:creationId xmlns:a16="http://schemas.microsoft.com/office/drawing/2014/main" id="{560F52C2-B682-86CA-B2F8-4FB5A512B193}"/>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8" name="Rectangle 387">
                            <a:extLst>
                              <a:ext uri="{FF2B5EF4-FFF2-40B4-BE49-F238E27FC236}">
                                <a16:creationId xmlns:a16="http://schemas.microsoft.com/office/drawing/2014/main" id="{C943F446-36F0-27DC-95A4-2EACD181801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80" name="Group 379">
                          <a:extLst>
                            <a:ext uri="{FF2B5EF4-FFF2-40B4-BE49-F238E27FC236}">
                              <a16:creationId xmlns:a16="http://schemas.microsoft.com/office/drawing/2014/main" id="{7D6BCE38-1A21-0331-B86F-377FCDFE9287}"/>
                            </a:ext>
                          </a:extLst>
                        </p:cNvPr>
                        <p:cNvGrpSpPr/>
                        <p:nvPr/>
                      </p:nvGrpSpPr>
                      <p:grpSpPr>
                        <a:xfrm>
                          <a:off x="3701732" y="4724400"/>
                          <a:ext cx="731520" cy="731520"/>
                          <a:chOff x="2970212" y="4724400"/>
                          <a:chExt cx="731520" cy="731520"/>
                        </a:xfrm>
                      </p:grpSpPr>
                      <p:grpSp>
                        <p:nvGrpSpPr>
                          <p:cNvPr id="381" name="Group 380">
                            <a:extLst>
                              <a:ext uri="{FF2B5EF4-FFF2-40B4-BE49-F238E27FC236}">
                                <a16:creationId xmlns:a16="http://schemas.microsoft.com/office/drawing/2014/main" id="{1859EC56-9B41-69AD-6D9B-DB7BBB37E567}"/>
                              </a:ext>
                            </a:extLst>
                          </p:cNvPr>
                          <p:cNvGrpSpPr/>
                          <p:nvPr/>
                        </p:nvGrpSpPr>
                        <p:grpSpPr>
                          <a:xfrm>
                            <a:off x="2970212" y="4724400"/>
                            <a:ext cx="731520" cy="365760"/>
                            <a:chOff x="2970212" y="4724400"/>
                            <a:chExt cx="731520" cy="365760"/>
                          </a:xfrm>
                        </p:grpSpPr>
                        <p:sp>
                          <p:nvSpPr>
                            <p:cNvPr id="384" name="Rectangle 383">
                              <a:extLst>
                                <a:ext uri="{FF2B5EF4-FFF2-40B4-BE49-F238E27FC236}">
                                  <a16:creationId xmlns:a16="http://schemas.microsoft.com/office/drawing/2014/main" id="{5BB634CA-CB51-74D5-9389-6E20167AA89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5" name="Rectangle 384">
                              <a:extLst>
                                <a:ext uri="{FF2B5EF4-FFF2-40B4-BE49-F238E27FC236}">
                                  <a16:creationId xmlns:a16="http://schemas.microsoft.com/office/drawing/2014/main" id="{416B7B37-87B6-651D-3521-BEE2C3587E8F}"/>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82" name="Rectangle 381">
                            <a:extLst>
                              <a:ext uri="{FF2B5EF4-FFF2-40B4-BE49-F238E27FC236}">
                                <a16:creationId xmlns:a16="http://schemas.microsoft.com/office/drawing/2014/main" id="{8E4DB480-2577-37FD-5E5F-7AA80551929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3" name="Rectangle 382">
                            <a:extLst>
                              <a:ext uri="{FF2B5EF4-FFF2-40B4-BE49-F238E27FC236}">
                                <a16:creationId xmlns:a16="http://schemas.microsoft.com/office/drawing/2014/main" id="{E2294DD4-93DB-C6A2-3A77-73802302BCF3}"/>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350" name="Group 349">
                      <a:extLst>
                        <a:ext uri="{FF2B5EF4-FFF2-40B4-BE49-F238E27FC236}">
                          <a16:creationId xmlns:a16="http://schemas.microsoft.com/office/drawing/2014/main" id="{453F4548-23AC-F4DB-F10B-796F61381B20}"/>
                        </a:ext>
                      </a:extLst>
                    </p:cNvPr>
                    <p:cNvGrpSpPr/>
                    <p:nvPr/>
                  </p:nvGrpSpPr>
                  <p:grpSpPr>
                    <a:xfrm>
                      <a:off x="4433252" y="4724400"/>
                      <a:ext cx="1463040" cy="1463040"/>
                      <a:chOff x="2970212" y="4724400"/>
                      <a:chExt cx="1463040" cy="1463040"/>
                    </a:xfrm>
                  </p:grpSpPr>
                  <p:grpSp>
                    <p:nvGrpSpPr>
                      <p:cNvPr id="351" name="Group 350">
                        <a:extLst>
                          <a:ext uri="{FF2B5EF4-FFF2-40B4-BE49-F238E27FC236}">
                            <a16:creationId xmlns:a16="http://schemas.microsoft.com/office/drawing/2014/main" id="{7ACF60A2-B443-8C6F-EE3E-46EC70F2990D}"/>
                          </a:ext>
                        </a:extLst>
                      </p:cNvPr>
                      <p:cNvGrpSpPr/>
                      <p:nvPr/>
                    </p:nvGrpSpPr>
                    <p:grpSpPr>
                      <a:xfrm>
                        <a:off x="2970212" y="4724400"/>
                        <a:ext cx="1463040" cy="731520"/>
                        <a:chOff x="2970212" y="4724400"/>
                        <a:chExt cx="1463040" cy="731520"/>
                      </a:xfrm>
                    </p:grpSpPr>
                    <p:grpSp>
                      <p:nvGrpSpPr>
                        <p:cNvPr id="365" name="Group 364">
                          <a:extLst>
                            <a:ext uri="{FF2B5EF4-FFF2-40B4-BE49-F238E27FC236}">
                              <a16:creationId xmlns:a16="http://schemas.microsoft.com/office/drawing/2014/main" id="{17E3139F-1247-8F81-B35F-02E061C4DAD9}"/>
                            </a:ext>
                          </a:extLst>
                        </p:cNvPr>
                        <p:cNvGrpSpPr/>
                        <p:nvPr/>
                      </p:nvGrpSpPr>
                      <p:grpSpPr>
                        <a:xfrm>
                          <a:off x="2970212" y="4724400"/>
                          <a:ext cx="731520" cy="731520"/>
                          <a:chOff x="2970212" y="4724400"/>
                          <a:chExt cx="731520" cy="731520"/>
                        </a:xfrm>
                      </p:grpSpPr>
                      <p:grpSp>
                        <p:nvGrpSpPr>
                          <p:cNvPr id="372" name="Group 371">
                            <a:extLst>
                              <a:ext uri="{FF2B5EF4-FFF2-40B4-BE49-F238E27FC236}">
                                <a16:creationId xmlns:a16="http://schemas.microsoft.com/office/drawing/2014/main" id="{88E53927-6D2F-7585-98A1-04FD2DC6F5A1}"/>
                              </a:ext>
                            </a:extLst>
                          </p:cNvPr>
                          <p:cNvGrpSpPr/>
                          <p:nvPr/>
                        </p:nvGrpSpPr>
                        <p:grpSpPr>
                          <a:xfrm>
                            <a:off x="2970212" y="4724400"/>
                            <a:ext cx="731520" cy="365760"/>
                            <a:chOff x="2970212" y="4724400"/>
                            <a:chExt cx="731520" cy="365760"/>
                          </a:xfrm>
                        </p:grpSpPr>
                        <p:sp>
                          <p:nvSpPr>
                            <p:cNvPr id="375" name="Rectangle 374">
                              <a:extLst>
                                <a:ext uri="{FF2B5EF4-FFF2-40B4-BE49-F238E27FC236}">
                                  <a16:creationId xmlns:a16="http://schemas.microsoft.com/office/drawing/2014/main" id="{7DC2E484-268E-BD11-63A2-A309CC8FAAFA}"/>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6" name="Rectangle 375">
                              <a:extLst>
                                <a:ext uri="{FF2B5EF4-FFF2-40B4-BE49-F238E27FC236}">
                                  <a16:creationId xmlns:a16="http://schemas.microsoft.com/office/drawing/2014/main" id="{235834B4-4132-5003-FFB6-D6109A87DF8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73" name="Rectangle 372">
                            <a:extLst>
                              <a:ext uri="{FF2B5EF4-FFF2-40B4-BE49-F238E27FC236}">
                                <a16:creationId xmlns:a16="http://schemas.microsoft.com/office/drawing/2014/main" id="{52CEE0EC-F4DE-F72F-5528-C4C7A9764660}"/>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4" name="Rectangle 373">
                            <a:extLst>
                              <a:ext uri="{FF2B5EF4-FFF2-40B4-BE49-F238E27FC236}">
                                <a16:creationId xmlns:a16="http://schemas.microsoft.com/office/drawing/2014/main" id="{F3580D2A-9868-C365-6AC8-0C9BF9D1AE5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66" name="Group 365">
                          <a:extLst>
                            <a:ext uri="{FF2B5EF4-FFF2-40B4-BE49-F238E27FC236}">
                              <a16:creationId xmlns:a16="http://schemas.microsoft.com/office/drawing/2014/main" id="{98275637-279B-BE65-398B-1AA77DD9ED96}"/>
                            </a:ext>
                          </a:extLst>
                        </p:cNvPr>
                        <p:cNvGrpSpPr/>
                        <p:nvPr/>
                      </p:nvGrpSpPr>
                      <p:grpSpPr>
                        <a:xfrm>
                          <a:off x="3701732" y="4724400"/>
                          <a:ext cx="731520" cy="731520"/>
                          <a:chOff x="2970212" y="4724400"/>
                          <a:chExt cx="731520" cy="731520"/>
                        </a:xfrm>
                      </p:grpSpPr>
                      <p:grpSp>
                        <p:nvGrpSpPr>
                          <p:cNvPr id="367" name="Group 366">
                            <a:extLst>
                              <a:ext uri="{FF2B5EF4-FFF2-40B4-BE49-F238E27FC236}">
                                <a16:creationId xmlns:a16="http://schemas.microsoft.com/office/drawing/2014/main" id="{0D8E0C1A-AF3A-642E-A58D-AD40A8AB4D09}"/>
                              </a:ext>
                            </a:extLst>
                          </p:cNvPr>
                          <p:cNvGrpSpPr/>
                          <p:nvPr/>
                        </p:nvGrpSpPr>
                        <p:grpSpPr>
                          <a:xfrm>
                            <a:off x="2970212" y="4724400"/>
                            <a:ext cx="731520" cy="365760"/>
                            <a:chOff x="2970212" y="4724400"/>
                            <a:chExt cx="731520" cy="365760"/>
                          </a:xfrm>
                        </p:grpSpPr>
                        <p:sp>
                          <p:nvSpPr>
                            <p:cNvPr id="370" name="Rectangle 369">
                              <a:extLst>
                                <a:ext uri="{FF2B5EF4-FFF2-40B4-BE49-F238E27FC236}">
                                  <a16:creationId xmlns:a16="http://schemas.microsoft.com/office/drawing/2014/main" id="{BFF05082-E114-63E9-8FE7-4AAF69AD70B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1" name="Rectangle 370">
                              <a:extLst>
                                <a:ext uri="{FF2B5EF4-FFF2-40B4-BE49-F238E27FC236}">
                                  <a16:creationId xmlns:a16="http://schemas.microsoft.com/office/drawing/2014/main" id="{07B88583-F2EF-79A6-03D2-F8644FC0189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68" name="Rectangle 367">
                            <a:extLst>
                              <a:ext uri="{FF2B5EF4-FFF2-40B4-BE49-F238E27FC236}">
                                <a16:creationId xmlns:a16="http://schemas.microsoft.com/office/drawing/2014/main" id="{DE9577D5-D7A0-578F-F831-C1866C6FA1B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9" name="Rectangle 368">
                            <a:extLst>
                              <a:ext uri="{FF2B5EF4-FFF2-40B4-BE49-F238E27FC236}">
                                <a16:creationId xmlns:a16="http://schemas.microsoft.com/office/drawing/2014/main" id="{3AE89D77-6E20-D332-8A1C-3AB80B9E223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52" name="Group 351">
                        <a:extLst>
                          <a:ext uri="{FF2B5EF4-FFF2-40B4-BE49-F238E27FC236}">
                            <a16:creationId xmlns:a16="http://schemas.microsoft.com/office/drawing/2014/main" id="{C6FAB756-3C0B-33CD-7F1F-F0495C5196AB}"/>
                          </a:ext>
                        </a:extLst>
                      </p:cNvPr>
                      <p:cNvGrpSpPr/>
                      <p:nvPr/>
                    </p:nvGrpSpPr>
                    <p:grpSpPr>
                      <a:xfrm>
                        <a:off x="2970212" y="5455920"/>
                        <a:ext cx="1463040" cy="731520"/>
                        <a:chOff x="2970212" y="4724400"/>
                        <a:chExt cx="1463040" cy="731520"/>
                      </a:xfrm>
                    </p:grpSpPr>
                    <p:grpSp>
                      <p:nvGrpSpPr>
                        <p:cNvPr id="353" name="Group 352">
                          <a:extLst>
                            <a:ext uri="{FF2B5EF4-FFF2-40B4-BE49-F238E27FC236}">
                              <a16:creationId xmlns:a16="http://schemas.microsoft.com/office/drawing/2014/main" id="{02A84719-1F98-74E3-82DB-C4B7E2096DDB}"/>
                            </a:ext>
                          </a:extLst>
                        </p:cNvPr>
                        <p:cNvGrpSpPr/>
                        <p:nvPr/>
                      </p:nvGrpSpPr>
                      <p:grpSpPr>
                        <a:xfrm>
                          <a:off x="2970212" y="4724400"/>
                          <a:ext cx="731520" cy="731520"/>
                          <a:chOff x="2970212" y="4724400"/>
                          <a:chExt cx="731520" cy="731520"/>
                        </a:xfrm>
                      </p:grpSpPr>
                      <p:grpSp>
                        <p:nvGrpSpPr>
                          <p:cNvPr id="360" name="Group 359">
                            <a:extLst>
                              <a:ext uri="{FF2B5EF4-FFF2-40B4-BE49-F238E27FC236}">
                                <a16:creationId xmlns:a16="http://schemas.microsoft.com/office/drawing/2014/main" id="{C21AD923-A8C0-8EC9-389F-729BD1EFAAA5}"/>
                              </a:ext>
                            </a:extLst>
                          </p:cNvPr>
                          <p:cNvGrpSpPr/>
                          <p:nvPr/>
                        </p:nvGrpSpPr>
                        <p:grpSpPr>
                          <a:xfrm>
                            <a:off x="2970212" y="4724400"/>
                            <a:ext cx="731520" cy="365760"/>
                            <a:chOff x="2970212" y="4724400"/>
                            <a:chExt cx="731520" cy="365760"/>
                          </a:xfrm>
                        </p:grpSpPr>
                        <p:sp>
                          <p:nvSpPr>
                            <p:cNvPr id="363" name="Rectangle 362">
                              <a:extLst>
                                <a:ext uri="{FF2B5EF4-FFF2-40B4-BE49-F238E27FC236}">
                                  <a16:creationId xmlns:a16="http://schemas.microsoft.com/office/drawing/2014/main" id="{4B964868-AD90-F1A2-79BE-AB54B0275EE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4" name="Rectangle 363">
                              <a:extLst>
                                <a:ext uri="{FF2B5EF4-FFF2-40B4-BE49-F238E27FC236}">
                                  <a16:creationId xmlns:a16="http://schemas.microsoft.com/office/drawing/2014/main" id="{CC9ABC8F-7EBA-53FC-E452-9DFD63819AC4}"/>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61" name="Rectangle 360">
                            <a:extLst>
                              <a:ext uri="{FF2B5EF4-FFF2-40B4-BE49-F238E27FC236}">
                                <a16:creationId xmlns:a16="http://schemas.microsoft.com/office/drawing/2014/main" id="{9AE2B285-E514-6E6A-1A0B-110053E7950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2" name="Rectangle 361">
                            <a:extLst>
                              <a:ext uri="{FF2B5EF4-FFF2-40B4-BE49-F238E27FC236}">
                                <a16:creationId xmlns:a16="http://schemas.microsoft.com/office/drawing/2014/main" id="{5B431E27-5DA0-62CD-4C40-FDA68E264B6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54" name="Group 353">
                          <a:extLst>
                            <a:ext uri="{FF2B5EF4-FFF2-40B4-BE49-F238E27FC236}">
                              <a16:creationId xmlns:a16="http://schemas.microsoft.com/office/drawing/2014/main" id="{0A36CF56-80CA-9082-5040-81CA79E367D1}"/>
                            </a:ext>
                          </a:extLst>
                        </p:cNvPr>
                        <p:cNvGrpSpPr/>
                        <p:nvPr/>
                      </p:nvGrpSpPr>
                      <p:grpSpPr>
                        <a:xfrm>
                          <a:off x="3701732" y="4724400"/>
                          <a:ext cx="731520" cy="731520"/>
                          <a:chOff x="2970212" y="4724400"/>
                          <a:chExt cx="731520" cy="731520"/>
                        </a:xfrm>
                      </p:grpSpPr>
                      <p:grpSp>
                        <p:nvGrpSpPr>
                          <p:cNvPr id="355" name="Group 354">
                            <a:extLst>
                              <a:ext uri="{FF2B5EF4-FFF2-40B4-BE49-F238E27FC236}">
                                <a16:creationId xmlns:a16="http://schemas.microsoft.com/office/drawing/2014/main" id="{FDE87C27-78E5-F363-BBD1-26D2D62C7146}"/>
                              </a:ext>
                            </a:extLst>
                          </p:cNvPr>
                          <p:cNvGrpSpPr/>
                          <p:nvPr/>
                        </p:nvGrpSpPr>
                        <p:grpSpPr>
                          <a:xfrm>
                            <a:off x="2970212" y="4724400"/>
                            <a:ext cx="731520" cy="365760"/>
                            <a:chOff x="2970212" y="4724400"/>
                            <a:chExt cx="731520" cy="365760"/>
                          </a:xfrm>
                        </p:grpSpPr>
                        <p:sp>
                          <p:nvSpPr>
                            <p:cNvPr id="358" name="Rectangle 357">
                              <a:extLst>
                                <a:ext uri="{FF2B5EF4-FFF2-40B4-BE49-F238E27FC236}">
                                  <a16:creationId xmlns:a16="http://schemas.microsoft.com/office/drawing/2014/main" id="{69A22D26-EBFA-567F-D5F6-C330536859B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9" name="Rectangle 358">
                              <a:extLst>
                                <a:ext uri="{FF2B5EF4-FFF2-40B4-BE49-F238E27FC236}">
                                  <a16:creationId xmlns:a16="http://schemas.microsoft.com/office/drawing/2014/main" id="{34316F32-3A27-5E17-F713-4EC9085168E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56" name="Rectangle 355">
                            <a:extLst>
                              <a:ext uri="{FF2B5EF4-FFF2-40B4-BE49-F238E27FC236}">
                                <a16:creationId xmlns:a16="http://schemas.microsoft.com/office/drawing/2014/main" id="{FE2C0F78-456E-0051-D42D-86A0B1A2255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7" name="Rectangle 356">
                            <a:extLst>
                              <a:ext uri="{FF2B5EF4-FFF2-40B4-BE49-F238E27FC236}">
                                <a16:creationId xmlns:a16="http://schemas.microsoft.com/office/drawing/2014/main" id="{C22C50E3-881B-86FA-2F2B-0D98B3F7250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294" name="Group 293">
                    <a:extLst>
                      <a:ext uri="{FF2B5EF4-FFF2-40B4-BE49-F238E27FC236}">
                        <a16:creationId xmlns:a16="http://schemas.microsoft.com/office/drawing/2014/main" id="{5451AC70-07A6-B65D-B13C-E69A7F9742E3}"/>
                      </a:ext>
                    </a:extLst>
                  </p:cNvPr>
                  <p:cNvGrpSpPr/>
                  <p:nvPr/>
                </p:nvGrpSpPr>
                <p:grpSpPr>
                  <a:xfrm>
                    <a:off x="2132012" y="4587240"/>
                    <a:ext cx="2926080" cy="1463040"/>
                    <a:chOff x="2970212" y="4724400"/>
                    <a:chExt cx="2926080" cy="1463040"/>
                  </a:xfrm>
                </p:grpSpPr>
                <p:grpSp>
                  <p:nvGrpSpPr>
                    <p:cNvPr id="295" name="Group 294">
                      <a:extLst>
                        <a:ext uri="{FF2B5EF4-FFF2-40B4-BE49-F238E27FC236}">
                          <a16:creationId xmlns:a16="http://schemas.microsoft.com/office/drawing/2014/main" id="{06173395-B9A0-3C95-FFF3-F148C19A8B25}"/>
                        </a:ext>
                      </a:extLst>
                    </p:cNvPr>
                    <p:cNvGrpSpPr/>
                    <p:nvPr/>
                  </p:nvGrpSpPr>
                  <p:grpSpPr>
                    <a:xfrm>
                      <a:off x="2970212" y="4724400"/>
                      <a:ext cx="1463040" cy="1463040"/>
                      <a:chOff x="2970212" y="4724400"/>
                      <a:chExt cx="1463040" cy="1463040"/>
                    </a:xfrm>
                  </p:grpSpPr>
                  <p:grpSp>
                    <p:nvGrpSpPr>
                      <p:cNvPr id="323" name="Group 322">
                        <a:extLst>
                          <a:ext uri="{FF2B5EF4-FFF2-40B4-BE49-F238E27FC236}">
                            <a16:creationId xmlns:a16="http://schemas.microsoft.com/office/drawing/2014/main" id="{2455AEB1-56BC-CEBC-665B-2614B79DE65C}"/>
                          </a:ext>
                        </a:extLst>
                      </p:cNvPr>
                      <p:cNvGrpSpPr/>
                      <p:nvPr/>
                    </p:nvGrpSpPr>
                    <p:grpSpPr>
                      <a:xfrm>
                        <a:off x="2970212" y="4724400"/>
                        <a:ext cx="1463040" cy="731520"/>
                        <a:chOff x="2970212" y="4724400"/>
                        <a:chExt cx="1463040" cy="731520"/>
                      </a:xfrm>
                    </p:grpSpPr>
                    <p:grpSp>
                      <p:nvGrpSpPr>
                        <p:cNvPr id="337" name="Group 336">
                          <a:extLst>
                            <a:ext uri="{FF2B5EF4-FFF2-40B4-BE49-F238E27FC236}">
                              <a16:creationId xmlns:a16="http://schemas.microsoft.com/office/drawing/2014/main" id="{2701E8B9-D83E-E01A-23A7-AAC933CFCCB1}"/>
                            </a:ext>
                          </a:extLst>
                        </p:cNvPr>
                        <p:cNvGrpSpPr/>
                        <p:nvPr/>
                      </p:nvGrpSpPr>
                      <p:grpSpPr>
                        <a:xfrm>
                          <a:off x="2970212" y="4724400"/>
                          <a:ext cx="731520" cy="731520"/>
                          <a:chOff x="2970212" y="4724400"/>
                          <a:chExt cx="731520" cy="731520"/>
                        </a:xfrm>
                      </p:grpSpPr>
                      <p:grpSp>
                        <p:nvGrpSpPr>
                          <p:cNvPr id="344" name="Group 343">
                            <a:extLst>
                              <a:ext uri="{FF2B5EF4-FFF2-40B4-BE49-F238E27FC236}">
                                <a16:creationId xmlns:a16="http://schemas.microsoft.com/office/drawing/2014/main" id="{5458F26F-F6A9-690D-1DD5-AEBF39CA03A9}"/>
                              </a:ext>
                            </a:extLst>
                          </p:cNvPr>
                          <p:cNvGrpSpPr/>
                          <p:nvPr/>
                        </p:nvGrpSpPr>
                        <p:grpSpPr>
                          <a:xfrm>
                            <a:off x="2970212" y="4724400"/>
                            <a:ext cx="731520" cy="365760"/>
                            <a:chOff x="2970212" y="4724400"/>
                            <a:chExt cx="731520" cy="365760"/>
                          </a:xfrm>
                        </p:grpSpPr>
                        <p:sp>
                          <p:nvSpPr>
                            <p:cNvPr id="347" name="Rectangle 346">
                              <a:extLst>
                                <a:ext uri="{FF2B5EF4-FFF2-40B4-BE49-F238E27FC236}">
                                  <a16:creationId xmlns:a16="http://schemas.microsoft.com/office/drawing/2014/main" id="{EB02430E-D1ED-67E1-8F5A-65020847896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8" name="Rectangle 347">
                              <a:extLst>
                                <a:ext uri="{FF2B5EF4-FFF2-40B4-BE49-F238E27FC236}">
                                  <a16:creationId xmlns:a16="http://schemas.microsoft.com/office/drawing/2014/main" id="{F6D154C0-AC3C-9F20-02B3-D7F4D91F630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45" name="Rectangle 344">
                            <a:extLst>
                              <a:ext uri="{FF2B5EF4-FFF2-40B4-BE49-F238E27FC236}">
                                <a16:creationId xmlns:a16="http://schemas.microsoft.com/office/drawing/2014/main" id="{0B70A6CC-4B35-0AA0-E8C9-EB22FF46F89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6" name="Rectangle 345">
                            <a:extLst>
                              <a:ext uri="{FF2B5EF4-FFF2-40B4-BE49-F238E27FC236}">
                                <a16:creationId xmlns:a16="http://schemas.microsoft.com/office/drawing/2014/main" id="{756B6BF9-D4BB-D4C2-7F11-CED8E5FF50B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38" name="Group 337">
                          <a:extLst>
                            <a:ext uri="{FF2B5EF4-FFF2-40B4-BE49-F238E27FC236}">
                              <a16:creationId xmlns:a16="http://schemas.microsoft.com/office/drawing/2014/main" id="{1D9A6073-B6CA-B769-1D4E-28A35F9B428C}"/>
                            </a:ext>
                          </a:extLst>
                        </p:cNvPr>
                        <p:cNvGrpSpPr/>
                        <p:nvPr/>
                      </p:nvGrpSpPr>
                      <p:grpSpPr>
                        <a:xfrm>
                          <a:off x="3701732" y="4724400"/>
                          <a:ext cx="731520" cy="731520"/>
                          <a:chOff x="2970212" y="4724400"/>
                          <a:chExt cx="731520" cy="731520"/>
                        </a:xfrm>
                      </p:grpSpPr>
                      <p:grpSp>
                        <p:nvGrpSpPr>
                          <p:cNvPr id="339" name="Group 338">
                            <a:extLst>
                              <a:ext uri="{FF2B5EF4-FFF2-40B4-BE49-F238E27FC236}">
                                <a16:creationId xmlns:a16="http://schemas.microsoft.com/office/drawing/2014/main" id="{A4466672-A05A-3222-6E18-B5BA17A2AA49}"/>
                              </a:ext>
                            </a:extLst>
                          </p:cNvPr>
                          <p:cNvGrpSpPr/>
                          <p:nvPr/>
                        </p:nvGrpSpPr>
                        <p:grpSpPr>
                          <a:xfrm>
                            <a:off x="2970212" y="4724400"/>
                            <a:ext cx="731520" cy="365760"/>
                            <a:chOff x="2970212" y="4724400"/>
                            <a:chExt cx="731520" cy="365760"/>
                          </a:xfrm>
                        </p:grpSpPr>
                        <p:sp>
                          <p:nvSpPr>
                            <p:cNvPr id="342" name="Rectangle 341">
                              <a:extLst>
                                <a:ext uri="{FF2B5EF4-FFF2-40B4-BE49-F238E27FC236}">
                                  <a16:creationId xmlns:a16="http://schemas.microsoft.com/office/drawing/2014/main" id="{A6501194-9B2A-E124-7C59-A6FE53CAD23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3" name="Rectangle 342">
                              <a:extLst>
                                <a:ext uri="{FF2B5EF4-FFF2-40B4-BE49-F238E27FC236}">
                                  <a16:creationId xmlns:a16="http://schemas.microsoft.com/office/drawing/2014/main" id="{CFB1315C-90B4-99BC-BF07-2BFCCA3BC28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40" name="Rectangle 339">
                            <a:extLst>
                              <a:ext uri="{FF2B5EF4-FFF2-40B4-BE49-F238E27FC236}">
                                <a16:creationId xmlns:a16="http://schemas.microsoft.com/office/drawing/2014/main" id="{85516523-061D-EA21-8320-01804C9E638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1" name="Rectangle 340">
                            <a:extLst>
                              <a:ext uri="{FF2B5EF4-FFF2-40B4-BE49-F238E27FC236}">
                                <a16:creationId xmlns:a16="http://schemas.microsoft.com/office/drawing/2014/main" id="{D320154C-8C11-B490-91F5-2D081A1260C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24" name="Group 323">
                        <a:extLst>
                          <a:ext uri="{FF2B5EF4-FFF2-40B4-BE49-F238E27FC236}">
                            <a16:creationId xmlns:a16="http://schemas.microsoft.com/office/drawing/2014/main" id="{A9D98002-DBBB-A9BC-4B62-9C7B8B1FB5A3}"/>
                          </a:ext>
                        </a:extLst>
                      </p:cNvPr>
                      <p:cNvGrpSpPr/>
                      <p:nvPr/>
                    </p:nvGrpSpPr>
                    <p:grpSpPr>
                      <a:xfrm>
                        <a:off x="2970212" y="5455920"/>
                        <a:ext cx="1463040" cy="731520"/>
                        <a:chOff x="2970212" y="4724400"/>
                        <a:chExt cx="1463040" cy="731520"/>
                      </a:xfrm>
                    </p:grpSpPr>
                    <p:grpSp>
                      <p:nvGrpSpPr>
                        <p:cNvPr id="325" name="Group 324">
                          <a:extLst>
                            <a:ext uri="{FF2B5EF4-FFF2-40B4-BE49-F238E27FC236}">
                              <a16:creationId xmlns:a16="http://schemas.microsoft.com/office/drawing/2014/main" id="{BDD5C11D-2433-684C-553A-3E7DBDFA009B}"/>
                            </a:ext>
                          </a:extLst>
                        </p:cNvPr>
                        <p:cNvGrpSpPr/>
                        <p:nvPr/>
                      </p:nvGrpSpPr>
                      <p:grpSpPr>
                        <a:xfrm>
                          <a:off x="2970212" y="4724400"/>
                          <a:ext cx="731520" cy="731520"/>
                          <a:chOff x="2970212" y="4724400"/>
                          <a:chExt cx="731520" cy="731520"/>
                        </a:xfrm>
                      </p:grpSpPr>
                      <p:grpSp>
                        <p:nvGrpSpPr>
                          <p:cNvPr id="332" name="Group 331">
                            <a:extLst>
                              <a:ext uri="{FF2B5EF4-FFF2-40B4-BE49-F238E27FC236}">
                                <a16:creationId xmlns:a16="http://schemas.microsoft.com/office/drawing/2014/main" id="{FFB74A87-85CA-1E84-8D44-1250D1051DF8}"/>
                              </a:ext>
                            </a:extLst>
                          </p:cNvPr>
                          <p:cNvGrpSpPr/>
                          <p:nvPr/>
                        </p:nvGrpSpPr>
                        <p:grpSpPr>
                          <a:xfrm>
                            <a:off x="2970212" y="4724400"/>
                            <a:ext cx="731520" cy="365760"/>
                            <a:chOff x="2970212" y="4724400"/>
                            <a:chExt cx="731520" cy="365760"/>
                          </a:xfrm>
                        </p:grpSpPr>
                        <p:sp>
                          <p:nvSpPr>
                            <p:cNvPr id="335" name="Rectangle 334">
                              <a:extLst>
                                <a:ext uri="{FF2B5EF4-FFF2-40B4-BE49-F238E27FC236}">
                                  <a16:creationId xmlns:a16="http://schemas.microsoft.com/office/drawing/2014/main" id="{8BA4ACA3-FAFF-A371-9DB4-0DA8D29A274D}"/>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6" name="Rectangle 335">
                              <a:extLst>
                                <a:ext uri="{FF2B5EF4-FFF2-40B4-BE49-F238E27FC236}">
                                  <a16:creationId xmlns:a16="http://schemas.microsoft.com/office/drawing/2014/main" id="{311E5514-BEB1-7E94-3DDE-01345309A2F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33" name="Rectangle 332">
                            <a:extLst>
                              <a:ext uri="{FF2B5EF4-FFF2-40B4-BE49-F238E27FC236}">
                                <a16:creationId xmlns:a16="http://schemas.microsoft.com/office/drawing/2014/main" id="{46B6A354-D0F9-EE61-98F1-877D769A536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4" name="Rectangle 333">
                            <a:extLst>
                              <a:ext uri="{FF2B5EF4-FFF2-40B4-BE49-F238E27FC236}">
                                <a16:creationId xmlns:a16="http://schemas.microsoft.com/office/drawing/2014/main" id="{268BAD6F-0701-3DDE-52C5-D681153CD02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26" name="Group 325">
                          <a:extLst>
                            <a:ext uri="{FF2B5EF4-FFF2-40B4-BE49-F238E27FC236}">
                              <a16:creationId xmlns:a16="http://schemas.microsoft.com/office/drawing/2014/main" id="{4278590D-3427-D9F7-7BD3-AE8A551498BD}"/>
                            </a:ext>
                          </a:extLst>
                        </p:cNvPr>
                        <p:cNvGrpSpPr/>
                        <p:nvPr/>
                      </p:nvGrpSpPr>
                      <p:grpSpPr>
                        <a:xfrm>
                          <a:off x="3701732" y="4724400"/>
                          <a:ext cx="731520" cy="731520"/>
                          <a:chOff x="2970212" y="4724400"/>
                          <a:chExt cx="731520" cy="731520"/>
                        </a:xfrm>
                      </p:grpSpPr>
                      <p:grpSp>
                        <p:nvGrpSpPr>
                          <p:cNvPr id="327" name="Group 326">
                            <a:extLst>
                              <a:ext uri="{FF2B5EF4-FFF2-40B4-BE49-F238E27FC236}">
                                <a16:creationId xmlns:a16="http://schemas.microsoft.com/office/drawing/2014/main" id="{3B46B4A4-B20E-27E5-B2CE-DE8869109430}"/>
                              </a:ext>
                            </a:extLst>
                          </p:cNvPr>
                          <p:cNvGrpSpPr/>
                          <p:nvPr/>
                        </p:nvGrpSpPr>
                        <p:grpSpPr>
                          <a:xfrm>
                            <a:off x="2970212" y="4724400"/>
                            <a:ext cx="731520" cy="365760"/>
                            <a:chOff x="2970212" y="4724400"/>
                            <a:chExt cx="731520" cy="365760"/>
                          </a:xfrm>
                        </p:grpSpPr>
                        <p:sp>
                          <p:nvSpPr>
                            <p:cNvPr id="330" name="Rectangle 329">
                              <a:extLst>
                                <a:ext uri="{FF2B5EF4-FFF2-40B4-BE49-F238E27FC236}">
                                  <a16:creationId xmlns:a16="http://schemas.microsoft.com/office/drawing/2014/main" id="{3AB71A41-CFBE-DBC6-D0F3-9EB306DCBC6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1" name="Rectangle 330">
                              <a:extLst>
                                <a:ext uri="{FF2B5EF4-FFF2-40B4-BE49-F238E27FC236}">
                                  <a16:creationId xmlns:a16="http://schemas.microsoft.com/office/drawing/2014/main" id="{BF6689A3-CB33-1991-0E03-707B5BD0AEF3}"/>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28" name="Rectangle 327">
                            <a:extLst>
                              <a:ext uri="{FF2B5EF4-FFF2-40B4-BE49-F238E27FC236}">
                                <a16:creationId xmlns:a16="http://schemas.microsoft.com/office/drawing/2014/main" id="{9529BED3-2D6D-60FB-A624-4C87047B1D1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9" name="Rectangle 328">
                            <a:extLst>
                              <a:ext uri="{FF2B5EF4-FFF2-40B4-BE49-F238E27FC236}">
                                <a16:creationId xmlns:a16="http://schemas.microsoft.com/office/drawing/2014/main" id="{C41BA0B4-1B84-E2E5-13DA-BE2D7F997751}"/>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296" name="Group 295">
                      <a:extLst>
                        <a:ext uri="{FF2B5EF4-FFF2-40B4-BE49-F238E27FC236}">
                          <a16:creationId xmlns:a16="http://schemas.microsoft.com/office/drawing/2014/main" id="{DEEB281F-6698-9259-3FBF-C6B8E3AB9938}"/>
                        </a:ext>
                      </a:extLst>
                    </p:cNvPr>
                    <p:cNvGrpSpPr/>
                    <p:nvPr/>
                  </p:nvGrpSpPr>
                  <p:grpSpPr>
                    <a:xfrm>
                      <a:off x="4433252" y="4724400"/>
                      <a:ext cx="1463040" cy="1463040"/>
                      <a:chOff x="2970212" y="4724400"/>
                      <a:chExt cx="1463040" cy="1463040"/>
                    </a:xfrm>
                  </p:grpSpPr>
                  <p:grpSp>
                    <p:nvGrpSpPr>
                      <p:cNvPr id="297" name="Group 296">
                        <a:extLst>
                          <a:ext uri="{FF2B5EF4-FFF2-40B4-BE49-F238E27FC236}">
                            <a16:creationId xmlns:a16="http://schemas.microsoft.com/office/drawing/2014/main" id="{1411D1E4-12C1-D189-77B9-10103FF5A610}"/>
                          </a:ext>
                        </a:extLst>
                      </p:cNvPr>
                      <p:cNvGrpSpPr/>
                      <p:nvPr/>
                    </p:nvGrpSpPr>
                    <p:grpSpPr>
                      <a:xfrm>
                        <a:off x="2970212" y="4724400"/>
                        <a:ext cx="1463040" cy="731520"/>
                        <a:chOff x="2970212" y="4724400"/>
                        <a:chExt cx="1463040" cy="731520"/>
                      </a:xfrm>
                    </p:grpSpPr>
                    <p:grpSp>
                      <p:nvGrpSpPr>
                        <p:cNvPr id="311" name="Group 310">
                          <a:extLst>
                            <a:ext uri="{FF2B5EF4-FFF2-40B4-BE49-F238E27FC236}">
                              <a16:creationId xmlns:a16="http://schemas.microsoft.com/office/drawing/2014/main" id="{BD770330-CF11-5128-C663-F757922E8482}"/>
                            </a:ext>
                          </a:extLst>
                        </p:cNvPr>
                        <p:cNvGrpSpPr/>
                        <p:nvPr/>
                      </p:nvGrpSpPr>
                      <p:grpSpPr>
                        <a:xfrm>
                          <a:off x="2970212" y="4724400"/>
                          <a:ext cx="731520" cy="731520"/>
                          <a:chOff x="2970212" y="4724400"/>
                          <a:chExt cx="731520" cy="731520"/>
                        </a:xfrm>
                      </p:grpSpPr>
                      <p:grpSp>
                        <p:nvGrpSpPr>
                          <p:cNvPr id="318" name="Group 317">
                            <a:extLst>
                              <a:ext uri="{FF2B5EF4-FFF2-40B4-BE49-F238E27FC236}">
                                <a16:creationId xmlns:a16="http://schemas.microsoft.com/office/drawing/2014/main" id="{1C3E6BFB-DCBF-FECB-1336-B1B1C4270490}"/>
                              </a:ext>
                            </a:extLst>
                          </p:cNvPr>
                          <p:cNvGrpSpPr/>
                          <p:nvPr/>
                        </p:nvGrpSpPr>
                        <p:grpSpPr>
                          <a:xfrm>
                            <a:off x="2970212" y="4724400"/>
                            <a:ext cx="731520" cy="365760"/>
                            <a:chOff x="2970212" y="4724400"/>
                            <a:chExt cx="731520" cy="365760"/>
                          </a:xfrm>
                        </p:grpSpPr>
                        <p:sp>
                          <p:nvSpPr>
                            <p:cNvPr id="321" name="Rectangle 320">
                              <a:extLst>
                                <a:ext uri="{FF2B5EF4-FFF2-40B4-BE49-F238E27FC236}">
                                  <a16:creationId xmlns:a16="http://schemas.microsoft.com/office/drawing/2014/main" id="{681E0BC1-D5B1-5DF4-C193-AC8EB532F39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2" name="Rectangle 321">
                              <a:extLst>
                                <a:ext uri="{FF2B5EF4-FFF2-40B4-BE49-F238E27FC236}">
                                  <a16:creationId xmlns:a16="http://schemas.microsoft.com/office/drawing/2014/main" id="{82F0BD83-AB5D-3A34-C4A5-E25F7EC0ED8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19" name="Rectangle 318">
                            <a:extLst>
                              <a:ext uri="{FF2B5EF4-FFF2-40B4-BE49-F238E27FC236}">
                                <a16:creationId xmlns:a16="http://schemas.microsoft.com/office/drawing/2014/main" id="{475EF8B7-6E21-716B-C1E8-1ACDDA05E13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0" name="Rectangle 319">
                            <a:extLst>
                              <a:ext uri="{FF2B5EF4-FFF2-40B4-BE49-F238E27FC236}">
                                <a16:creationId xmlns:a16="http://schemas.microsoft.com/office/drawing/2014/main" id="{0E20E345-1670-F19D-5806-65F8321E7C87}"/>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12" name="Group 311">
                          <a:extLst>
                            <a:ext uri="{FF2B5EF4-FFF2-40B4-BE49-F238E27FC236}">
                              <a16:creationId xmlns:a16="http://schemas.microsoft.com/office/drawing/2014/main" id="{EEBEB632-2CB1-A8BA-C6E1-A637CE50A8DE}"/>
                            </a:ext>
                          </a:extLst>
                        </p:cNvPr>
                        <p:cNvGrpSpPr/>
                        <p:nvPr/>
                      </p:nvGrpSpPr>
                      <p:grpSpPr>
                        <a:xfrm>
                          <a:off x="3701732" y="4724400"/>
                          <a:ext cx="731520" cy="731520"/>
                          <a:chOff x="2970212" y="4724400"/>
                          <a:chExt cx="731520" cy="731520"/>
                        </a:xfrm>
                      </p:grpSpPr>
                      <p:grpSp>
                        <p:nvGrpSpPr>
                          <p:cNvPr id="313" name="Group 312">
                            <a:extLst>
                              <a:ext uri="{FF2B5EF4-FFF2-40B4-BE49-F238E27FC236}">
                                <a16:creationId xmlns:a16="http://schemas.microsoft.com/office/drawing/2014/main" id="{D2C33FBF-5DA0-AD99-B0FB-5859312EAFA3}"/>
                              </a:ext>
                            </a:extLst>
                          </p:cNvPr>
                          <p:cNvGrpSpPr/>
                          <p:nvPr/>
                        </p:nvGrpSpPr>
                        <p:grpSpPr>
                          <a:xfrm>
                            <a:off x="2970212" y="4724400"/>
                            <a:ext cx="731520" cy="365760"/>
                            <a:chOff x="2970212" y="4724400"/>
                            <a:chExt cx="731520" cy="365760"/>
                          </a:xfrm>
                        </p:grpSpPr>
                        <p:sp>
                          <p:nvSpPr>
                            <p:cNvPr id="316" name="Rectangle 315">
                              <a:extLst>
                                <a:ext uri="{FF2B5EF4-FFF2-40B4-BE49-F238E27FC236}">
                                  <a16:creationId xmlns:a16="http://schemas.microsoft.com/office/drawing/2014/main" id="{A4C11039-B6BB-1D78-973D-30C3F2F4853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7" name="Rectangle 316">
                              <a:extLst>
                                <a:ext uri="{FF2B5EF4-FFF2-40B4-BE49-F238E27FC236}">
                                  <a16:creationId xmlns:a16="http://schemas.microsoft.com/office/drawing/2014/main" id="{E0569F04-CC95-6A4E-6930-2BDF71D1F99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14" name="Rectangle 313">
                            <a:extLst>
                              <a:ext uri="{FF2B5EF4-FFF2-40B4-BE49-F238E27FC236}">
                                <a16:creationId xmlns:a16="http://schemas.microsoft.com/office/drawing/2014/main" id="{6DF28B24-88D1-5ED1-A381-77BCF4D9708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5" name="Rectangle 314">
                            <a:extLst>
                              <a:ext uri="{FF2B5EF4-FFF2-40B4-BE49-F238E27FC236}">
                                <a16:creationId xmlns:a16="http://schemas.microsoft.com/office/drawing/2014/main" id="{0C132725-FB26-40D1-4363-2D60DCC47A62}"/>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98" name="Group 297">
                        <a:extLst>
                          <a:ext uri="{FF2B5EF4-FFF2-40B4-BE49-F238E27FC236}">
                            <a16:creationId xmlns:a16="http://schemas.microsoft.com/office/drawing/2014/main" id="{48264E53-F1DA-9973-CEF8-DE33263BBE0F}"/>
                          </a:ext>
                        </a:extLst>
                      </p:cNvPr>
                      <p:cNvGrpSpPr/>
                      <p:nvPr/>
                    </p:nvGrpSpPr>
                    <p:grpSpPr>
                      <a:xfrm>
                        <a:off x="2970212" y="5455920"/>
                        <a:ext cx="1463040" cy="731520"/>
                        <a:chOff x="2970212" y="4724400"/>
                        <a:chExt cx="1463040" cy="731520"/>
                      </a:xfrm>
                    </p:grpSpPr>
                    <p:grpSp>
                      <p:nvGrpSpPr>
                        <p:cNvPr id="299" name="Group 298">
                          <a:extLst>
                            <a:ext uri="{FF2B5EF4-FFF2-40B4-BE49-F238E27FC236}">
                              <a16:creationId xmlns:a16="http://schemas.microsoft.com/office/drawing/2014/main" id="{ED41ABCF-792A-862A-5726-5A7B9F5F6E64}"/>
                            </a:ext>
                          </a:extLst>
                        </p:cNvPr>
                        <p:cNvGrpSpPr/>
                        <p:nvPr/>
                      </p:nvGrpSpPr>
                      <p:grpSpPr>
                        <a:xfrm>
                          <a:off x="2970212" y="4724400"/>
                          <a:ext cx="731520" cy="731520"/>
                          <a:chOff x="2970212" y="4724400"/>
                          <a:chExt cx="731520" cy="731520"/>
                        </a:xfrm>
                      </p:grpSpPr>
                      <p:grpSp>
                        <p:nvGrpSpPr>
                          <p:cNvPr id="306" name="Group 305">
                            <a:extLst>
                              <a:ext uri="{FF2B5EF4-FFF2-40B4-BE49-F238E27FC236}">
                                <a16:creationId xmlns:a16="http://schemas.microsoft.com/office/drawing/2014/main" id="{1AD52840-8332-36FC-0F0E-1597509FF1B6}"/>
                              </a:ext>
                            </a:extLst>
                          </p:cNvPr>
                          <p:cNvGrpSpPr/>
                          <p:nvPr/>
                        </p:nvGrpSpPr>
                        <p:grpSpPr>
                          <a:xfrm>
                            <a:off x="2970212" y="4724400"/>
                            <a:ext cx="731520" cy="365760"/>
                            <a:chOff x="2970212" y="4724400"/>
                            <a:chExt cx="731520" cy="365760"/>
                          </a:xfrm>
                        </p:grpSpPr>
                        <p:sp>
                          <p:nvSpPr>
                            <p:cNvPr id="309" name="Rectangle 308">
                              <a:extLst>
                                <a:ext uri="{FF2B5EF4-FFF2-40B4-BE49-F238E27FC236}">
                                  <a16:creationId xmlns:a16="http://schemas.microsoft.com/office/drawing/2014/main" id="{14D55F2C-4E81-96B4-6F55-6E311A5189B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0" name="Rectangle 309">
                              <a:extLst>
                                <a:ext uri="{FF2B5EF4-FFF2-40B4-BE49-F238E27FC236}">
                                  <a16:creationId xmlns:a16="http://schemas.microsoft.com/office/drawing/2014/main" id="{01F9F6C4-FC46-E227-3944-4CBDA809535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07" name="Rectangle 306">
                            <a:extLst>
                              <a:ext uri="{FF2B5EF4-FFF2-40B4-BE49-F238E27FC236}">
                                <a16:creationId xmlns:a16="http://schemas.microsoft.com/office/drawing/2014/main" id="{854F6AF1-7E81-B774-95AA-C5ECEDAF9DC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8" name="Rectangle 307">
                            <a:extLst>
                              <a:ext uri="{FF2B5EF4-FFF2-40B4-BE49-F238E27FC236}">
                                <a16:creationId xmlns:a16="http://schemas.microsoft.com/office/drawing/2014/main" id="{1F63942F-61D2-DB9C-F0DD-087CF5B56F2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00" name="Group 299">
                          <a:extLst>
                            <a:ext uri="{FF2B5EF4-FFF2-40B4-BE49-F238E27FC236}">
                              <a16:creationId xmlns:a16="http://schemas.microsoft.com/office/drawing/2014/main" id="{4CFE56AF-B608-3A45-E5A6-E401BC7EB744}"/>
                            </a:ext>
                          </a:extLst>
                        </p:cNvPr>
                        <p:cNvGrpSpPr/>
                        <p:nvPr/>
                      </p:nvGrpSpPr>
                      <p:grpSpPr>
                        <a:xfrm>
                          <a:off x="3701732" y="4724400"/>
                          <a:ext cx="731520" cy="731520"/>
                          <a:chOff x="2970212" y="4724400"/>
                          <a:chExt cx="731520" cy="731520"/>
                        </a:xfrm>
                      </p:grpSpPr>
                      <p:grpSp>
                        <p:nvGrpSpPr>
                          <p:cNvPr id="301" name="Group 300">
                            <a:extLst>
                              <a:ext uri="{FF2B5EF4-FFF2-40B4-BE49-F238E27FC236}">
                                <a16:creationId xmlns:a16="http://schemas.microsoft.com/office/drawing/2014/main" id="{DB8E16CF-635D-B96E-5C5B-92F10C826203}"/>
                              </a:ext>
                            </a:extLst>
                          </p:cNvPr>
                          <p:cNvGrpSpPr/>
                          <p:nvPr/>
                        </p:nvGrpSpPr>
                        <p:grpSpPr>
                          <a:xfrm>
                            <a:off x="2970212" y="4724400"/>
                            <a:ext cx="731520" cy="365760"/>
                            <a:chOff x="2970212" y="4724400"/>
                            <a:chExt cx="731520" cy="365760"/>
                          </a:xfrm>
                        </p:grpSpPr>
                        <p:sp>
                          <p:nvSpPr>
                            <p:cNvPr id="304" name="Rectangle 303">
                              <a:extLst>
                                <a:ext uri="{FF2B5EF4-FFF2-40B4-BE49-F238E27FC236}">
                                  <a16:creationId xmlns:a16="http://schemas.microsoft.com/office/drawing/2014/main" id="{C07C0057-0255-DFAD-0A86-9DC63797B38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5" name="Rectangle 304">
                              <a:extLst>
                                <a:ext uri="{FF2B5EF4-FFF2-40B4-BE49-F238E27FC236}">
                                  <a16:creationId xmlns:a16="http://schemas.microsoft.com/office/drawing/2014/main" id="{6A65D2B8-7E4D-64B6-4A84-5B00541736C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02" name="Rectangle 301">
                            <a:extLst>
                              <a:ext uri="{FF2B5EF4-FFF2-40B4-BE49-F238E27FC236}">
                                <a16:creationId xmlns:a16="http://schemas.microsoft.com/office/drawing/2014/main" id="{AEBE97B2-6C3D-DA20-AF5B-0A93B4C8301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3" name="Rectangle 302">
                            <a:extLst>
                              <a:ext uri="{FF2B5EF4-FFF2-40B4-BE49-F238E27FC236}">
                                <a16:creationId xmlns:a16="http://schemas.microsoft.com/office/drawing/2014/main" id="{13C9DF93-7235-F0D8-A785-1B07686747D3}"/>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cxnSp>
            <p:nvCxnSpPr>
              <p:cNvPr id="405" name="Straight Connector 404">
                <a:extLst>
                  <a:ext uri="{FF2B5EF4-FFF2-40B4-BE49-F238E27FC236}">
                    <a16:creationId xmlns:a16="http://schemas.microsoft.com/office/drawing/2014/main" id="{1272C31A-973A-2F6C-E70D-4AD2E8448450}"/>
                  </a:ext>
                </a:extLst>
              </p:cNvPr>
              <p:cNvCxnSpPr>
                <a:cxnSpLocks/>
              </p:cNvCxnSpPr>
              <p:nvPr/>
            </p:nvCxnSpPr>
            <p:spPr>
              <a:xfrm flipV="1">
                <a:off x="2132012" y="4572000"/>
                <a:ext cx="8778240" cy="15240"/>
              </a:xfrm>
              <a:prstGeom prst="line">
                <a:avLst/>
              </a:prstGeom>
            </p:spPr>
            <p:style>
              <a:lnRef idx="3">
                <a:schemeClr val="dk1"/>
              </a:lnRef>
              <a:fillRef idx="0">
                <a:schemeClr val="dk1"/>
              </a:fillRef>
              <a:effectRef idx="2">
                <a:schemeClr val="dk1"/>
              </a:effectRef>
              <a:fontRef idx="minor">
                <a:schemeClr val="tx1"/>
              </a:fontRef>
            </p:style>
          </p:cxnSp>
          <p:cxnSp>
            <p:nvCxnSpPr>
              <p:cNvPr id="409" name="Straight Connector 408">
                <a:extLst>
                  <a:ext uri="{FF2B5EF4-FFF2-40B4-BE49-F238E27FC236}">
                    <a16:creationId xmlns:a16="http://schemas.microsoft.com/office/drawing/2014/main" id="{210A4E37-53AA-A2F6-D12A-5B8A3E602D9C}"/>
                  </a:ext>
                </a:extLst>
              </p:cNvPr>
              <p:cNvCxnSpPr/>
              <p:nvPr/>
            </p:nvCxnSpPr>
            <p:spPr>
              <a:xfrm>
                <a:off x="6537011" y="3124200"/>
                <a:ext cx="0" cy="2971800"/>
              </a:xfrm>
              <a:prstGeom prst="line">
                <a:avLst/>
              </a:prstGeom>
            </p:spPr>
            <p:style>
              <a:lnRef idx="3">
                <a:schemeClr val="dk1"/>
              </a:lnRef>
              <a:fillRef idx="0">
                <a:schemeClr val="dk1"/>
              </a:fillRef>
              <a:effectRef idx="2">
                <a:schemeClr val="dk1"/>
              </a:effectRef>
              <a:fontRef idx="minor">
                <a:schemeClr val="tx1"/>
              </a:fontRef>
            </p:style>
          </p:cxnSp>
        </p:grpSp>
        <p:cxnSp>
          <p:nvCxnSpPr>
            <p:cNvPr id="412" name="Straight Connector 411">
              <a:extLst>
                <a:ext uri="{FF2B5EF4-FFF2-40B4-BE49-F238E27FC236}">
                  <a16:creationId xmlns:a16="http://schemas.microsoft.com/office/drawing/2014/main" id="{F8A5C81F-A37A-E1F8-4B38-2C146ED62806}"/>
                </a:ext>
              </a:extLst>
            </p:cNvPr>
            <p:cNvCxnSpPr>
              <a:cxnSpLocks/>
            </p:cNvCxnSpPr>
            <p:nvPr/>
          </p:nvCxnSpPr>
          <p:spPr>
            <a:xfrm flipV="1">
              <a:off x="2031696" y="3733800"/>
              <a:ext cx="8802356" cy="2225040"/>
            </a:xfrm>
            <a:prstGeom prst="line">
              <a:avLst/>
            </a:prstGeom>
            <a:ln w="38100"/>
          </p:spPr>
          <p:style>
            <a:lnRef idx="3">
              <a:schemeClr val="accent4"/>
            </a:lnRef>
            <a:fillRef idx="0">
              <a:schemeClr val="accent4"/>
            </a:fillRef>
            <a:effectRef idx="2">
              <a:schemeClr val="accent4"/>
            </a:effectRef>
            <a:fontRef idx="minor">
              <a:schemeClr val="tx1"/>
            </a:fontRef>
          </p:style>
        </p:cxnSp>
        <p:sp>
          <p:nvSpPr>
            <p:cNvPr id="2" name="TextBox 1">
              <a:extLst>
                <a:ext uri="{FF2B5EF4-FFF2-40B4-BE49-F238E27FC236}">
                  <a16:creationId xmlns:a16="http://schemas.microsoft.com/office/drawing/2014/main" id="{BEC2A244-326D-1AE4-C330-AB3583817238}"/>
                </a:ext>
              </a:extLst>
            </p:cNvPr>
            <p:cNvSpPr txBox="1"/>
            <p:nvPr/>
          </p:nvSpPr>
          <p:spPr>
            <a:xfrm>
              <a:off x="2055813" y="3240009"/>
              <a:ext cx="8778238" cy="369332"/>
            </a:xfrm>
            <a:prstGeom prst="rect">
              <a:avLst/>
            </a:prstGeom>
            <a:noFill/>
          </p:spPr>
          <p:txBody>
            <a:bodyPr wrap="square" rtlCol="0">
              <a:spAutoFit/>
            </a:bodyPr>
            <a:lstStyle/>
            <a:p>
              <a:pPr algn="ctr"/>
              <a:r>
                <a:rPr lang="en-US" dirty="0">
                  <a:solidFill>
                    <a:schemeClr val="bg1"/>
                  </a:solidFill>
                  <a:latin typeface="Consolas" panose="020B0609020204030204" pitchFamily="49" charset="0"/>
                </a:rPr>
                <a:t>-9 -8 -7 -6 -5 -4 -3 -2 -1 0 +1 +2 +3 +4 +5 +6 +7 +8 +9</a:t>
              </a:r>
            </a:p>
          </p:txBody>
        </p:sp>
        <p:sp>
          <p:nvSpPr>
            <p:cNvPr id="3" name="TextBox 2">
              <a:extLst>
                <a:ext uri="{FF2B5EF4-FFF2-40B4-BE49-F238E27FC236}">
                  <a16:creationId xmlns:a16="http://schemas.microsoft.com/office/drawing/2014/main" id="{A76A89A7-7886-E351-1396-C566B9EFA6DF}"/>
                </a:ext>
              </a:extLst>
            </p:cNvPr>
            <p:cNvSpPr txBox="1"/>
            <p:nvPr/>
          </p:nvSpPr>
          <p:spPr>
            <a:xfrm>
              <a:off x="1516718" y="3412480"/>
              <a:ext cx="527036" cy="3416320"/>
            </a:xfrm>
            <a:prstGeom prst="rect">
              <a:avLst/>
            </a:prstGeom>
            <a:noFill/>
          </p:spPr>
          <p:txBody>
            <a:bodyPr wrap="square" rtlCol="0">
              <a:spAutoFit/>
            </a:bodyPr>
            <a:lstStyle/>
            <a:p>
              <a:pPr algn="r"/>
              <a:r>
                <a:rPr lang="en-US" sz="2400" dirty="0">
                  <a:solidFill>
                    <a:schemeClr val="bg1"/>
                  </a:solidFill>
                  <a:latin typeface="Consolas" panose="020B0609020204030204" pitchFamily="49" charset="0"/>
                </a:rPr>
                <a:t>+4</a:t>
              </a:r>
            </a:p>
            <a:p>
              <a:pPr algn="r"/>
              <a:r>
                <a:rPr lang="en-US" sz="2400" dirty="0">
                  <a:solidFill>
                    <a:schemeClr val="bg1"/>
                  </a:solidFill>
                  <a:latin typeface="Consolas" panose="020B0609020204030204" pitchFamily="49" charset="0"/>
                </a:rPr>
                <a:t>+3</a:t>
              </a:r>
            </a:p>
            <a:p>
              <a:pPr algn="r"/>
              <a:r>
                <a:rPr lang="en-US" sz="2400" dirty="0">
                  <a:solidFill>
                    <a:schemeClr val="bg1"/>
                  </a:solidFill>
                  <a:latin typeface="Consolas" panose="020B0609020204030204" pitchFamily="49" charset="0"/>
                </a:rPr>
                <a:t>+2</a:t>
              </a:r>
            </a:p>
            <a:p>
              <a:pPr algn="r"/>
              <a:r>
                <a:rPr lang="en-US" sz="2400" dirty="0">
                  <a:solidFill>
                    <a:schemeClr val="bg1"/>
                  </a:solidFill>
                  <a:latin typeface="Consolas" panose="020B0609020204030204" pitchFamily="49" charset="0"/>
                </a:rPr>
                <a:t>+1</a:t>
              </a:r>
            </a:p>
            <a:p>
              <a:pPr algn="r"/>
              <a:r>
                <a:rPr lang="en-US" sz="2400" dirty="0">
                  <a:solidFill>
                    <a:schemeClr val="bg1"/>
                  </a:solidFill>
                  <a:latin typeface="Consolas" panose="020B0609020204030204" pitchFamily="49" charset="0"/>
                </a:rPr>
                <a:t>0</a:t>
              </a:r>
            </a:p>
            <a:p>
              <a:pPr algn="r"/>
              <a:r>
                <a:rPr lang="en-US" sz="2400" dirty="0">
                  <a:solidFill>
                    <a:schemeClr val="bg1"/>
                  </a:solidFill>
                  <a:latin typeface="Consolas" panose="020B0609020204030204" pitchFamily="49" charset="0"/>
                </a:rPr>
                <a:t>-1</a:t>
              </a:r>
            </a:p>
            <a:p>
              <a:pPr algn="r"/>
              <a:r>
                <a:rPr lang="en-US" sz="2400" dirty="0">
                  <a:solidFill>
                    <a:schemeClr val="bg1"/>
                  </a:solidFill>
                  <a:latin typeface="Consolas" panose="020B0609020204030204" pitchFamily="49" charset="0"/>
                </a:rPr>
                <a:t>-2</a:t>
              </a:r>
            </a:p>
            <a:p>
              <a:pPr algn="r"/>
              <a:r>
                <a:rPr lang="en-US" sz="2400" dirty="0">
                  <a:solidFill>
                    <a:schemeClr val="bg1"/>
                  </a:solidFill>
                  <a:latin typeface="Consolas" panose="020B0609020204030204" pitchFamily="49" charset="0"/>
                </a:rPr>
                <a:t>-3</a:t>
              </a:r>
            </a:p>
            <a:p>
              <a:pPr algn="r"/>
              <a:r>
                <a:rPr lang="en-US" sz="2400" dirty="0">
                  <a:solidFill>
                    <a:schemeClr val="bg1"/>
                  </a:solidFill>
                  <a:latin typeface="Consolas" panose="020B0609020204030204" pitchFamily="49" charset="0"/>
                </a:rPr>
                <a:t>-4</a:t>
              </a:r>
            </a:p>
          </p:txBody>
        </p:sp>
      </p:grpSp>
      <p:sp>
        <p:nvSpPr>
          <p:cNvPr id="22" name="Freeform: Shape 21">
            <a:extLst>
              <a:ext uri="{FF2B5EF4-FFF2-40B4-BE49-F238E27FC236}">
                <a16:creationId xmlns:a16="http://schemas.microsoft.com/office/drawing/2014/main" id="{601BF791-BECC-8181-D40D-AAA649A4577C}"/>
              </a:ext>
            </a:extLst>
          </p:cNvPr>
          <p:cNvSpPr/>
          <p:nvPr/>
        </p:nvSpPr>
        <p:spPr>
          <a:xfrm>
            <a:off x="2040169" y="3653005"/>
            <a:ext cx="8790187" cy="2297487"/>
          </a:xfrm>
          <a:custGeom>
            <a:avLst/>
            <a:gdLst>
              <a:gd name="connsiteX0" fmla="*/ 0 w 8790187"/>
              <a:gd name="connsiteY0" fmla="*/ 2297487 h 2297487"/>
              <a:gd name="connsiteX1" fmla="*/ 0 w 8790187"/>
              <a:gd name="connsiteY1" fmla="*/ 0 h 2297487"/>
              <a:gd name="connsiteX2" fmla="*/ 8790187 w 8790187"/>
              <a:gd name="connsiteY2" fmla="*/ 0 h 2297487"/>
              <a:gd name="connsiteX3" fmla="*/ 8790187 w 8790187"/>
              <a:gd name="connsiteY3" fmla="*/ 96494 h 2297487"/>
              <a:gd name="connsiteX4" fmla="*/ 0 w 8790187"/>
              <a:gd name="connsiteY4" fmla="*/ 2297487 h 22974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0187" h="2297487">
                <a:moveTo>
                  <a:pt x="0" y="2297487"/>
                </a:moveTo>
                <a:lnTo>
                  <a:pt x="0" y="0"/>
                </a:lnTo>
                <a:lnTo>
                  <a:pt x="8790187" y="0"/>
                </a:lnTo>
                <a:lnTo>
                  <a:pt x="8790187" y="96494"/>
                </a:lnTo>
                <a:lnTo>
                  <a:pt x="0" y="2297487"/>
                </a:lnTo>
                <a:close/>
              </a:path>
            </a:pathLst>
          </a:custGeom>
          <a:solidFill>
            <a:srgbClr val="FF0000">
              <a:alpha val="25098"/>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C67FD5E4-4F00-3125-C768-7CD07A14EA3F}"/>
              </a:ext>
            </a:extLst>
          </p:cNvPr>
          <p:cNvSpPr/>
          <p:nvPr/>
        </p:nvSpPr>
        <p:spPr>
          <a:xfrm>
            <a:off x="5637212" y="5257800"/>
            <a:ext cx="5439402"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cs typeface="Arial" panose="020B0604020202020204" pitchFamily="34" charset="0"/>
              </a:rPr>
              <a:t>We can say that for all points on this side of the line the equation (</a:t>
            </a:r>
            <a:r>
              <a:rPr lang="en-US" dirty="0">
                <a:solidFill>
                  <a:schemeClr val="bg1"/>
                </a:solidFill>
                <a:highlight>
                  <a:srgbClr val="C0C0C0"/>
                </a:highlight>
                <a:latin typeface="Arial" panose="020B0604020202020204" pitchFamily="34" charset="0"/>
                <a:cs typeface="Arial" panose="020B0604020202020204" pitchFamily="34" charset="0"/>
              </a:rPr>
              <a:t>1x-4y+3</a:t>
            </a:r>
            <a:r>
              <a:rPr lang="en-US" dirty="0">
                <a:solidFill>
                  <a:schemeClr val="bg1"/>
                </a:solidFill>
                <a:latin typeface="Arial" panose="020B0604020202020204" pitchFamily="34" charset="0"/>
                <a:cs typeface="Arial" panose="020B0604020202020204" pitchFamily="34" charset="0"/>
              </a:rPr>
              <a:t>) will always result in </a:t>
            </a:r>
            <a:r>
              <a:rPr lang="en-US" b="1" dirty="0">
                <a:solidFill>
                  <a:schemeClr val="bg1"/>
                </a:solidFill>
                <a:highlight>
                  <a:srgbClr val="C0C0C0"/>
                </a:highlight>
                <a:latin typeface="Arial" panose="020B0604020202020204" pitchFamily="34" charset="0"/>
                <a:cs typeface="Arial" panose="020B0604020202020204" pitchFamily="34" charset="0"/>
              </a:rPr>
              <a:t>negative number</a:t>
            </a:r>
          </a:p>
        </p:txBody>
      </p:sp>
      <p:sp>
        <p:nvSpPr>
          <p:cNvPr id="14" name="Rectangle 13">
            <a:extLst>
              <a:ext uri="{FF2B5EF4-FFF2-40B4-BE49-F238E27FC236}">
                <a16:creationId xmlns:a16="http://schemas.microsoft.com/office/drawing/2014/main" id="{55EBC39E-F7DC-A045-447B-5C89048244E0}"/>
              </a:ext>
            </a:extLst>
          </p:cNvPr>
          <p:cNvSpPr/>
          <p:nvPr/>
        </p:nvSpPr>
        <p:spPr>
          <a:xfrm>
            <a:off x="2238692" y="1908047"/>
            <a:ext cx="6217920" cy="423332"/>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66277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randombar(horizontal)">
                                      <p:cBhvr>
                                        <p:cTn id="7" dur="500"/>
                                        <p:tgtEl>
                                          <p:spTgt spid="22"/>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randombar(horizontal)">
                                      <p:cBhvr>
                                        <p:cTn id="11"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Algorithm</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859001" cy="1676400"/>
              </a:xfrm>
            </p:spPr>
            <p:txBody>
              <a:bodyPr/>
              <a:lstStyle/>
              <a:p>
                <a:pPr marL="0" indent="0">
                  <a:buNone/>
                </a:pPr>
                <a:r>
                  <a:rPr lang="en-US" b="0" dirty="0">
                    <a:latin typeface="Cambria Math" panose="02040503050406030204" pitchFamily="18" charset="0"/>
                    <a:cs typeface="Arial" panose="020B0604020202020204" pitchFamily="34" charset="0"/>
                  </a:rPr>
                  <a:t>To understand the meaning </a:t>
                </a:r>
                <a:r>
                  <a:rPr lang="en-US" dirty="0">
                    <a:latin typeface="Cambria Math" panose="02040503050406030204" pitchFamily="18" charset="0"/>
                    <a:cs typeface="Arial" panose="020B0604020202020204" pitchFamily="34" charset="0"/>
                  </a:rPr>
                  <a:t>of the equation, </a:t>
                </a:r>
                <a:r>
                  <a:rPr lang="en-US" b="0" dirty="0">
                    <a:latin typeface="Cambria Math" panose="02040503050406030204" pitchFamily="18" charset="0"/>
                    <a:cs typeface="Arial" panose="020B0604020202020204" pitchFamily="34" charset="0"/>
                  </a:rPr>
                  <a:t>lets consider the following line: </a:t>
                </a:r>
                <a14:m>
                  <m:oMath xmlns:m="http://schemas.openxmlformats.org/officeDocument/2006/math">
                    <m:r>
                      <a:rPr lang="en-US" b="0" i="0" smtClean="0">
                        <a:latin typeface="Cambria Math" panose="02040503050406030204" pitchFamily="18" charset="0"/>
                        <a:cs typeface="Arial" panose="020B0604020202020204" pitchFamily="34" charset="0"/>
                      </a:rPr>
                      <m:t>1</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𝒙</m:t>
                    </m:r>
                    <m:r>
                      <a:rPr lang="en-US" b="1" i="1" smtClean="0">
                        <a:latin typeface="Cambria Math" panose="02040503050406030204" pitchFamily="18" charset="0"/>
                        <a:cs typeface="Arial" panose="020B0604020202020204" pitchFamily="34" charset="0"/>
                      </a:rPr>
                      <m:t>+</m:t>
                    </m:r>
                    <m:d>
                      <m:dPr>
                        <m:ctrlPr>
                          <a:rPr lang="en-US" b="1" i="1" smtClean="0">
                            <a:latin typeface="Cambria Math" panose="02040503050406030204" pitchFamily="18" charset="0"/>
                            <a:cs typeface="Arial" panose="020B0604020202020204" pitchFamily="34" charset="0"/>
                          </a:rPr>
                        </m:ctrlPr>
                      </m:dPr>
                      <m:e>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𝟒</m:t>
                        </m:r>
                      </m:e>
                    </m:d>
                    <m:r>
                      <a:rPr lang="en-US" b="1" i="1" smtClean="0">
                        <a:latin typeface="Cambria Math" panose="02040503050406030204" pitchFamily="18" charset="0"/>
                        <a:ea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𝒚</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𝟑</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𝟎</m:t>
                    </m:r>
                    <m:r>
                      <a:rPr lang="en-US" b="1" i="1" smtClean="0">
                        <a:latin typeface="Cambria Math" panose="02040503050406030204" pitchFamily="18" charset="0"/>
                        <a:cs typeface="Arial" panose="020B0604020202020204" pitchFamily="34" charset="0"/>
                      </a:rPr>
                      <m:t>, </m:t>
                    </m:r>
                    <m:r>
                      <a:rPr lang="en-US" b="1" i="1" smtClean="0">
                        <a:latin typeface="Cambria Math" panose="02040503050406030204" pitchFamily="18" charset="0"/>
                        <a:cs typeface="Arial" panose="020B0604020202020204" pitchFamily="34" charset="0"/>
                      </a:rPr>
                      <m:t>𝒂</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𝟏</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𝒃</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𝟒</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𝒄</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𝟑</m:t>
                    </m:r>
                  </m:oMath>
                </a14:m>
                <a:r>
                  <a:rPr lang="en-US" b="1" dirty="0">
                    <a:latin typeface="Cambria Math" panose="02040503050406030204" pitchFamily="18" charset="0"/>
                    <a:cs typeface="Arial" panose="020B0604020202020204" pitchFamily="34" charset="0"/>
                  </a:rPr>
                  <a:t>  </a:t>
                </a:r>
                <a:r>
                  <a:rPr lang="en-US" b="0" dirty="0">
                    <a:latin typeface="Cambria Math" panose="02040503050406030204" pitchFamily="18" charset="0"/>
                    <a:cs typeface="Arial" panose="020B0604020202020204" pitchFamily="34" charset="0"/>
                  </a:rPr>
                  <a:t>as described in the below picture.</a:t>
                </a:r>
              </a:p>
            </p:txBody>
          </p:sp>
        </mc:Choice>
        <mc:Fallback xmlns="">
          <p:sp>
            <p:nvSpPr>
              <p:cNvPr id="6" name="Content Placeholder 5">
                <a:extLst>
                  <a:ext uri="{FF2B5EF4-FFF2-40B4-BE49-F238E27FC236}">
                    <a16:creationId xmlns:a16="http://schemas.microsoft.com/office/drawing/2014/main" id="{75C8F42D-68F5-9BC0-5FC5-9D26B76AB49A}"/>
                  </a:ext>
                </a:extLst>
              </p:cNvPr>
              <p:cNvSpPr>
                <a:spLocks noGrp="1" noRot="1" noChangeAspect="1" noMove="1" noResize="1" noEditPoints="1" noAdjustHandles="1" noChangeArrowheads="1" noChangeShapeType="1" noTextEdit="1"/>
              </p:cNvSpPr>
              <p:nvPr>
                <p:ph idx="1"/>
              </p:nvPr>
            </p:nvSpPr>
            <p:spPr>
              <a:xfrm>
                <a:off x="1645611" y="1600200"/>
                <a:ext cx="9859001" cy="1676400"/>
              </a:xfrm>
              <a:blipFill>
                <a:blip r:embed="rId2"/>
                <a:stretch>
                  <a:fillRect l="-1030" t="-4511"/>
                </a:stretch>
              </a:blipFill>
            </p:spPr>
            <p:txBody>
              <a:bodyPr/>
              <a:lstStyle/>
              <a:p>
                <a:r>
                  <a:rPr lang="en-US">
                    <a:noFill/>
                  </a:rPr>
                  <a:t> </a:t>
                </a:r>
              </a:p>
            </p:txBody>
          </p:sp>
        </mc:Fallback>
      </mc:AlternateContent>
      <p:grpSp>
        <p:nvGrpSpPr>
          <p:cNvPr id="7" name="Group 6">
            <a:extLst>
              <a:ext uri="{FF2B5EF4-FFF2-40B4-BE49-F238E27FC236}">
                <a16:creationId xmlns:a16="http://schemas.microsoft.com/office/drawing/2014/main" id="{42B32645-CD4E-18D8-DF6F-45FC0DF5D1D8}"/>
              </a:ext>
            </a:extLst>
          </p:cNvPr>
          <p:cNvGrpSpPr/>
          <p:nvPr/>
        </p:nvGrpSpPr>
        <p:grpSpPr>
          <a:xfrm>
            <a:off x="1516718" y="3240009"/>
            <a:ext cx="9317334" cy="3588791"/>
            <a:chOff x="1516718" y="3240009"/>
            <a:chExt cx="9317334" cy="3588791"/>
          </a:xfrm>
        </p:grpSpPr>
        <p:grpSp>
          <p:nvGrpSpPr>
            <p:cNvPr id="410" name="Group 409">
              <a:extLst>
                <a:ext uri="{FF2B5EF4-FFF2-40B4-BE49-F238E27FC236}">
                  <a16:creationId xmlns:a16="http://schemas.microsoft.com/office/drawing/2014/main" id="{88B3EBF7-C9A2-D9F2-3358-428A949F3CD4}"/>
                </a:ext>
              </a:extLst>
            </p:cNvPr>
            <p:cNvGrpSpPr/>
            <p:nvPr/>
          </p:nvGrpSpPr>
          <p:grpSpPr>
            <a:xfrm>
              <a:off x="2055812" y="3657600"/>
              <a:ext cx="8778240" cy="2971800"/>
              <a:chOff x="2132012" y="3124200"/>
              <a:chExt cx="8778240" cy="2971800"/>
            </a:xfrm>
          </p:grpSpPr>
          <p:grpSp>
            <p:nvGrpSpPr>
              <p:cNvPr id="403" name="Group 402">
                <a:extLst>
                  <a:ext uri="{FF2B5EF4-FFF2-40B4-BE49-F238E27FC236}">
                    <a16:creationId xmlns:a16="http://schemas.microsoft.com/office/drawing/2014/main" id="{17AB6608-F51E-D44B-5D04-5ADBEFBA3C28}"/>
                  </a:ext>
                </a:extLst>
              </p:cNvPr>
              <p:cNvGrpSpPr/>
              <p:nvPr/>
            </p:nvGrpSpPr>
            <p:grpSpPr>
              <a:xfrm>
                <a:off x="2132012" y="3124200"/>
                <a:ext cx="8778240" cy="2926080"/>
                <a:chOff x="2132012" y="3124200"/>
                <a:chExt cx="8778240" cy="2926080"/>
              </a:xfrm>
            </p:grpSpPr>
            <p:grpSp>
              <p:nvGrpSpPr>
                <p:cNvPr id="125" name="Group 124">
                  <a:extLst>
                    <a:ext uri="{FF2B5EF4-FFF2-40B4-BE49-F238E27FC236}">
                      <a16:creationId xmlns:a16="http://schemas.microsoft.com/office/drawing/2014/main" id="{9CBAC667-CF1B-92BF-8137-C3B66C320A63}"/>
                    </a:ext>
                  </a:extLst>
                </p:cNvPr>
                <p:cNvGrpSpPr/>
                <p:nvPr/>
              </p:nvGrpSpPr>
              <p:grpSpPr>
                <a:xfrm>
                  <a:off x="2132012" y="3124200"/>
                  <a:ext cx="2926080" cy="2926080"/>
                  <a:chOff x="2132012" y="3124200"/>
                  <a:chExt cx="2926080" cy="2926080"/>
                </a:xfrm>
              </p:grpSpPr>
              <p:grpSp>
                <p:nvGrpSpPr>
                  <p:cNvPr id="69" name="Group 68">
                    <a:extLst>
                      <a:ext uri="{FF2B5EF4-FFF2-40B4-BE49-F238E27FC236}">
                        <a16:creationId xmlns:a16="http://schemas.microsoft.com/office/drawing/2014/main" id="{57CE3321-BDA9-BC9D-4458-5A9FDFCC9279}"/>
                      </a:ext>
                    </a:extLst>
                  </p:cNvPr>
                  <p:cNvGrpSpPr/>
                  <p:nvPr/>
                </p:nvGrpSpPr>
                <p:grpSpPr>
                  <a:xfrm>
                    <a:off x="2132012" y="3124200"/>
                    <a:ext cx="2926080" cy="1463040"/>
                    <a:chOff x="2970212" y="4724400"/>
                    <a:chExt cx="2926080" cy="1463040"/>
                  </a:xfrm>
                </p:grpSpPr>
                <p:grpSp>
                  <p:nvGrpSpPr>
                    <p:cNvPr id="41" name="Group 40">
                      <a:extLst>
                        <a:ext uri="{FF2B5EF4-FFF2-40B4-BE49-F238E27FC236}">
                          <a16:creationId xmlns:a16="http://schemas.microsoft.com/office/drawing/2014/main" id="{E591D691-764B-040E-1287-F2E1AFEE5A49}"/>
                        </a:ext>
                      </a:extLst>
                    </p:cNvPr>
                    <p:cNvGrpSpPr/>
                    <p:nvPr/>
                  </p:nvGrpSpPr>
                  <p:grpSpPr>
                    <a:xfrm>
                      <a:off x="2970212" y="4724400"/>
                      <a:ext cx="1463040" cy="1463040"/>
                      <a:chOff x="2970212" y="4724400"/>
                      <a:chExt cx="1463040" cy="1463040"/>
                    </a:xfrm>
                  </p:grpSpPr>
                  <p:grpSp>
                    <p:nvGrpSpPr>
                      <p:cNvPr id="21" name="Group 20">
                        <a:extLst>
                          <a:ext uri="{FF2B5EF4-FFF2-40B4-BE49-F238E27FC236}">
                            <a16:creationId xmlns:a16="http://schemas.microsoft.com/office/drawing/2014/main" id="{3FE1A9B0-E26D-384A-8587-D9FB00A3D72B}"/>
                          </a:ext>
                        </a:extLst>
                      </p:cNvPr>
                      <p:cNvGrpSpPr/>
                      <p:nvPr/>
                    </p:nvGrpSpPr>
                    <p:grpSpPr>
                      <a:xfrm>
                        <a:off x="2970212" y="4724400"/>
                        <a:ext cx="1463040" cy="731520"/>
                        <a:chOff x="2970212" y="4724400"/>
                        <a:chExt cx="1463040" cy="731520"/>
                      </a:xfrm>
                    </p:grpSpPr>
                    <p:grpSp>
                      <p:nvGrpSpPr>
                        <p:cNvPr id="12" name="Group 11">
                          <a:extLst>
                            <a:ext uri="{FF2B5EF4-FFF2-40B4-BE49-F238E27FC236}">
                              <a16:creationId xmlns:a16="http://schemas.microsoft.com/office/drawing/2014/main" id="{D8B94FAE-1D6F-221E-9C77-92A447977311}"/>
                            </a:ext>
                          </a:extLst>
                        </p:cNvPr>
                        <p:cNvGrpSpPr/>
                        <p:nvPr/>
                      </p:nvGrpSpPr>
                      <p:grpSpPr>
                        <a:xfrm>
                          <a:off x="2970212" y="4724400"/>
                          <a:ext cx="731520" cy="731520"/>
                          <a:chOff x="2970212" y="4724400"/>
                          <a:chExt cx="731520" cy="731520"/>
                        </a:xfrm>
                      </p:grpSpPr>
                      <p:grpSp>
                        <p:nvGrpSpPr>
                          <p:cNvPr id="9" name="Group 8">
                            <a:extLst>
                              <a:ext uri="{FF2B5EF4-FFF2-40B4-BE49-F238E27FC236}">
                                <a16:creationId xmlns:a16="http://schemas.microsoft.com/office/drawing/2014/main" id="{FDA4200E-7308-5745-D397-42C3A1941F97}"/>
                              </a:ext>
                            </a:extLst>
                          </p:cNvPr>
                          <p:cNvGrpSpPr/>
                          <p:nvPr/>
                        </p:nvGrpSpPr>
                        <p:grpSpPr>
                          <a:xfrm>
                            <a:off x="2970212" y="4724400"/>
                            <a:ext cx="731520" cy="365760"/>
                            <a:chOff x="2970212" y="4724400"/>
                            <a:chExt cx="731520" cy="365760"/>
                          </a:xfrm>
                        </p:grpSpPr>
                        <p:sp>
                          <p:nvSpPr>
                            <p:cNvPr id="4" name="Rectangle 3">
                              <a:extLst>
                                <a:ext uri="{FF2B5EF4-FFF2-40B4-BE49-F238E27FC236}">
                                  <a16:creationId xmlns:a16="http://schemas.microsoft.com/office/drawing/2014/main" id="{40A1CE94-EFD3-2136-E072-F672753A679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AA4C45E6-FCD4-0567-B532-9A52124BA01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 name="Rectangle 9">
                            <a:extLst>
                              <a:ext uri="{FF2B5EF4-FFF2-40B4-BE49-F238E27FC236}">
                                <a16:creationId xmlns:a16="http://schemas.microsoft.com/office/drawing/2014/main" id="{A0B5002B-6CF4-9256-9D80-1757C55991E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 name="Rectangle 10">
                            <a:extLst>
                              <a:ext uri="{FF2B5EF4-FFF2-40B4-BE49-F238E27FC236}">
                                <a16:creationId xmlns:a16="http://schemas.microsoft.com/office/drawing/2014/main" id="{7948705D-8B21-7B36-379C-C3D1BF9047A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F8F5FDF1-4199-1447-6130-7EB6BD3D2F1D}"/>
                            </a:ext>
                          </a:extLst>
                        </p:cNvPr>
                        <p:cNvGrpSpPr/>
                        <p:nvPr/>
                      </p:nvGrpSpPr>
                      <p:grpSpPr>
                        <a:xfrm>
                          <a:off x="3701732" y="4724400"/>
                          <a:ext cx="731520" cy="731520"/>
                          <a:chOff x="2970212" y="4724400"/>
                          <a:chExt cx="731520" cy="731520"/>
                        </a:xfrm>
                      </p:grpSpPr>
                      <p:grpSp>
                        <p:nvGrpSpPr>
                          <p:cNvPr id="16" name="Group 15">
                            <a:extLst>
                              <a:ext uri="{FF2B5EF4-FFF2-40B4-BE49-F238E27FC236}">
                                <a16:creationId xmlns:a16="http://schemas.microsoft.com/office/drawing/2014/main" id="{78EF4743-9A9F-A0A7-0608-53590E58AF48}"/>
                              </a:ext>
                            </a:extLst>
                          </p:cNvPr>
                          <p:cNvGrpSpPr/>
                          <p:nvPr/>
                        </p:nvGrpSpPr>
                        <p:grpSpPr>
                          <a:xfrm>
                            <a:off x="2970212" y="4724400"/>
                            <a:ext cx="731520" cy="365760"/>
                            <a:chOff x="2970212" y="4724400"/>
                            <a:chExt cx="731520" cy="365760"/>
                          </a:xfrm>
                        </p:grpSpPr>
                        <p:sp>
                          <p:nvSpPr>
                            <p:cNvPr id="19" name="Rectangle 18">
                              <a:extLst>
                                <a:ext uri="{FF2B5EF4-FFF2-40B4-BE49-F238E27FC236}">
                                  <a16:creationId xmlns:a16="http://schemas.microsoft.com/office/drawing/2014/main" id="{EA711D48-D6C3-65ED-4089-C8498EEAB111}"/>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 name="Rectangle 19">
                              <a:extLst>
                                <a:ext uri="{FF2B5EF4-FFF2-40B4-BE49-F238E27FC236}">
                                  <a16:creationId xmlns:a16="http://schemas.microsoft.com/office/drawing/2014/main" id="{6F418835-1B9D-65D8-0266-23456CAAF174}"/>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ABFAFC10-8BDA-1167-B0C6-EFB75A83681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8" name="Rectangle 17">
                            <a:extLst>
                              <a:ext uri="{FF2B5EF4-FFF2-40B4-BE49-F238E27FC236}">
                                <a16:creationId xmlns:a16="http://schemas.microsoft.com/office/drawing/2014/main" id="{5C71C587-4D6E-565C-9679-F5FAFD607D0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8" name="Group 27">
                        <a:extLst>
                          <a:ext uri="{FF2B5EF4-FFF2-40B4-BE49-F238E27FC236}">
                            <a16:creationId xmlns:a16="http://schemas.microsoft.com/office/drawing/2014/main" id="{49373B72-7E08-2D1A-F813-2A9786513C90}"/>
                          </a:ext>
                        </a:extLst>
                      </p:cNvPr>
                      <p:cNvGrpSpPr/>
                      <p:nvPr/>
                    </p:nvGrpSpPr>
                    <p:grpSpPr>
                      <a:xfrm>
                        <a:off x="2970212" y="5455920"/>
                        <a:ext cx="1463040" cy="731520"/>
                        <a:chOff x="2970212" y="4724400"/>
                        <a:chExt cx="1463040" cy="731520"/>
                      </a:xfrm>
                    </p:grpSpPr>
                    <p:grpSp>
                      <p:nvGrpSpPr>
                        <p:cNvPr id="29" name="Group 28">
                          <a:extLst>
                            <a:ext uri="{FF2B5EF4-FFF2-40B4-BE49-F238E27FC236}">
                              <a16:creationId xmlns:a16="http://schemas.microsoft.com/office/drawing/2014/main" id="{5718B21C-F6A5-7D68-5C18-101867B9D4A3}"/>
                            </a:ext>
                          </a:extLst>
                        </p:cNvPr>
                        <p:cNvGrpSpPr/>
                        <p:nvPr/>
                      </p:nvGrpSpPr>
                      <p:grpSpPr>
                        <a:xfrm>
                          <a:off x="2970212" y="4724400"/>
                          <a:ext cx="731520" cy="731520"/>
                          <a:chOff x="2970212" y="4724400"/>
                          <a:chExt cx="731520" cy="731520"/>
                        </a:xfrm>
                      </p:grpSpPr>
                      <p:grpSp>
                        <p:nvGrpSpPr>
                          <p:cNvPr id="36" name="Group 35">
                            <a:extLst>
                              <a:ext uri="{FF2B5EF4-FFF2-40B4-BE49-F238E27FC236}">
                                <a16:creationId xmlns:a16="http://schemas.microsoft.com/office/drawing/2014/main" id="{3B278792-A4BC-D4E5-0966-FE8BB6FDDF9B}"/>
                              </a:ext>
                            </a:extLst>
                          </p:cNvPr>
                          <p:cNvGrpSpPr/>
                          <p:nvPr/>
                        </p:nvGrpSpPr>
                        <p:grpSpPr>
                          <a:xfrm>
                            <a:off x="2970212" y="4724400"/>
                            <a:ext cx="731520" cy="365760"/>
                            <a:chOff x="2970212" y="4724400"/>
                            <a:chExt cx="731520" cy="365760"/>
                          </a:xfrm>
                        </p:grpSpPr>
                        <p:sp>
                          <p:nvSpPr>
                            <p:cNvPr id="39" name="Rectangle 38">
                              <a:extLst>
                                <a:ext uri="{FF2B5EF4-FFF2-40B4-BE49-F238E27FC236}">
                                  <a16:creationId xmlns:a16="http://schemas.microsoft.com/office/drawing/2014/main" id="{13A8CF73-5EB4-9A75-6143-563910E97BF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 name="Rectangle 39">
                              <a:extLst>
                                <a:ext uri="{FF2B5EF4-FFF2-40B4-BE49-F238E27FC236}">
                                  <a16:creationId xmlns:a16="http://schemas.microsoft.com/office/drawing/2014/main" id="{9D4E0F80-DD44-E107-7159-2C4A9C649327}"/>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7" name="Rectangle 36">
                            <a:extLst>
                              <a:ext uri="{FF2B5EF4-FFF2-40B4-BE49-F238E27FC236}">
                                <a16:creationId xmlns:a16="http://schemas.microsoft.com/office/drawing/2014/main" id="{260A1155-EDF9-E4A7-6C6C-E9E13E59295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 name="Rectangle 37">
                            <a:extLst>
                              <a:ext uri="{FF2B5EF4-FFF2-40B4-BE49-F238E27FC236}">
                                <a16:creationId xmlns:a16="http://schemas.microsoft.com/office/drawing/2014/main" id="{25B1D993-EE4A-69DE-A5FA-47373AFFE06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2E2EF1A7-9B43-2820-2A53-D0C1CDDEF949}"/>
                            </a:ext>
                          </a:extLst>
                        </p:cNvPr>
                        <p:cNvGrpSpPr/>
                        <p:nvPr/>
                      </p:nvGrpSpPr>
                      <p:grpSpPr>
                        <a:xfrm>
                          <a:off x="3701732" y="4724400"/>
                          <a:ext cx="731520" cy="731520"/>
                          <a:chOff x="2970212" y="4724400"/>
                          <a:chExt cx="731520" cy="731520"/>
                        </a:xfrm>
                      </p:grpSpPr>
                      <p:grpSp>
                        <p:nvGrpSpPr>
                          <p:cNvPr id="31" name="Group 30">
                            <a:extLst>
                              <a:ext uri="{FF2B5EF4-FFF2-40B4-BE49-F238E27FC236}">
                                <a16:creationId xmlns:a16="http://schemas.microsoft.com/office/drawing/2014/main" id="{A18F52D0-B7F7-C731-7DE7-6883F2C935CD}"/>
                              </a:ext>
                            </a:extLst>
                          </p:cNvPr>
                          <p:cNvGrpSpPr/>
                          <p:nvPr/>
                        </p:nvGrpSpPr>
                        <p:grpSpPr>
                          <a:xfrm>
                            <a:off x="2970212" y="4724400"/>
                            <a:ext cx="731520" cy="365760"/>
                            <a:chOff x="2970212" y="4724400"/>
                            <a:chExt cx="731520" cy="365760"/>
                          </a:xfrm>
                        </p:grpSpPr>
                        <p:sp>
                          <p:nvSpPr>
                            <p:cNvPr id="34" name="Rectangle 33">
                              <a:extLst>
                                <a:ext uri="{FF2B5EF4-FFF2-40B4-BE49-F238E27FC236}">
                                  <a16:creationId xmlns:a16="http://schemas.microsoft.com/office/drawing/2014/main" id="{8437F47D-5007-6290-FFE2-C4DEA9740CA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 name="Rectangle 34">
                              <a:extLst>
                                <a:ext uri="{FF2B5EF4-FFF2-40B4-BE49-F238E27FC236}">
                                  <a16:creationId xmlns:a16="http://schemas.microsoft.com/office/drawing/2014/main" id="{036B0E81-F778-8426-B1F3-DFC4B751109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2" name="Rectangle 31">
                            <a:extLst>
                              <a:ext uri="{FF2B5EF4-FFF2-40B4-BE49-F238E27FC236}">
                                <a16:creationId xmlns:a16="http://schemas.microsoft.com/office/drawing/2014/main" id="{DA846111-1FC3-30BC-794A-5430619991D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 name="Rectangle 32">
                            <a:extLst>
                              <a:ext uri="{FF2B5EF4-FFF2-40B4-BE49-F238E27FC236}">
                                <a16:creationId xmlns:a16="http://schemas.microsoft.com/office/drawing/2014/main" id="{948700FF-46EE-7304-FD9E-9ADE26AE2AEB}"/>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42" name="Group 41">
                      <a:extLst>
                        <a:ext uri="{FF2B5EF4-FFF2-40B4-BE49-F238E27FC236}">
                          <a16:creationId xmlns:a16="http://schemas.microsoft.com/office/drawing/2014/main" id="{172ABDE7-1C1D-2911-7658-525298CE9549}"/>
                        </a:ext>
                      </a:extLst>
                    </p:cNvPr>
                    <p:cNvGrpSpPr/>
                    <p:nvPr/>
                  </p:nvGrpSpPr>
                  <p:grpSpPr>
                    <a:xfrm>
                      <a:off x="4433252" y="4724400"/>
                      <a:ext cx="1463040" cy="1463040"/>
                      <a:chOff x="2970212" y="4724400"/>
                      <a:chExt cx="1463040" cy="1463040"/>
                    </a:xfrm>
                  </p:grpSpPr>
                  <p:grpSp>
                    <p:nvGrpSpPr>
                      <p:cNvPr id="43" name="Group 42">
                        <a:extLst>
                          <a:ext uri="{FF2B5EF4-FFF2-40B4-BE49-F238E27FC236}">
                            <a16:creationId xmlns:a16="http://schemas.microsoft.com/office/drawing/2014/main" id="{0B454B95-6AED-5998-C509-C0BAC8087CE0}"/>
                          </a:ext>
                        </a:extLst>
                      </p:cNvPr>
                      <p:cNvGrpSpPr/>
                      <p:nvPr/>
                    </p:nvGrpSpPr>
                    <p:grpSpPr>
                      <a:xfrm>
                        <a:off x="2970212" y="4724400"/>
                        <a:ext cx="1463040" cy="731520"/>
                        <a:chOff x="2970212" y="4724400"/>
                        <a:chExt cx="1463040" cy="731520"/>
                      </a:xfrm>
                    </p:grpSpPr>
                    <p:grpSp>
                      <p:nvGrpSpPr>
                        <p:cNvPr id="57" name="Group 56">
                          <a:extLst>
                            <a:ext uri="{FF2B5EF4-FFF2-40B4-BE49-F238E27FC236}">
                              <a16:creationId xmlns:a16="http://schemas.microsoft.com/office/drawing/2014/main" id="{CE03F92E-45A3-4EB2-EC57-2A11F3AE20CF}"/>
                            </a:ext>
                          </a:extLst>
                        </p:cNvPr>
                        <p:cNvGrpSpPr/>
                        <p:nvPr/>
                      </p:nvGrpSpPr>
                      <p:grpSpPr>
                        <a:xfrm>
                          <a:off x="2970212" y="4724400"/>
                          <a:ext cx="731520" cy="731520"/>
                          <a:chOff x="2970212" y="4724400"/>
                          <a:chExt cx="731520" cy="731520"/>
                        </a:xfrm>
                      </p:grpSpPr>
                      <p:grpSp>
                        <p:nvGrpSpPr>
                          <p:cNvPr id="64" name="Group 63">
                            <a:extLst>
                              <a:ext uri="{FF2B5EF4-FFF2-40B4-BE49-F238E27FC236}">
                                <a16:creationId xmlns:a16="http://schemas.microsoft.com/office/drawing/2014/main" id="{B1920F4D-A5A2-27FE-AEB3-9AD7FC1BAED2}"/>
                              </a:ext>
                            </a:extLst>
                          </p:cNvPr>
                          <p:cNvGrpSpPr/>
                          <p:nvPr/>
                        </p:nvGrpSpPr>
                        <p:grpSpPr>
                          <a:xfrm>
                            <a:off x="2970212" y="4724400"/>
                            <a:ext cx="731520" cy="365760"/>
                            <a:chOff x="2970212" y="4724400"/>
                            <a:chExt cx="731520" cy="365760"/>
                          </a:xfrm>
                        </p:grpSpPr>
                        <p:sp>
                          <p:nvSpPr>
                            <p:cNvPr id="67" name="Rectangle 66">
                              <a:extLst>
                                <a:ext uri="{FF2B5EF4-FFF2-40B4-BE49-F238E27FC236}">
                                  <a16:creationId xmlns:a16="http://schemas.microsoft.com/office/drawing/2014/main" id="{1B96144B-3BC7-5C9C-7EA3-9C021A70CB7F}"/>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8" name="Rectangle 67">
                              <a:extLst>
                                <a:ext uri="{FF2B5EF4-FFF2-40B4-BE49-F238E27FC236}">
                                  <a16:creationId xmlns:a16="http://schemas.microsoft.com/office/drawing/2014/main" id="{05B0656E-5999-0B70-7CE7-274773257D6E}"/>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65" name="Rectangle 64">
                            <a:extLst>
                              <a:ext uri="{FF2B5EF4-FFF2-40B4-BE49-F238E27FC236}">
                                <a16:creationId xmlns:a16="http://schemas.microsoft.com/office/drawing/2014/main" id="{5F464F21-5061-D038-E819-C7DF0BE7261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6" name="Rectangle 65">
                            <a:extLst>
                              <a:ext uri="{FF2B5EF4-FFF2-40B4-BE49-F238E27FC236}">
                                <a16:creationId xmlns:a16="http://schemas.microsoft.com/office/drawing/2014/main" id="{933FEF85-2585-0566-D089-AD52D2C61DC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58" name="Group 57">
                          <a:extLst>
                            <a:ext uri="{FF2B5EF4-FFF2-40B4-BE49-F238E27FC236}">
                              <a16:creationId xmlns:a16="http://schemas.microsoft.com/office/drawing/2014/main" id="{6EE20B55-F3DE-4BA5-4002-4C8F7847D116}"/>
                            </a:ext>
                          </a:extLst>
                        </p:cNvPr>
                        <p:cNvGrpSpPr/>
                        <p:nvPr/>
                      </p:nvGrpSpPr>
                      <p:grpSpPr>
                        <a:xfrm>
                          <a:off x="3701732" y="4724400"/>
                          <a:ext cx="731520" cy="731520"/>
                          <a:chOff x="2970212" y="4724400"/>
                          <a:chExt cx="731520" cy="731520"/>
                        </a:xfrm>
                      </p:grpSpPr>
                      <p:grpSp>
                        <p:nvGrpSpPr>
                          <p:cNvPr id="59" name="Group 58">
                            <a:extLst>
                              <a:ext uri="{FF2B5EF4-FFF2-40B4-BE49-F238E27FC236}">
                                <a16:creationId xmlns:a16="http://schemas.microsoft.com/office/drawing/2014/main" id="{3255FB4D-5554-8B8E-0C7A-28F863B6B67B}"/>
                              </a:ext>
                            </a:extLst>
                          </p:cNvPr>
                          <p:cNvGrpSpPr/>
                          <p:nvPr/>
                        </p:nvGrpSpPr>
                        <p:grpSpPr>
                          <a:xfrm>
                            <a:off x="2970212" y="4724400"/>
                            <a:ext cx="731520" cy="365760"/>
                            <a:chOff x="2970212" y="4724400"/>
                            <a:chExt cx="731520" cy="365760"/>
                          </a:xfrm>
                        </p:grpSpPr>
                        <p:sp>
                          <p:nvSpPr>
                            <p:cNvPr id="62" name="Rectangle 61">
                              <a:extLst>
                                <a:ext uri="{FF2B5EF4-FFF2-40B4-BE49-F238E27FC236}">
                                  <a16:creationId xmlns:a16="http://schemas.microsoft.com/office/drawing/2014/main" id="{6387A1E8-475B-82DC-CC51-10242640AF9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3" name="Rectangle 62">
                              <a:extLst>
                                <a:ext uri="{FF2B5EF4-FFF2-40B4-BE49-F238E27FC236}">
                                  <a16:creationId xmlns:a16="http://schemas.microsoft.com/office/drawing/2014/main" id="{E1262F7B-14BA-BC08-8254-4E74B858383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60" name="Rectangle 59">
                            <a:extLst>
                              <a:ext uri="{FF2B5EF4-FFF2-40B4-BE49-F238E27FC236}">
                                <a16:creationId xmlns:a16="http://schemas.microsoft.com/office/drawing/2014/main" id="{251DA5CD-9A2C-1716-7390-4CF9F7FE5FA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1" name="Rectangle 60">
                            <a:extLst>
                              <a:ext uri="{FF2B5EF4-FFF2-40B4-BE49-F238E27FC236}">
                                <a16:creationId xmlns:a16="http://schemas.microsoft.com/office/drawing/2014/main" id="{563E7A1D-EA89-29BD-301D-3385197B513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44" name="Group 43">
                        <a:extLst>
                          <a:ext uri="{FF2B5EF4-FFF2-40B4-BE49-F238E27FC236}">
                            <a16:creationId xmlns:a16="http://schemas.microsoft.com/office/drawing/2014/main" id="{3F03E808-9C24-C334-856A-3AF613303F02}"/>
                          </a:ext>
                        </a:extLst>
                      </p:cNvPr>
                      <p:cNvGrpSpPr/>
                      <p:nvPr/>
                    </p:nvGrpSpPr>
                    <p:grpSpPr>
                      <a:xfrm>
                        <a:off x="2970212" y="5455920"/>
                        <a:ext cx="1463040" cy="731520"/>
                        <a:chOff x="2970212" y="4724400"/>
                        <a:chExt cx="1463040" cy="731520"/>
                      </a:xfrm>
                    </p:grpSpPr>
                    <p:grpSp>
                      <p:nvGrpSpPr>
                        <p:cNvPr id="45" name="Group 44">
                          <a:extLst>
                            <a:ext uri="{FF2B5EF4-FFF2-40B4-BE49-F238E27FC236}">
                              <a16:creationId xmlns:a16="http://schemas.microsoft.com/office/drawing/2014/main" id="{F7A39F38-820C-4B63-0005-B627346FCF22}"/>
                            </a:ext>
                          </a:extLst>
                        </p:cNvPr>
                        <p:cNvGrpSpPr/>
                        <p:nvPr/>
                      </p:nvGrpSpPr>
                      <p:grpSpPr>
                        <a:xfrm>
                          <a:off x="2970212" y="4724400"/>
                          <a:ext cx="731520" cy="731520"/>
                          <a:chOff x="2970212" y="4724400"/>
                          <a:chExt cx="731520" cy="731520"/>
                        </a:xfrm>
                      </p:grpSpPr>
                      <p:grpSp>
                        <p:nvGrpSpPr>
                          <p:cNvPr id="52" name="Group 51">
                            <a:extLst>
                              <a:ext uri="{FF2B5EF4-FFF2-40B4-BE49-F238E27FC236}">
                                <a16:creationId xmlns:a16="http://schemas.microsoft.com/office/drawing/2014/main" id="{F1758ADC-828F-B3B2-3659-EBD8EC5426E7}"/>
                              </a:ext>
                            </a:extLst>
                          </p:cNvPr>
                          <p:cNvGrpSpPr/>
                          <p:nvPr/>
                        </p:nvGrpSpPr>
                        <p:grpSpPr>
                          <a:xfrm>
                            <a:off x="2970212" y="4724400"/>
                            <a:ext cx="731520" cy="365760"/>
                            <a:chOff x="2970212" y="4724400"/>
                            <a:chExt cx="731520" cy="365760"/>
                          </a:xfrm>
                        </p:grpSpPr>
                        <p:sp>
                          <p:nvSpPr>
                            <p:cNvPr id="55" name="Rectangle 54">
                              <a:extLst>
                                <a:ext uri="{FF2B5EF4-FFF2-40B4-BE49-F238E27FC236}">
                                  <a16:creationId xmlns:a16="http://schemas.microsoft.com/office/drawing/2014/main" id="{5F54D3B5-1228-CD52-8DE6-24916633AC3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6" name="Rectangle 55">
                              <a:extLst>
                                <a:ext uri="{FF2B5EF4-FFF2-40B4-BE49-F238E27FC236}">
                                  <a16:creationId xmlns:a16="http://schemas.microsoft.com/office/drawing/2014/main" id="{297F7C33-C433-C621-F5EF-CB8A73500DB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53" name="Rectangle 52">
                            <a:extLst>
                              <a:ext uri="{FF2B5EF4-FFF2-40B4-BE49-F238E27FC236}">
                                <a16:creationId xmlns:a16="http://schemas.microsoft.com/office/drawing/2014/main" id="{041D8961-5A58-EAC7-4F60-37E2F065010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4" name="Rectangle 53">
                            <a:extLst>
                              <a:ext uri="{FF2B5EF4-FFF2-40B4-BE49-F238E27FC236}">
                                <a16:creationId xmlns:a16="http://schemas.microsoft.com/office/drawing/2014/main" id="{43D832B5-98C0-9773-46AC-B4F4808D74EC}"/>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46" name="Group 45">
                          <a:extLst>
                            <a:ext uri="{FF2B5EF4-FFF2-40B4-BE49-F238E27FC236}">
                              <a16:creationId xmlns:a16="http://schemas.microsoft.com/office/drawing/2014/main" id="{CE22E725-4FAF-F456-61B3-1AD9FD78B673}"/>
                            </a:ext>
                          </a:extLst>
                        </p:cNvPr>
                        <p:cNvGrpSpPr/>
                        <p:nvPr/>
                      </p:nvGrpSpPr>
                      <p:grpSpPr>
                        <a:xfrm>
                          <a:off x="3701732" y="4724400"/>
                          <a:ext cx="731520" cy="731520"/>
                          <a:chOff x="2970212" y="4724400"/>
                          <a:chExt cx="731520" cy="731520"/>
                        </a:xfrm>
                      </p:grpSpPr>
                      <p:grpSp>
                        <p:nvGrpSpPr>
                          <p:cNvPr id="47" name="Group 46">
                            <a:extLst>
                              <a:ext uri="{FF2B5EF4-FFF2-40B4-BE49-F238E27FC236}">
                                <a16:creationId xmlns:a16="http://schemas.microsoft.com/office/drawing/2014/main" id="{299BEFDF-8275-E8F6-6CD0-5064A6D17B4C}"/>
                              </a:ext>
                            </a:extLst>
                          </p:cNvPr>
                          <p:cNvGrpSpPr/>
                          <p:nvPr/>
                        </p:nvGrpSpPr>
                        <p:grpSpPr>
                          <a:xfrm>
                            <a:off x="2970212" y="4724400"/>
                            <a:ext cx="731520" cy="365760"/>
                            <a:chOff x="2970212" y="4724400"/>
                            <a:chExt cx="731520" cy="365760"/>
                          </a:xfrm>
                        </p:grpSpPr>
                        <p:sp>
                          <p:nvSpPr>
                            <p:cNvPr id="50" name="Rectangle 49">
                              <a:extLst>
                                <a:ext uri="{FF2B5EF4-FFF2-40B4-BE49-F238E27FC236}">
                                  <a16:creationId xmlns:a16="http://schemas.microsoft.com/office/drawing/2014/main" id="{0A617FE3-F397-5B24-3183-B268F92FC3E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1" name="Rectangle 50">
                              <a:extLst>
                                <a:ext uri="{FF2B5EF4-FFF2-40B4-BE49-F238E27FC236}">
                                  <a16:creationId xmlns:a16="http://schemas.microsoft.com/office/drawing/2014/main" id="{683B4162-9B1A-98EB-80B3-CCAB33FFE7D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48" name="Rectangle 47">
                            <a:extLst>
                              <a:ext uri="{FF2B5EF4-FFF2-40B4-BE49-F238E27FC236}">
                                <a16:creationId xmlns:a16="http://schemas.microsoft.com/office/drawing/2014/main" id="{AC91D1CB-EDC8-AE8C-73C6-97463B4845F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9" name="Rectangle 48">
                            <a:extLst>
                              <a:ext uri="{FF2B5EF4-FFF2-40B4-BE49-F238E27FC236}">
                                <a16:creationId xmlns:a16="http://schemas.microsoft.com/office/drawing/2014/main" id="{CF654491-3515-DDCB-8697-EBAD8A13ECE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70" name="Group 69">
                    <a:extLst>
                      <a:ext uri="{FF2B5EF4-FFF2-40B4-BE49-F238E27FC236}">
                        <a16:creationId xmlns:a16="http://schemas.microsoft.com/office/drawing/2014/main" id="{E95469E0-711B-401E-894B-91041B2AF119}"/>
                      </a:ext>
                    </a:extLst>
                  </p:cNvPr>
                  <p:cNvGrpSpPr/>
                  <p:nvPr/>
                </p:nvGrpSpPr>
                <p:grpSpPr>
                  <a:xfrm>
                    <a:off x="2132012" y="4587240"/>
                    <a:ext cx="2926080" cy="1463040"/>
                    <a:chOff x="2970212" y="4724400"/>
                    <a:chExt cx="2926080" cy="1463040"/>
                  </a:xfrm>
                </p:grpSpPr>
                <p:grpSp>
                  <p:nvGrpSpPr>
                    <p:cNvPr id="71" name="Group 70">
                      <a:extLst>
                        <a:ext uri="{FF2B5EF4-FFF2-40B4-BE49-F238E27FC236}">
                          <a16:creationId xmlns:a16="http://schemas.microsoft.com/office/drawing/2014/main" id="{6063D257-015D-E24A-EA83-C81CD94D8E19}"/>
                        </a:ext>
                      </a:extLst>
                    </p:cNvPr>
                    <p:cNvGrpSpPr/>
                    <p:nvPr/>
                  </p:nvGrpSpPr>
                  <p:grpSpPr>
                    <a:xfrm>
                      <a:off x="2970212" y="4724400"/>
                      <a:ext cx="1463040" cy="1463040"/>
                      <a:chOff x="2970212" y="4724400"/>
                      <a:chExt cx="1463040" cy="1463040"/>
                    </a:xfrm>
                  </p:grpSpPr>
                  <p:grpSp>
                    <p:nvGrpSpPr>
                      <p:cNvPr id="99" name="Group 98">
                        <a:extLst>
                          <a:ext uri="{FF2B5EF4-FFF2-40B4-BE49-F238E27FC236}">
                            <a16:creationId xmlns:a16="http://schemas.microsoft.com/office/drawing/2014/main" id="{3EDDBEC6-7846-E653-FD8E-B3C71DCC2E4D}"/>
                          </a:ext>
                        </a:extLst>
                      </p:cNvPr>
                      <p:cNvGrpSpPr/>
                      <p:nvPr/>
                    </p:nvGrpSpPr>
                    <p:grpSpPr>
                      <a:xfrm>
                        <a:off x="2970212" y="4724400"/>
                        <a:ext cx="1463040" cy="731520"/>
                        <a:chOff x="2970212" y="4724400"/>
                        <a:chExt cx="1463040" cy="731520"/>
                      </a:xfrm>
                    </p:grpSpPr>
                    <p:grpSp>
                      <p:nvGrpSpPr>
                        <p:cNvPr id="113" name="Group 112">
                          <a:extLst>
                            <a:ext uri="{FF2B5EF4-FFF2-40B4-BE49-F238E27FC236}">
                              <a16:creationId xmlns:a16="http://schemas.microsoft.com/office/drawing/2014/main" id="{A3F75599-EAA3-FFBF-E7B8-D987A8832813}"/>
                            </a:ext>
                          </a:extLst>
                        </p:cNvPr>
                        <p:cNvGrpSpPr/>
                        <p:nvPr/>
                      </p:nvGrpSpPr>
                      <p:grpSpPr>
                        <a:xfrm>
                          <a:off x="2970212" y="4724400"/>
                          <a:ext cx="731520" cy="731520"/>
                          <a:chOff x="2970212" y="4724400"/>
                          <a:chExt cx="731520" cy="731520"/>
                        </a:xfrm>
                      </p:grpSpPr>
                      <p:grpSp>
                        <p:nvGrpSpPr>
                          <p:cNvPr id="120" name="Group 119">
                            <a:extLst>
                              <a:ext uri="{FF2B5EF4-FFF2-40B4-BE49-F238E27FC236}">
                                <a16:creationId xmlns:a16="http://schemas.microsoft.com/office/drawing/2014/main" id="{CDE596BE-B4E6-1733-084F-28E76F7CA6F9}"/>
                              </a:ext>
                            </a:extLst>
                          </p:cNvPr>
                          <p:cNvGrpSpPr/>
                          <p:nvPr/>
                        </p:nvGrpSpPr>
                        <p:grpSpPr>
                          <a:xfrm>
                            <a:off x="2970212" y="4724400"/>
                            <a:ext cx="731520" cy="365760"/>
                            <a:chOff x="2970212" y="4724400"/>
                            <a:chExt cx="731520" cy="365760"/>
                          </a:xfrm>
                        </p:grpSpPr>
                        <p:sp>
                          <p:nvSpPr>
                            <p:cNvPr id="123" name="Rectangle 122">
                              <a:extLst>
                                <a:ext uri="{FF2B5EF4-FFF2-40B4-BE49-F238E27FC236}">
                                  <a16:creationId xmlns:a16="http://schemas.microsoft.com/office/drawing/2014/main" id="{B0D96188-04A0-22D5-D874-095A052F9AB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4" name="Rectangle 123">
                              <a:extLst>
                                <a:ext uri="{FF2B5EF4-FFF2-40B4-BE49-F238E27FC236}">
                                  <a16:creationId xmlns:a16="http://schemas.microsoft.com/office/drawing/2014/main" id="{BC6B740B-A72F-B611-6CF9-D4CBE8D9054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21" name="Rectangle 120">
                            <a:extLst>
                              <a:ext uri="{FF2B5EF4-FFF2-40B4-BE49-F238E27FC236}">
                                <a16:creationId xmlns:a16="http://schemas.microsoft.com/office/drawing/2014/main" id="{B507DF56-15B3-21BF-23DF-27625BC533B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2" name="Rectangle 121">
                            <a:extLst>
                              <a:ext uri="{FF2B5EF4-FFF2-40B4-BE49-F238E27FC236}">
                                <a16:creationId xmlns:a16="http://schemas.microsoft.com/office/drawing/2014/main" id="{A15750D7-5656-46D8-7720-FE6AE66AAD7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14" name="Group 113">
                          <a:extLst>
                            <a:ext uri="{FF2B5EF4-FFF2-40B4-BE49-F238E27FC236}">
                              <a16:creationId xmlns:a16="http://schemas.microsoft.com/office/drawing/2014/main" id="{167AE103-F7A8-D8EE-786D-03E04FDEC31A}"/>
                            </a:ext>
                          </a:extLst>
                        </p:cNvPr>
                        <p:cNvGrpSpPr/>
                        <p:nvPr/>
                      </p:nvGrpSpPr>
                      <p:grpSpPr>
                        <a:xfrm>
                          <a:off x="3701732" y="4724400"/>
                          <a:ext cx="731520" cy="731520"/>
                          <a:chOff x="2970212" y="4724400"/>
                          <a:chExt cx="731520" cy="731520"/>
                        </a:xfrm>
                      </p:grpSpPr>
                      <p:grpSp>
                        <p:nvGrpSpPr>
                          <p:cNvPr id="115" name="Group 114">
                            <a:extLst>
                              <a:ext uri="{FF2B5EF4-FFF2-40B4-BE49-F238E27FC236}">
                                <a16:creationId xmlns:a16="http://schemas.microsoft.com/office/drawing/2014/main" id="{6848AAFC-3591-A12C-4B2F-CF6C1ACA0D30}"/>
                              </a:ext>
                            </a:extLst>
                          </p:cNvPr>
                          <p:cNvGrpSpPr/>
                          <p:nvPr/>
                        </p:nvGrpSpPr>
                        <p:grpSpPr>
                          <a:xfrm>
                            <a:off x="2970212" y="4724400"/>
                            <a:ext cx="731520" cy="365760"/>
                            <a:chOff x="2970212" y="4724400"/>
                            <a:chExt cx="731520" cy="365760"/>
                          </a:xfrm>
                        </p:grpSpPr>
                        <p:sp>
                          <p:nvSpPr>
                            <p:cNvPr id="118" name="Rectangle 117">
                              <a:extLst>
                                <a:ext uri="{FF2B5EF4-FFF2-40B4-BE49-F238E27FC236}">
                                  <a16:creationId xmlns:a16="http://schemas.microsoft.com/office/drawing/2014/main" id="{2F4780AA-FB05-B79A-D9E9-DD6E1A217F3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9" name="Rectangle 118">
                              <a:extLst>
                                <a:ext uri="{FF2B5EF4-FFF2-40B4-BE49-F238E27FC236}">
                                  <a16:creationId xmlns:a16="http://schemas.microsoft.com/office/drawing/2014/main" id="{EEABC3C4-7E4E-0B81-F1B1-C3F11EA2DD96}"/>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16" name="Rectangle 115">
                            <a:extLst>
                              <a:ext uri="{FF2B5EF4-FFF2-40B4-BE49-F238E27FC236}">
                                <a16:creationId xmlns:a16="http://schemas.microsoft.com/office/drawing/2014/main" id="{BF7B9303-2F8C-3562-0912-D58F5147790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7" name="Rectangle 116">
                            <a:extLst>
                              <a:ext uri="{FF2B5EF4-FFF2-40B4-BE49-F238E27FC236}">
                                <a16:creationId xmlns:a16="http://schemas.microsoft.com/office/drawing/2014/main" id="{D4A37911-CC9A-07C1-0DB1-DC3FA199BCEA}"/>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100" name="Group 99">
                        <a:extLst>
                          <a:ext uri="{FF2B5EF4-FFF2-40B4-BE49-F238E27FC236}">
                            <a16:creationId xmlns:a16="http://schemas.microsoft.com/office/drawing/2014/main" id="{CF544DE0-89E8-BAC0-9C76-D7FA94F9E538}"/>
                          </a:ext>
                        </a:extLst>
                      </p:cNvPr>
                      <p:cNvGrpSpPr/>
                      <p:nvPr/>
                    </p:nvGrpSpPr>
                    <p:grpSpPr>
                      <a:xfrm>
                        <a:off x="2970212" y="5455920"/>
                        <a:ext cx="1463040" cy="731520"/>
                        <a:chOff x="2970212" y="4724400"/>
                        <a:chExt cx="1463040" cy="731520"/>
                      </a:xfrm>
                    </p:grpSpPr>
                    <p:grpSp>
                      <p:nvGrpSpPr>
                        <p:cNvPr id="101" name="Group 100">
                          <a:extLst>
                            <a:ext uri="{FF2B5EF4-FFF2-40B4-BE49-F238E27FC236}">
                              <a16:creationId xmlns:a16="http://schemas.microsoft.com/office/drawing/2014/main" id="{4FC06795-F10A-E9E6-F495-F56590495C49}"/>
                            </a:ext>
                          </a:extLst>
                        </p:cNvPr>
                        <p:cNvGrpSpPr/>
                        <p:nvPr/>
                      </p:nvGrpSpPr>
                      <p:grpSpPr>
                        <a:xfrm>
                          <a:off x="2970212" y="4724400"/>
                          <a:ext cx="731520" cy="731520"/>
                          <a:chOff x="2970212" y="4724400"/>
                          <a:chExt cx="731520" cy="731520"/>
                        </a:xfrm>
                      </p:grpSpPr>
                      <p:grpSp>
                        <p:nvGrpSpPr>
                          <p:cNvPr id="108" name="Group 107">
                            <a:extLst>
                              <a:ext uri="{FF2B5EF4-FFF2-40B4-BE49-F238E27FC236}">
                                <a16:creationId xmlns:a16="http://schemas.microsoft.com/office/drawing/2014/main" id="{1C19B01F-A570-89E8-C3CC-59F0A0FBCE7B}"/>
                              </a:ext>
                            </a:extLst>
                          </p:cNvPr>
                          <p:cNvGrpSpPr/>
                          <p:nvPr/>
                        </p:nvGrpSpPr>
                        <p:grpSpPr>
                          <a:xfrm>
                            <a:off x="2970212" y="4724400"/>
                            <a:ext cx="731520" cy="365760"/>
                            <a:chOff x="2970212" y="4724400"/>
                            <a:chExt cx="731520" cy="365760"/>
                          </a:xfrm>
                        </p:grpSpPr>
                        <p:sp>
                          <p:nvSpPr>
                            <p:cNvPr id="111" name="Rectangle 110">
                              <a:extLst>
                                <a:ext uri="{FF2B5EF4-FFF2-40B4-BE49-F238E27FC236}">
                                  <a16:creationId xmlns:a16="http://schemas.microsoft.com/office/drawing/2014/main" id="{0475172F-A701-179F-3590-7EA1E0E9F06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2" name="Rectangle 111">
                              <a:extLst>
                                <a:ext uri="{FF2B5EF4-FFF2-40B4-BE49-F238E27FC236}">
                                  <a16:creationId xmlns:a16="http://schemas.microsoft.com/office/drawing/2014/main" id="{2A9B2116-36D4-2C79-5539-EF359C79CCC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9" name="Rectangle 108">
                            <a:extLst>
                              <a:ext uri="{FF2B5EF4-FFF2-40B4-BE49-F238E27FC236}">
                                <a16:creationId xmlns:a16="http://schemas.microsoft.com/office/drawing/2014/main" id="{67F3D780-72E5-E985-7072-9223AFB5490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0" name="Rectangle 109">
                            <a:extLst>
                              <a:ext uri="{FF2B5EF4-FFF2-40B4-BE49-F238E27FC236}">
                                <a16:creationId xmlns:a16="http://schemas.microsoft.com/office/drawing/2014/main" id="{5C5EE404-8C54-E591-73AD-0E202A91E85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02" name="Group 101">
                          <a:extLst>
                            <a:ext uri="{FF2B5EF4-FFF2-40B4-BE49-F238E27FC236}">
                              <a16:creationId xmlns:a16="http://schemas.microsoft.com/office/drawing/2014/main" id="{718540D2-5A18-4A15-6DBF-EC61EA8079A2}"/>
                            </a:ext>
                          </a:extLst>
                        </p:cNvPr>
                        <p:cNvGrpSpPr/>
                        <p:nvPr/>
                      </p:nvGrpSpPr>
                      <p:grpSpPr>
                        <a:xfrm>
                          <a:off x="3701732" y="4724400"/>
                          <a:ext cx="731520" cy="731520"/>
                          <a:chOff x="2970212" y="4724400"/>
                          <a:chExt cx="731520" cy="731520"/>
                        </a:xfrm>
                      </p:grpSpPr>
                      <p:grpSp>
                        <p:nvGrpSpPr>
                          <p:cNvPr id="103" name="Group 102">
                            <a:extLst>
                              <a:ext uri="{FF2B5EF4-FFF2-40B4-BE49-F238E27FC236}">
                                <a16:creationId xmlns:a16="http://schemas.microsoft.com/office/drawing/2014/main" id="{121E8F8B-F587-E153-9DE3-FF09F3CD7ACA}"/>
                              </a:ext>
                            </a:extLst>
                          </p:cNvPr>
                          <p:cNvGrpSpPr/>
                          <p:nvPr/>
                        </p:nvGrpSpPr>
                        <p:grpSpPr>
                          <a:xfrm>
                            <a:off x="2970212" y="4724400"/>
                            <a:ext cx="731520" cy="365760"/>
                            <a:chOff x="2970212" y="4724400"/>
                            <a:chExt cx="731520" cy="365760"/>
                          </a:xfrm>
                        </p:grpSpPr>
                        <p:sp>
                          <p:nvSpPr>
                            <p:cNvPr id="106" name="Rectangle 105">
                              <a:extLst>
                                <a:ext uri="{FF2B5EF4-FFF2-40B4-BE49-F238E27FC236}">
                                  <a16:creationId xmlns:a16="http://schemas.microsoft.com/office/drawing/2014/main" id="{59A0CDD8-3D30-ABC2-A14D-78C57C4E64F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7" name="Rectangle 106">
                              <a:extLst>
                                <a:ext uri="{FF2B5EF4-FFF2-40B4-BE49-F238E27FC236}">
                                  <a16:creationId xmlns:a16="http://schemas.microsoft.com/office/drawing/2014/main" id="{58B50FA8-F41E-47C8-8DA1-923FEB3C4336}"/>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4" name="Rectangle 103">
                            <a:extLst>
                              <a:ext uri="{FF2B5EF4-FFF2-40B4-BE49-F238E27FC236}">
                                <a16:creationId xmlns:a16="http://schemas.microsoft.com/office/drawing/2014/main" id="{D438CEEF-1996-ED72-0079-0828AABF86A7}"/>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5" name="Rectangle 104">
                            <a:extLst>
                              <a:ext uri="{FF2B5EF4-FFF2-40B4-BE49-F238E27FC236}">
                                <a16:creationId xmlns:a16="http://schemas.microsoft.com/office/drawing/2014/main" id="{DCBEBCE6-0EB8-FE07-2688-30DF0F9E07BA}"/>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72" name="Group 71">
                      <a:extLst>
                        <a:ext uri="{FF2B5EF4-FFF2-40B4-BE49-F238E27FC236}">
                          <a16:creationId xmlns:a16="http://schemas.microsoft.com/office/drawing/2014/main" id="{4C278C3C-E639-0FF7-0766-5BD33506231E}"/>
                        </a:ext>
                      </a:extLst>
                    </p:cNvPr>
                    <p:cNvGrpSpPr/>
                    <p:nvPr/>
                  </p:nvGrpSpPr>
                  <p:grpSpPr>
                    <a:xfrm>
                      <a:off x="4433252" y="4724400"/>
                      <a:ext cx="1463040" cy="1463040"/>
                      <a:chOff x="2970212" y="4724400"/>
                      <a:chExt cx="1463040" cy="1463040"/>
                    </a:xfrm>
                  </p:grpSpPr>
                  <p:grpSp>
                    <p:nvGrpSpPr>
                      <p:cNvPr id="73" name="Group 72">
                        <a:extLst>
                          <a:ext uri="{FF2B5EF4-FFF2-40B4-BE49-F238E27FC236}">
                            <a16:creationId xmlns:a16="http://schemas.microsoft.com/office/drawing/2014/main" id="{9836511F-9DD3-BD97-D57A-6C2193911599}"/>
                          </a:ext>
                        </a:extLst>
                      </p:cNvPr>
                      <p:cNvGrpSpPr/>
                      <p:nvPr/>
                    </p:nvGrpSpPr>
                    <p:grpSpPr>
                      <a:xfrm>
                        <a:off x="2970212" y="4724400"/>
                        <a:ext cx="1463040" cy="731520"/>
                        <a:chOff x="2970212" y="4724400"/>
                        <a:chExt cx="1463040" cy="731520"/>
                      </a:xfrm>
                    </p:grpSpPr>
                    <p:grpSp>
                      <p:nvGrpSpPr>
                        <p:cNvPr id="87" name="Group 86">
                          <a:extLst>
                            <a:ext uri="{FF2B5EF4-FFF2-40B4-BE49-F238E27FC236}">
                              <a16:creationId xmlns:a16="http://schemas.microsoft.com/office/drawing/2014/main" id="{1632F4D5-DFCB-BD94-A7E3-3D952CEDCE88}"/>
                            </a:ext>
                          </a:extLst>
                        </p:cNvPr>
                        <p:cNvGrpSpPr/>
                        <p:nvPr/>
                      </p:nvGrpSpPr>
                      <p:grpSpPr>
                        <a:xfrm>
                          <a:off x="2970212" y="4724400"/>
                          <a:ext cx="731520" cy="731520"/>
                          <a:chOff x="2970212" y="4724400"/>
                          <a:chExt cx="731520" cy="731520"/>
                        </a:xfrm>
                      </p:grpSpPr>
                      <p:grpSp>
                        <p:nvGrpSpPr>
                          <p:cNvPr id="94" name="Group 93">
                            <a:extLst>
                              <a:ext uri="{FF2B5EF4-FFF2-40B4-BE49-F238E27FC236}">
                                <a16:creationId xmlns:a16="http://schemas.microsoft.com/office/drawing/2014/main" id="{33544E49-7FAE-172F-4B0F-D0640360A780}"/>
                              </a:ext>
                            </a:extLst>
                          </p:cNvPr>
                          <p:cNvGrpSpPr/>
                          <p:nvPr/>
                        </p:nvGrpSpPr>
                        <p:grpSpPr>
                          <a:xfrm>
                            <a:off x="2970212" y="4724400"/>
                            <a:ext cx="731520" cy="365760"/>
                            <a:chOff x="2970212" y="4724400"/>
                            <a:chExt cx="731520" cy="365760"/>
                          </a:xfrm>
                        </p:grpSpPr>
                        <p:sp>
                          <p:nvSpPr>
                            <p:cNvPr id="97" name="Rectangle 96">
                              <a:extLst>
                                <a:ext uri="{FF2B5EF4-FFF2-40B4-BE49-F238E27FC236}">
                                  <a16:creationId xmlns:a16="http://schemas.microsoft.com/office/drawing/2014/main" id="{D63F5653-3FDF-6652-227C-DC33EB042D6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8" name="Rectangle 97">
                              <a:extLst>
                                <a:ext uri="{FF2B5EF4-FFF2-40B4-BE49-F238E27FC236}">
                                  <a16:creationId xmlns:a16="http://schemas.microsoft.com/office/drawing/2014/main" id="{65619C36-BEA1-4657-12B7-CEC8A1EA805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95" name="Rectangle 94">
                            <a:extLst>
                              <a:ext uri="{FF2B5EF4-FFF2-40B4-BE49-F238E27FC236}">
                                <a16:creationId xmlns:a16="http://schemas.microsoft.com/office/drawing/2014/main" id="{694E9D81-48B5-8521-BBEC-C690EE038CC7}"/>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6" name="Rectangle 95">
                            <a:extLst>
                              <a:ext uri="{FF2B5EF4-FFF2-40B4-BE49-F238E27FC236}">
                                <a16:creationId xmlns:a16="http://schemas.microsoft.com/office/drawing/2014/main" id="{CA2C897E-11CA-5E93-05EF-17A51BF39A6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88" name="Group 87">
                          <a:extLst>
                            <a:ext uri="{FF2B5EF4-FFF2-40B4-BE49-F238E27FC236}">
                              <a16:creationId xmlns:a16="http://schemas.microsoft.com/office/drawing/2014/main" id="{4D913862-B20B-01D7-BA7A-23DF0FC8A023}"/>
                            </a:ext>
                          </a:extLst>
                        </p:cNvPr>
                        <p:cNvGrpSpPr/>
                        <p:nvPr/>
                      </p:nvGrpSpPr>
                      <p:grpSpPr>
                        <a:xfrm>
                          <a:off x="3701732" y="4724400"/>
                          <a:ext cx="731520" cy="731520"/>
                          <a:chOff x="2970212" y="4724400"/>
                          <a:chExt cx="731520" cy="731520"/>
                        </a:xfrm>
                      </p:grpSpPr>
                      <p:grpSp>
                        <p:nvGrpSpPr>
                          <p:cNvPr id="89" name="Group 88">
                            <a:extLst>
                              <a:ext uri="{FF2B5EF4-FFF2-40B4-BE49-F238E27FC236}">
                                <a16:creationId xmlns:a16="http://schemas.microsoft.com/office/drawing/2014/main" id="{8FE2F16A-FBA6-3715-9FAF-DA5B91918AC5}"/>
                              </a:ext>
                            </a:extLst>
                          </p:cNvPr>
                          <p:cNvGrpSpPr/>
                          <p:nvPr/>
                        </p:nvGrpSpPr>
                        <p:grpSpPr>
                          <a:xfrm>
                            <a:off x="2970212" y="4724400"/>
                            <a:ext cx="731520" cy="365760"/>
                            <a:chOff x="2970212" y="4724400"/>
                            <a:chExt cx="731520" cy="365760"/>
                          </a:xfrm>
                        </p:grpSpPr>
                        <p:sp>
                          <p:nvSpPr>
                            <p:cNvPr id="92" name="Rectangle 91">
                              <a:extLst>
                                <a:ext uri="{FF2B5EF4-FFF2-40B4-BE49-F238E27FC236}">
                                  <a16:creationId xmlns:a16="http://schemas.microsoft.com/office/drawing/2014/main" id="{7C349BBE-B81B-E489-1F04-39B66BA09B8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3" name="Rectangle 92">
                              <a:extLst>
                                <a:ext uri="{FF2B5EF4-FFF2-40B4-BE49-F238E27FC236}">
                                  <a16:creationId xmlns:a16="http://schemas.microsoft.com/office/drawing/2014/main" id="{9A19E765-3F13-4EA2-D03C-B67F297007D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90" name="Rectangle 89">
                            <a:extLst>
                              <a:ext uri="{FF2B5EF4-FFF2-40B4-BE49-F238E27FC236}">
                                <a16:creationId xmlns:a16="http://schemas.microsoft.com/office/drawing/2014/main" id="{51623074-FD5A-5EDB-3E7F-3D6C29E935A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1" name="Rectangle 90">
                            <a:extLst>
                              <a:ext uri="{FF2B5EF4-FFF2-40B4-BE49-F238E27FC236}">
                                <a16:creationId xmlns:a16="http://schemas.microsoft.com/office/drawing/2014/main" id="{11CD845C-BA43-1456-DD19-FF5C701D362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74" name="Group 73">
                        <a:extLst>
                          <a:ext uri="{FF2B5EF4-FFF2-40B4-BE49-F238E27FC236}">
                            <a16:creationId xmlns:a16="http://schemas.microsoft.com/office/drawing/2014/main" id="{2B9F4068-F64E-9A70-0942-B4FAC9D7D943}"/>
                          </a:ext>
                        </a:extLst>
                      </p:cNvPr>
                      <p:cNvGrpSpPr/>
                      <p:nvPr/>
                    </p:nvGrpSpPr>
                    <p:grpSpPr>
                      <a:xfrm>
                        <a:off x="2970212" y="5455920"/>
                        <a:ext cx="1463040" cy="731520"/>
                        <a:chOff x="2970212" y="4724400"/>
                        <a:chExt cx="1463040" cy="731520"/>
                      </a:xfrm>
                    </p:grpSpPr>
                    <p:grpSp>
                      <p:nvGrpSpPr>
                        <p:cNvPr id="75" name="Group 74">
                          <a:extLst>
                            <a:ext uri="{FF2B5EF4-FFF2-40B4-BE49-F238E27FC236}">
                              <a16:creationId xmlns:a16="http://schemas.microsoft.com/office/drawing/2014/main" id="{D05932E0-B12B-BF27-A4A8-8D2D063F6019}"/>
                            </a:ext>
                          </a:extLst>
                        </p:cNvPr>
                        <p:cNvGrpSpPr/>
                        <p:nvPr/>
                      </p:nvGrpSpPr>
                      <p:grpSpPr>
                        <a:xfrm>
                          <a:off x="2970212" y="4724400"/>
                          <a:ext cx="731520" cy="731520"/>
                          <a:chOff x="2970212" y="4724400"/>
                          <a:chExt cx="731520" cy="731520"/>
                        </a:xfrm>
                      </p:grpSpPr>
                      <p:grpSp>
                        <p:nvGrpSpPr>
                          <p:cNvPr id="82" name="Group 81">
                            <a:extLst>
                              <a:ext uri="{FF2B5EF4-FFF2-40B4-BE49-F238E27FC236}">
                                <a16:creationId xmlns:a16="http://schemas.microsoft.com/office/drawing/2014/main" id="{F84CB894-33FE-A944-BCC7-B251CCA6ACA0}"/>
                              </a:ext>
                            </a:extLst>
                          </p:cNvPr>
                          <p:cNvGrpSpPr/>
                          <p:nvPr/>
                        </p:nvGrpSpPr>
                        <p:grpSpPr>
                          <a:xfrm>
                            <a:off x="2970212" y="4724400"/>
                            <a:ext cx="731520" cy="365760"/>
                            <a:chOff x="2970212" y="4724400"/>
                            <a:chExt cx="731520" cy="365760"/>
                          </a:xfrm>
                        </p:grpSpPr>
                        <p:sp>
                          <p:nvSpPr>
                            <p:cNvPr id="85" name="Rectangle 84">
                              <a:extLst>
                                <a:ext uri="{FF2B5EF4-FFF2-40B4-BE49-F238E27FC236}">
                                  <a16:creationId xmlns:a16="http://schemas.microsoft.com/office/drawing/2014/main" id="{2FC057C4-C309-A93E-094C-71B40536744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6" name="Rectangle 85">
                              <a:extLst>
                                <a:ext uri="{FF2B5EF4-FFF2-40B4-BE49-F238E27FC236}">
                                  <a16:creationId xmlns:a16="http://schemas.microsoft.com/office/drawing/2014/main" id="{800F61F2-C59A-0FE9-1E91-693D88C10F3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83" name="Rectangle 82">
                            <a:extLst>
                              <a:ext uri="{FF2B5EF4-FFF2-40B4-BE49-F238E27FC236}">
                                <a16:creationId xmlns:a16="http://schemas.microsoft.com/office/drawing/2014/main" id="{61CFD236-CD48-896A-9EAB-7C866808564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4" name="Rectangle 83">
                            <a:extLst>
                              <a:ext uri="{FF2B5EF4-FFF2-40B4-BE49-F238E27FC236}">
                                <a16:creationId xmlns:a16="http://schemas.microsoft.com/office/drawing/2014/main" id="{8344BEDB-3286-D01F-7BCA-DD23A6A2337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76" name="Group 75">
                          <a:extLst>
                            <a:ext uri="{FF2B5EF4-FFF2-40B4-BE49-F238E27FC236}">
                              <a16:creationId xmlns:a16="http://schemas.microsoft.com/office/drawing/2014/main" id="{7EC9B7F6-C063-F80F-8D0C-AF776D5C6DFD}"/>
                            </a:ext>
                          </a:extLst>
                        </p:cNvPr>
                        <p:cNvGrpSpPr/>
                        <p:nvPr/>
                      </p:nvGrpSpPr>
                      <p:grpSpPr>
                        <a:xfrm>
                          <a:off x="3701732" y="4724400"/>
                          <a:ext cx="731520" cy="731520"/>
                          <a:chOff x="2970212" y="4724400"/>
                          <a:chExt cx="731520" cy="731520"/>
                        </a:xfrm>
                      </p:grpSpPr>
                      <p:grpSp>
                        <p:nvGrpSpPr>
                          <p:cNvPr id="77" name="Group 76">
                            <a:extLst>
                              <a:ext uri="{FF2B5EF4-FFF2-40B4-BE49-F238E27FC236}">
                                <a16:creationId xmlns:a16="http://schemas.microsoft.com/office/drawing/2014/main" id="{A7DE8B47-9940-81D4-7876-55E49B9E78DD}"/>
                              </a:ext>
                            </a:extLst>
                          </p:cNvPr>
                          <p:cNvGrpSpPr/>
                          <p:nvPr/>
                        </p:nvGrpSpPr>
                        <p:grpSpPr>
                          <a:xfrm>
                            <a:off x="2970212" y="4724400"/>
                            <a:ext cx="731520" cy="365760"/>
                            <a:chOff x="2970212" y="4724400"/>
                            <a:chExt cx="731520" cy="365760"/>
                          </a:xfrm>
                        </p:grpSpPr>
                        <p:sp>
                          <p:nvSpPr>
                            <p:cNvPr id="80" name="Rectangle 79">
                              <a:extLst>
                                <a:ext uri="{FF2B5EF4-FFF2-40B4-BE49-F238E27FC236}">
                                  <a16:creationId xmlns:a16="http://schemas.microsoft.com/office/drawing/2014/main" id="{BFCFA2A4-EB6B-5304-F901-6BC569403A2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1" name="Rectangle 80">
                              <a:extLst>
                                <a:ext uri="{FF2B5EF4-FFF2-40B4-BE49-F238E27FC236}">
                                  <a16:creationId xmlns:a16="http://schemas.microsoft.com/office/drawing/2014/main" id="{D8E8473B-5331-52DD-3334-6863996B64F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78" name="Rectangle 77">
                            <a:extLst>
                              <a:ext uri="{FF2B5EF4-FFF2-40B4-BE49-F238E27FC236}">
                                <a16:creationId xmlns:a16="http://schemas.microsoft.com/office/drawing/2014/main" id="{541AA220-D7DC-C29F-8842-8D4920CB6CA0}"/>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9" name="Rectangle 78">
                            <a:extLst>
                              <a:ext uri="{FF2B5EF4-FFF2-40B4-BE49-F238E27FC236}">
                                <a16:creationId xmlns:a16="http://schemas.microsoft.com/office/drawing/2014/main" id="{804BD431-E88F-82F7-5245-C271B0D2D15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nvGrpSpPr>
                <p:cNvPr id="181" name="Group 180">
                  <a:extLst>
                    <a:ext uri="{FF2B5EF4-FFF2-40B4-BE49-F238E27FC236}">
                      <a16:creationId xmlns:a16="http://schemas.microsoft.com/office/drawing/2014/main" id="{DC3D0616-E758-97E1-EE77-8AD5F2BBC1A3}"/>
                    </a:ext>
                  </a:extLst>
                </p:cNvPr>
                <p:cNvGrpSpPr/>
                <p:nvPr/>
              </p:nvGrpSpPr>
              <p:grpSpPr>
                <a:xfrm>
                  <a:off x="5058092" y="3124200"/>
                  <a:ext cx="2926080" cy="2926080"/>
                  <a:chOff x="2132012" y="3124200"/>
                  <a:chExt cx="2926080" cy="2926080"/>
                </a:xfrm>
              </p:grpSpPr>
              <p:grpSp>
                <p:nvGrpSpPr>
                  <p:cNvPr id="182" name="Group 181">
                    <a:extLst>
                      <a:ext uri="{FF2B5EF4-FFF2-40B4-BE49-F238E27FC236}">
                        <a16:creationId xmlns:a16="http://schemas.microsoft.com/office/drawing/2014/main" id="{F06B89F4-01E6-A43C-2504-750C1E31021A}"/>
                      </a:ext>
                    </a:extLst>
                  </p:cNvPr>
                  <p:cNvGrpSpPr/>
                  <p:nvPr/>
                </p:nvGrpSpPr>
                <p:grpSpPr>
                  <a:xfrm>
                    <a:off x="2132012" y="3124200"/>
                    <a:ext cx="2926080" cy="1463040"/>
                    <a:chOff x="2970212" y="4724400"/>
                    <a:chExt cx="2926080" cy="1463040"/>
                  </a:xfrm>
                </p:grpSpPr>
                <p:grpSp>
                  <p:nvGrpSpPr>
                    <p:cNvPr id="238" name="Group 237">
                      <a:extLst>
                        <a:ext uri="{FF2B5EF4-FFF2-40B4-BE49-F238E27FC236}">
                          <a16:creationId xmlns:a16="http://schemas.microsoft.com/office/drawing/2014/main" id="{78C991A3-893D-D3CD-A7DC-B34F40F69B61}"/>
                        </a:ext>
                      </a:extLst>
                    </p:cNvPr>
                    <p:cNvGrpSpPr/>
                    <p:nvPr/>
                  </p:nvGrpSpPr>
                  <p:grpSpPr>
                    <a:xfrm>
                      <a:off x="2970212" y="4724400"/>
                      <a:ext cx="1463040" cy="1463040"/>
                      <a:chOff x="2970212" y="4724400"/>
                      <a:chExt cx="1463040" cy="1463040"/>
                    </a:xfrm>
                  </p:grpSpPr>
                  <p:grpSp>
                    <p:nvGrpSpPr>
                      <p:cNvPr id="266" name="Group 265">
                        <a:extLst>
                          <a:ext uri="{FF2B5EF4-FFF2-40B4-BE49-F238E27FC236}">
                            <a16:creationId xmlns:a16="http://schemas.microsoft.com/office/drawing/2014/main" id="{2787BC15-B479-CF21-7757-4CBB886A24A5}"/>
                          </a:ext>
                        </a:extLst>
                      </p:cNvPr>
                      <p:cNvGrpSpPr/>
                      <p:nvPr/>
                    </p:nvGrpSpPr>
                    <p:grpSpPr>
                      <a:xfrm>
                        <a:off x="2970212" y="4724400"/>
                        <a:ext cx="1463040" cy="731520"/>
                        <a:chOff x="2970212" y="4724400"/>
                        <a:chExt cx="1463040" cy="731520"/>
                      </a:xfrm>
                    </p:grpSpPr>
                    <p:grpSp>
                      <p:nvGrpSpPr>
                        <p:cNvPr id="280" name="Group 279">
                          <a:extLst>
                            <a:ext uri="{FF2B5EF4-FFF2-40B4-BE49-F238E27FC236}">
                              <a16:creationId xmlns:a16="http://schemas.microsoft.com/office/drawing/2014/main" id="{876C5508-5B98-848C-CDF0-F370F117916D}"/>
                            </a:ext>
                          </a:extLst>
                        </p:cNvPr>
                        <p:cNvGrpSpPr/>
                        <p:nvPr/>
                      </p:nvGrpSpPr>
                      <p:grpSpPr>
                        <a:xfrm>
                          <a:off x="2970212" y="4724400"/>
                          <a:ext cx="731520" cy="731520"/>
                          <a:chOff x="2970212" y="4724400"/>
                          <a:chExt cx="731520" cy="731520"/>
                        </a:xfrm>
                      </p:grpSpPr>
                      <p:grpSp>
                        <p:nvGrpSpPr>
                          <p:cNvPr id="287" name="Group 286">
                            <a:extLst>
                              <a:ext uri="{FF2B5EF4-FFF2-40B4-BE49-F238E27FC236}">
                                <a16:creationId xmlns:a16="http://schemas.microsoft.com/office/drawing/2014/main" id="{07144071-E423-9C4E-9470-4C6BD293EB40}"/>
                              </a:ext>
                            </a:extLst>
                          </p:cNvPr>
                          <p:cNvGrpSpPr/>
                          <p:nvPr/>
                        </p:nvGrpSpPr>
                        <p:grpSpPr>
                          <a:xfrm>
                            <a:off x="2970212" y="4724400"/>
                            <a:ext cx="731520" cy="365760"/>
                            <a:chOff x="2970212" y="4724400"/>
                            <a:chExt cx="731520" cy="365760"/>
                          </a:xfrm>
                        </p:grpSpPr>
                        <p:sp>
                          <p:nvSpPr>
                            <p:cNvPr id="290" name="Rectangle 289">
                              <a:extLst>
                                <a:ext uri="{FF2B5EF4-FFF2-40B4-BE49-F238E27FC236}">
                                  <a16:creationId xmlns:a16="http://schemas.microsoft.com/office/drawing/2014/main" id="{B010B432-2113-B26F-24B6-7208657D33C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91" name="Rectangle 290">
                              <a:extLst>
                                <a:ext uri="{FF2B5EF4-FFF2-40B4-BE49-F238E27FC236}">
                                  <a16:creationId xmlns:a16="http://schemas.microsoft.com/office/drawing/2014/main" id="{E19D5EA8-43A0-79E1-D937-EA62E5322CA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88" name="Rectangle 287">
                            <a:extLst>
                              <a:ext uri="{FF2B5EF4-FFF2-40B4-BE49-F238E27FC236}">
                                <a16:creationId xmlns:a16="http://schemas.microsoft.com/office/drawing/2014/main" id="{A5058DF3-5E54-4859-1A63-7872E210CC1C}"/>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9" name="Rectangle 288">
                            <a:extLst>
                              <a:ext uri="{FF2B5EF4-FFF2-40B4-BE49-F238E27FC236}">
                                <a16:creationId xmlns:a16="http://schemas.microsoft.com/office/drawing/2014/main" id="{8565FE7E-7DC7-5AF4-DEFA-07F709EDB6E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81" name="Group 280">
                          <a:extLst>
                            <a:ext uri="{FF2B5EF4-FFF2-40B4-BE49-F238E27FC236}">
                              <a16:creationId xmlns:a16="http://schemas.microsoft.com/office/drawing/2014/main" id="{49C2ED1B-3F1F-4C1E-C7E7-31CD0D519B1F}"/>
                            </a:ext>
                          </a:extLst>
                        </p:cNvPr>
                        <p:cNvGrpSpPr/>
                        <p:nvPr/>
                      </p:nvGrpSpPr>
                      <p:grpSpPr>
                        <a:xfrm>
                          <a:off x="3701732" y="4724400"/>
                          <a:ext cx="731520" cy="731520"/>
                          <a:chOff x="2970212" y="4724400"/>
                          <a:chExt cx="731520" cy="731520"/>
                        </a:xfrm>
                      </p:grpSpPr>
                      <p:grpSp>
                        <p:nvGrpSpPr>
                          <p:cNvPr id="282" name="Group 281">
                            <a:extLst>
                              <a:ext uri="{FF2B5EF4-FFF2-40B4-BE49-F238E27FC236}">
                                <a16:creationId xmlns:a16="http://schemas.microsoft.com/office/drawing/2014/main" id="{2978EB4B-0DC1-7DBD-F1A0-1547A4D4F64B}"/>
                              </a:ext>
                            </a:extLst>
                          </p:cNvPr>
                          <p:cNvGrpSpPr/>
                          <p:nvPr/>
                        </p:nvGrpSpPr>
                        <p:grpSpPr>
                          <a:xfrm>
                            <a:off x="2970212" y="4724400"/>
                            <a:ext cx="731520" cy="365760"/>
                            <a:chOff x="2970212" y="4724400"/>
                            <a:chExt cx="731520" cy="365760"/>
                          </a:xfrm>
                        </p:grpSpPr>
                        <p:sp>
                          <p:nvSpPr>
                            <p:cNvPr id="285" name="Rectangle 284">
                              <a:extLst>
                                <a:ext uri="{FF2B5EF4-FFF2-40B4-BE49-F238E27FC236}">
                                  <a16:creationId xmlns:a16="http://schemas.microsoft.com/office/drawing/2014/main" id="{FAFC5B12-716C-477A-36AC-ADB5F86E879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6" name="Rectangle 285">
                              <a:extLst>
                                <a:ext uri="{FF2B5EF4-FFF2-40B4-BE49-F238E27FC236}">
                                  <a16:creationId xmlns:a16="http://schemas.microsoft.com/office/drawing/2014/main" id="{E7B48678-0225-5359-AA4A-B137C846BBC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83" name="Rectangle 282">
                            <a:extLst>
                              <a:ext uri="{FF2B5EF4-FFF2-40B4-BE49-F238E27FC236}">
                                <a16:creationId xmlns:a16="http://schemas.microsoft.com/office/drawing/2014/main" id="{BD8B3835-0D6A-1174-47EE-AFEA62BA53E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4" name="Rectangle 283">
                            <a:extLst>
                              <a:ext uri="{FF2B5EF4-FFF2-40B4-BE49-F238E27FC236}">
                                <a16:creationId xmlns:a16="http://schemas.microsoft.com/office/drawing/2014/main" id="{EFEB1AE6-BE0E-A801-5A18-467AD824F5D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67" name="Group 266">
                        <a:extLst>
                          <a:ext uri="{FF2B5EF4-FFF2-40B4-BE49-F238E27FC236}">
                            <a16:creationId xmlns:a16="http://schemas.microsoft.com/office/drawing/2014/main" id="{071986B0-447A-921E-557A-6CCA97D14542}"/>
                          </a:ext>
                        </a:extLst>
                      </p:cNvPr>
                      <p:cNvGrpSpPr/>
                      <p:nvPr/>
                    </p:nvGrpSpPr>
                    <p:grpSpPr>
                      <a:xfrm>
                        <a:off x="2970212" y="5455920"/>
                        <a:ext cx="1463040" cy="731520"/>
                        <a:chOff x="2970212" y="4724400"/>
                        <a:chExt cx="1463040" cy="731520"/>
                      </a:xfrm>
                    </p:grpSpPr>
                    <p:grpSp>
                      <p:nvGrpSpPr>
                        <p:cNvPr id="268" name="Group 267">
                          <a:extLst>
                            <a:ext uri="{FF2B5EF4-FFF2-40B4-BE49-F238E27FC236}">
                              <a16:creationId xmlns:a16="http://schemas.microsoft.com/office/drawing/2014/main" id="{EFB211DF-2A08-6CB9-C86F-6F2DCEDB4685}"/>
                            </a:ext>
                          </a:extLst>
                        </p:cNvPr>
                        <p:cNvGrpSpPr/>
                        <p:nvPr/>
                      </p:nvGrpSpPr>
                      <p:grpSpPr>
                        <a:xfrm>
                          <a:off x="2970212" y="4724400"/>
                          <a:ext cx="731520" cy="731520"/>
                          <a:chOff x="2970212" y="4724400"/>
                          <a:chExt cx="731520" cy="731520"/>
                        </a:xfrm>
                      </p:grpSpPr>
                      <p:grpSp>
                        <p:nvGrpSpPr>
                          <p:cNvPr id="275" name="Group 274">
                            <a:extLst>
                              <a:ext uri="{FF2B5EF4-FFF2-40B4-BE49-F238E27FC236}">
                                <a16:creationId xmlns:a16="http://schemas.microsoft.com/office/drawing/2014/main" id="{A85EE5F4-E22E-E8F8-EF12-5F8315CF9889}"/>
                              </a:ext>
                            </a:extLst>
                          </p:cNvPr>
                          <p:cNvGrpSpPr/>
                          <p:nvPr/>
                        </p:nvGrpSpPr>
                        <p:grpSpPr>
                          <a:xfrm>
                            <a:off x="2970212" y="4724400"/>
                            <a:ext cx="731520" cy="365760"/>
                            <a:chOff x="2970212" y="4724400"/>
                            <a:chExt cx="731520" cy="365760"/>
                          </a:xfrm>
                        </p:grpSpPr>
                        <p:sp>
                          <p:nvSpPr>
                            <p:cNvPr id="278" name="Rectangle 277">
                              <a:extLst>
                                <a:ext uri="{FF2B5EF4-FFF2-40B4-BE49-F238E27FC236}">
                                  <a16:creationId xmlns:a16="http://schemas.microsoft.com/office/drawing/2014/main" id="{6C611188-8953-97A4-ED6F-178BB5FA7E07}"/>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9" name="Rectangle 278">
                              <a:extLst>
                                <a:ext uri="{FF2B5EF4-FFF2-40B4-BE49-F238E27FC236}">
                                  <a16:creationId xmlns:a16="http://schemas.microsoft.com/office/drawing/2014/main" id="{F5A46E83-135B-D62B-2B16-C122280AB6C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76" name="Rectangle 275">
                            <a:extLst>
                              <a:ext uri="{FF2B5EF4-FFF2-40B4-BE49-F238E27FC236}">
                                <a16:creationId xmlns:a16="http://schemas.microsoft.com/office/drawing/2014/main" id="{19B23F0B-B8D1-B662-D1C4-69672FBE502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7" name="Rectangle 276">
                            <a:extLst>
                              <a:ext uri="{FF2B5EF4-FFF2-40B4-BE49-F238E27FC236}">
                                <a16:creationId xmlns:a16="http://schemas.microsoft.com/office/drawing/2014/main" id="{2A5A7DDF-F545-16FB-C728-A746B195758B}"/>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69" name="Group 268">
                          <a:extLst>
                            <a:ext uri="{FF2B5EF4-FFF2-40B4-BE49-F238E27FC236}">
                              <a16:creationId xmlns:a16="http://schemas.microsoft.com/office/drawing/2014/main" id="{588BE228-6797-A1E0-A456-B24B6C4BD76D}"/>
                            </a:ext>
                          </a:extLst>
                        </p:cNvPr>
                        <p:cNvGrpSpPr/>
                        <p:nvPr/>
                      </p:nvGrpSpPr>
                      <p:grpSpPr>
                        <a:xfrm>
                          <a:off x="3701732" y="4724400"/>
                          <a:ext cx="731520" cy="731520"/>
                          <a:chOff x="2970212" y="4724400"/>
                          <a:chExt cx="731520" cy="731520"/>
                        </a:xfrm>
                      </p:grpSpPr>
                      <p:grpSp>
                        <p:nvGrpSpPr>
                          <p:cNvPr id="270" name="Group 269">
                            <a:extLst>
                              <a:ext uri="{FF2B5EF4-FFF2-40B4-BE49-F238E27FC236}">
                                <a16:creationId xmlns:a16="http://schemas.microsoft.com/office/drawing/2014/main" id="{78054DE0-5E3B-8153-258D-6ED6DE5EE80E}"/>
                              </a:ext>
                            </a:extLst>
                          </p:cNvPr>
                          <p:cNvGrpSpPr/>
                          <p:nvPr/>
                        </p:nvGrpSpPr>
                        <p:grpSpPr>
                          <a:xfrm>
                            <a:off x="2970212" y="4724400"/>
                            <a:ext cx="731520" cy="365760"/>
                            <a:chOff x="2970212" y="4724400"/>
                            <a:chExt cx="731520" cy="365760"/>
                          </a:xfrm>
                        </p:grpSpPr>
                        <p:sp>
                          <p:nvSpPr>
                            <p:cNvPr id="273" name="Rectangle 272">
                              <a:extLst>
                                <a:ext uri="{FF2B5EF4-FFF2-40B4-BE49-F238E27FC236}">
                                  <a16:creationId xmlns:a16="http://schemas.microsoft.com/office/drawing/2014/main" id="{8B63F195-FC93-799F-4E9C-666188BF1DB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4" name="Rectangle 273">
                              <a:extLst>
                                <a:ext uri="{FF2B5EF4-FFF2-40B4-BE49-F238E27FC236}">
                                  <a16:creationId xmlns:a16="http://schemas.microsoft.com/office/drawing/2014/main" id="{34280049-4FA0-A093-3E18-56589B332D1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71" name="Rectangle 270">
                            <a:extLst>
                              <a:ext uri="{FF2B5EF4-FFF2-40B4-BE49-F238E27FC236}">
                                <a16:creationId xmlns:a16="http://schemas.microsoft.com/office/drawing/2014/main" id="{31788E8B-0114-0C7B-6F3F-067CCFD242D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2" name="Rectangle 271">
                            <a:extLst>
                              <a:ext uri="{FF2B5EF4-FFF2-40B4-BE49-F238E27FC236}">
                                <a16:creationId xmlns:a16="http://schemas.microsoft.com/office/drawing/2014/main" id="{B6C959A2-ABE6-8432-B404-7622E173C18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239" name="Group 238">
                      <a:extLst>
                        <a:ext uri="{FF2B5EF4-FFF2-40B4-BE49-F238E27FC236}">
                          <a16:creationId xmlns:a16="http://schemas.microsoft.com/office/drawing/2014/main" id="{B3D34467-F1B7-985F-034E-1992C3D0F268}"/>
                        </a:ext>
                      </a:extLst>
                    </p:cNvPr>
                    <p:cNvGrpSpPr/>
                    <p:nvPr/>
                  </p:nvGrpSpPr>
                  <p:grpSpPr>
                    <a:xfrm>
                      <a:off x="4433252" y="4724400"/>
                      <a:ext cx="1463040" cy="1463040"/>
                      <a:chOff x="2970212" y="4724400"/>
                      <a:chExt cx="1463040" cy="1463040"/>
                    </a:xfrm>
                  </p:grpSpPr>
                  <p:grpSp>
                    <p:nvGrpSpPr>
                      <p:cNvPr id="240" name="Group 239">
                        <a:extLst>
                          <a:ext uri="{FF2B5EF4-FFF2-40B4-BE49-F238E27FC236}">
                            <a16:creationId xmlns:a16="http://schemas.microsoft.com/office/drawing/2014/main" id="{5E87856B-EC4C-4781-5205-4DE446506F41}"/>
                          </a:ext>
                        </a:extLst>
                      </p:cNvPr>
                      <p:cNvGrpSpPr/>
                      <p:nvPr/>
                    </p:nvGrpSpPr>
                    <p:grpSpPr>
                      <a:xfrm>
                        <a:off x="2970212" y="4724400"/>
                        <a:ext cx="1463040" cy="731520"/>
                        <a:chOff x="2970212" y="4724400"/>
                        <a:chExt cx="1463040" cy="731520"/>
                      </a:xfrm>
                    </p:grpSpPr>
                    <p:grpSp>
                      <p:nvGrpSpPr>
                        <p:cNvPr id="254" name="Group 253">
                          <a:extLst>
                            <a:ext uri="{FF2B5EF4-FFF2-40B4-BE49-F238E27FC236}">
                              <a16:creationId xmlns:a16="http://schemas.microsoft.com/office/drawing/2014/main" id="{2587CCBD-7E3A-042B-1109-9E3186989C92}"/>
                            </a:ext>
                          </a:extLst>
                        </p:cNvPr>
                        <p:cNvGrpSpPr/>
                        <p:nvPr/>
                      </p:nvGrpSpPr>
                      <p:grpSpPr>
                        <a:xfrm>
                          <a:off x="2970212" y="4724400"/>
                          <a:ext cx="731520" cy="731520"/>
                          <a:chOff x="2970212" y="4724400"/>
                          <a:chExt cx="731520" cy="731520"/>
                        </a:xfrm>
                      </p:grpSpPr>
                      <p:grpSp>
                        <p:nvGrpSpPr>
                          <p:cNvPr id="261" name="Group 260">
                            <a:extLst>
                              <a:ext uri="{FF2B5EF4-FFF2-40B4-BE49-F238E27FC236}">
                                <a16:creationId xmlns:a16="http://schemas.microsoft.com/office/drawing/2014/main" id="{CBBA38B7-68D9-19A7-4CA7-9A09F38A8015}"/>
                              </a:ext>
                            </a:extLst>
                          </p:cNvPr>
                          <p:cNvGrpSpPr/>
                          <p:nvPr/>
                        </p:nvGrpSpPr>
                        <p:grpSpPr>
                          <a:xfrm>
                            <a:off x="2970212" y="4724400"/>
                            <a:ext cx="731520" cy="365760"/>
                            <a:chOff x="2970212" y="4724400"/>
                            <a:chExt cx="731520" cy="365760"/>
                          </a:xfrm>
                        </p:grpSpPr>
                        <p:sp>
                          <p:nvSpPr>
                            <p:cNvPr id="264" name="Rectangle 263">
                              <a:extLst>
                                <a:ext uri="{FF2B5EF4-FFF2-40B4-BE49-F238E27FC236}">
                                  <a16:creationId xmlns:a16="http://schemas.microsoft.com/office/drawing/2014/main" id="{264446B1-6D98-F141-7F43-56954B2B053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5" name="Rectangle 264">
                              <a:extLst>
                                <a:ext uri="{FF2B5EF4-FFF2-40B4-BE49-F238E27FC236}">
                                  <a16:creationId xmlns:a16="http://schemas.microsoft.com/office/drawing/2014/main" id="{B4D1F769-4F9C-E829-0648-D371699F6B9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62" name="Rectangle 261">
                            <a:extLst>
                              <a:ext uri="{FF2B5EF4-FFF2-40B4-BE49-F238E27FC236}">
                                <a16:creationId xmlns:a16="http://schemas.microsoft.com/office/drawing/2014/main" id="{DB1FB918-DE23-E60E-8F80-FC468EDC14A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3" name="Rectangle 262">
                            <a:extLst>
                              <a:ext uri="{FF2B5EF4-FFF2-40B4-BE49-F238E27FC236}">
                                <a16:creationId xmlns:a16="http://schemas.microsoft.com/office/drawing/2014/main" id="{8E7ADF55-AA35-5432-2576-C5030A649C1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55" name="Group 254">
                          <a:extLst>
                            <a:ext uri="{FF2B5EF4-FFF2-40B4-BE49-F238E27FC236}">
                              <a16:creationId xmlns:a16="http://schemas.microsoft.com/office/drawing/2014/main" id="{C8755F6E-1C89-C9EA-E55A-435864B688A1}"/>
                            </a:ext>
                          </a:extLst>
                        </p:cNvPr>
                        <p:cNvGrpSpPr/>
                        <p:nvPr/>
                      </p:nvGrpSpPr>
                      <p:grpSpPr>
                        <a:xfrm>
                          <a:off x="3701732" y="4724400"/>
                          <a:ext cx="731520" cy="731520"/>
                          <a:chOff x="2970212" y="4724400"/>
                          <a:chExt cx="731520" cy="731520"/>
                        </a:xfrm>
                      </p:grpSpPr>
                      <p:grpSp>
                        <p:nvGrpSpPr>
                          <p:cNvPr id="256" name="Group 255">
                            <a:extLst>
                              <a:ext uri="{FF2B5EF4-FFF2-40B4-BE49-F238E27FC236}">
                                <a16:creationId xmlns:a16="http://schemas.microsoft.com/office/drawing/2014/main" id="{8A86C341-AE0C-5902-E7B9-39E4850134E8}"/>
                              </a:ext>
                            </a:extLst>
                          </p:cNvPr>
                          <p:cNvGrpSpPr/>
                          <p:nvPr/>
                        </p:nvGrpSpPr>
                        <p:grpSpPr>
                          <a:xfrm>
                            <a:off x="2970212" y="4724400"/>
                            <a:ext cx="731520" cy="365760"/>
                            <a:chOff x="2970212" y="4724400"/>
                            <a:chExt cx="731520" cy="365760"/>
                          </a:xfrm>
                        </p:grpSpPr>
                        <p:sp>
                          <p:nvSpPr>
                            <p:cNvPr id="259" name="Rectangle 258">
                              <a:extLst>
                                <a:ext uri="{FF2B5EF4-FFF2-40B4-BE49-F238E27FC236}">
                                  <a16:creationId xmlns:a16="http://schemas.microsoft.com/office/drawing/2014/main" id="{FA21437E-DDA2-F45F-072A-5FD0E6D35B09}"/>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0" name="Rectangle 259">
                              <a:extLst>
                                <a:ext uri="{FF2B5EF4-FFF2-40B4-BE49-F238E27FC236}">
                                  <a16:creationId xmlns:a16="http://schemas.microsoft.com/office/drawing/2014/main" id="{FCDD2D23-B866-0163-ABE1-503089837F87}"/>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57" name="Rectangle 256">
                            <a:extLst>
                              <a:ext uri="{FF2B5EF4-FFF2-40B4-BE49-F238E27FC236}">
                                <a16:creationId xmlns:a16="http://schemas.microsoft.com/office/drawing/2014/main" id="{023012C2-AB95-0B97-A2A9-12C9A91CC68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8" name="Rectangle 257">
                            <a:extLst>
                              <a:ext uri="{FF2B5EF4-FFF2-40B4-BE49-F238E27FC236}">
                                <a16:creationId xmlns:a16="http://schemas.microsoft.com/office/drawing/2014/main" id="{F34BFE23-5358-5F1E-5B8D-38AC7CA7800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41" name="Group 240">
                        <a:extLst>
                          <a:ext uri="{FF2B5EF4-FFF2-40B4-BE49-F238E27FC236}">
                            <a16:creationId xmlns:a16="http://schemas.microsoft.com/office/drawing/2014/main" id="{79CB21ED-3D2B-116E-BA79-56BF88E306AF}"/>
                          </a:ext>
                        </a:extLst>
                      </p:cNvPr>
                      <p:cNvGrpSpPr/>
                      <p:nvPr/>
                    </p:nvGrpSpPr>
                    <p:grpSpPr>
                      <a:xfrm>
                        <a:off x="2970212" y="5455920"/>
                        <a:ext cx="1463040" cy="731520"/>
                        <a:chOff x="2970212" y="4724400"/>
                        <a:chExt cx="1463040" cy="731520"/>
                      </a:xfrm>
                    </p:grpSpPr>
                    <p:grpSp>
                      <p:nvGrpSpPr>
                        <p:cNvPr id="242" name="Group 241">
                          <a:extLst>
                            <a:ext uri="{FF2B5EF4-FFF2-40B4-BE49-F238E27FC236}">
                              <a16:creationId xmlns:a16="http://schemas.microsoft.com/office/drawing/2014/main" id="{8652529F-CAC1-1CBE-0797-BD3366C518E3}"/>
                            </a:ext>
                          </a:extLst>
                        </p:cNvPr>
                        <p:cNvGrpSpPr/>
                        <p:nvPr/>
                      </p:nvGrpSpPr>
                      <p:grpSpPr>
                        <a:xfrm>
                          <a:off x="2970212" y="4724400"/>
                          <a:ext cx="731520" cy="731520"/>
                          <a:chOff x="2970212" y="4724400"/>
                          <a:chExt cx="731520" cy="731520"/>
                        </a:xfrm>
                      </p:grpSpPr>
                      <p:grpSp>
                        <p:nvGrpSpPr>
                          <p:cNvPr id="249" name="Group 248">
                            <a:extLst>
                              <a:ext uri="{FF2B5EF4-FFF2-40B4-BE49-F238E27FC236}">
                                <a16:creationId xmlns:a16="http://schemas.microsoft.com/office/drawing/2014/main" id="{8582BD87-C3B3-4A0F-8BDC-FA0EF67D0CDB}"/>
                              </a:ext>
                            </a:extLst>
                          </p:cNvPr>
                          <p:cNvGrpSpPr/>
                          <p:nvPr/>
                        </p:nvGrpSpPr>
                        <p:grpSpPr>
                          <a:xfrm>
                            <a:off x="2970212" y="4724400"/>
                            <a:ext cx="731520" cy="365760"/>
                            <a:chOff x="2970212" y="4724400"/>
                            <a:chExt cx="731520" cy="365760"/>
                          </a:xfrm>
                        </p:grpSpPr>
                        <p:sp>
                          <p:nvSpPr>
                            <p:cNvPr id="252" name="Rectangle 251">
                              <a:extLst>
                                <a:ext uri="{FF2B5EF4-FFF2-40B4-BE49-F238E27FC236}">
                                  <a16:creationId xmlns:a16="http://schemas.microsoft.com/office/drawing/2014/main" id="{AF5C351D-5C0B-7366-6F34-6DE343D6851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3" name="Rectangle 252">
                              <a:extLst>
                                <a:ext uri="{FF2B5EF4-FFF2-40B4-BE49-F238E27FC236}">
                                  <a16:creationId xmlns:a16="http://schemas.microsoft.com/office/drawing/2014/main" id="{10122B2F-5E40-32E1-D434-AFE4D68650B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50" name="Rectangle 249">
                            <a:extLst>
                              <a:ext uri="{FF2B5EF4-FFF2-40B4-BE49-F238E27FC236}">
                                <a16:creationId xmlns:a16="http://schemas.microsoft.com/office/drawing/2014/main" id="{D073A017-3A2F-28A8-4FCD-D2CF2341C32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1" name="Rectangle 250">
                            <a:extLst>
                              <a:ext uri="{FF2B5EF4-FFF2-40B4-BE49-F238E27FC236}">
                                <a16:creationId xmlns:a16="http://schemas.microsoft.com/office/drawing/2014/main" id="{4BFB7C9F-3F8B-359D-8FE3-FED6F53A1E7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43" name="Group 242">
                          <a:extLst>
                            <a:ext uri="{FF2B5EF4-FFF2-40B4-BE49-F238E27FC236}">
                              <a16:creationId xmlns:a16="http://schemas.microsoft.com/office/drawing/2014/main" id="{8EA054F7-FBB2-7B72-FC80-92E5A2E04E55}"/>
                            </a:ext>
                          </a:extLst>
                        </p:cNvPr>
                        <p:cNvGrpSpPr/>
                        <p:nvPr/>
                      </p:nvGrpSpPr>
                      <p:grpSpPr>
                        <a:xfrm>
                          <a:off x="3701732" y="4724400"/>
                          <a:ext cx="731520" cy="731520"/>
                          <a:chOff x="2970212" y="4724400"/>
                          <a:chExt cx="731520" cy="731520"/>
                        </a:xfrm>
                      </p:grpSpPr>
                      <p:grpSp>
                        <p:nvGrpSpPr>
                          <p:cNvPr id="244" name="Group 243">
                            <a:extLst>
                              <a:ext uri="{FF2B5EF4-FFF2-40B4-BE49-F238E27FC236}">
                                <a16:creationId xmlns:a16="http://schemas.microsoft.com/office/drawing/2014/main" id="{FEA67C01-F60F-F1C9-ABAF-495746A53636}"/>
                              </a:ext>
                            </a:extLst>
                          </p:cNvPr>
                          <p:cNvGrpSpPr/>
                          <p:nvPr/>
                        </p:nvGrpSpPr>
                        <p:grpSpPr>
                          <a:xfrm>
                            <a:off x="2970212" y="4724400"/>
                            <a:ext cx="731520" cy="365760"/>
                            <a:chOff x="2970212" y="4724400"/>
                            <a:chExt cx="731520" cy="365760"/>
                          </a:xfrm>
                        </p:grpSpPr>
                        <p:sp>
                          <p:nvSpPr>
                            <p:cNvPr id="247" name="Rectangle 246">
                              <a:extLst>
                                <a:ext uri="{FF2B5EF4-FFF2-40B4-BE49-F238E27FC236}">
                                  <a16:creationId xmlns:a16="http://schemas.microsoft.com/office/drawing/2014/main" id="{2BF4B444-D457-6117-CCCD-FA1277B3AEC1}"/>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48" name="Rectangle 247">
                              <a:extLst>
                                <a:ext uri="{FF2B5EF4-FFF2-40B4-BE49-F238E27FC236}">
                                  <a16:creationId xmlns:a16="http://schemas.microsoft.com/office/drawing/2014/main" id="{119EB92C-3BC8-071A-F148-B82ECA1B755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45" name="Rectangle 244">
                            <a:extLst>
                              <a:ext uri="{FF2B5EF4-FFF2-40B4-BE49-F238E27FC236}">
                                <a16:creationId xmlns:a16="http://schemas.microsoft.com/office/drawing/2014/main" id="{BCBADC26-9D47-0A93-CA59-9FEF5F5BF10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46" name="Rectangle 245">
                            <a:extLst>
                              <a:ext uri="{FF2B5EF4-FFF2-40B4-BE49-F238E27FC236}">
                                <a16:creationId xmlns:a16="http://schemas.microsoft.com/office/drawing/2014/main" id="{E2612721-7B41-CB38-C157-F01E3420D10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183" name="Group 182">
                    <a:extLst>
                      <a:ext uri="{FF2B5EF4-FFF2-40B4-BE49-F238E27FC236}">
                        <a16:creationId xmlns:a16="http://schemas.microsoft.com/office/drawing/2014/main" id="{53397187-12D2-E839-0DCD-8DE5AA7EE8FC}"/>
                      </a:ext>
                    </a:extLst>
                  </p:cNvPr>
                  <p:cNvGrpSpPr/>
                  <p:nvPr/>
                </p:nvGrpSpPr>
                <p:grpSpPr>
                  <a:xfrm>
                    <a:off x="2132012" y="4587240"/>
                    <a:ext cx="2926080" cy="1463040"/>
                    <a:chOff x="2970212" y="4724400"/>
                    <a:chExt cx="2926080" cy="1463040"/>
                  </a:xfrm>
                </p:grpSpPr>
                <p:grpSp>
                  <p:nvGrpSpPr>
                    <p:cNvPr id="184" name="Group 183">
                      <a:extLst>
                        <a:ext uri="{FF2B5EF4-FFF2-40B4-BE49-F238E27FC236}">
                          <a16:creationId xmlns:a16="http://schemas.microsoft.com/office/drawing/2014/main" id="{D9783632-CE2F-9CFB-5302-316C089447DA}"/>
                        </a:ext>
                      </a:extLst>
                    </p:cNvPr>
                    <p:cNvGrpSpPr/>
                    <p:nvPr/>
                  </p:nvGrpSpPr>
                  <p:grpSpPr>
                    <a:xfrm>
                      <a:off x="2970212" y="4724400"/>
                      <a:ext cx="1463040" cy="1463040"/>
                      <a:chOff x="2970212" y="4724400"/>
                      <a:chExt cx="1463040" cy="1463040"/>
                    </a:xfrm>
                  </p:grpSpPr>
                  <p:grpSp>
                    <p:nvGrpSpPr>
                      <p:cNvPr id="212" name="Group 211">
                        <a:extLst>
                          <a:ext uri="{FF2B5EF4-FFF2-40B4-BE49-F238E27FC236}">
                            <a16:creationId xmlns:a16="http://schemas.microsoft.com/office/drawing/2014/main" id="{88F3AB9A-D1BA-9EFB-3EC2-AD6424327E57}"/>
                          </a:ext>
                        </a:extLst>
                      </p:cNvPr>
                      <p:cNvGrpSpPr/>
                      <p:nvPr/>
                    </p:nvGrpSpPr>
                    <p:grpSpPr>
                      <a:xfrm>
                        <a:off x="2970212" y="4724400"/>
                        <a:ext cx="1463040" cy="731520"/>
                        <a:chOff x="2970212" y="4724400"/>
                        <a:chExt cx="1463040" cy="731520"/>
                      </a:xfrm>
                    </p:grpSpPr>
                    <p:grpSp>
                      <p:nvGrpSpPr>
                        <p:cNvPr id="226" name="Group 225">
                          <a:extLst>
                            <a:ext uri="{FF2B5EF4-FFF2-40B4-BE49-F238E27FC236}">
                              <a16:creationId xmlns:a16="http://schemas.microsoft.com/office/drawing/2014/main" id="{C5CE6062-4693-19CA-850B-68013B9FED14}"/>
                            </a:ext>
                          </a:extLst>
                        </p:cNvPr>
                        <p:cNvGrpSpPr/>
                        <p:nvPr/>
                      </p:nvGrpSpPr>
                      <p:grpSpPr>
                        <a:xfrm>
                          <a:off x="2970212" y="4724400"/>
                          <a:ext cx="731520" cy="731520"/>
                          <a:chOff x="2970212" y="4724400"/>
                          <a:chExt cx="731520" cy="731520"/>
                        </a:xfrm>
                      </p:grpSpPr>
                      <p:grpSp>
                        <p:nvGrpSpPr>
                          <p:cNvPr id="233" name="Group 232">
                            <a:extLst>
                              <a:ext uri="{FF2B5EF4-FFF2-40B4-BE49-F238E27FC236}">
                                <a16:creationId xmlns:a16="http://schemas.microsoft.com/office/drawing/2014/main" id="{6FB93103-0740-5159-5CA2-33FEA2B7CE5D}"/>
                              </a:ext>
                            </a:extLst>
                          </p:cNvPr>
                          <p:cNvGrpSpPr/>
                          <p:nvPr/>
                        </p:nvGrpSpPr>
                        <p:grpSpPr>
                          <a:xfrm>
                            <a:off x="2970212" y="4724400"/>
                            <a:ext cx="731520" cy="365760"/>
                            <a:chOff x="2970212" y="4724400"/>
                            <a:chExt cx="731520" cy="365760"/>
                          </a:xfrm>
                        </p:grpSpPr>
                        <p:sp>
                          <p:nvSpPr>
                            <p:cNvPr id="236" name="Rectangle 235">
                              <a:extLst>
                                <a:ext uri="{FF2B5EF4-FFF2-40B4-BE49-F238E27FC236}">
                                  <a16:creationId xmlns:a16="http://schemas.microsoft.com/office/drawing/2014/main" id="{9B23085A-5D9D-43F4-A871-33929DA9143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7" name="Rectangle 236">
                              <a:extLst>
                                <a:ext uri="{FF2B5EF4-FFF2-40B4-BE49-F238E27FC236}">
                                  <a16:creationId xmlns:a16="http://schemas.microsoft.com/office/drawing/2014/main" id="{3C569825-E9AF-BD58-22F9-B3376D0FCE2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34" name="Rectangle 233">
                            <a:extLst>
                              <a:ext uri="{FF2B5EF4-FFF2-40B4-BE49-F238E27FC236}">
                                <a16:creationId xmlns:a16="http://schemas.microsoft.com/office/drawing/2014/main" id="{32DD5094-1839-7863-90A6-5C54DAFCAF0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5" name="Rectangle 234">
                            <a:extLst>
                              <a:ext uri="{FF2B5EF4-FFF2-40B4-BE49-F238E27FC236}">
                                <a16:creationId xmlns:a16="http://schemas.microsoft.com/office/drawing/2014/main" id="{667A3AD8-919C-5DCC-6995-CF00B088D7A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27" name="Group 226">
                          <a:extLst>
                            <a:ext uri="{FF2B5EF4-FFF2-40B4-BE49-F238E27FC236}">
                              <a16:creationId xmlns:a16="http://schemas.microsoft.com/office/drawing/2014/main" id="{6310A9CE-891B-A044-D7FB-4A05CC1DE5BB}"/>
                            </a:ext>
                          </a:extLst>
                        </p:cNvPr>
                        <p:cNvGrpSpPr/>
                        <p:nvPr/>
                      </p:nvGrpSpPr>
                      <p:grpSpPr>
                        <a:xfrm>
                          <a:off x="3701732" y="4724400"/>
                          <a:ext cx="731520" cy="731520"/>
                          <a:chOff x="2970212" y="4724400"/>
                          <a:chExt cx="731520" cy="731520"/>
                        </a:xfrm>
                      </p:grpSpPr>
                      <p:grpSp>
                        <p:nvGrpSpPr>
                          <p:cNvPr id="228" name="Group 227">
                            <a:extLst>
                              <a:ext uri="{FF2B5EF4-FFF2-40B4-BE49-F238E27FC236}">
                                <a16:creationId xmlns:a16="http://schemas.microsoft.com/office/drawing/2014/main" id="{8D14F848-A6F6-A13B-559B-44C868AA023B}"/>
                              </a:ext>
                            </a:extLst>
                          </p:cNvPr>
                          <p:cNvGrpSpPr/>
                          <p:nvPr/>
                        </p:nvGrpSpPr>
                        <p:grpSpPr>
                          <a:xfrm>
                            <a:off x="2970212" y="4724400"/>
                            <a:ext cx="731520" cy="365760"/>
                            <a:chOff x="2970212" y="4724400"/>
                            <a:chExt cx="731520" cy="365760"/>
                          </a:xfrm>
                        </p:grpSpPr>
                        <p:sp>
                          <p:nvSpPr>
                            <p:cNvPr id="231" name="Rectangle 230">
                              <a:extLst>
                                <a:ext uri="{FF2B5EF4-FFF2-40B4-BE49-F238E27FC236}">
                                  <a16:creationId xmlns:a16="http://schemas.microsoft.com/office/drawing/2014/main" id="{33BBFF7B-9262-4C56-9DDC-E4F52DFAFE3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2" name="Rectangle 231">
                              <a:extLst>
                                <a:ext uri="{FF2B5EF4-FFF2-40B4-BE49-F238E27FC236}">
                                  <a16:creationId xmlns:a16="http://schemas.microsoft.com/office/drawing/2014/main" id="{CB191756-6C7E-3B3B-B768-A8358D54DB8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29" name="Rectangle 228">
                            <a:extLst>
                              <a:ext uri="{FF2B5EF4-FFF2-40B4-BE49-F238E27FC236}">
                                <a16:creationId xmlns:a16="http://schemas.microsoft.com/office/drawing/2014/main" id="{DAD1F42B-0A07-4FB6-3498-34AF0AD00A5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0" name="Rectangle 229">
                            <a:extLst>
                              <a:ext uri="{FF2B5EF4-FFF2-40B4-BE49-F238E27FC236}">
                                <a16:creationId xmlns:a16="http://schemas.microsoft.com/office/drawing/2014/main" id="{E6812FF4-3FCC-DCAC-1550-E31712AFA57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13" name="Group 212">
                        <a:extLst>
                          <a:ext uri="{FF2B5EF4-FFF2-40B4-BE49-F238E27FC236}">
                            <a16:creationId xmlns:a16="http://schemas.microsoft.com/office/drawing/2014/main" id="{98B1FC35-4864-03A9-8334-F027498F005A}"/>
                          </a:ext>
                        </a:extLst>
                      </p:cNvPr>
                      <p:cNvGrpSpPr/>
                      <p:nvPr/>
                    </p:nvGrpSpPr>
                    <p:grpSpPr>
                      <a:xfrm>
                        <a:off x="2970212" y="5455920"/>
                        <a:ext cx="1463040" cy="731520"/>
                        <a:chOff x="2970212" y="4724400"/>
                        <a:chExt cx="1463040" cy="731520"/>
                      </a:xfrm>
                    </p:grpSpPr>
                    <p:grpSp>
                      <p:nvGrpSpPr>
                        <p:cNvPr id="214" name="Group 213">
                          <a:extLst>
                            <a:ext uri="{FF2B5EF4-FFF2-40B4-BE49-F238E27FC236}">
                              <a16:creationId xmlns:a16="http://schemas.microsoft.com/office/drawing/2014/main" id="{E42E776E-00A3-3BFF-1E2F-F6AF972BAFC4}"/>
                            </a:ext>
                          </a:extLst>
                        </p:cNvPr>
                        <p:cNvGrpSpPr/>
                        <p:nvPr/>
                      </p:nvGrpSpPr>
                      <p:grpSpPr>
                        <a:xfrm>
                          <a:off x="2970212" y="4724400"/>
                          <a:ext cx="731520" cy="731520"/>
                          <a:chOff x="2970212" y="4724400"/>
                          <a:chExt cx="731520" cy="731520"/>
                        </a:xfrm>
                      </p:grpSpPr>
                      <p:grpSp>
                        <p:nvGrpSpPr>
                          <p:cNvPr id="221" name="Group 220">
                            <a:extLst>
                              <a:ext uri="{FF2B5EF4-FFF2-40B4-BE49-F238E27FC236}">
                                <a16:creationId xmlns:a16="http://schemas.microsoft.com/office/drawing/2014/main" id="{CAF35A9E-EB52-B741-69DE-89548F783E22}"/>
                              </a:ext>
                            </a:extLst>
                          </p:cNvPr>
                          <p:cNvGrpSpPr/>
                          <p:nvPr/>
                        </p:nvGrpSpPr>
                        <p:grpSpPr>
                          <a:xfrm>
                            <a:off x="2970212" y="4724400"/>
                            <a:ext cx="731520" cy="365760"/>
                            <a:chOff x="2970212" y="4724400"/>
                            <a:chExt cx="731520" cy="365760"/>
                          </a:xfrm>
                        </p:grpSpPr>
                        <p:sp>
                          <p:nvSpPr>
                            <p:cNvPr id="224" name="Rectangle 223">
                              <a:extLst>
                                <a:ext uri="{FF2B5EF4-FFF2-40B4-BE49-F238E27FC236}">
                                  <a16:creationId xmlns:a16="http://schemas.microsoft.com/office/drawing/2014/main" id="{1EF638FF-A509-B8FE-426B-79B50BFA808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5" name="Rectangle 224">
                              <a:extLst>
                                <a:ext uri="{FF2B5EF4-FFF2-40B4-BE49-F238E27FC236}">
                                  <a16:creationId xmlns:a16="http://schemas.microsoft.com/office/drawing/2014/main" id="{93BE3AD1-DA43-84BC-E8B3-F8B0CC4F5B1F}"/>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22" name="Rectangle 221">
                            <a:extLst>
                              <a:ext uri="{FF2B5EF4-FFF2-40B4-BE49-F238E27FC236}">
                                <a16:creationId xmlns:a16="http://schemas.microsoft.com/office/drawing/2014/main" id="{927A241D-C740-B28B-B2B3-65205FB5B5A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3" name="Rectangle 222">
                            <a:extLst>
                              <a:ext uri="{FF2B5EF4-FFF2-40B4-BE49-F238E27FC236}">
                                <a16:creationId xmlns:a16="http://schemas.microsoft.com/office/drawing/2014/main" id="{310BB661-784E-E9A6-4432-03C7A7D7EAA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15" name="Group 214">
                          <a:extLst>
                            <a:ext uri="{FF2B5EF4-FFF2-40B4-BE49-F238E27FC236}">
                              <a16:creationId xmlns:a16="http://schemas.microsoft.com/office/drawing/2014/main" id="{70485CB6-EE14-332D-AB07-99341F4FE5B8}"/>
                            </a:ext>
                          </a:extLst>
                        </p:cNvPr>
                        <p:cNvGrpSpPr/>
                        <p:nvPr/>
                      </p:nvGrpSpPr>
                      <p:grpSpPr>
                        <a:xfrm>
                          <a:off x="3701732" y="4724400"/>
                          <a:ext cx="731520" cy="731520"/>
                          <a:chOff x="2970212" y="4724400"/>
                          <a:chExt cx="731520" cy="731520"/>
                        </a:xfrm>
                      </p:grpSpPr>
                      <p:grpSp>
                        <p:nvGrpSpPr>
                          <p:cNvPr id="216" name="Group 215">
                            <a:extLst>
                              <a:ext uri="{FF2B5EF4-FFF2-40B4-BE49-F238E27FC236}">
                                <a16:creationId xmlns:a16="http://schemas.microsoft.com/office/drawing/2014/main" id="{3CE3202D-95F9-DA61-8A6D-A63E7416ACD1}"/>
                              </a:ext>
                            </a:extLst>
                          </p:cNvPr>
                          <p:cNvGrpSpPr/>
                          <p:nvPr/>
                        </p:nvGrpSpPr>
                        <p:grpSpPr>
                          <a:xfrm>
                            <a:off x="2970212" y="4724400"/>
                            <a:ext cx="731520" cy="365760"/>
                            <a:chOff x="2970212" y="4724400"/>
                            <a:chExt cx="731520" cy="365760"/>
                          </a:xfrm>
                        </p:grpSpPr>
                        <p:sp>
                          <p:nvSpPr>
                            <p:cNvPr id="219" name="Rectangle 218">
                              <a:extLst>
                                <a:ext uri="{FF2B5EF4-FFF2-40B4-BE49-F238E27FC236}">
                                  <a16:creationId xmlns:a16="http://schemas.microsoft.com/office/drawing/2014/main" id="{DC04123A-4526-25B3-75B9-3408BAF3349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0" name="Rectangle 219">
                              <a:extLst>
                                <a:ext uri="{FF2B5EF4-FFF2-40B4-BE49-F238E27FC236}">
                                  <a16:creationId xmlns:a16="http://schemas.microsoft.com/office/drawing/2014/main" id="{10F7056C-63D6-7EB1-7A85-00D35573BCC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17" name="Rectangle 216">
                            <a:extLst>
                              <a:ext uri="{FF2B5EF4-FFF2-40B4-BE49-F238E27FC236}">
                                <a16:creationId xmlns:a16="http://schemas.microsoft.com/office/drawing/2014/main" id="{7F2F2FAF-E672-FE6D-001E-577D103F6D8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18" name="Rectangle 217">
                            <a:extLst>
                              <a:ext uri="{FF2B5EF4-FFF2-40B4-BE49-F238E27FC236}">
                                <a16:creationId xmlns:a16="http://schemas.microsoft.com/office/drawing/2014/main" id="{06318D3F-157E-57C4-775C-612E8AE426D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185" name="Group 184">
                      <a:extLst>
                        <a:ext uri="{FF2B5EF4-FFF2-40B4-BE49-F238E27FC236}">
                          <a16:creationId xmlns:a16="http://schemas.microsoft.com/office/drawing/2014/main" id="{60E248E5-6AC8-BD4D-060A-F470234BE41E}"/>
                        </a:ext>
                      </a:extLst>
                    </p:cNvPr>
                    <p:cNvGrpSpPr/>
                    <p:nvPr/>
                  </p:nvGrpSpPr>
                  <p:grpSpPr>
                    <a:xfrm>
                      <a:off x="4433252" y="4724400"/>
                      <a:ext cx="1463040" cy="1463040"/>
                      <a:chOff x="2970212" y="4724400"/>
                      <a:chExt cx="1463040" cy="1463040"/>
                    </a:xfrm>
                  </p:grpSpPr>
                  <p:grpSp>
                    <p:nvGrpSpPr>
                      <p:cNvPr id="186" name="Group 185">
                        <a:extLst>
                          <a:ext uri="{FF2B5EF4-FFF2-40B4-BE49-F238E27FC236}">
                            <a16:creationId xmlns:a16="http://schemas.microsoft.com/office/drawing/2014/main" id="{C12CCAB5-445F-F567-7524-8F2EA703405B}"/>
                          </a:ext>
                        </a:extLst>
                      </p:cNvPr>
                      <p:cNvGrpSpPr/>
                      <p:nvPr/>
                    </p:nvGrpSpPr>
                    <p:grpSpPr>
                      <a:xfrm>
                        <a:off x="2970212" y="4724400"/>
                        <a:ext cx="1463040" cy="731520"/>
                        <a:chOff x="2970212" y="4724400"/>
                        <a:chExt cx="1463040" cy="731520"/>
                      </a:xfrm>
                    </p:grpSpPr>
                    <p:grpSp>
                      <p:nvGrpSpPr>
                        <p:cNvPr id="200" name="Group 199">
                          <a:extLst>
                            <a:ext uri="{FF2B5EF4-FFF2-40B4-BE49-F238E27FC236}">
                              <a16:creationId xmlns:a16="http://schemas.microsoft.com/office/drawing/2014/main" id="{C5CB87FC-005A-7549-FD4D-4137C9228AE5}"/>
                            </a:ext>
                          </a:extLst>
                        </p:cNvPr>
                        <p:cNvGrpSpPr/>
                        <p:nvPr/>
                      </p:nvGrpSpPr>
                      <p:grpSpPr>
                        <a:xfrm>
                          <a:off x="2970212" y="4724400"/>
                          <a:ext cx="731520" cy="731520"/>
                          <a:chOff x="2970212" y="4724400"/>
                          <a:chExt cx="731520" cy="731520"/>
                        </a:xfrm>
                      </p:grpSpPr>
                      <p:grpSp>
                        <p:nvGrpSpPr>
                          <p:cNvPr id="207" name="Group 206">
                            <a:extLst>
                              <a:ext uri="{FF2B5EF4-FFF2-40B4-BE49-F238E27FC236}">
                                <a16:creationId xmlns:a16="http://schemas.microsoft.com/office/drawing/2014/main" id="{DCA11C85-3325-E478-62C3-A0A903955368}"/>
                              </a:ext>
                            </a:extLst>
                          </p:cNvPr>
                          <p:cNvGrpSpPr/>
                          <p:nvPr/>
                        </p:nvGrpSpPr>
                        <p:grpSpPr>
                          <a:xfrm>
                            <a:off x="2970212" y="4724400"/>
                            <a:ext cx="731520" cy="365760"/>
                            <a:chOff x="2970212" y="4724400"/>
                            <a:chExt cx="731520" cy="365760"/>
                          </a:xfrm>
                        </p:grpSpPr>
                        <p:sp>
                          <p:nvSpPr>
                            <p:cNvPr id="210" name="Rectangle 209">
                              <a:extLst>
                                <a:ext uri="{FF2B5EF4-FFF2-40B4-BE49-F238E27FC236}">
                                  <a16:creationId xmlns:a16="http://schemas.microsoft.com/office/drawing/2014/main" id="{AE78BA34-6FBA-85C9-3C2A-D2646C117796}"/>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11" name="Rectangle 210">
                              <a:extLst>
                                <a:ext uri="{FF2B5EF4-FFF2-40B4-BE49-F238E27FC236}">
                                  <a16:creationId xmlns:a16="http://schemas.microsoft.com/office/drawing/2014/main" id="{1EB005B4-D971-FA3B-7289-F002D23846A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08" name="Rectangle 207">
                            <a:extLst>
                              <a:ext uri="{FF2B5EF4-FFF2-40B4-BE49-F238E27FC236}">
                                <a16:creationId xmlns:a16="http://schemas.microsoft.com/office/drawing/2014/main" id="{51C0C08B-0833-B7A2-9E34-7DE7439D209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9" name="Rectangle 208">
                            <a:extLst>
                              <a:ext uri="{FF2B5EF4-FFF2-40B4-BE49-F238E27FC236}">
                                <a16:creationId xmlns:a16="http://schemas.microsoft.com/office/drawing/2014/main" id="{2CAF787D-5D64-E453-3538-F677EA6F842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01" name="Group 200">
                          <a:extLst>
                            <a:ext uri="{FF2B5EF4-FFF2-40B4-BE49-F238E27FC236}">
                              <a16:creationId xmlns:a16="http://schemas.microsoft.com/office/drawing/2014/main" id="{7BF417C7-BEE9-2D2B-8DAA-A91B4BC4B8D3}"/>
                            </a:ext>
                          </a:extLst>
                        </p:cNvPr>
                        <p:cNvGrpSpPr/>
                        <p:nvPr/>
                      </p:nvGrpSpPr>
                      <p:grpSpPr>
                        <a:xfrm>
                          <a:off x="3701732" y="4724400"/>
                          <a:ext cx="731520" cy="731520"/>
                          <a:chOff x="2970212" y="4724400"/>
                          <a:chExt cx="731520" cy="731520"/>
                        </a:xfrm>
                      </p:grpSpPr>
                      <p:grpSp>
                        <p:nvGrpSpPr>
                          <p:cNvPr id="202" name="Group 201">
                            <a:extLst>
                              <a:ext uri="{FF2B5EF4-FFF2-40B4-BE49-F238E27FC236}">
                                <a16:creationId xmlns:a16="http://schemas.microsoft.com/office/drawing/2014/main" id="{17C1BCDC-53E9-3687-1FE1-DB03A610FCB5}"/>
                              </a:ext>
                            </a:extLst>
                          </p:cNvPr>
                          <p:cNvGrpSpPr/>
                          <p:nvPr/>
                        </p:nvGrpSpPr>
                        <p:grpSpPr>
                          <a:xfrm>
                            <a:off x="2970212" y="4724400"/>
                            <a:ext cx="731520" cy="365760"/>
                            <a:chOff x="2970212" y="4724400"/>
                            <a:chExt cx="731520" cy="365760"/>
                          </a:xfrm>
                        </p:grpSpPr>
                        <p:sp>
                          <p:nvSpPr>
                            <p:cNvPr id="205" name="Rectangle 204">
                              <a:extLst>
                                <a:ext uri="{FF2B5EF4-FFF2-40B4-BE49-F238E27FC236}">
                                  <a16:creationId xmlns:a16="http://schemas.microsoft.com/office/drawing/2014/main" id="{B68B986C-4063-B479-9585-9DEFF2B1ED5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6" name="Rectangle 205">
                              <a:extLst>
                                <a:ext uri="{FF2B5EF4-FFF2-40B4-BE49-F238E27FC236}">
                                  <a16:creationId xmlns:a16="http://schemas.microsoft.com/office/drawing/2014/main" id="{BC09C458-4FEC-A50C-6937-0FD9E6869E4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03" name="Rectangle 202">
                            <a:extLst>
                              <a:ext uri="{FF2B5EF4-FFF2-40B4-BE49-F238E27FC236}">
                                <a16:creationId xmlns:a16="http://schemas.microsoft.com/office/drawing/2014/main" id="{921106FE-F12E-5E15-FA37-2B9396FC4A0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4" name="Rectangle 203">
                            <a:extLst>
                              <a:ext uri="{FF2B5EF4-FFF2-40B4-BE49-F238E27FC236}">
                                <a16:creationId xmlns:a16="http://schemas.microsoft.com/office/drawing/2014/main" id="{35331B61-0F33-C8DD-E89C-D5DF3D555957}"/>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187" name="Group 186">
                        <a:extLst>
                          <a:ext uri="{FF2B5EF4-FFF2-40B4-BE49-F238E27FC236}">
                            <a16:creationId xmlns:a16="http://schemas.microsoft.com/office/drawing/2014/main" id="{0AE928AE-CE2D-9E83-87AA-61C9C8704C00}"/>
                          </a:ext>
                        </a:extLst>
                      </p:cNvPr>
                      <p:cNvGrpSpPr/>
                      <p:nvPr/>
                    </p:nvGrpSpPr>
                    <p:grpSpPr>
                      <a:xfrm>
                        <a:off x="2970212" y="5455920"/>
                        <a:ext cx="1463040" cy="731520"/>
                        <a:chOff x="2970212" y="4724400"/>
                        <a:chExt cx="1463040" cy="731520"/>
                      </a:xfrm>
                    </p:grpSpPr>
                    <p:grpSp>
                      <p:nvGrpSpPr>
                        <p:cNvPr id="188" name="Group 187">
                          <a:extLst>
                            <a:ext uri="{FF2B5EF4-FFF2-40B4-BE49-F238E27FC236}">
                              <a16:creationId xmlns:a16="http://schemas.microsoft.com/office/drawing/2014/main" id="{AEBF79D0-D4B6-EA37-F87D-A71FC386F019}"/>
                            </a:ext>
                          </a:extLst>
                        </p:cNvPr>
                        <p:cNvGrpSpPr/>
                        <p:nvPr/>
                      </p:nvGrpSpPr>
                      <p:grpSpPr>
                        <a:xfrm>
                          <a:off x="2970212" y="4724400"/>
                          <a:ext cx="731520" cy="731520"/>
                          <a:chOff x="2970212" y="4724400"/>
                          <a:chExt cx="731520" cy="731520"/>
                        </a:xfrm>
                      </p:grpSpPr>
                      <p:grpSp>
                        <p:nvGrpSpPr>
                          <p:cNvPr id="195" name="Group 194">
                            <a:extLst>
                              <a:ext uri="{FF2B5EF4-FFF2-40B4-BE49-F238E27FC236}">
                                <a16:creationId xmlns:a16="http://schemas.microsoft.com/office/drawing/2014/main" id="{431D042F-A84F-CA68-88CA-0AD3A36590DC}"/>
                              </a:ext>
                            </a:extLst>
                          </p:cNvPr>
                          <p:cNvGrpSpPr/>
                          <p:nvPr/>
                        </p:nvGrpSpPr>
                        <p:grpSpPr>
                          <a:xfrm>
                            <a:off x="2970212" y="4724400"/>
                            <a:ext cx="731520" cy="365760"/>
                            <a:chOff x="2970212" y="4724400"/>
                            <a:chExt cx="731520" cy="365760"/>
                          </a:xfrm>
                        </p:grpSpPr>
                        <p:sp>
                          <p:nvSpPr>
                            <p:cNvPr id="198" name="Rectangle 197">
                              <a:extLst>
                                <a:ext uri="{FF2B5EF4-FFF2-40B4-BE49-F238E27FC236}">
                                  <a16:creationId xmlns:a16="http://schemas.microsoft.com/office/drawing/2014/main" id="{CC2DEEA2-3C2C-B5FE-1EC3-1B7202F1DBA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9" name="Rectangle 198">
                              <a:extLst>
                                <a:ext uri="{FF2B5EF4-FFF2-40B4-BE49-F238E27FC236}">
                                  <a16:creationId xmlns:a16="http://schemas.microsoft.com/office/drawing/2014/main" id="{1017E713-0627-DEAD-B247-2E4AEB8C4F6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96" name="Rectangle 195">
                            <a:extLst>
                              <a:ext uri="{FF2B5EF4-FFF2-40B4-BE49-F238E27FC236}">
                                <a16:creationId xmlns:a16="http://schemas.microsoft.com/office/drawing/2014/main" id="{A97A5EC1-CCC0-FF66-87CF-011BF6811F5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7" name="Rectangle 196">
                            <a:extLst>
                              <a:ext uri="{FF2B5EF4-FFF2-40B4-BE49-F238E27FC236}">
                                <a16:creationId xmlns:a16="http://schemas.microsoft.com/office/drawing/2014/main" id="{E2A63448-01BF-F7A2-4095-E5ABBCC3E0EC}"/>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89" name="Group 188">
                          <a:extLst>
                            <a:ext uri="{FF2B5EF4-FFF2-40B4-BE49-F238E27FC236}">
                              <a16:creationId xmlns:a16="http://schemas.microsoft.com/office/drawing/2014/main" id="{4A707F49-16A4-0C88-EE34-107A4B1EEA5C}"/>
                            </a:ext>
                          </a:extLst>
                        </p:cNvPr>
                        <p:cNvGrpSpPr/>
                        <p:nvPr/>
                      </p:nvGrpSpPr>
                      <p:grpSpPr>
                        <a:xfrm>
                          <a:off x="3701732" y="4724400"/>
                          <a:ext cx="731520" cy="731520"/>
                          <a:chOff x="2970212" y="4724400"/>
                          <a:chExt cx="731520" cy="731520"/>
                        </a:xfrm>
                      </p:grpSpPr>
                      <p:grpSp>
                        <p:nvGrpSpPr>
                          <p:cNvPr id="190" name="Group 189">
                            <a:extLst>
                              <a:ext uri="{FF2B5EF4-FFF2-40B4-BE49-F238E27FC236}">
                                <a16:creationId xmlns:a16="http://schemas.microsoft.com/office/drawing/2014/main" id="{C93437FD-810A-D71F-E7CA-C296E74AF877}"/>
                              </a:ext>
                            </a:extLst>
                          </p:cNvPr>
                          <p:cNvGrpSpPr/>
                          <p:nvPr/>
                        </p:nvGrpSpPr>
                        <p:grpSpPr>
                          <a:xfrm>
                            <a:off x="2970212" y="4724400"/>
                            <a:ext cx="731520" cy="365760"/>
                            <a:chOff x="2970212" y="4724400"/>
                            <a:chExt cx="731520" cy="365760"/>
                          </a:xfrm>
                        </p:grpSpPr>
                        <p:sp>
                          <p:nvSpPr>
                            <p:cNvPr id="193" name="Rectangle 192">
                              <a:extLst>
                                <a:ext uri="{FF2B5EF4-FFF2-40B4-BE49-F238E27FC236}">
                                  <a16:creationId xmlns:a16="http://schemas.microsoft.com/office/drawing/2014/main" id="{16601E4F-752C-67A7-9203-F21ED3F49F2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4" name="Rectangle 193">
                              <a:extLst>
                                <a:ext uri="{FF2B5EF4-FFF2-40B4-BE49-F238E27FC236}">
                                  <a16:creationId xmlns:a16="http://schemas.microsoft.com/office/drawing/2014/main" id="{EFA43D22-31DC-83B0-C0B3-3E8C77A1781D}"/>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91" name="Rectangle 190">
                            <a:extLst>
                              <a:ext uri="{FF2B5EF4-FFF2-40B4-BE49-F238E27FC236}">
                                <a16:creationId xmlns:a16="http://schemas.microsoft.com/office/drawing/2014/main" id="{2F2B9DD5-4336-DEF7-8B49-8150F6272C2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2" name="Rectangle 191">
                            <a:extLst>
                              <a:ext uri="{FF2B5EF4-FFF2-40B4-BE49-F238E27FC236}">
                                <a16:creationId xmlns:a16="http://schemas.microsoft.com/office/drawing/2014/main" id="{B52364F4-A4B9-A06E-9F6F-FC2250A327B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nvGrpSpPr>
                <p:cNvPr id="292" name="Group 291">
                  <a:extLst>
                    <a:ext uri="{FF2B5EF4-FFF2-40B4-BE49-F238E27FC236}">
                      <a16:creationId xmlns:a16="http://schemas.microsoft.com/office/drawing/2014/main" id="{9A6CA6B9-AA75-0505-799F-E25C7B1B8AD0}"/>
                    </a:ext>
                  </a:extLst>
                </p:cNvPr>
                <p:cNvGrpSpPr/>
                <p:nvPr/>
              </p:nvGrpSpPr>
              <p:grpSpPr>
                <a:xfrm>
                  <a:off x="7984172" y="3124200"/>
                  <a:ext cx="2926080" cy="2926080"/>
                  <a:chOff x="2132012" y="3124200"/>
                  <a:chExt cx="2926080" cy="2926080"/>
                </a:xfrm>
              </p:grpSpPr>
              <p:grpSp>
                <p:nvGrpSpPr>
                  <p:cNvPr id="293" name="Group 292">
                    <a:extLst>
                      <a:ext uri="{FF2B5EF4-FFF2-40B4-BE49-F238E27FC236}">
                        <a16:creationId xmlns:a16="http://schemas.microsoft.com/office/drawing/2014/main" id="{BE73FA84-4F6B-A398-FEB9-8BF7CD332373}"/>
                      </a:ext>
                    </a:extLst>
                  </p:cNvPr>
                  <p:cNvGrpSpPr/>
                  <p:nvPr/>
                </p:nvGrpSpPr>
                <p:grpSpPr>
                  <a:xfrm>
                    <a:off x="2132012" y="3124200"/>
                    <a:ext cx="2926080" cy="1463040"/>
                    <a:chOff x="2970212" y="4724400"/>
                    <a:chExt cx="2926080" cy="1463040"/>
                  </a:xfrm>
                </p:grpSpPr>
                <p:grpSp>
                  <p:nvGrpSpPr>
                    <p:cNvPr id="349" name="Group 348">
                      <a:extLst>
                        <a:ext uri="{FF2B5EF4-FFF2-40B4-BE49-F238E27FC236}">
                          <a16:creationId xmlns:a16="http://schemas.microsoft.com/office/drawing/2014/main" id="{5BDCFEAC-65E5-AC9D-FC54-D921B8B50B47}"/>
                        </a:ext>
                      </a:extLst>
                    </p:cNvPr>
                    <p:cNvGrpSpPr/>
                    <p:nvPr/>
                  </p:nvGrpSpPr>
                  <p:grpSpPr>
                    <a:xfrm>
                      <a:off x="2970212" y="4724400"/>
                      <a:ext cx="1463040" cy="1463040"/>
                      <a:chOff x="2970212" y="4724400"/>
                      <a:chExt cx="1463040" cy="1463040"/>
                    </a:xfrm>
                  </p:grpSpPr>
                  <p:grpSp>
                    <p:nvGrpSpPr>
                      <p:cNvPr id="377" name="Group 376">
                        <a:extLst>
                          <a:ext uri="{FF2B5EF4-FFF2-40B4-BE49-F238E27FC236}">
                            <a16:creationId xmlns:a16="http://schemas.microsoft.com/office/drawing/2014/main" id="{B8A4190C-5F72-3BC2-DCDD-A52C26582A76}"/>
                          </a:ext>
                        </a:extLst>
                      </p:cNvPr>
                      <p:cNvGrpSpPr/>
                      <p:nvPr/>
                    </p:nvGrpSpPr>
                    <p:grpSpPr>
                      <a:xfrm>
                        <a:off x="2970212" y="4724400"/>
                        <a:ext cx="1463040" cy="731520"/>
                        <a:chOff x="2970212" y="4724400"/>
                        <a:chExt cx="1463040" cy="731520"/>
                      </a:xfrm>
                    </p:grpSpPr>
                    <p:grpSp>
                      <p:nvGrpSpPr>
                        <p:cNvPr id="391" name="Group 390">
                          <a:extLst>
                            <a:ext uri="{FF2B5EF4-FFF2-40B4-BE49-F238E27FC236}">
                              <a16:creationId xmlns:a16="http://schemas.microsoft.com/office/drawing/2014/main" id="{2DAF74F5-B8ED-4C8C-D3F4-BCA6A6CAB990}"/>
                            </a:ext>
                          </a:extLst>
                        </p:cNvPr>
                        <p:cNvGrpSpPr/>
                        <p:nvPr/>
                      </p:nvGrpSpPr>
                      <p:grpSpPr>
                        <a:xfrm>
                          <a:off x="2970212" y="4724400"/>
                          <a:ext cx="731520" cy="731520"/>
                          <a:chOff x="2970212" y="4724400"/>
                          <a:chExt cx="731520" cy="731520"/>
                        </a:xfrm>
                      </p:grpSpPr>
                      <p:grpSp>
                        <p:nvGrpSpPr>
                          <p:cNvPr id="398" name="Group 397">
                            <a:extLst>
                              <a:ext uri="{FF2B5EF4-FFF2-40B4-BE49-F238E27FC236}">
                                <a16:creationId xmlns:a16="http://schemas.microsoft.com/office/drawing/2014/main" id="{13FF7777-03CD-BE93-EDCE-ADE3B51B783B}"/>
                              </a:ext>
                            </a:extLst>
                          </p:cNvPr>
                          <p:cNvGrpSpPr/>
                          <p:nvPr/>
                        </p:nvGrpSpPr>
                        <p:grpSpPr>
                          <a:xfrm>
                            <a:off x="2970212" y="4724400"/>
                            <a:ext cx="731520" cy="365760"/>
                            <a:chOff x="2970212" y="4724400"/>
                            <a:chExt cx="731520" cy="365760"/>
                          </a:xfrm>
                        </p:grpSpPr>
                        <p:sp>
                          <p:nvSpPr>
                            <p:cNvPr id="401" name="Rectangle 400">
                              <a:extLst>
                                <a:ext uri="{FF2B5EF4-FFF2-40B4-BE49-F238E27FC236}">
                                  <a16:creationId xmlns:a16="http://schemas.microsoft.com/office/drawing/2014/main" id="{F316A1F2-8BAE-6B56-346A-6FC89A018E0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2" name="Rectangle 401">
                              <a:extLst>
                                <a:ext uri="{FF2B5EF4-FFF2-40B4-BE49-F238E27FC236}">
                                  <a16:creationId xmlns:a16="http://schemas.microsoft.com/office/drawing/2014/main" id="{36A571F7-B78E-96BC-6864-5899B4B86FF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99" name="Rectangle 398">
                            <a:extLst>
                              <a:ext uri="{FF2B5EF4-FFF2-40B4-BE49-F238E27FC236}">
                                <a16:creationId xmlns:a16="http://schemas.microsoft.com/office/drawing/2014/main" id="{60505AAF-5D19-BBD8-3F97-4BFC04A395B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0" name="Rectangle 399">
                            <a:extLst>
                              <a:ext uri="{FF2B5EF4-FFF2-40B4-BE49-F238E27FC236}">
                                <a16:creationId xmlns:a16="http://schemas.microsoft.com/office/drawing/2014/main" id="{E0BEE075-9657-665A-829B-B43D45A9890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92" name="Group 391">
                          <a:extLst>
                            <a:ext uri="{FF2B5EF4-FFF2-40B4-BE49-F238E27FC236}">
                              <a16:creationId xmlns:a16="http://schemas.microsoft.com/office/drawing/2014/main" id="{C3D63536-57E3-D868-63B8-0791ACC52D2E}"/>
                            </a:ext>
                          </a:extLst>
                        </p:cNvPr>
                        <p:cNvGrpSpPr/>
                        <p:nvPr/>
                      </p:nvGrpSpPr>
                      <p:grpSpPr>
                        <a:xfrm>
                          <a:off x="3701732" y="4724400"/>
                          <a:ext cx="731520" cy="731520"/>
                          <a:chOff x="2970212" y="4724400"/>
                          <a:chExt cx="731520" cy="731520"/>
                        </a:xfrm>
                      </p:grpSpPr>
                      <p:grpSp>
                        <p:nvGrpSpPr>
                          <p:cNvPr id="393" name="Group 392">
                            <a:extLst>
                              <a:ext uri="{FF2B5EF4-FFF2-40B4-BE49-F238E27FC236}">
                                <a16:creationId xmlns:a16="http://schemas.microsoft.com/office/drawing/2014/main" id="{F822152E-34A9-1241-EA83-2C799FAC253F}"/>
                              </a:ext>
                            </a:extLst>
                          </p:cNvPr>
                          <p:cNvGrpSpPr/>
                          <p:nvPr/>
                        </p:nvGrpSpPr>
                        <p:grpSpPr>
                          <a:xfrm>
                            <a:off x="2970212" y="4724400"/>
                            <a:ext cx="731520" cy="365760"/>
                            <a:chOff x="2970212" y="4724400"/>
                            <a:chExt cx="731520" cy="365760"/>
                          </a:xfrm>
                        </p:grpSpPr>
                        <p:sp>
                          <p:nvSpPr>
                            <p:cNvPr id="396" name="Rectangle 395">
                              <a:extLst>
                                <a:ext uri="{FF2B5EF4-FFF2-40B4-BE49-F238E27FC236}">
                                  <a16:creationId xmlns:a16="http://schemas.microsoft.com/office/drawing/2014/main" id="{2DC70C7C-B482-A82F-281F-8A76FA53D48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7" name="Rectangle 396">
                              <a:extLst>
                                <a:ext uri="{FF2B5EF4-FFF2-40B4-BE49-F238E27FC236}">
                                  <a16:creationId xmlns:a16="http://schemas.microsoft.com/office/drawing/2014/main" id="{AF9CFDD6-53BE-D84F-651A-E1A2AA27155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94" name="Rectangle 393">
                            <a:extLst>
                              <a:ext uri="{FF2B5EF4-FFF2-40B4-BE49-F238E27FC236}">
                                <a16:creationId xmlns:a16="http://schemas.microsoft.com/office/drawing/2014/main" id="{9A4C9636-090F-430B-B70A-CF02D3D2788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5" name="Rectangle 394">
                            <a:extLst>
                              <a:ext uri="{FF2B5EF4-FFF2-40B4-BE49-F238E27FC236}">
                                <a16:creationId xmlns:a16="http://schemas.microsoft.com/office/drawing/2014/main" id="{A0CC7B8E-F661-4EC0-D85F-98828284FD6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78" name="Group 377">
                        <a:extLst>
                          <a:ext uri="{FF2B5EF4-FFF2-40B4-BE49-F238E27FC236}">
                            <a16:creationId xmlns:a16="http://schemas.microsoft.com/office/drawing/2014/main" id="{F4A11FD2-21BA-D543-3022-338CB20E8BE2}"/>
                          </a:ext>
                        </a:extLst>
                      </p:cNvPr>
                      <p:cNvGrpSpPr/>
                      <p:nvPr/>
                    </p:nvGrpSpPr>
                    <p:grpSpPr>
                      <a:xfrm>
                        <a:off x="2970212" y="5455920"/>
                        <a:ext cx="1463040" cy="731520"/>
                        <a:chOff x="2970212" y="4724400"/>
                        <a:chExt cx="1463040" cy="731520"/>
                      </a:xfrm>
                    </p:grpSpPr>
                    <p:grpSp>
                      <p:nvGrpSpPr>
                        <p:cNvPr id="379" name="Group 378">
                          <a:extLst>
                            <a:ext uri="{FF2B5EF4-FFF2-40B4-BE49-F238E27FC236}">
                              <a16:creationId xmlns:a16="http://schemas.microsoft.com/office/drawing/2014/main" id="{BA6EB5DA-66E0-0998-25BD-5287BBE4F5D3}"/>
                            </a:ext>
                          </a:extLst>
                        </p:cNvPr>
                        <p:cNvGrpSpPr/>
                        <p:nvPr/>
                      </p:nvGrpSpPr>
                      <p:grpSpPr>
                        <a:xfrm>
                          <a:off x="2970212" y="4724400"/>
                          <a:ext cx="731520" cy="731520"/>
                          <a:chOff x="2970212" y="4724400"/>
                          <a:chExt cx="731520" cy="731520"/>
                        </a:xfrm>
                      </p:grpSpPr>
                      <p:grpSp>
                        <p:nvGrpSpPr>
                          <p:cNvPr id="386" name="Group 385">
                            <a:extLst>
                              <a:ext uri="{FF2B5EF4-FFF2-40B4-BE49-F238E27FC236}">
                                <a16:creationId xmlns:a16="http://schemas.microsoft.com/office/drawing/2014/main" id="{5D069E1C-B0CB-B7E8-F740-1224A3294B86}"/>
                              </a:ext>
                            </a:extLst>
                          </p:cNvPr>
                          <p:cNvGrpSpPr/>
                          <p:nvPr/>
                        </p:nvGrpSpPr>
                        <p:grpSpPr>
                          <a:xfrm>
                            <a:off x="2970212" y="4724400"/>
                            <a:ext cx="731520" cy="365760"/>
                            <a:chOff x="2970212" y="4724400"/>
                            <a:chExt cx="731520" cy="365760"/>
                          </a:xfrm>
                        </p:grpSpPr>
                        <p:sp>
                          <p:nvSpPr>
                            <p:cNvPr id="389" name="Rectangle 388">
                              <a:extLst>
                                <a:ext uri="{FF2B5EF4-FFF2-40B4-BE49-F238E27FC236}">
                                  <a16:creationId xmlns:a16="http://schemas.microsoft.com/office/drawing/2014/main" id="{6607725D-D756-3920-5FA8-095D78E37AC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0" name="Rectangle 389">
                              <a:extLst>
                                <a:ext uri="{FF2B5EF4-FFF2-40B4-BE49-F238E27FC236}">
                                  <a16:creationId xmlns:a16="http://schemas.microsoft.com/office/drawing/2014/main" id="{9275EBFB-26D0-091F-53C9-30512CD7461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87" name="Rectangle 386">
                            <a:extLst>
                              <a:ext uri="{FF2B5EF4-FFF2-40B4-BE49-F238E27FC236}">
                                <a16:creationId xmlns:a16="http://schemas.microsoft.com/office/drawing/2014/main" id="{560F52C2-B682-86CA-B2F8-4FB5A512B193}"/>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8" name="Rectangle 387">
                            <a:extLst>
                              <a:ext uri="{FF2B5EF4-FFF2-40B4-BE49-F238E27FC236}">
                                <a16:creationId xmlns:a16="http://schemas.microsoft.com/office/drawing/2014/main" id="{C943F446-36F0-27DC-95A4-2EACD181801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80" name="Group 379">
                          <a:extLst>
                            <a:ext uri="{FF2B5EF4-FFF2-40B4-BE49-F238E27FC236}">
                              <a16:creationId xmlns:a16="http://schemas.microsoft.com/office/drawing/2014/main" id="{7D6BCE38-1A21-0331-B86F-377FCDFE9287}"/>
                            </a:ext>
                          </a:extLst>
                        </p:cNvPr>
                        <p:cNvGrpSpPr/>
                        <p:nvPr/>
                      </p:nvGrpSpPr>
                      <p:grpSpPr>
                        <a:xfrm>
                          <a:off x="3701732" y="4724400"/>
                          <a:ext cx="731520" cy="731520"/>
                          <a:chOff x="2970212" y="4724400"/>
                          <a:chExt cx="731520" cy="731520"/>
                        </a:xfrm>
                      </p:grpSpPr>
                      <p:grpSp>
                        <p:nvGrpSpPr>
                          <p:cNvPr id="381" name="Group 380">
                            <a:extLst>
                              <a:ext uri="{FF2B5EF4-FFF2-40B4-BE49-F238E27FC236}">
                                <a16:creationId xmlns:a16="http://schemas.microsoft.com/office/drawing/2014/main" id="{1859EC56-9B41-69AD-6D9B-DB7BBB37E567}"/>
                              </a:ext>
                            </a:extLst>
                          </p:cNvPr>
                          <p:cNvGrpSpPr/>
                          <p:nvPr/>
                        </p:nvGrpSpPr>
                        <p:grpSpPr>
                          <a:xfrm>
                            <a:off x="2970212" y="4724400"/>
                            <a:ext cx="731520" cy="365760"/>
                            <a:chOff x="2970212" y="4724400"/>
                            <a:chExt cx="731520" cy="365760"/>
                          </a:xfrm>
                        </p:grpSpPr>
                        <p:sp>
                          <p:nvSpPr>
                            <p:cNvPr id="384" name="Rectangle 383">
                              <a:extLst>
                                <a:ext uri="{FF2B5EF4-FFF2-40B4-BE49-F238E27FC236}">
                                  <a16:creationId xmlns:a16="http://schemas.microsoft.com/office/drawing/2014/main" id="{5BB634CA-CB51-74D5-9389-6E20167AA89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5" name="Rectangle 384">
                              <a:extLst>
                                <a:ext uri="{FF2B5EF4-FFF2-40B4-BE49-F238E27FC236}">
                                  <a16:creationId xmlns:a16="http://schemas.microsoft.com/office/drawing/2014/main" id="{416B7B37-87B6-651D-3521-BEE2C3587E8F}"/>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82" name="Rectangle 381">
                            <a:extLst>
                              <a:ext uri="{FF2B5EF4-FFF2-40B4-BE49-F238E27FC236}">
                                <a16:creationId xmlns:a16="http://schemas.microsoft.com/office/drawing/2014/main" id="{8E4DB480-2577-37FD-5E5F-7AA80551929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3" name="Rectangle 382">
                            <a:extLst>
                              <a:ext uri="{FF2B5EF4-FFF2-40B4-BE49-F238E27FC236}">
                                <a16:creationId xmlns:a16="http://schemas.microsoft.com/office/drawing/2014/main" id="{E2294DD4-93DB-C6A2-3A77-73802302BCF3}"/>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350" name="Group 349">
                      <a:extLst>
                        <a:ext uri="{FF2B5EF4-FFF2-40B4-BE49-F238E27FC236}">
                          <a16:creationId xmlns:a16="http://schemas.microsoft.com/office/drawing/2014/main" id="{453F4548-23AC-F4DB-F10B-796F61381B20}"/>
                        </a:ext>
                      </a:extLst>
                    </p:cNvPr>
                    <p:cNvGrpSpPr/>
                    <p:nvPr/>
                  </p:nvGrpSpPr>
                  <p:grpSpPr>
                    <a:xfrm>
                      <a:off x="4433252" y="4724400"/>
                      <a:ext cx="1463040" cy="1463040"/>
                      <a:chOff x="2970212" y="4724400"/>
                      <a:chExt cx="1463040" cy="1463040"/>
                    </a:xfrm>
                  </p:grpSpPr>
                  <p:grpSp>
                    <p:nvGrpSpPr>
                      <p:cNvPr id="351" name="Group 350">
                        <a:extLst>
                          <a:ext uri="{FF2B5EF4-FFF2-40B4-BE49-F238E27FC236}">
                            <a16:creationId xmlns:a16="http://schemas.microsoft.com/office/drawing/2014/main" id="{7ACF60A2-B443-8C6F-EE3E-46EC70F2990D}"/>
                          </a:ext>
                        </a:extLst>
                      </p:cNvPr>
                      <p:cNvGrpSpPr/>
                      <p:nvPr/>
                    </p:nvGrpSpPr>
                    <p:grpSpPr>
                      <a:xfrm>
                        <a:off x="2970212" y="4724400"/>
                        <a:ext cx="1463040" cy="731520"/>
                        <a:chOff x="2970212" y="4724400"/>
                        <a:chExt cx="1463040" cy="731520"/>
                      </a:xfrm>
                    </p:grpSpPr>
                    <p:grpSp>
                      <p:nvGrpSpPr>
                        <p:cNvPr id="365" name="Group 364">
                          <a:extLst>
                            <a:ext uri="{FF2B5EF4-FFF2-40B4-BE49-F238E27FC236}">
                              <a16:creationId xmlns:a16="http://schemas.microsoft.com/office/drawing/2014/main" id="{17E3139F-1247-8F81-B35F-02E061C4DAD9}"/>
                            </a:ext>
                          </a:extLst>
                        </p:cNvPr>
                        <p:cNvGrpSpPr/>
                        <p:nvPr/>
                      </p:nvGrpSpPr>
                      <p:grpSpPr>
                        <a:xfrm>
                          <a:off x="2970212" y="4724400"/>
                          <a:ext cx="731520" cy="731520"/>
                          <a:chOff x="2970212" y="4724400"/>
                          <a:chExt cx="731520" cy="731520"/>
                        </a:xfrm>
                      </p:grpSpPr>
                      <p:grpSp>
                        <p:nvGrpSpPr>
                          <p:cNvPr id="372" name="Group 371">
                            <a:extLst>
                              <a:ext uri="{FF2B5EF4-FFF2-40B4-BE49-F238E27FC236}">
                                <a16:creationId xmlns:a16="http://schemas.microsoft.com/office/drawing/2014/main" id="{88E53927-6D2F-7585-98A1-04FD2DC6F5A1}"/>
                              </a:ext>
                            </a:extLst>
                          </p:cNvPr>
                          <p:cNvGrpSpPr/>
                          <p:nvPr/>
                        </p:nvGrpSpPr>
                        <p:grpSpPr>
                          <a:xfrm>
                            <a:off x="2970212" y="4724400"/>
                            <a:ext cx="731520" cy="365760"/>
                            <a:chOff x="2970212" y="4724400"/>
                            <a:chExt cx="731520" cy="365760"/>
                          </a:xfrm>
                        </p:grpSpPr>
                        <p:sp>
                          <p:nvSpPr>
                            <p:cNvPr id="375" name="Rectangle 374">
                              <a:extLst>
                                <a:ext uri="{FF2B5EF4-FFF2-40B4-BE49-F238E27FC236}">
                                  <a16:creationId xmlns:a16="http://schemas.microsoft.com/office/drawing/2014/main" id="{7DC2E484-268E-BD11-63A2-A309CC8FAAFA}"/>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6" name="Rectangle 375">
                              <a:extLst>
                                <a:ext uri="{FF2B5EF4-FFF2-40B4-BE49-F238E27FC236}">
                                  <a16:creationId xmlns:a16="http://schemas.microsoft.com/office/drawing/2014/main" id="{235834B4-4132-5003-FFB6-D6109A87DF8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73" name="Rectangle 372">
                            <a:extLst>
                              <a:ext uri="{FF2B5EF4-FFF2-40B4-BE49-F238E27FC236}">
                                <a16:creationId xmlns:a16="http://schemas.microsoft.com/office/drawing/2014/main" id="{52CEE0EC-F4DE-F72F-5528-C4C7A9764660}"/>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4" name="Rectangle 373">
                            <a:extLst>
                              <a:ext uri="{FF2B5EF4-FFF2-40B4-BE49-F238E27FC236}">
                                <a16:creationId xmlns:a16="http://schemas.microsoft.com/office/drawing/2014/main" id="{F3580D2A-9868-C365-6AC8-0C9BF9D1AE5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66" name="Group 365">
                          <a:extLst>
                            <a:ext uri="{FF2B5EF4-FFF2-40B4-BE49-F238E27FC236}">
                              <a16:creationId xmlns:a16="http://schemas.microsoft.com/office/drawing/2014/main" id="{98275637-279B-BE65-398B-1AA77DD9ED96}"/>
                            </a:ext>
                          </a:extLst>
                        </p:cNvPr>
                        <p:cNvGrpSpPr/>
                        <p:nvPr/>
                      </p:nvGrpSpPr>
                      <p:grpSpPr>
                        <a:xfrm>
                          <a:off x="3701732" y="4724400"/>
                          <a:ext cx="731520" cy="731520"/>
                          <a:chOff x="2970212" y="4724400"/>
                          <a:chExt cx="731520" cy="731520"/>
                        </a:xfrm>
                      </p:grpSpPr>
                      <p:grpSp>
                        <p:nvGrpSpPr>
                          <p:cNvPr id="367" name="Group 366">
                            <a:extLst>
                              <a:ext uri="{FF2B5EF4-FFF2-40B4-BE49-F238E27FC236}">
                                <a16:creationId xmlns:a16="http://schemas.microsoft.com/office/drawing/2014/main" id="{0D8E0C1A-AF3A-642E-A58D-AD40A8AB4D09}"/>
                              </a:ext>
                            </a:extLst>
                          </p:cNvPr>
                          <p:cNvGrpSpPr/>
                          <p:nvPr/>
                        </p:nvGrpSpPr>
                        <p:grpSpPr>
                          <a:xfrm>
                            <a:off x="2970212" y="4724400"/>
                            <a:ext cx="731520" cy="365760"/>
                            <a:chOff x="2970212" y="4724400"/>
                            <a:chExt cx="731520" cy="365760"/>
                          </a:xfrm>
                        </p:grpSpPr>
                        <p:sp>
                          <p:nvSpPr>
                            <p:cNvPr id="370" name="Rectangle 369">
                              <a:extLst>
                                <a:ext uri="{FF2B5EF4-FFF2-40B4-BE49-F238E27FC236}">
                                  <a16:creationId xmlns:a16="http://schemas.microsoft.com/office/drawing/2014/main" id="{BFF05082-E114-63E9-8FE7-4AAF69AD70B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1" name="Rectangle 370">
                              <a:extLst>
                                <a:ext uri="{FF2B5EF4-FFF2-40B4-BE49-F238E27FC236}">
                                  <a16:creationId xmlns:a16="http://schemas.microsoft.com/office/drawing/2014/main" id="{07B88583-F2EF-79A6-03D2-F8644FC0189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68" name="Rectangle 367">
                            <a:extLst>
                              <a:ext uri="{FF2B5EF4-FFF2-40B4-BE49-F238E27FC236}">
                                <a16:creationId xmlns:a16="http://schemas.microsoft.com/office/drawing/2014/main" id="{DE9577D5-D7A0-578F-F831-C1866C6FA1B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9" name="Rectangle 368">
                            <a:extLst>
                              <a:ext uri="{FF2B5EF4-FFF2-40B4-BE49-F238E27FC236}">
                                <a16:creationId xmlns:a16="http://schemas.microsoft.com/office/drawing/2014/main" id="{3AE89D77-6E20-D332-8A1C-3AB80B9E223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52" name="Group 351">
                        <a:extLst>
                          <a:ext uri="{FF2B5EF4-FFF2-40B4-BE49-F238E27FC236}">
                            <a16:creationId xmlns:a16="http://schemas.microsoft.com/office/drawing/2014/main" id="{C6FAB756-3C0B-33CD-7F1F-F0495C5196AB}"/>
                          </a:ext>
                        </a:extLst>
                      </p:cNvPr>
                      <p:cNvGrpSpPr/>
                      <p:nvPr/>
                    </p:nvGrpSpPr>
                    <p:grpSpPr>
                      <a:xfrm>
                        <a:off x="2970212" y="5455920"/>
                        <a:ext cx="1463040" cy="731520"/>
                        <a:chOff x="2970212" y="4724400"/>
                        <a:chExt cx="1463040" cy="731520"/>
                      </a:xfrm>
                    </p:grpSpPr>
                    <p:grpSp>
                      <p:nvGrpSpPr>
                        <p:cNvPr id="353" name="Group 352">
                          <a:extLst>
                            <a:ext uri="{FF2B5EF4-FFF2-40B4-BE49-F238E27FC236}">
                              <a16:creationId xmlns:a16="http://schemas.microsoft.com/office/drawing/2014/main" id="{02A84719-1F98-74E3-82DB-C4B7E2096DDB}"/>
                            </a:ext>
                          </a:extLst>
                        </p:cNvPr>
                        <p:cNvGrpSpPr/>
                        <p:nvPr/>
                      </p:nvGrpSpPr>
                      <p:grpSpPr>
                        <a:xfrm>
                          <a:off x="2970212" y="4724400"/>
                          <a:ext cx="731520" cy="731520"/>
                          <a:chOff x="2970212" y="4724400"/>
                          <a:chExt cx="731520" cy="731520"/>
                        </a:xfrm>
                      </p:grpSpPr>
                      <p:grpSp>
                        <p:nvGrpSpPr>
                          <p:cNvPr id="360" name="Group 359">
                            <a:extLst>
                              <a:ext uri="{FF2B5EF4-FFF2-40B4-BE49-F238E27FC236}">
                                <a16:creationId xmlns:a16="http://schemas.microsoft.com/office/drawing/2014/main" id="{C21AD923-A8C0-8EC9-389F-729BD1EFAAA5}"/>
                              </a:ext>
                            </a:extLst>
                          </p:cNvPr>
                          <p:cNvGrpSpPr/>
                          <p:nvPr/>
                        </p:nvGrpSpPr>
                        <p:grpSpPr>
                          <a:xfrm>
                            <a:off x="2970212" y="4724400"/>
                            <a:ext cx="731520" cy="365760"/>
                            <a:chOff x="2970212" y="4724400"/>
                            <a:chExt cx="731520" cy="365760"/>
                          </a:xfrm>
                        </p:grpSpPr>
                        <p:sp>
                          <p:nvSpPr>
                            <p:cNvPr id="363" name="Rectangle 362">
                              <a:extLst>
                                <a:ext uri="{FF2B5EF4-FFF2-40B4-BE49-F238E27FC236}">
                                  <a16:creationId xmlns:a16="http://schemas.microsoft.com/office/drawing/2014/main" id="{4B964868-AD90-F1A2-79BE-AB54B0275EE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4" name="Rectangle 363">
                              <a:extLst>
                                <a:ext uri="{FF2B5EF4-FFF2-40B4-BE49-F238E27FC236}">
                                  <a16:creationId xmlns:a16="http://schemas.microsoft.com/office/drawing/2014/main" id="{CC9ABC8F-7EBA-53FC-E452-9DFD63819AC4}"/>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61" name="Rectangle 360">
                            <a:extLst>
                              <a:ext uri="{FF2B5EF4-FFF2-40B4-BE49-F238E27FC236}">
                                <a16:creationId xmlns:a16="http://schemas.microsoft.com/office/drawing/2014/main" id="{9AE2B285-E514-6E6A-1A0B-110053E7950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2" name="Rectangle 361">
                            <a:extLst>
                              <a:ext uri="{FF2B5EF4-FFF2-40B4-BE49-F238E27FC236}">
                                <a16:creationId xmlns:a16="http://schemas.microsoft.com/office/drawing/2014/main" id="{5B431E27-5DA0-62CD-4C40-FDA68E264B6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54" name="Group 353">
                          <a:extLst>
                            <a:ext uri="{FF2B5EF4-FFF2-40B4-BE49-F238E27FC236}">
                              <a16:creationId xmlns:a16="http://schemas.microsoft.com/office/drawing/2014/main" id="{0A36CF56-80CA-9082-5040-81CA79E367D1}"/>
                            </a:ext>
                          </a:extLst>
                        </p:cNvPr>
                        <p:cNvGrpSpPr/>
                        <p:nvPr/>
                      </p:nvGrpSpPr>
                      <p:grpSpPr>
                        <a:xfrm>
                          <a:off x="3701732" y="4724400"/>
                          <a:ext cx="731520" cy="731520"/>
                          <a:chOff x="2970212" y="4724400"/>
                          <a:chExt cx="731520" cy="731520"/>
                        </a:xfrm>
                      </p:grpSpPr>
                      <p:grpSp>
                        <p:nvGrpSpPr>
                          <p:cNvPr id="355" name="Group 354">
                            <a:extLst>
                              <a:ext uri="{FF2B5EF4-FFF2-40B4-BE49-F238E27FC236}">
                                <a16:creationId xmlns:a16="http://schemas.microsoft.com/office/drawing/2014/main" id="{FDE87C27-78E5-F363-BBD1-26D2D62C7146}"/>
                              </a:ext>
                            </a:extLst>
                          </p:cNvPr>
                          <p:cNvGrpSpPr/>
                          <p:nvPr/>
                        </p:nvGrpSpPr>
                        <p:grpSpPr>
                          <a:xfrm>
                            <a:off x="2970212" y="4724400"/>
                            <a:ext cx="731520" cy="365760"/>
                            <a:chOff x="2970212" y="4724400"/>
                            <a:chExt cx="731520" cy="365760"/>
                          </a:xfrm>
                        </p:grpSpPr>
                        <p:sp>
                          <p:nvSpPr>
                            <p:cNvPr id="358" name="Rectangle 357">
                              <a:extLst>
                                <a:ext uri="{FF2B5EF4-FFF2-40B4-BE49-F238E27FC236}">
                                  <a16:creationId xmlns:a16="http://schemas.microsoft.com/office/drawing/2014/main" id="{69A22D26-EBFA-567F-D5F6-C330536859B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9" name="Rectangle 358">
                              <a:extLst>
                                <a:ext uri="{FF2B5EF4-FFF2-40B4-BE49-F238E27FC236}">
                                  <a16:creationId xmlns:a16="http://schemas.microsoft.com/office/drawing/2014/main" id="{34316F32-3A27-5E17-F713-4EC9085168E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56" name="Rectangle 355">
                            <a:extLst>
                              <a:ext uri="{FF2B5EF4-FFF2-40B4-BE49-F238E27FC236}">
                                <a16:creationId xmlns:a16="http://schemas.microsoft.com/office/drawing/2014/main" id="{FE2C0F78-456E-0051-D42D-86A0B1A2255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7" name="Rectangle 356">
                            <a:extLst>
                              <a:ext uri="{FF2B5EF4-FFF2-40B4-BE49-F238E27FC236}">
                                <a16:creationId xmlns:a16="http://schemas.microsoft.com/office/drawing/2014/main" id="{C22C50E3-881B-86FA-2F2B-0D98B3F7250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294" name="Group 293">
                    <a:extLst>
                      <a:ext uri="{FF2B5EF4-FFF2-40B4-BE49-F238E27FC236}">
                        <a16:creationId xmlns:a16="http://schemas.microsoft.com/office/drawing/2014/main" id="{5451AC70-07A6-B65D-B13C-E69A7F9742E3}"/>
                      </a:ext>
                    </a:extLst>
                  </p:cNvPr>
                  <p:cNvGrpSpPr/>
                  <p:nvPr/>
                </p:nvGrpSpPr>
                <p:grpSpPr>
                  <a:xfrm>
                    <a:off x="2132012" y="4587240"/>
                    <a:ext cx="2926080" cy="1463040"/>
                    <a:chOff x="2970212" y="4724400"/>
                    <a:chExt cx="2926080" cy="1463040"/>
                  </a:xfrm>
                </p:grpSpPr>
                <p:grpSp>
                  <p:nvGrpSpPr>
                    <p:cNvPr id="295" name="Group 294">
                      <a:extLst>
                        <a:ext uri="{FF2B5EF4-FFF2-40B4-BE49-F238E27FC236}">
                          <a16:creationId xmlns:a16="http://schemas.microsoft.com/office/drawing/2014/main" id="{06173395-B9A0-3C95-FFF3-F148C19A8B25}"/>
                        </a:ext>
                      </a:extLst>
                    </p:cNvPr>
                    <p:cNvGrpSpPr/>
                    <p:nvPr/>
                  </p:nvGrpSpPr>
                  <p:grpSpPr>
                    <a:xfrm>
                      <a:off x="2970212" y="4724400"/>
                      <a:ext cx="1463040" cy="1463040"/>
                      <a:chOff x="2970212" y="4724400"/>
                      <a:chExt cx="1463040" cy="1463040"/>
                    </a:xfrm>
                  </p:grpSpPr>
                  <p:grpSp>
                    <p:nvGrpSpPr>
                      <p:cNvPr id="323" name="Group 322">
                        <a:extLst>
                          <a:ext uri="{FF2B5EF4-FFF2-40B4-BE49-F238E27FC236}">
                            <a16:creationId xmlns:a16="http://schemas.microsoft.com/office/drawing/2014/main" id="{2455AEB1-56BC-CEBC-665B-2614B79DE65C}"/>
                          </a:ext>
                        </a:extLst>
                      </p:cNvPr>
                      <p:cNvGrpSpPr/>
                      <p:nvPr/>
                    </p:nvGrpSpPr>
                    <p:grpSpPr>
                      <a:xfrm>
                        <a:off x="2970212" y="4724400"/>
                        <a:ext cx="1463040" cy="731520"/>
                        <a:chOff x="2970212" y="4724400"/>
                        <a:chExt cx="1463040" cy="731520"/>
                      </a:xfrm>
                    </p:grpSpPr>
                    <p:grpSp>
                      <p:nvGrpSpPr>
                        <p:cNvPr id="337" name="Group 336">
                          <a:extLst>
                            <a:ext uri="{FF2B5EF4-FFF2-40B4-BE49-F238E27FC236}">
                              <a16:creationId xmlns:a16="http://schemas.microsoft.com/office/drawing/2014/main" id="{2701E8B9-D83E-E01A-23A7-AAC933CFCCB1}"/>
                            </a:ext>
                          </a:extLst>
                        </p:cNvPr>
                        <p:cNvGrpSpPr/>
                        <p:nvPr/>
                      </p:nvGrpSpPr>
                      <p:grpSpPr>
                        <a:xfrm>
                          <a:off x="2970212" y="4724400"/>
                          <a:ext cx="731520" cy="731520"/>
                          <a:chOff x="2970212" y="4724400"/>
                          <a:chExt cx="731520" cy="731520"/>
                        </a:xfrm>
                      </p:grpSpPr>
                      <p:grpSp>
                        <p:nvGrpSpPr>
                          <p:cNvPr id="344" name="Group 343">
                            <a:extLst>
                              <a:ext uri="{FF2B5EF4-FFF2-40B4-BE49-F238E27FC236}">
                                <a16:creationId xmlns:a16="http://schemas.microsoft.com/office/drawing/2014/main" id="{5458F26F-F6A9-690D-1DD5-AEBF39CA03A9}"/>
                              </a:ext>
                            </a:extLst>
                          </p:cNvPr>
                          <p:cNvGrpSpPr/>
                          <p:nvPr/>
                        </p:nvGrpSpPr>
                        <p:grpSpPr>
                          <a:xfrm>
                            <a:off x="2970212" y="4724400"/>
                            <a:ext cx="731520" cy="365760"/>
                            <a:chOff x="2970212" y="4724400"/>
                            <a:chExt cx="731520" cy="365760"/>
                          </a:xfrm>
                        </p:grpSpPr>
                        <p:sp>
                          <p:nvSpPr>
                            <p:cNvPr id="347" name="Rectangle 346">
                              <a:extLst>
                                <a:ext uri="{FF2B5EF4-FFF2-40B4-BE49-F238E27FC236}">
                                  <a16:creationId xmlns:a16="http://schemas.microsoft.com/office/drawing/2014/main" id="{EB02430E-D1ED-67E1-8F5A-65020847896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8" name="Rectangle 347">
                              <a:extLst>
                                <a:ext uri="{FF2B5EF4-FFF2-40B4-BE49-F238E27FC236}">
                                  <a16:creationId xmlns:a16="http://schemas.microsoft.com/office/drawing/2014/main" id="{F6D154C0-AC3C-9F20-02B3-D7F4D91F630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45" name="Rectangle 344">
                            <a:extLst>
                              <a:ext uri="{FF2B5EF4-FFF2-40B4-BE49-F238E27FC236}">
                                <a16:creationId xmlns:a16="http://schemas.microsoft.com/office/drawing/2014/main" id="{0B70A6CC-4B35-0AA0-E8C9-EB22FF46F89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6" name="Rectangle 345">
                            <a:extLst>
                              <a:ext uri="{FF2B5EF4-FFF2-40B4-BE49-F238E27FC236}">
                                <a16:creationId xmlns:a16="http://schemas.microsoft.com/office/drawing/2014/main" id="{756B6BF9-D4BB-D4C2-7F11-CED8E5FF50B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38" name="Group 337">
                          <a:extLst>
                            <a:ext uri="{FF2B5EF4-FFF2-40B4-BE49-F238E27FC236}">
                              <a16:creationId xmlns:a16="http://schemas.microsoft.com/office/drawing/2014/main" id="{1D9A6073-B6CA-B769-1D4E-28A35F9B428C}"/>
                            </a:ext>
                          </a:extLst>
                        </p:cNvPr>
                        <p:cNvGrpSpPr/>
                        <p:nvPr/>
                      </p:nvGrpSpPr>
                      <p:grpSpPr>
                        <a:xfrm>
                          <a:off x="3701732" y="4724400"/>
                          <a:ext cx="731520" cy="731520"/>
                          <a:chOff x="2970212" y="4724400"/>
                          <a:chExt cx="731520" cy="731520"/>
                        </a:xfrm>
                      </p:grpSpPr>
                      <p:grpSp>
                        <p:nvGrpSpPr>
                          <p:cNvPr id="339" name="Group 338">
                            <a:extLst>
                              <a:ext uri="{FF2B5EF4-FFF2-40B4-BE49-F238E27FC236}">
                                <a16:creationId xmlns:a16="http://schemas.microsoft.com/office/drawing/2014/main" id="{A4466672-A05A-3222-6E18-B5BA17A2AA49}"/>
                              </a:ext>
                            </a:extLst>
                          </p:cNvPr>
                          <p:cNvGrpSpPr/>
                          <p:nvPr/>
                        </p:nvGrpSpPr>
                        <p:grpSpPr>
                          <a:xfrm>
                            <a:off x="2970212" y="4724400"/>
                            <a:ext cx="731520" cy="365760"/>
                            <a:chOff x="2970212" y="4724400"/>
                            <a:chExt cx="731520" cy="365760"/>
                          </a:xfrm>
                        </p:grpSpPr>
                        <p:sp>
                          <p:nvSpPr>
                            <p:cNvPr id="342" name="Rectangle 341">
                              <a:extLst>
                                <a:ext uri="{FF2B5EF4-FFF2-40B4-BE49-F238E27FC236}">
                                  <a16:creationId xmlns:a16="http://schemas.microsoft.com/office/drawing/2014/main" id="{A6501194-9B2A-E124-7C59-A6FE53CAD23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3" name="Rectangle 342">
                              <a:extLst>
                                <a:ext uri="{FF2B5EF4-FFF2-40B4-BE49-F238E27FC236}">
                                  <a16:creationId xmlns:a16="http://schemas.microsoft.com/office/drawing/2014/main" id="{CFB1315C-90B4-99BC-BF07-2BFCCA3BC28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40" name="Rectangle 339">
                            <a:extLst>
                              <a:ext uri="{FF2B5EF4-FFF2-40B4-BE49-F238E27FC236}">
                                <a16:creationId xmlns:a16="http://schemas.microsoft.com/office/drawing/2014/main" id="{85516523-061D-EA21-8320-01804C9E638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1" name="Rectangle 340">
                            <a:extLst>
                              <a:ext uri="{FF2B5EF4-FFF2-40B4-BE49-F238E27FC236}">
                                <a16:creationId xmlns:a16="http://schemas.microsoft.com/office/drawing/2014/main" id="{D320154C-8C11-B490-91F5-2D081A1260C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24" name="Group 323">
                        <a:extLst>
                          <a:ext uri="{FF2B5EF4-FFF2-40B4-BE49-F238E27FC236}">
                            <a16:creationId xmlns:a16="http://schemas.microsoft.com/office/drawing/2014/main" id="{A9D98002-DBBB-A9BC-4B62-9C7B8B1FB5A3}"/>
                          </a:ext>
                        </a:extLst>
                      </p:cNvPr>
                      <p:cNvGrpSpPr/>
                      <p:nvPr/>
                    </p:nvGrpSpPr>
                    <p:grpSpPr>
                      <a:xfrm>
                        <a:off x="2970212" y="5455920"/>
                        <a:ext cx="1463040" cy="731520"/>
                        <a:chOff x="2970212" y="4724400"/>
                        <a:chExt cx="1463040" cy="731520"/>
                      </a:xfrm>
                    </p:grpSpPr>
                    <p:grpSp>
                      <p:nvGrpSpPr>
                        <p:cNvPr id="325" name="Group 324">
                          <a:extLst>
                            <a:ext uri="{FF2B5EF4-FFF2-40B4-BE49-F238E27FC236}">
                              <a16:creationId xmlns:a16="http://schemas.microsoft.com/office/drawing/2014/main" id="{BDD5C11D-2433-684C-553A-3E7DBDFA009B}"/>
                            </a:ext>
                          </a:extLst>
                        </p:cNvPr>
                        <p:cNvGrpSpPr/>
                        <p:nvPr/>
                      </p:nvGrpSpPr>
                      <p:grpSpPr>
                        <a:xfrm>
                          <a:off x="2970212" y="4724400"/>
                          <a:ext cx="731520" cy="731520"/>
                          <a:chOff x="2970212" y="4724400"/>
                          <a:chExt cx="731520" cy="731520"/>
                        </a:xfrm>
                      </p:grpSpPr>
                      <p:grpSp>
                        <p:nvGrpSpPr>
                          <p:cNvPr id="332" name="Group 331">
                            <a:extLst>
                              <a:ext uri="{FF2B5EF4-FFF2-40B4-BE49-F238E27FC236}">
                                <a16:creationId xmlns:a16="http://schemas.microsoft.com/office/drawing/2014/main" id="{FFB74A87-85CA-1E84-8D44-1250D1051DF8}"/>
                              </a:ext>
                            </a:extLst>
                          </p:cNvPr>
                          <p:cNvGrpSpPr/>
                          <p:nvPr/>
                        </p:nvGrpSpPr>
                        <p:grpSpPr>
                          <a:xfrm>
                            <a:off x="2970212" y="4724400"/>
                            <a:ext cx="731520" cy="365760"/>
                            <a:chOff x="2970212" y="4724400"/>
                            <a:chExt cx="731520" cy="365760"/>
                          </a:xfrm>
                        </p:grpSpPr>
                        <p:sp>
                          <p:nvSpPr>
                            <p:cNvPr id="335" name="Rectangle 334">
                              <a:extLst>
                                <a:ext uri="{FF2B5EF4-FFF2-40B4-BE49-F238E27FC236}">
                                  <a16:creationId xmlns:a16="http://schemas.microsoft.com/office/drawing/2014/main" id="{8BA4ACA3-FAFF-A371-9DB4-0DA8D29A274D}"/>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6" name="Rectangle 335">
                              <a:extLst>
                                <a:ext uri="{FF2B5EF4-FFF2-40B4-BE49-F238E27FC236}">
                                  <a16:creationId xmlns:a16="http://schemas.microsoft.com/office/drawing/2014/main" id="{311E5514-BEB1-7E94-3DDE-01345309A2F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33" name="Rectangle 332">
                            <a:extLst>
                              <a:ext uri="{FF2B5EF4-FFF2-40B4-BE49-F238E27FC236}">
                                <a16:creationId xmlns:a16="http://schemas.microsoft.com/office/drawing/2014/main" id="{46B6A354-D0F9-EE61-98F1-877D769A536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4" name="Rectangle 333">
                            <a:extLst>
                              <a:ext uri="{FF2B5EF4-FFF2-40B4-BE49-F238E27FC236}">
                                <a16:creationId xmlns:a16="http://schemas.microsoft.com/office/drawing/2014/main" id="{268BAD6F-0701-3DDE-52C5-D681153CD02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26" name="Group 325">
                          <a:extLst>
                            <a:ext uri="{FF2B5EF4-FFF2-40B4-BE49-F238E27FC236}">
                              <a16:creationId xmlns:a16="http://schemas.microsoft.com/office/drawing/2014/main" id="{4278590D-3427-D9F7-7BD3-AE8A551498BD}"/>
                            </a:ext>
                          </a:extLst>
                        </p:cNvPr>
                        <p:cNvGrpSpPr/>
                        <p:nvPr/>
                      </p:nvGrpSpPr>
                      <p:grpSpPr>
                        <a:xfrm>
                          <a:off x="3701732" y="4724400"/>
                          <a:ext cx="731520" cy="731520"/>
                          <a:chOff x="2970212" y="4724400"/>
                          <a:chExt cx="731520" cy="731520"/>
                        </a:xfrm>
                      </p:grpSpPr>
                      <p:grpSp>
                        <p:nvGrpSpPr>
                          <p:cNvPr id="327" name="Group 326">
                            <a:extLst>
                              <a:ext uri="{FF2B5EF4-FFF2-40B4-BE49-F238E27FC236}">
                                <a16:creationId xmlns:a16="http://schemas.microsoft.com/office/drawing/2014/main" id="{3B46B4A4-B20E-27E5-B2CE-DE8869109430}"/>
                              </a:ext>
                            </a:extLst>
                          </p:cNvPr>
                          <p:cNvGrpSpPr/>
                          <p:nvPr/>
                        </p:nvGrpSpPr>
                        <p:grpSpPr>
                          <a:xfrm>
                            <a:off x="2970212" y="4724400"/>
                            <a:ext cx="731520" cy="365760"/>
                            <a:chOff x="2970212" y="4724400"/>
                            <a:chExt cx="731520" cy="365760"/>
                          </a:xfrm>
                        </p:grpSpPr>
                        <p:sp>
                          <p:nvSpPr>
                            <p:cNvPr id="330" name="Rectangle 329">
                              <a:extLst>
                                <a:ext uri="{FF2B5EF4-FFF2-40B4-BE49-F238E27FC236}">
                                  <a16:creationId xmlns:a16="http://schemas.microsoft.com/office/drawing/2014/main" id="{3AB71A41-CFBE-DBC6-D0F3-9EB306DCBC6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1" name="Rectangle 330">
                              <a:extLst>
                                <a:ext uri="{FF2B5EF4-FFF2-40B4-BE49-F238E27FC236}">
                                  <a16:creationId xmlns:a16="http://schemas.microsoft.com/office/drawing/2014/main" id="{BF6689A3-CB33-1991-0E03-707B5BD0AEF3}"/>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28" name="Rectangle 327">
                            <a:extLst>
                              <a:ext uri="{FF2B5EF4-FFF2-40B4-BE49-F238E27FC236}">
                                <a16:creationId xmlns:a16="http://schemas.microsoft.com/office/drawing/2014/main" id="{9529BED3-2D6D-60FB-A624-4C87047B1D1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9" name="Rectangle 328">
                            <a:extLst>
                              <a:ext uri="{FF2B5EF4-FFF2-40B4-BE49-F238E27FC236}">
                                <a16:creationId xmlns:a16="http://schemas.microsoft.com/office/drawing/2014/main" id="{C41BA0B4-1B84-E2E5-13DA-BE2D7F997751}"/>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296" name="Group 295">
                      <a:extLst>
                        <a:ext uri="{FF2B5EF4-FFF2-40B4-BE49-F238E27FC236}">
                          <a16:creationId xmlns:a16="http://schemas.microsoft.com/office/drawing/2014/main" id="{DEEB281F-6698-9259-3FBF-C6B8E3AB9938}"/>
                        </a:ext>
                      </a:extLst>
                    </p:cNvPr>
                    <p:cNvGrpSpPr/>
                    <p:nvPr/>
                  </p:nvGrpSpPr>
                  <p:grpSpPr>
                    <a:xfrm>
                      <a:off x="4433252" y="4724400"/>
                      <a:ext cx="1463040" cy="1463040"/>
                      <a:chOff x="2970212" y="4724400"/>
                      <a:chExt cx="1463040" cy="1463040"/>
                    </a:xfrm>
                  </p:grpSpPr>
                  <p:grpSp>
                    <p:nvGrpSpPr>
                      <p:cNvPr id="297" name="Group 296">
                        <a:extLst>
                          <a:ext uri="{FF2B5EF4-FFF2-40B4-BE49-F238E27FC236}">
                            <a16:creationId xmlns:a16="http://schemas.microsoft.com/office/drawing/2014/main" id="{1411D1E4-12C1-D189-77B9-10103FF5A610}"/>
                          </a:ext>
                        </a:extLst>
                      </p:cNvPr>
                      <p:cNvGrpSpPr/>
                      <p:nvPr/>
                    </p:nvGrpSpPr>
                    <p:grpSpPr>
                      <a:xfrm>
                        <a:off x="2970212" y="4724400"/>
                        <a:ext cx="1463040" cy="731520"/>
                        <a:chOff x="2970212" y="4724400"/>
                        <a:chExt cx="1463040" cy="731520"/>
                      </a:xfrm>
                    </p:grpSpPr>
                    <p:grpSp>
                      <p:nvGrpSpPr>
                        <p:cNvPr id="311" name="Group 310">
                          <a:extLst>
                            <a:ext uri="{FF2B5EF4-FFF2-40B4-BE49-F238E27FC236}">
                              <a16:creationId xmlns:a16="http://schemas.microsoft.com/office/drawing/2014/main" id="{BD770330-CF11-5128-C663-F757922E8482}"/>
                            </a:ext>
                          </a:extLst>
                        </p:cNvPr>
                        <p:cNvGrpSpPr/>
                        <p:nvPr/>
                      </p:nvGrpSpPr>
                      <p:grpSpPr>
                        <a:xfrm>
                          <a:off x="2970212" y="4724400"/>
                          <a:ext cx="731520" cy="731520"/>
                          <a:chOff x="2970212" y="4724400"/>
                          <a:chExt cx="731520" cy="731520"/>
                        </a:xfrm>
                      </p:grpSpPr>
                      <p:grpSp>
                        <p:nvGrpSpPr>
                          <p:cNvPr id="318" name="Group 317">
                            <a:extLst>
                              <a:ext uri="{FF2B5EF4-FFF2-40B4-BE49-F238E27FC236}">
                                <a16:creationId xmlns:a16="http://schemas.microsoft.com/office/drawing/2014/main" id="{1C3E6BFB-DCBF-FECB-1336-B1B1C4270490}"/>
                              </a:ext>
                            </a:extLst>
                          </p:cNvPr>
                          <p:cNvGrpSpPr/>
                          <p:nvPr/>
                        </p:nvGrpSpPr>
                        <p:grpSpPr>
                          <a:xfrm>
                            <a:off x="2970212" y="4724400"/>
                            <a:ext cx="731520" cy="365760"/>
                            <a:chOff x="2970212" y="4724400"/>
                            <a:chExt cx="731520" cy="365760"/>
                          </a:xfrm>
                        </p:grpSpPr>
                        <p:sp>
                          <p:nvSpPr>
                            <p:cNvPr id="321" name="Rectangle 320">
                              <a:extLst>
                                <a:ext uri="{FF2B5EF4-FFF2-40B4-BE49-F238E27FC236}">
                                  <a16:creationId xmlns:a16="http://schemas.microsoft.com/office/drawing/2014/main" id="{681E0BC1-D5B1-5DF4-C193-AC8EB532F39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2" name="Rectangle 321">
                              <a:extLst>
                                <a:ext uri="{FF2B5EF4-FFF2-40B4-BE49-F238E27FC236}">
                                  <a16:creationId xmlns:a16="http://schemas.microsoft.com/office/drawing/2014/main" id="{82F0BD83-AB5D-3A34-C4A5-E25F7EC0ED8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19" name="Rectangle 318">
                            <a:extLst>
                              <a:ext uri="{FF2B5EF4-FFF2-40B4-BE49-F238E27FC236}">
                                <a16:creationId xmlns:a16="http://schemas.microsoft.com/office/drawing/2014/main" id="{475EF8B7-6E21-716B-C1E8-1ACDDA05E13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0" name="Rectangle 319">
                            <a:extLst>
                              <a:ext uri="{FF2B5EF4-FFF2-40B4-BE49-F238E27FC236}">
                                <a16:creationId xmlns:a16="http://schemas.microsoft.com/office/drawing/2014/main" id="{0E20E345-1670-F19D-5806-65F8321E7C87}"/>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12" name="Group 311">
                          <a:extLst>
                            <a:ext uri="{FF2B5EF4-FFF2-40B4-BE49-F238E27FC236}">
                              <a16:creationId xmlns:a16="http://schemas.microsoft.com/office/drawing/2014/main" id="{EEBEB632-2CB1-A8BA-C6E1-A637CE50A8DE}"/>
                            </a:ext>
                          </a:extLst>
                        </p:cNvPr>
                        <p:cNvGrpSpPr/>
                        <p:nvPr/>
                      </p:nvGrpSpPr>
                      <p:grpSpPr>
                        <a:xfrm>
                          <a:off x="3701732" y="4724400"/>
                          <a:ext cx="731520" cy="731520"/>
                          <a:chOff x="2970212" y="4724400"/>
                          <a:chExt cx="731520" cy="731520"/>
                        </a:xfrm>
                      </p:grpSpPr>
                      <p:grpSp>
                        <p:nvGrpSpPr>
                          <p:cNvPr id="313" name="Group 312">
                            <a:extLst>
                              <a:ext uri="{FF2B5EF4-FFF2-40B4-BE49-F238E27FC236}">
                                <a16:creationId xmlns:a16="http://schemas.microsoft.com/office/drawing/2014/main" id="{D2C33FBF-5DA0-AD99-B0FB-5859312EAFA3}"/>
                              </a:ext>
                            </a:extLst>
                          </p:cNvPr>
                          <p:cNvGrpSpPr/>
                          <p:nvPr/>
                        </p:nvGrpSpPr>
                        <p:grpSpPr>
                          <a:xfrm>
                            <a:off x="2970212" y="4724400"/>
                            <a:ext cx="731520" cy="365760"/>
                            <a:chOff x="2970212" y="4724400"/>
                            <a:chExt cx="731520" cy="365760"/>
                          </a:xfrm>
                        </p:grpSpPr>
                        <p:sp>
                          <p:nvSpPr>
                            <p:cNvPr id="316" name="Rectangle 315">
                              <a:extLst>
                                <a:ext uri="{FF2B5EF4-FFF2-40B4-BE49-F238E27FC236}">
                                  <a16:creationId xmlns:a16="http://schemas.microsoft.com/office/drawing/2014/main" id="{A4C11039-B6BB-1D78-973D-30C3F2F4853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7" name="Rectangle 316">
                              <a:extLst>
                                <a:ext uri="{FF2B5EF4-FFF2-40B4-BE49-F238E27FC236}">
                                  <a16:creationId xmlns:a16="http://schemas.microsoft.com/office/drawing/2014/main" id="{E0569F04-CC95-6A4E-6930-2BDF71D1F99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14" name="Rectangle 313">
                            <a:extLst>
                              <a:ext uri="{FF2B5EF4-FFF2-40B4-BE49-F238E27FC236}">
                                <a16:creationId xmlns:a16="http://schemas.microsoft.com/office/drawing/2014/main" id="{6DF28B24-88D1-5ED1-A381-77BCF4D9708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5" name="Rectangle 314">
                            <a:extLst>
                              <a:ext uri="{FF2B5EF4-FFF2-40B4-BE49-F238E27FC236}">
                                <a16:creationId xmlns:a16="http://schemas.microsoft.com/office/drawing/2014/main" id="{0C132725-FB26-40D1-4363-2D60DCC47A62}"/>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98" name="Group 297">
                        <a:extLst>
                          <a:ext uri="{FF2B5EF4-FFF2-40B4-BE49-F238E27FC236}">
                            <a16:creationId xmlns:a16="http://schemas.microsoft.com/office/drawing/2014/main" id="{48264E53-F1DA-9973-CEF8-DE33263BBE0F}"/>
                          </a:ext>
                        </a:extLst>
                      </p:cNvPr>
                      <p:cNvGrpSpPr/>
                      <p:nvPr/>
                    </p:nvGrpSpPr>
                    <p:grpSpPr>
                      <a:xfrm>
                        <a:off x="2970212" y="5455920"/>
                        <a:ext cx="1463040" cy="731520"/>
                        <a:chOff x="2970212" y="4724400"/>
                        <a:chExt cx="1463040" cy="731520"/>
                      </a:xfrm>
                    </p:grpSpPr>
                    <p:grpSp>
                      <p:nvGrpSpPr>
                        <p:cNvPr id="299" name="Group 298">
                          <a:extLst>
                            <a:ext uri="{FF2B5EF4-FFF2-40B4-BE49-F238E27FC236}">
                              <a16:creationId xmlns:a16="http://schemas.microsoft.com/office/drawing/2014/main" id="{ED41ABCF-792A-862A-5726-5A7B9F5F6E64}"/>
                            </a:ext>
                          </a:extLst>
                        </p:cNvPr>
                        <p:cNvGrpSpPr/>
                        <p:nvPr/>
                      </p:nvGrpSpPr>
                      <p:grpSpPr>
                        <a:xfrm>
                          <a:off x="2970212" y="4724400"/>
                          <a:ext cx="731520" cy="731520"/>
                          <a:chOff x="2970212" y="4724400"/>
                          <a:chExt cx="731520" cy="731520"/>
                        </a:xfrm>
                      </p:grpSpPr>
                      <p:grpSp>
                        <p:nvGrpSpPr>
                          <p:cNvPr id="306" name="Group 305">
                            <a:extLst>
                              <a:ext uri="{FF2B5EF4-FFF2-40B4-BE49-F238E27FC236}">
                                <a16:creationId xmlns:a16="http://schemas.microsoft.com/office/drawing/2014/main" id="{1AD52840-8332-36FC-0F0E-1597509FF1B6}"/>
                              </a:ext>
                            </a:extLst>
                          </p:cNvPr>
                          <p:cNvGrpSpPr/>
                          <p:nvPr/>
                        </p:nvGrpSpPr>
                        <p:grpSpPr>
                          <a:xfrm>
                            <a:off x="2970212" y="4724400"/>
                            <a:ext cx="731520" cy="365760"/>
                            <a:chOff x="2970212" y="4724400"/>
                            <a:chExt cx="731520" cy="365760"/>
                          </a:xfrm>
                        </p:grpSpPr>
                        <p:sp>
                          <p:nvSpPr>
                            <p:cNvPr id="309" name="Rectangle 308">
                              <a:extLst>
                                <a:ext uri="{FF2B5EF4-FFF2-40B4-BE49-F238E27FC236}">
                                  <a16:creationId xmlns:a16="http://schemas.microsoft.com/office/drawing/2014/main" id="{14D55F2C-4E81-96B4-6F55-6E311A5189B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0" name="Rectangle 309">
                              <a:extLst>
                                <a:ext uri="{FF2B5EF4-FFF2-40B4-BE49-F238E27FC236}">
                                  <a16:creationId xmlns:a16="http://schemas.microsoft.com/office/drawing/2014/main" id="{01F9F6C4-FC46-E227-3944-4CBDA809535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07" name="Rectangle 306">
                            <a:extLst>
                              <a:ext uri="{FF2B5EF4-FFF2-40B4-BE49-F238E27FC236}">
                                <a16:creationId xmlns:a16="http://schemas.microsoft.com/office/drawing/2014/main" id="{854F6AF1-7E81-B774-95AA-C5ECEDAF9DC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8" name="Rectangle 307">
                            <a:extLst>
                              <a:ext uri="{FF2B5EF4-FFF2-40B4-BE49-F238E27FC236}">
                                <a16:creationId xmlns:a16="http://schemas.microsoft.com/office/drawing/2014/main" id="{1F63942F-61D2-DB9C-F0DD-087CF5B56F2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00" name="Group 299">
                          <a:extLst>
                            <a:ext uri="{FF2B5EF4-FFF2-40B4-BE49-F238E27FC236}">
                              <a16:creationId xmlns:a16="http://schemas.microsoft.com/office/drawing/2014/main" id="{4CFE56AF-B608-3A45-E5A6-E401BC7EB744}"/>
                            </a:ext>
                          </a:extLst>
                        </p:cNvPr>
                        <p:cNvGrpSpPr/>
                        <p:nvPr/>
                      </p:nvGrpSpPr>
                      <p:grpSpPr>
                        <a:xfrm>
                          <a:off x="3701732" y="4724400"/>
                          <a:ext cx="731520" cy="731520"/>
                          <a:chOff x="2970212" y="4724400"/>
                          <a:chExt cx="731520" cy="731520"/>
                        </a:xfrm>
                      </p:grpSpPr>
                      <p:grpSp>
                        <p:nvGrpSpPr>
                          <p:cNvPr id="301" name="Group 300">
                            <a:extLst>
                              <a:ext uri="{FF2B5EF4-FFF2-40B4-BE49-F238E27FC236}">
                                <a16:creationId xmlns:a16="http://schemas.microsoft.com/office/drawing/2014/main" id="{DB8E16CF-635D-B96E-5C5B-92F10C826203}"/>
                              </a:ext>
                            </a:extLst>
                          </p:cNvPr>
                          <p:cNvGrpSpPr/>
                          <p:nvPr/>
                        </p:nvGrpSpPr>
                        <p:grpSpPr>
                          <a:xfrm>
                            <a:off x="2970212" y="4724400"/>
                            <a:ext cx="731520" cy="365760"/>
                            <a:chOff x="2970212" y="4724400"/>
                            <a:chExt cx="731520" cy="365760"/>
                          </a:xfrm>
                        </p:grpSpPr>
                        <p:sp>
                          <p:nvSpPr>
                            <p:cNvPr id="304" name="Rectangle 303">
                              <a:extLst>
                                <a:ext uri="{FF2B5EF4-FFF2-40B4-BE49-F238E27FC236}">
                                  <a16:creationId xmlns:a16="http://schemas.microsoft.com/office/drawing/2014/main" id="{C07C0057-0255-DFAD-0A86-9DC63797B38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5" name="Rectangle 304">
                              <a:extLst>
                                <a:ext uri="{FF2B5EF4-FFF2-40B4-BE49-F238E27FC236}">
                                  <a16:creationId xmlns:a16="http://schemas.microsoft.com/office/drawing/2014/main" id="{6A65D2B8-7E4D-64B6-4A84-5B00541736C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02" name="Rectangle 301">
                            <a:extLst>
                              <a:ext uri="{FF2B5EF4-FFF2-40B4-BE49-F238E27FC236}">
                                <a16:creationId xmlns:a16="http://schemas.microsoft.com/office/drawing/2014/main" id="{AEBE97B2-6C3D-DA20-AF5B-0A93B4C8301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3" name="Rectangle 302">
                            <a:extLst>
                              <a:ext uri="{FF2B5EF4-FFF2-40B4-BE49-F238E27FC236}">
                                <a16:creationId xmlns:a16="http://schemas.microsoft.com/office/drawing/2014/main" id="{13C9DF93-7235-F0D8-A785-1B07686747D3}"/>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cxnSp>
            <p:nvCxnSpPr>
              <p:cNvPr id="405" name="Straight Connector 404">
                <a:extLst>
                  <a:ext uri="{FF2B5EF4-FFF2-40B4-BE49-F238E27FC236}">
                    <a16:creationId xmlns:a16="http://schemas.microsoft.com/office/drawing/2014/main" id="{1272C31A-973A-2F6C-E70D-4AD2E8448450}"/>
                  </a:ext>
                </a:extLst>
              </p:cNvPr>
              <p:cNvCxnSpPr>
                <a:cxnSpLocks/>
              </p:cNvCxnSpPr>
              <p:nvPr/>
            </p:nvCxnSpPr>
            <p:spPr>
              <a:xfrm flipV="1">
                <a:off x="2132012" y="4572000"/>
                <a:ext cx="8778240" cy="15240"/>
              </a:xfrm>
              <a:prstGeom prst="line">
                <a:avLst/>
              </a:prstGeom>
            </p:spPr>
            <p:style>
              <a:lnRef idx="3">
                <a:schemeClr val="dk1"/>
              </a:lnRef>
              <a:fillRef idx="0">
                <a:schemeClr val="dk1"/>
              </a:fillRef>
              <a:effectRef idx="2">
                <a:schemeClr val="dk1"/>
              </a:effectRef>
              <a:fontRef idx="minor">
                <a:schemeClr val="tx1"/>
              </a:fontRef>
            </p:style>
          </p:cxnSp>
          <p:cxnSp>
            <p:nvCxnSpPr>
              <p:cNvPr id="409" name="Straight Connector 408">
                <a:extLst>
                  <a:ext uri="{FF2B5EF4-FFF2-40B4-BE49-F238E27FC236}">
                    <a16:creationId xmlns:a16="http://schemas.microsoft.com/office/drawing/2014/main" id="{210A4E37-53AA-A2F6-D12A-5B8A3E602D9C}"/>
                  </a:ext>
                </a:extLst>
              </p:cNvPr>
              <p:cNvCxnSpPr/>
              <p:nvPr/>
            </p:nvCxnSpPr>
            <p:spPr>
              <a:xfrm>
                <a:off x="6537011" y="3124200"/>
                <a:ext cx="0" cy="2971800"/>
              </a:xfrm>
              <a:prstGeom prst="line">
                <a:avLst/>
              </a:prstGeom>
            </p:spPr>
            <p:style>
              <a:lnRef idx="3">
                <a:schemeClr val="dk1"/>
              </a:lnRef>
              <a:fillRef idx="0">
                <a:schemeClr val="dk1"/>
              </a:fillRef>
              <a:effectRef idx="2">
                <a:schemeClr val="dk1"/>
              </a:effectRef>
              <a:fontRef idx="minor">
                <a:schemeClr val="tx1"/>
              </a:fontRef>
            </p:style>
          </p:cxnSp>
        </p:grpSp>
        <p:cxnSp>
          <p:nvCxnSpPr>
            <p:cNvPr id="412" name="Straight Connector 411">
              <a:extLst>
                <a:ext uri="{FF2B5EF4-FFF2-40B4-BE49-F238E27FC236}">
                  <a16:creationId xmlns:a16="http://schemas.microsoft.com/office/drawing/2014/main" id="{F8A5C81F-A37A-E1F8-4B38-2C146ED62806}"/>
                </a:ext>
              </a:extLst>
            </p:cNvPr>
            <p:cNvCxnSpPr>
              <a:cxnSpLocks/>
            </p:cNvCxnSpPr>
            <p:nvPr/>
          </p:nvCxnSpPr>
          <p:spPr>
            <a:xfrm flipV="1">
              <a:off x="2031696" y="3733800"/>
              <a:ext cx="8802356" cy="2225040"/>
            </a:xfrm>
            <a:prstGeom prst="line">
              <a:avLst/>
            </a:prstGeom>
            <a:ln w="38100"/>
          </p:spPr>
          <p:style>
            <a:lnRef idx="3">
              <a:schemeClr val="accent4"/>
            </a:lnRef>
            <a:fillRef idx="0">
              <a:schemeClr val="accent4"/>
            </a:fillRef>
            <a:effectRef idx="2">
              <a:schemeClr val="accent4"/>
            </a:effectRef>
            <a:fontRef idx="minor">
              <a:schemeClr val="tx1"/>
            </a:fontRef>
          </p:style>
        </p:cxnSp>
        <p:sp>
          <p:nvSpPr>
            <p:cNvPr id="414" name="Oval 413">
              <a:extLst>
                <a:ext uri="{FF2B5EF4-FFF2-40B4-BE49-F238E27FC236}">
                  <a16:creationId xmlns:a16="http://schemas.microsoft.com/office/drawing/2014/main" id="{2013F672-379A-12B0-1135-F9EA7AECBF97}"/>
                </a:ext>
              </a:extLst>
            </p:cNvPr>
            <p:cNvSpPr/>
            <p:nvPr/>
          </p:nvSpPr>
          <p:spPr>
            <a:xfrm>
              <a:off x="3053275" y="6137433"/>
              <a:ext cx="182878" cy="182878"/>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BEC2A244-326D-1AE4-C330-AB3583817238}"/>
                </a:ext>
              </a:extLst>
            </p:cNvPr>
            <p:cNvSpPr txBox="1"/>
            <p:nvPr/>
          </p:nvSpPr>
          <p:spPr>
            <a:xfrm>
              <a:off x="2055813" y="3240009"/>
              <a:ext cx="8778238" cy="369332"/>
            </a:xfrm>
            <a:prstGeom prst="rect">
              <a:avLst/>
            </a:prstGeom>
            <a:noFill/>
          </p:spPr>
          <p:txBody>
            <a:bodyPr wrap="square" rtlCol="0">
              <a:spAutoFit/>
            </a:bodyPr>
            <a:lstStyle/>
            <a:p>
              <a:pPr algn="ctr"/>
              <a:r>
                <a:rPr lang="en-US" dirty="0">
                  <a:solidFill>
                    <a:schemeClr val="bg1"/>
                  </a:solidFill>
                  <a:latin typeface="Consolas" panose="020B0609020204030204" pitchFamily="49" charset="0"/>
                </a:rPr>
                <a:t>-9 -8 -7 -6 -5 -4 -3 -2 -1 0 +1 +2 +3 +4 +5 +6 +7 +8 +9</a:t>
              </a:r>
            </a:p>
          </p:txBody>
        </p:sp>
        <p:sp>
          <p:nvSpPr>
            <p:cNvPr id="3" name="TextBox 2">
              <a:extLst>
                <a:ext uri="{FF2B5EF4-FFF2-40B4-BE49-F238E27FC236}">
                  <a16:creationId xmlns:a16="http://schemas.microsoft.com/office/drawing/2014/main" id="{A76A89A7-7886-E351-1396-C566B9EFA6DF}"/>
                </a:ext>
              </a:extLst>
            </p:cNvPr>
            <p:cNvSpPr txBox="1"/>
            <p:nvPr/>
          </p:nvSpPr>
          <p:spPr>
            <a:xfrm>
              <a:off x="1516718" y="3412480"/>
              <a:ext cx="527036" cy="3416320"/>
            </a:xfrm>
            <a:prstGeom prst="rect">
              <a:avLst/>
            </a:prstGeom>
            <a:noFill/>
          </p:spPr>
          <p:txBody>
            <a:bodyPr wrap="square" rtlCol="0">
              <a:spAutoFit/>
            </a:bodyPr>
            <a:lstStyle/>
            <a:p>
              <a:pPr algn="r"/>
              <a:r>
                <a:rPr lang="en-US" sz="2400" dirty="0">
                  <a:solidFill>
                    <a:schemeClr val="bg1"/>
                  </a:solidFill>
                  <a:latin typeface="Consolas" panose="020B0609020204030204" pitchFamily="49" charset="0"/>
                </a:rPr>
                <a:t>+4</a:t>
              </a:r>
            </a:p>
            <a:p>
              <a:pPr algn="r"/>
              <a:r>
                <a:rPr lang="en-US" sz="2400" dirty="0">
                  <a:solidFill>
                    <a:schemeClr val="bg1"/>
                  </a:solidFill>
                  <a:latin typeface="Consolas" panose="020B0609020204030204" pitchFamily="49" charset="0"/>
                </a:rPr>
                <a:t>+3</a:t>
              </a:r>
            </a:p>
            <a:p>
              <a:pPr algn="r"/>
              <a:r>
                <a:rPr lang="en-US" sz="2400" dirty="0">
                  <a:solidFill>
                    <a:schemeClr val="bg1"/>
                  </a:solidFill>
                  <a:latin typeface="Consolas" panose="020B0609020204030204" pitchFamily="49" charset="0"/>
                </a:rPr>
                <a:t>+2</a:t>
              </a:r>
            </a:p>
            <a:p>
              <a:pPr algn="r"/>
              <a:r>
                <a:rPr lang="en-US" sz="2400" dirty="0">
                  <a:solidFill>
                    <a:schemeClr val="bg1"/>
                  </a:solidFill>
                  <a:latin typeface="Consolas" panose="020B0609020204030204" pitchFamily="49" charset="0"/>
                </a:rPr>
                <a:t>+1</a:t>
              </a:r>
            </a:p>
            <a:p>
              <a:pPr algn="r"/>
              <a:r>
                <a:rPr lang="en-US" sz="2400" dirty="0">
                  <a:solidFill>
                    <a:schemeClr val="bg1"/>
                  </a:solidFill>
                  <a:latin typeface="Consolas" panose="020B0609020204030204" pitchFamily="49" charset="0"/>
                </a:rPr>
                <a:t>0</a:t>
              </a:r>
            </a:p>
            <a:p>
              <a:pPr algn="r"/>
              <a:r>
                <a:rPr lang="en-US" sz="2400" dirty="0">
                  <a:solidFill>
                    <a:schemeClr val="bg1"/>
                  </a:solidFill>
                  <a:latin typeface="Consolas" panose="020B0609020204030204" pitchFamily="49" charset="0"/>
                </a:rPr>
                <a:t>-1</a:t>
              </a:r>
            </a:p>
            <a:p>
              <a:pPr algn="r"/>
              <a:r>
                <a:rPr lang="en-US" sz="2400" dirty="0">
                  <a:solidFill>
                    <a:schemeClr val="bg1"/>
                  </a:solidFill>
                  <a:latin typeface="Consolas" panose="020B0609020204030204" pitchFamily="49" charset="0"/>
                </a:rPr>
                <a:t>-2</a:t>
              </a:r>
            </a:p>
            <a:p>
              <a:pPr algn="r"/>
              <a:r>
                <a:rPr lang="en-US" sz="2400" dirty="0">
                  <a:solidFill>
                    <a:schemeClr val="bg1"/>
                  </a:solidFill>
                  <a:latin typeface="Consolas" panose="020B0609020204030204" pitchFamily="49" charset="0"/>
                </a:rPr>
                <a:t>-3</a:t>
              </a:r>
            </a:p>
            <a:p>
              <a:pPr algn="r"/>
              <a:r>
                <a:rPr lang="en-US" sz="2400" dirty="0">
                  <a:solidFill>
                    <a:schemeClr val="bg1"/>
                  </a:solidFill>
                  <a:latin typeface="Consolas" panose="020B0609020204030204" pitchFamily="49" charset="0"/>
                </a:rPr>
                <a:t>-4</a:t>
              </a:r>
            </a:p>
          </p:txBody>
        </p:sp>
      </p:grpSp>
      <p:sp>
        <p:nvSpPr>
          <p:cNvPr id="14" name="Rectangle: Rounded Corners 13">
            <a:extLst>
              <a:ext uri="{FF2B5EF4-FFF2-40B4-BE49-F238E27FC236}">
                <a16:creationId xmlns:a16="http://schemas.microsoft.com/office/drawing/2014/main" id="{C56CC2DC-2399-6810-40AA-F11671969A20}"/>
              </a:ext>
            </a:extLst>
          </p:cNvPr>
          <p:cNvSpPr/>
          <p:nvPr/>
        </p:nvSpPr>
        <p:spPr>
          <a:xfrm>
            <a:off x="2110257" y="5831797"/>
            <a:ext cx="948394" cy="25655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2"/>
                </a:solidFill>
                <a:latin typeface="Arial" panose="020B0604020202020204" pitchFamily="34" charset="0"/>
                <a:cs typeface="Arial" panose="020B0604020202020204" pitchFamily="34" charset="0"/>
              </a:rPr>
              <a:t>P(-9,-3)</a:t>
            </a:r>
          </a:p>
        </p:txBody>
      </p:sp>
      <p:sp>
        <p:nvSpPr>
          <p:cNvPr id="22" name="Callout: Left Arrow 21">
            <a:extLst>
              <a:ext uri="{FF2B5EF4-FFF2-40B4-BE49-F238E27FC236}">
                <a16:creationId xmlns:a16="http://schemas.microsoft.com/office/drawing/2014/main" id="{0CFEC9C0-57E5-E0FD-CCC9-ADC6D0E44709}"/>
              </a:ext>
            </a:extLst>
          </p:cNvPr>
          <p:cNvSpPr/>
          <p:nvPr/>
        </p:nvSpPr>
        <p:spPr>
          <a:xfrm>
            <a:off x="3311900" y="5780404"/>
            <a:ext cx="5982911" cy="875031"/>
          </a:xfrm>
          <a:prstGeom prst="leftArrowCallout">
            <a:avLst>
              <a:gd name="adj1" fmla="val 25000"/>
              <a:gd name="adj2" fmla="val 25000"/>
              <a:gd name="adj3" fmla="val 25000"/>
              <a:gd name="adj4" fmla="val 94028"/>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Now let's see some point on the other side of a line</a:t>
            </a:r>
          </a:p>
          <a:p>
            <a:pPr algn="ctr"/>
            <a:r>
              <a:rPr lang="en-US" dirty="0">
                <a:highlight>
                  <a:srgbClr val="000000"/>
                </a:highlight>
                <a:latin typeface="Consolas" panose="020B0609020204030204" pitchFamily="49" charset="0"/>
              </a:rPr>
              <a:t>1∙(-9) + (-4)∙(-3) + 3 = 6</a:t>
            </a:r>
          </a:p>
        </p:txBody>
      </p:sp>
      <p:sp>
        <p:nvSpPr>
          <p:cNvPr id="23" name="Rectangle 22">
            <a:extLst>
              <a:ext uri="{FF2B5EF4-FFF2-40B4-BE49-F238E27FC236}">
                <a16:creationId xmlns:a16="http://schemas.microsoft.com/office/drawing/2014/main" id="{10A85B6A-22B0-4E7B-BF92-0E9D2058C42B}"/>
              </a:ext>
            </a:extLst>
          </p:cNvPr>
          <p:cNvSpPr/>
          <p:nvPr/>
        </p:nvSpPr>
        <p:spPr>
          <a:xfrm>
            <a:off x="2238692" y="1908047"/>
            <a:ext cx="6217920" cy="423332"/>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83260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randombar(horizontal)">
                                      <p:cBhvr>
                                        <p:cTn id="7" dur="500"/>
                                        <p:tgtEl>
                                          <p:spTgt spid="14"/>
                                        </p:tgtEl>
                                      </p:cBhvr>
                                    </p:animEffect>
                                  </p:childTnLst>
                                </p:cTn>
                              </p:par>
                            </p:childTnLst>
                          </p:cTn>
                        </p:par>
                        <p:par>
                          <p:cTn id="8" fill="hold">
                            <p:stCondLst>
                              <p:cond delay="500"/>
                            </p:stCondLst>
                            <p:childTnLst>
                              <p:par>
                                <p:cTn id="9" presetID="2" presetClass="entr" presetSubtype="2"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1+#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Algorithm</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859001" cy="1676400"/>
              </a:xfrm>
            </p:spPr>
            <p:txBody>
              <a:bodyPr/>
              <a:lstStyle/>
              <a:p>
                <a:pPr marL="0" indent="0">
                  <a:buNone/>
                </a:pPr>
                <a:r>
                  <a:rPr lang="en-US" b="0" dirty="0">
                    <a:latin typeface="Cambria Math" panose="02040503050406030204" pitchFamily="18" charset="0"/>
                    <a:cs typeface="Arial" panose="020B0604020202020204" pitchFamily="34" charset="0"/>
                  </a:rPr>
                  <a:t>To understand the meaning </a:t>
                </a:r>
                <a:r>
                  <a:rPr lang="en-US" dirty="0">
                    <a:latin typeface="Cambria Math" panose="02040503050406030204" pitchFamily="18" charset="0"/>
                    <a:cs typeface="Arial" panose="020B0604020202020204" pitchFamily="34" charset="0"/>
                  </a:rPr>
                  <a:t>of the equation, </a:t>
                </a:r>
                <a:r>
                  <a:rPr lang="en-US" b="0" dirty="0">
                    <a:latin typeface="Cambria Math" panose="02040503050406030204" pitchFamily="18" charset="0"/>
                    <a:cs typeface="Arial" panose="020B0604020202020204" pitchFamily="34" charset="0"/>
                  </a:rPr>
                  <a:t>lets consider the following line: </a:t>
                </a:r>
                <a14:m>
                  <m:oMath xmlns:m="http://schemas.openxmlformats.org/officeDocument/2006/math">
                    <m:r>
                      <a:rPr lang="en-US" b="0" i="0" smtClean="0">
                        <a:latin typeface="Cambria Math" panose="02040503050406030204" pitchFamily="18" charset="0"/>
                        <a:cs typeface="Arial" panose="020B0604020202020204" pitchFamily="34" charset="0"/>
                      </a:rPr>
                      <m:t>1</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𝒙</m:t>
                    </m:r>
                    <m:r>
                      <a:rPr lang="en-US" b="1" i="1" smtClean="0">
                        <a:latin typeface="Cambria Math" panose="02040503050406030204" pitchFamily="18" charset="0"/>
                        <a:cs typeface="Arial" panose="020B0604020202020204" pitchFamily="34" charset="0"/>
                      </a:rPr>
                      <m:t>+</m:t>
                    </m:r>
                    <m:d>
                      <m:dPr>
                        <m:ctrlPr>
                          <a:rPr lang="en-US" b="1" i="1" smtClean="0">
                            <a:latin typeface="Cambria Math" panose="02040503050406030204" pitchFamily="18" charset="0"/>
                            <a:cs typeface="Arial" panose="020B0604020202020204" pitchFamily="34" charset="0"/>
                          </a:rPr>
                        </m:ctrlPr>
                      </m:dPr>
                      <m:e>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𝟒</m:t>
                        </m:r>
                      </m:e>
                    </m:d>
                    <m:r>
                      <a:rPr lang="en-US" b="1" i="1" smtClean="0">
                        <a:latin typeface="Cambria Math" panose="02040503050406030204" pitchFamily="18" charset="0"/>
                        <a:ea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𝒚</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𝟑</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𝟎</m:t>
                    </m:r>
                    <m:r>
                      <a:rPr lang="en-US" b="1" i="1" smtClean="0">
                        <a:latin typeface="Cambria Math" panose="02040503050406030204" pitchFamily="18" charset="0"/>
                        <a:cs typeface="Arial" panose="020B0604020202020204" pitchFamily="34" charset="0"/>
                      </a:rPr>
                      <m:t>, </m:t>
                    </m:r>
                    <m:r>
                      <a:rPr lang="en-US" b="1" i="1" smtClean="0">
                        <a:latin typeface="Cambria Math" panose="02040503050406030204" pitchFamily="18" charset="0"/>
                        <a:cs typeface="Arial" panose="020B0604020202020204" pitchFamily="34" charset="0"/>
                      </a:rPr>
                      <m:t>𝒂</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𝟏</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𝒃</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𝟒</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𝒄</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𝟑</m:t>
                    </m:r>
                  </m:oMath>
                </a14:m>
                <a:r>
                  <a:rPr lang="en-US" b="1" dirty="0">
                    <a:latin typeface="Cambria Math" panose="02040503050406030204" pitchFamily="18" charset="0"/>
                    <a:cs typeface="Arial" panose="020B0604020202020204" pitchFamily="34" charset="0"/>
                  </a:rPr>
                  <a:t>  </a:t>
                </a:r>
                <a:r>
                  <a:rPr lang="en-US" b="0" dirty="0">
                    <a:latin typeface="Cambria Math" panose="02040503050406030204" pitchFamily="18" charset="0"/>
                    <a:cs typeface="Arial" panose="020B0604020202020204" pitchFamily="34" charset="0"/>
                  </a:rPr>
                  <a:t>as described in the below picture.</a:t>
                </a:r>
              </a:p>
            </p:txBody>
          </p:sp>
        </mc:Choice>
        <mc:Fallback xmlns="">
          <p:sp>
            <p:nvSpPr>
              <p:cNvPr id="6" name="Content Placeholder 5">
                <a:extLst>
                  <a:ext uri="{FF2B5EF4-FFF2-40B4-BE49-F238E27FC236}">
                    <a16:creationId xmlns:a16="http://schemas.microsoft.com/office/drawing/2014/main" id="{75C8F42D-68F5-9BC0-5FC5-9D26B76AB49A}"/>
                  </a:ext>
                </a:extLst>
              </p:cNvPr>
              <p:cNvSpPr>
                <a:spLocks noGrp="1" noRot="1" noChangeAspect="1" noMove="1" noResize="1" noEditPoints="1" noAdjustHandles="1" noChangeArrowheads="1" noChangeShapeType="1" noTextEdit="1"/>
              </p:cNvSpPr>
              <p:nvPr>
                <p:ph idx="1"/>
              </p:nvPr>
            </p:nvSpPr>
            <p:spPr>
              <a:xfrm>
                <a:off x="1645611" y="1600200"/>
                <a:ext cx="9859001" cy="1676400"/>
              </a:xfrm>
              <a:blipFill>
                <a:blip r:embed="rId2"/>
                <a:stretch>
                  <a:fillRect l="-1030" t="-4511"/>
                </a:stretch>
              </a:blipFill>
            </p:spPr>
            <p:txBody>
              <a:bodyPr/>
              <a:lstStyle/>
              <a:p>
                <a:r>
                  <a:rPr lang="en-US">
                    <a:noFill/>
                  </a:rPr>
                  <a:t> </a:t>
                </a:r>
              </a:p>
            </p:txBody>
          </p:sp>
        </mc:Fallback>
      </mc:AlternateContent>
      <p:grpSp>
        <p:nvGrpSpPr>
          <p:cNvPr id="7" name="Group 6">
            <a:extLst>
              <a:ext uri="{FF2B5EF4-FFF2-40B4-BE49-F238E27FC236}">
                <a16:creationId xmlns:a16="http://schemas.microsoft.com/office/drawing/2014/main" id="{42B32645-CD4E-18D8-DF6F-45FC0DF5D1D8}"/>
              </a:ext>
            </a:extLst>
          </p:cNvPr>
          <p:cNvGrpSpPr/>
          <p:nvPr/>
        </p:nvGrpSpPr>
        <p:grpSpPr>
          <a:xfrm>
            <a:off x="1516718" y="3240009"/>
            <a:ext cx="9317334" cy="3588791"/>
            <a:chOff x="1516718" y="3240009"/>
            <a:chExt cx="9317334" cy="3588791"/>
          </a:xfrm>
        </p:grpSpPr>
        <p:grpSp>
          <p:nvGrpSpPr>
            <p:cNvPr id="410" name="Group 409">
              <a:extLst>
                <a:ext uri="{FF2B5EF4-FFF2-40B4-BE49-F238E27FC236}">
                  <a16:creationId xmlns:a16="http://schemas.microsoft.com/office/drawing/2014/main" id="{88B3EBF7-C9A2-D9F2-3358-428A949F3CD4}"/>
                </a:ext>
              </a:extLst>
            </p:cNvPr>
            <p:cNvGrpSpPr/>
            <p:nvPr/>
          </p:nvGrpSpPr>
          <p:grpSpPr>
            <a:xfrm>
              <a:off x="2055812" y="3657600"/>
              <a:ext cx="8778240" cy="2971800"/>
              <a:chOff x="2132012" y="3124200"/>
              <a:chExt cx="8778240" cy="2971800"/>
            </a:xfrm>
          </p:grpSpPr>
          <p:grpSp>
            <p:nvGrpSpPr>
              <p:cNvPr id="403" name="Group 402">
                <a:extLst>
                  <a:ext uri="{FF2B5EF4-FFF2-40B4-BE49-F238E27FC236}">
                    <a16:creationId xmlns:a16="http://schemas.microsoft.com/office/drawing/2014/main" id="{17AB6608-F51E-D44B-5D04-5ADBEFBA3C28}"/>
                  </a:ext>
                </a:extLst>
              </p:cNvPr>
              <p:cNvGrpSpPr/>
              <p:nvPr/>
            </p:nvGrpSpPr>
            <p:grpSpPr>
              <a:xfrm>
                <a:off x="2132012" y="3124200"/>
                <a:ext cx="8778240" cy="2926080"/>
                <a:chOff x="2132012" y="3124200"/>
                <a:chExt cx="8778240" cy="2926080"/>
              </a:xfrm>
            </p:grpSpPr>
            <p:grpSp>
              <p:nvGrpSpPr>
                <p:cNvPr id="125" name="Group 124">
                  <a:extLst>
                    <a:ext uri="{FF2B5EF4-FFF2-40B4-BE49-F238E27FC236}">
                      <a16:creationId xmlns:a16="http://schemas.microsoft.com/office/drawing/2014/main" id="{9CBAC667-CF1B-92BF-8137-C3B66C320A63}"/>
                    </a:ext>
                  </a:extLst>
                </p:cNvPr>
                <p:cNvGrpSpPr/>
                <p:nvPr/>
              </p:nvGrpSpPr>
              <p:grpSpPr>
                <a:xfrm>
                  <a:off x="2132012" y="3124200"/>
                  <a:ext cx="2926080" cy="2926080"/>
                  <a:chOff x="2132012" y="3124200"/>
                  <a:chExt cx="2926080" cy="2926080"/>
                </a:xfrm>
              </p:grpSpPr>
              <p:grpSp>
                <p:nvGrpSpPr>
                  <p:cNvPr id="69" name="Group 68">
                    <a:extLst>
                      <a:ext uri="{FF2B5EF4-FFF2-40B4-BE49-F238E27FC236}">
                        <a16:creationId xmlns:a16="http://schemas.microsoft.com/office/drawing/2014/main" id="{57CE3321-BDA9-BC9D-4458-5A9FDFCC9279}"/>
                      </a:ext>
                    </a:extLst>
                  </p:cNvPr>
                  <p:cNvGrpSpPr/>
                  <p:nvPr/>
                </p:nvGrpSpPr>
                <p:grpSpPr>
                  <a:xfrm>
                    <a:off x="2132012" y="3124200"/>
                    <a:ext cx="2926080" cy="1463040"/>
                    <a:chOff x="2970212" y="4724400"/>
                    <a:chExt cx="2926080" cy="1463040"/>
                  </a:xfrm>
                </p:grpSpPr>
                <p:grpSp>
                  <p:nvGrpSpPr>
                    <p:cNvPr id="41" name="Group 40">
                      <a:extLst>
                        <a:ext uri="{FF2B5EF4-FFF2-40B4-BE49-F238E27FC236}">
                          <a16:creationId xmlns:a16="http://schemas.microsoft.com/office/drawing/2014/main" id="{E591D691-764B-040E-1287-F2E1AFEE5A49}"/>
                        </a:ext>
                      </a:extLst>
                    </p:cNvPr>
                    <p:cNvGrpSpPr/>
                    <p:nvPr/>
                  </p:nvGrpSpPr>
                  <p:grpSpPr>
                    <a:xfrm>
                      <a:off x="2970212" y="4724400"/>
                      <a:ext cx="1463040" cy="1463040"/>
                      <a:chOff x="2970212" y="4724400"/>
                      <a:chExt cx="1463040" cy="1463040"/>
                    </a:xfrm>
                  </p:grpSpPr>
                  <p:grpSp>
                    <p:nvGrpSpPr>
                      <p:cNvPr id="21" name="Group 20">
                        <a:extLst>
                          <a:ext uri="{FF2B5EF4-FFF2-40B4-BE49-F238E27FC236}">
                            <a16:creationId xmlns:a16="http://schemas.microsoft.com/office/drawing/2014/main" id="{3FE1A9B0-E26D-384A-8587-D9FB00A3D72B}"/>
                          </a:ext>
                        </a:extLst>
                      </p:cNvPr>
                      <p:cNvGrpSpPr/>
                      <p:nvPr/>
                    </p:nvGrpSpPr>
                    <p:grpSpPr>
                      <a:xfrm>
                        <a:off x="2970212" y="4724400"/>
                        <a:ext cx="1463040" cy="731520"/>
                        <a:chOff x="2970212" y="4724400"/>
                        <a:chExt cx="1463040" cy="731520"/>
                      </a:xfrm>
                    </p:grpSpPr>
                    <p:grpSp>
                      <p:nvGrpSpPr>
                        <p:cNvPr id="12" name="Group 11">
                          <a:extLst>
                            <a:ext uri="{FF2B5EF4-FFF2-40B4-BE49-F238E27FC236}">
                              <a16:creationId xmlns:a16="http://schemas.microsoft.com/office/drawing/2014/main" id="{D8B94FAE-1D6F-221E-9C77-92A447977311}"/>
                            </a:ext>
                          </a:extLst>
                        </p:cNvPr>
                        <p:cNvGrpSpPr/>
                        <p:nvPr/>
                      </p:nvGrpSpPr>
                      <p:grpSpPr>
                        <a:xfrm>
                          <a:off x="2970212" y="4724400"/>
                          <a:ext cx="731520" cy="731520"/>
                          <a:chOff x="2970212" y="4724400"/>
                          <a:chExt cx="731520" cy="731520"/>
                        </a:xfrm>
                      </p:grpSpPr>
                      <p:grpSp>
                        <p:nvGrpSpPr>
                          <p:cNvPr id="9" name="Group 8">
                            <a:extLst>
                              <a:ext uri="{FF2B5EF4-FFF2-40B4-BE49-F238E27FC236}">
                                <a16:creationId xmlns:a16="http://schemas.microsoft.com/office/drawing/2014/main" id="{FDA4200E-7308-5745-D397-42C3A1941F97}"/>
                              </a:ext>
                            </a:extLst>
                          </p:cNvPr>
                          <p:cNvGrpSpPr/>
                          <p:nvPr/>
                        </p:nvGrpSpPr>
                        <p:grpSpPr>
                          <a:xfrm>
                            <a:off x="2970212" y="4724400"/>
                            <a:ext cx="731520" cy="365760"/>
                            <a:chOff x="2970212" y="4724400"/>
                            <a:chExt cx="731520" cy="365760"/>
                          </a:xfrm>
                        </p:grpSpPr>
                        <p:sp>
                          <p:nvSpPr>
                            <p:cNvPr id="4" name="Rectangle 3">
                              <a:extLst>
                                <a:ext uri="{FF2B5EF4-FFF2-40B4-BE49-F238E27FC236}">
                                  <a16:creationId xmlns:a16="http://schemas.microsoft.com/office/drawing/2014/main" id="{40A1CE94-EFD3-2136-E072-F672753A679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AA4C45E6-FCD4-0567-B532-9A52124BA01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 name="Rectangle 9">
                            <a:extLst>
                              <a:ext uri="{FF2B5EF4-FFF2-40B4-BE49-F238E27FC236}">
                                <a16:creationId xmlns:a16="http://schemas.microsoft.com/office/drawing/2014/main" id="{A0B5002B-6CF4-9256-9D80-1757C55991E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 name="Rectangle 10">
                            <a:extLst>
                              <a:ext uri="{FF2B5EF4-FFF2-40B4-BE49-F238E27FC236}">
                                <a16:creationId xmlns:a16="http://schemas.microsoft.com/office/drawing/2014/main" id="{7948705D-8B21-7B36-379C-C3D1BF9047A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F8F5FDF1-4199-1447-6130-7EB6BD3D2F1D}"/>
                            </a:ext>
                          </a:extLst>
                        </p:cNvPr>
                        <p:cNvGrpSpPr/>
                        <p:nvPr/>
                      </p:nvGrpSpPr>
                      <p:grpSpPr>
                        <a:xfrm>
                          <a:off x="3701732" y="4724400"/>
                          <a:ext cx="731520" cy="731520"/>
                          <a:chOff x="2970212" y="4724400"/>
                          <a:chExt cx="731520" cy="731520"/>
                        </a:xfrm>
                      </p:grpSpPr>
                      <p:grpSp>
                        <p:nvGrpSpPr>
                          <p:cNvPr id="16" name="Group 15">
                            <a:extLst>
                              <a:ext uri="{FF2B5EF4-FFF2-40B4-BE49-F238E27FC236}">
                                <a16:creationId xmlns:a16="http://schemas.microsoft.com/office/drawing/2014/main" id="{78EF4743-9A9F-A0A7-0608-53590E58AF48}"/>
                              </a:ext>
                            </a:extLst>
                          </p:cNvPr>
                          <p:cNvGrpSpPr/>
                          <p:nvPr/>
                        </p:nvGrpSpPr>
                        <p:grpSpPr>
                          <a:xfrm>
                            <a:off x="2970212" y="4724400"/>
                            <a:ext cx="731520" cy="365760"/>
                            <a:chOff x="2970212" y="4724400"/>
                            <a:chExt cx="731520" cy="365760"/>
                          </a:xfrm>
                        </p:grpSpPr>
                        <p:sp>
                          <p:nvSpPr>
                            <p:cNvPr id="19" name="Rectangle 18">
                              <a:extLst>
                                <a:ext uri="{FF2B5EF4-FFF2-40B4-BE49-F238E27FC236}">
                                  <a16:creationId xmlns:a16="http://schemas.microsoft.com/office/drawing/2014/main" id="{EA711D48-D6C3-65ED-4089-C8498EEAB111}"/>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 name="Rectangle 19">
                              <a:extLst>
                                <a:ext uri="{FF2B5EF4-FFF2-40B4-BE49-F238E27FC236}">
                                  <a16:creationId xmlns:a16="http://schemas.microsoft.com/office/drawing/2014/main" id="{6F418835-1B9D-65D8-0266-23456CAAF174}"/>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ABFAFC10-8BDA-1167-B0C6-EFB75A83681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8" name="Rectangle 17">
                            <a:extLst>
                              <a:ext uri="{FF2B5EF4-FFF2-40B4-BE49-F238E27FC236}">
                                <a16:creationId xmlns:a16="http://schemas.microsoft.com/office/drawing/2014/main" id="{5C71C587-4D6E-565C-9679-F5FAFD607D0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8" name="Group 27">
                        <a:extLst>
                          <a:ext uri="{FF2B5EF4-FFF2-40B4-BE49-F238E27FC236}">
                            <a16:creationId xmlns:a16="http://schemas.microsoft.com/office/drawing/2014/main" id="{49373B72-7E08-2D1A-F813-2A9786513C90}"/>
                          </a:ext>
                        </a:extLst>
                      </p:cNvPr>
                      <p:cNvGrpSpPr/>
                      <p:nvPr/>
                    </p:nvGrpSpPr>
                    <p:grpSpPr>
                      <a:xfrm>
                        <a:off x="2970212" y="5455920"/>
                        <a:ext cx="1463040" cy="731520"/>
                        <a:chOff x="2970212" y="4724400"/>
                        <a:chExt cx="1463040" cy="731520"/>
                      </a:xfrm>
                    </p:grpSpPr>
                    <p:grpSp>
                      <p:nvGrpSpPr>
                        <p:cNvPr id="29" name="Group 28">
                          <a:extLst>
                            <a:ext uri="{FF2B5EF4-FFF2-40B4-BE49-F238E27FC236}">
                              <a16:creationId xmlns:a16="http://schemas.microsoft.com/office/drawing/2014/main" id="{5718B21C-F6A5-7D68-5C18-101867B9D4A3}"/>
                            </a:ext>
                          </a:extLst>
                        </p:cNvPr>
                        <p:cNvGrpSpPr/>
                        <p:nvPr/>
                      </p:nvGrpSpPr>
                      <p:grpSpPr>
                        <a:xfrm>
                          <a:off x="2970212" y="4724400"/>
                          <a:ext cx="731520" cy="731520"/>
                          <a:chOff x="2970212" y="4724400"/>
                          <a:chExt cx="731520" cy="731520"/>
                        </a:xfrm>
                      </p:grpSpPr>
                      <p:grpSp>
                        <p:nvGrpSpPr>
                          <p:cNvPr id="36" name="Group 35">
                            <a:extLst>
                              <a:ext uri="{FF2B5EF4-FFF2-40B4-BE49-F238E27FC236}">
                                <a16:creationId xmlns:a16="http://schemas.microsoft.com/office/drawing/2014/main" id="{3B278792-A4BC-D4E5-0966-FE8BB6FDDF9B}"/>
                              </a:ext>
                            </a:extLst>
                          </p:cNvPr>
                          <p:cNvGrpSpPr/>
                          <p:nvPr/>
                        </p:nvGrpSpPr>
                        <p:grpSpPr>
                          <a:xfrm>
                            <a:off x="2970212" y="4724400"/>
                            <a:ext cx="731520" cy="365760"/>
                            <a:chOff x="2970212" y="4724400"/>
                            <a:chExt cx="731520" cy="365760"/>
                          </a:xfrm>
                        </p:grpSpPr>
                        <p:sp>
                          <p:nvSpPr>
                            <p:cNvPr id="39" name="Rectangle 38">
                              <a:extLst>
                                <a:ext uri="{FF2B5EF4-FFF2-40B4-BE49-F238E27FC236}">
                                  <a16:creationId xmlns:a16="http://schemas.microsoft.com/office/drawing/2014/main" id="{13A8CF73-5EB4-9A75-6143-563910E97BF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 name="Rectangle 39">
                              <a:extLst>
                                <a:ext uri="{FF2B5EF4-FFF2-40B4-BE49-F238E27FC236}">
                                  <a16:creationId xmlns:a16="http://schemas.microsoft.com/office/drawing/2014/main" id="{9D4E0F80-DD44-E107-7159-2C4A9C649327}"/>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7" name="Rectangle 36">
                            <a:extLst>
                              <a:ext uri="{FF2B5EF4-FFF2-40B4-BE49-F238E27FC236}">
                                <a16:creationId xmlns:a16="http://schemas.microsoft.com/office/drawing/2014/main" id="{260A1155-EDF9-E4A7-6C6C-E9E13E59295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 name="Rectangle 37">
                            <a:extLst>
                              <a:ext uri="{FF2B5EF4-FFF2-40B4-BE49-F238E27FC236}">
                                <a16:creationId xmlns:a16="http://schemas.microsoft.com/office/drawing/2014/main" id="{25B1D993-EE4A-69DE-A5FA-47373AFFE06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2E2EF1A7-9B43-2820-2A53-D0C1CDDEF949}"/>
                            </a:ext>
                          </a:extLst>
                        </p:cNvPr>
                        <p:cNvGrpSpPr/>
                        <p:nvPr/>
                      </p:nvGrpSpPr>
                      <p:grpSpPr>
                        <a:xfrm>
                          <a:off x="3701732" y="4724400"/>
                          <a:ext cx="731520" cy="731520"/>
                          <a:chOff x="2970212" y="4724400"/>
                          <a:chExt cx="731520" cy="731520"/>
                        </a:xfrm>
                      </p:grpSpPr>
                      <p:grpSp>
                        <p:nvGrpSpPr>
                          <p:cNvPr id="31" name="Group 30">
                            <a:extLst>
                              <a:ext uri="{FF2B5EF4-FFF2-40B4-BE49-F238E27FC236}">
                                <a16:creationId xmlns:a16="http://schemas.microsoft.com/office/drawing/2014/main" id="{A18F52D0-B7F7-C731-7DE7-6883F2C935CD}"/>
                              </a:ext>
                            </a:extLst>
                          </p:cNvPr>
                          <p:cNvGrpSpPr/>
                          <p:nvPr/>
                        </p:nvGrpSpPr>
                        <p:grpSpPr>
                          <a:xfrm>
                            <a:off x="2970212" y="4724400"/>
                            <a:ext cx="731520" cy="365760"/>
                            <a:chOff x="2970212" y="4724400"/>
                            <a:chExt cx="731520" cy="365760"/>
                          </a:xfrm>
                        </p:grpSpPr>
                        <p:sp>
                          <p:nvSpPr>
                            <p:cNvPr id="34" name="Rectangle 33">
                              <a:extLst>
                                <a:ext uri="{FF2B5EF4-FFF2-40B4-BE49-F238E27FC236}">
                                  <a16:creationId xmlns:a16="http://schemas.microsoft.com/office/drawing/2014/main" id="{8437F47D-5007-6290-FFE2-C4DEA9740CA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 name="Rectangle 34">
                              <a:extLst>
                                <a:ext uri="{FF2B5EF4-FFF2-40B4-BE49-F238E27FC236}">
                                  <a16:creationId xmlns:a16="http://schemas.microsoft.com/office/drawing/2014/main" id="{036B0E81-F778-8426-B1F3-DFC4B751109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2" name="Rectangle 31">
                            <a:extLst>
                              <a:ext uri="{FF2B5EF4-FFF2-40B4-BE49-F238E27FC236}">
                                <a16:creationId xmlns:a16="http://schemas.microsoft.com/office/drawing/2014/main" id="{DA846111-1FC3-30BC-794A-5430619991D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 name="Rectangle 32">
                            <a:extLst>
                              <a:ext uri="{FF2B5EF4-FFF2-40B4-BE49-F238E27FC236}">
                                <a16:creationId xmlns:a16="http://schemas.microsoft.com/office/drawing/2014/main" id="{948700FF-46EE-7304-FD9E-9ADE26AE2AEB}"/>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42" name="Group 41">
                      <a:extLst>
                        <a:ext uri="{FF2B5EF4-FFF2-40B4-BE49-F238E27FC236}">
                          <a16:creationId xmlns:a16="http://schemas.microsoft.com/office/drawing/2014/main" id="{172ABDE7-1C1D-2911-7658-525298CE9549}"/>
                        </a:ext>
                      </a:extLst>
                    </p:cNvPr>
                    <p:cNvGrpSpPr/>
                    <p:nvPr/>
                  </p:nvGrpSpPr>
                  <p:grpSpPr>
                    <a:xfrm>
                      <a:off x="4433252" y="4724400"/>
                      <a:ext cx="1463040" cy="1463040"/>
                      <a:chOff x="2970212" y="4724400"/>
                      <a:chExt cx="1463040" cy="1463040"/>
                    </a:xfrm>
                  </p:grpSpPr>
                  <p:grpSp>
                    <p:nvGrpSpPr>
                      <p:cNvPr id="43" name="Group 42">
                        <a:extLst>
                          <a:ext uri="{FF2B5EF4-FFF2-40B4-BE49-F238E27FC236}">
                            <a16:creationId xmlns:a16="http://schemas.microsoft.com/office/drawing/2014/main" id="{0B454B95-6AED-5998-C509-C0BAC8087CE0}"/>
                          </a:ext>
                        </a:extLst>
                      </p:cNvPr>
                      <p:cNvGrpSpPr/>
                      <p:nvPr/>
                    </p:nvGrpSpPr>
                    <p:grpSpPr>
                      <a:xfrm>
                        <a:off x="2970212" y="4724400"/>
                        <a:ext cx="1463040" cy="731520"/>
                        <a:chOff x="2970212" y="4724400"/>
                        <a:chExt cx="1463040" cy="731520"/>
                      </a:xfrm>
                    </p:grpSpPr>
                    <p:grpSp>
                      <p:nvGrpSpPr>
                        <p:cNvPr id="57" name="Group 56">
                          <a:extLst>
                            <a:ext uri="{FF2B5EF4-FFF2-40B4-BE49-F238E27FC236}">
                              <a16:creationId xmlns:a16="http://schemas.microsoft.com/office/drawing/2014/main" id="{CE03F92E-45A3-4EB2-EC57-2A11F3AE20CF}"/>
                            </a:ext>
                          </a:extLst>
                        </p:cNvPr>
                        <p:cNvGrpSpPr/>
                        <p:nvPr/>
                      </p:nvGrpSpPr>
                      <p:grpSpPr>
                        <a:xfrm>
                          <a:off x="2970212" y="4724400"/>
                          <a:ext cx="731520" cy="731520"/>
                          <a:chOff x="2970212" y="4724400"/>
                          <a:chExt cx="731520" cy="731520"/>
                        </a:xfrm>
                      </p:grpSpPr>
                      <p:grpSp>
                        <p:nvGrpSpPr>
                          <p:cNvPr id="64" name="Group 63">
                            <a:extLst>
                              <a:ext uri="{FF2B5EF4-FFF2-40B4-BE49-F238E27FC236}">
                                <a16:creationId xmlns:a16="http://schemas.microsoft.com/office/drawing/2014/main" id="{B1920F4D-A5A2-27FE-AEB3-9AD7FC1BAED2}"/>
                              </a:ext>
                            </a:extLst>
                          </p:cNvPr>
                          <p:cNvGrpSpPr/>
                          <p:nvPr/>
                        </p:nvGrpSpPr>
                        <p:grpSpPr>
                          <a:xfrm>
                            <a:off x="2970212" y="4724400"/>
                            <a:ext cx="731520" cy="365760"/>
                            <a:chOff x="2970212" y="4724400"/>
                            <a:chExt cx="731520" cy="365760"/>
                          </a:xfrm>
                        </p:grpSpPr>
                        <p:sp>
                          <p:nvSpPr>
                            <p:cNvPr id="67" name="Rectangle 66">
                              <a:extLst>
                                <a:ext uri="{FF2B5EF4-FFF2-40B4-BE49-F238E27FC236}">
                                  <a16:creationId xmlns:a16="http://schemas.microsoft.com/office/drawing/2014/main" id="{1B96144B-3BC7-5C9C-7EA3-9C021A70CB7F}"/>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8" name="Rectangle 67">
                              <a:extLst>
                                <a:ext uri="{FF2B5EF4-FFF2-40B4-BE49-F238E27FC236}">
                                  <a16:creationId xmlns:a16="http://schemas.microsoft.com/office/drawing/2014/main" id="{05B0656E-5999-0B70-7CE7-274773257D6E}"/>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65" name="Rectangle 64">
                            <a:extLst>
                              <a:ext uri="{FF2B5EF4-FFF2-40B4-BE49-F238E27FC236}">
                                <a16:creationId xmlns:a16="http://schemas.microsoft.com/office/drawing/2014/main" id="{5F464F21-5061-D038-E819-C7DF0BE7261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6" name="Rectangle 65">
                            <a:extLst>
                              <a:ext uri="{FF2B5EF4-FFF2-40B4-BE49-F238E27FC236}">
                                <a16:creationId xmlns:a16="http://schemas.microsoft.com/office/drawing/2014/main" id="{933FEF85-2585-0566-D089-AD52D2C61DC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58" name="Group 57">
                          <a:extLst>
                            <a:ext uri="{FF2B5EF4-FFF2-40B4-BE49-F238E27FC236}">
                              <a16:creationId xmlns:a16="http://schemas.microsoft.com/office/drawing/2014/main" id="{6EE20B55-F3DE-4BA5-4002-4C8F7847D116}"/>
                            </a:ext>
                          </a:extLst>
                        </p:cNvPr>
                        <p:cNvGrpSpPr/>
                        <p:nvPr/>
                      </p:nvGrpSpPr>
                      <p:grpSpPr>
                        <a:xfrm>
                          <a:off x="3701732" y="4724400"/>
                          <a:ext cx="731520" cy="731520"/>
                          <a:chOff x="2970212" y="4724400"/>
                          <a:chExt cx="731520" cy="731520"/>
                        </a:xfrm>
                      </p:grpSpPr>
                      <p:grpSp>
                        <p:nvGrpSpPr>
                          <p:cNvPr id="59" name="Group 58">
                            <a:extLst>
                              <a:ext uri="{FF2B5EF4-FFF2-40B4-BE49-F238E27FC236}">
                                <a16:creationId xmlns:a16="http://schemas.microsoft.com/office/drawing/2014/main" id="{3255FB4D-5554-8B8E-0C7A-28F863B6B67B}"/>
                              </a:ext>
                            </a:extLst>
                          </p:cNvPr>
                          <p:cNvGrpSpPr/>
                          <p:nvPr/>
                        </p:nvGrpSpPr>
                        <p:grpSpPr>
                          <a:xfrm>
                            <a:off x="2970212" y="4724400"/>
                            <a:ext cx="731520" cy="365760"/>
                            <a:chOff x="2970212" y="4724400"/>
                            <a:chExt cx="731520" cy="365760"/>
                          </a:xfrm>
                        </p:grpSpPr>
                        <p:sp>
                          <p:nvSpPr>
                            <p:cNvPr id="62" name="Rectangle 61">
                              <a:extLst>
                                <a:ext uri="{FF2B5EF4-FFF2-40B4-BE49-F238E27FC236}">
                                  <a16:creationId xmlns:a16="http://schemas.microsoft.com/office/drawing/2014/main" id="{6387A1E8-475B-82DC-CC51-10242640AF9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3" name="Rectangle 62">
                              <a:extLst>
                                <a:ext uri="{FF2B5EF4-FFF2-40B4-BE49-F238E27FC236}">
                                  <a16:creationId xmlns:a16="http://schemas.microsoft.com/office/drawing/2014/main" id="{E1262F7B-14BA-BC08-8254-4E74B858383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60" name="Rectangle 59">
                            <a:extLst>
                              <a:ext uri="{FF2B5EF4-FFF2-40B4-BE49-F238E27FC236}">
                                <a16:creationId xmlns:a16="http://schemas.microsoft.com/office/drawing/2014/main" id="{251DA5CD-9A2C-1716-7390-4CF9F7FE5FA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1" name="Rectangle 60">
                            <a:extLst>
                              <a:ext uri="{FF2B5EF4-FFF2-40B4-BE49-F238E27FC236}">
                                <a16:creationId xmlns:a16="http://schemas.microsoft.com/office/drawing/2014/main" id="{563E7A1D-EA89-29BD-301D-3385197B513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44" name="Group 43">
                        <a:extLst>
                          <a:ext uri="{FF2B5EF4-FFF2-40B4-BE49-F238E27FC236}">
                            <a16:creationId xmlns:a16="http://schemas.microsoft.com/office/drawing/2014/main" id="{3F03E808-9C24-C334-856A-3AF613303F02}"/>
                          </a:ext>
                        </a:extLst>
                      </p:cNvPr>
                      <p:cNvGrpSpPr/>
                      <p:nvPr/>
                    </p:nvGrpSpPr>
                    <p:grpSpPr>
                      <a:xfrm>
                        <a:off x="2970212" y="5455920"/>
                        <a:ext cx="1463040" cy="731520"/>
                        <a:chOff x="2970212" y="4724400"/>
                        <a:chExt cx="1463040" cy="731520"/>
                      </a:xfrm>
                    </p:grpSpPr>
                    <p:grpSp>
                      <p:nvGrpSpPr>
                        <p:cNvPr id="45" name="Group 44">
                          <a:extLst>
                            <a:ext uri="{FF2B5EF4-FFF2-40B4-BE49-F238E27FC236}">
                              <a16:creationId xmlns:a16="http://schemas.microsoft.com/office/drawing/2014/main" id="{F7A39F38-820C-4B63-0005-B627346FCF22}"/>
                            </a:ext>
                          </a:extLst>
                        </p:cNvPr>
                        <p:cNvGrpSpPr/>
                        <p:nvPr/>
                      </p:nvGrpSpPr>
                      <p:grpSpPr>
                        <a:xfrm>
                          <a:off x="2970212" y="4724400"/>
                          <a:ext cx="731520" cy="731520"/>
                          <a:chOff x="2970212" y="4724400"/>
                          <a:chExt cx="731520" cy="731520"/>
                        </a:xfrm>
                      </p:grpSpPr>
                      <p:grpSp>
                        <p:nvGrpSpPr>
                          <p:cNvPr id="52" name="Group 51">
                            <a:extLst>
                              <a:ext uri="{FF2B5EF4-FFF2-40B4-BE49-F238E27FC236}">
                                <a16:creationId xmlns:a16="http://schemas.microsoft.com/office/drawing/2014/main" id="{F1758ADC-828F-B3B2-3659-EBD8EC5426E7}"/>
                              </a:ext>
                            </a:extLst>
                          </p:cNvPr>
                          <p:cNvGrpSpPr/>
                          <p:nvPr/>
                        </p:nvGrpSpPr>
                        <p:grpSpPr>
                          <a:xfrm>
                            <a:off x="2970212" y="4724400"/>
                            <a:ext cx="731520" cy="365760"/>
                            <a:chOff x="2970212" y="4724400"/>
                            <a:chExt cx="731520" cy="365760"/>
                          </a:xfrm>
                        </p:grpSpPr>
                        <p:sp>
                          <p:nvSpPr>
                            <p:cNvPr id="55" name="Rectangle 54">
                              <a:extLst>
                                <a:ext uri="{FF2B5EF4-FFF2-40B4-BE49-F238E27FC236}">
                                  <a16:creationId xmlns:a16="http://schemas.microsoft.com/office/drawing/2014/main" id="{5F54D3B5-1228-CD52-8DE6-24916633AC3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6" name="Rectangle 55">
                              <a:extLst>
                                <a:ext uri="{FF2B5EF4-FFF2-40B4-BE49-F238E27FC236}">
                                  <a16:creationId xmlns:a16="http://schemas.microsoft.com/office/drawing/2014/main" id="{297F7C33-C433-C621-F5EF-CB8A73500DB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53" name="Rectangle 52">
                            <a:extLst>
                              <a:ext uri="{FF2B5EF4-FFF2-40B4-BE49-F238E27FC236}">
                                <a16:creationId xmlns:a16="http://schemas.microsoft.com/office/drawing/2014/main" id="{041D8961-5A58-EAC7-4F60-37E2F065010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4" name="Rectangle 53">
                            <a:extLst>
                              <a:ext uri="{FF2B5EF4-FFF2-40B4-BE49-F238E27FC236}">
                                <a16:creationId xmlns:a16="http://schemas.microsoft.com/office/drawing/2014/main" id="{43D832B5-98C0-9773-46AC-B4F4808D74EC}"/>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46" name="Group 45">
                          <a:extLst>
                            <a:ext uri="{FF2B5EF4-FFF2-40B4-BE49-F238E27FC236}">
                              <a16:creationId xmlns:a16="http://schemas.microsoft.com/office/drawing/2014/main" id="{CE22E725-4FAF-F456-61B3-1AD9FD78B673}"/>
                            </a:ext>
                          </a:extLst>
                        </p:cNvPr>
                        <p:cNvGrpSpPr/>
                        <p:nvPr/>
                      </p:nvGrpSpPr>
                      <p:grpSpPr>
                        <a:xfrm>
                          <a:off x="3701732" y="4724400"/>
                          <a:ext cx="731520" cy="731520"/>
                          <a:chOff x="2970212" y="4724400"/>
                          <a:chExt cx="731520" cy="731520"/>
                        </a:xfrm>
                      </p:grpSpPr>
                      <p:grpSp>
                        <p:nvGrpSpPr>
                          <p:cNvPr id="47" name="Group 46">
                            <a:extLst>
                              <a:ext uri="{FF2B5EF4-FFF2-40B4-BE49-F238E27FC236}">
                                <a16:creationId xmlns:a16="http://schemas.microsoft.com/office/drawing/2014/main" id="{299BEFDF-8275-E8F6-6CD0-5064A6D17B4C}"/>
                              </a:ext>
                            </a:extLst>
                          </p:cNvPr>
                          <p:cNvGrpSpPr/>
                          <p:nvPr/>
                        </p:nvGrpSpPr>
                        <p:grpSpPr>
                          <a:xfrm>
                            <a:off x="2970212" y="4724400"/>
                            <a:ext cx="731520" cy="365760"/>
                            <a:chOff x="2970212" y="4724400"/>
                            <a:chExt cx="731520" cy="365760"/>
                          </a:xfrm>
                        </p:grpSpPr>
                        <p:sp>
                          <p:nvSpPr>
                            <p:cNvPr id="50" name="Rectangle 49">
                              <a:extLst>
                                <a:ext uri="{FF2B5EF4-FFF2-40B4-BE49-F238E27FC236}">
                                  <a16:creationId xmlns:a16="http://schemas.microsoft.com/office/drawing/2014/main" id="{0A617FE3-F397-5B24-3183-B268F92FC3E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1" name="Rectangle 50">
                              <a:extLst>
                                <a:ext uri="{FF2B5EF4-FFF2-40B4-BE49-F238E27FC236}">
                                  <a16:creationId xmlns:a16="http://schemas.microsoft.com/office/drawing/2014/main" id="{683B4162-9B1A-98EB-80B3-CCAB33FFE7D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48" name="Rectangle 47">
                            <a:extLst>
                              <a:ext uri="{FF2B5EF4-FFF2-40B4-BE49-F238E27FC236}">
                                <a16:creationId xmlns:a16="http://schemas.microsoft.com/office/drawing/2014/main" id="{AC91D1CB-EDC8-AE8C-73C6-97463B4845F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9" name="Rectangle 48">
                            <a:extLst>
                              <a:ext uri="{FF2B5EF4-FFF2-40B4-BE49-F238E27FC236}">
                                <a16:creationId xmlns:a16="http://schemas.microsoft.com/office/drawing/2014/main" id="{CF654491-3515-DDCB-8697-EBAD8A13ECE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70" name="Group 69">
                    <a:extLst>
                      <a:ext uri="{FF2B5EF4-FFF2-40B4-BE49-F238E27FC236}">
                        <a16:creationId xmlns:a16="http://schemas.microsoft.com/office/drawing/2014/main" id="{E95469E0-711B-401E-894B-91041B2AF119}"/>
                      </a:ext>
                    </a:extLst>
                  </p:cNvPr>
                  <p:cNvGrpSpPr/>
                  <p:nvPr/>
                </p:nvGrpSpPr>
                <p:grpSpPr>
                  <a:xfrm>
                    <a:off x="2132012" y="4587240"/>
                    <a:ext cx="2926080" cy="1463040"/>
                    <a:chOff x="2970212" y="4724400"/>
                    <a:chExt cx="2926080" cy="1463040"/>
                  </a:xfrm>
                </p:grpSpPr>
                <p:grpSp>
                  <p:nvGrpSpPr>
                    <p:cNvPr id="71" name="Group 70">
                      <a:extLst>
                        <a:ext uri="{FF2B5EF4-FFF2-40B4-BE49-F238E27FC236}">
                          <a16:creationId xmlns:a16="http://schemas.microsoft.com/office/drawing/2014/main" id="{6063D257-015D-E24A-EA83-C81CD94D8E19}"/>
                        </a:ext>
                      </a:extLst>
                    </p:cNvPr>
                    <p:cNvGrpSpPr/>
                    <p:nvPr/>
                  </p:nvGrpSpPr>
                  <p:grpSpPr>
                    <a:xfrm>
                      <a:off x="2970212" y="4724400"/>
                      <a:ext cx="1463040" cy="1463040"/>
                      <a:chOff x="2970212" y="4724400"/>
                      <a:chExt cx="1463040" cy="1463040"/>
                    </a:xfrm>
                  </p:grpSpPr>
                  <p:grpSp>
                    <p:nvGrpSpPr>
                      <p:cNvPr id="99" name="Group 98">
                        <a:extLst>
                          <a:ext uri="{FF2B5EF4-FFF2-40B4-BE49-F238E27FC236}">
                            <a16:creationId xmlns:a16="http://schemas.microsoft.com/office/drawing/2014/main" id="{3EDDBEC6-7846-E653-FD8E-B3C71DCC2E4D}"/>
                          </a:ext>
                        </a:extLst>
                      </p:cNvPr>
                      <p:cNvGrpSpPr/>
                      <p:nvPr/>
                    </p:nvGrpSpPr>
                    <p:grpSpPr>
                      <a:xfrm>
                        <a:off x="2970212" y="4724400"/>
                        <a:ext cx="1463040" cy="731520"/>
                        <a:chOff x="2970212" y="4724400"/>
                        <a:chExt cx="1463040" cy="731520"/>
                      </a:xfrm>
                    </p:grpSpPr>
                    <p:grpSp>
                      <p:nvGrpSpPr>
                        <p:cNvPr id="113" name="Group 112">
                          <a:extLst>
                            <a:ext uri="{FF2B5EF4-FFF2-40B4-BE49-F238E27FC236}">
                              <a16:creationId xmlns:a16="http://schemas.microsoft.com/office/drawing/2014/main" id="{A3F75599-EAA3-FFBF-E7B8-D987A8832813}"/>
                            </a:ext>
                          </a:extLst>
                        </p:cNvPr>
                        <p:cNvGrpSpPr/>
                        <p:nvPr/>
                      </p:nvGrpSpPr>
                      <p:grpSpPr>
                        <a:xfrm>
                          <a:off x="2970212" y="4724400"/>
                          <a:ext cx="731520" cy="731520"/>
                          <a:chOff x="2970212" y="4724400"/>
                          <a:chExt cx="731520" cy="731520"/>
                        </a:xfrm>
                      </p:grpSpPr>
                      <p:grpSp>
                        <p:nvGrpSpPr>
                          <p:cNvPr id="120" name="Group 119">
                            <a:extLst>
                              <a:ext uri="{FF2B5EF4-FFF2-40B4-BE49-F238E27FC236}">
                                <a16:creationId xmlns:a16="http://schemas.microsoft.com/office/drawing/2014/main" id="{CDE596BE-B4E6-1733-084F-28E76F7CA6F9}"/>
                              </a:ext>
                            </a:extLst>
                          </p:cNvPr>
                          <p:cNvGrpSpPr/>
                          <p:nvPr/>
                        </p:nvGrpSpPr>
                        <p:grpSpPr>
                          <a:xfrm>
                            <a:off x="2970212" y="4724400"/>
                            <a:ext cx="731520" cy="365760"/>
                            <a:chOff x="2970212" y="4724400"/>
                            <a:chExt cx="731520" cy="365760"/>
                          </a:xfrm>
                        </p:grpSpPr>
                        <p:sp>
                          <p:nvSpPr>
                            <p:cNvPr id="123" name="Rectangle 122">
                              <a:extLst>
                                <a:ext uri="{FF2B5EF4-FFF2-40B4-BE49-F238E27FC236}">
                                  <a16:creationId xmlns:a16="http://schemas.microsoft.com/office/drawing/2014/main" id="{B0D96188-04A0-22D5-D874-095A052F9AB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4" name="Rectangle 123">
                              <a:extLst>
                                <a:ext uri="{FF2B5EF4-FFF2-40B4-BE49-F238E27FC236}">
                                  <a16:creationId xmlns:a16="http://schemas.microsoft.com/office/drawing/2014/main" id="{BC6B740B-A72F-B611-6CF9-D4CBE8D9054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21" name="Rectangle 120">
                            <a:extLst>
                              <a:ext uri="{FF2B5EF4-FFF2-40B4-BE49-F238E27FC236}">
                                <a16:creationId xmlns:a16="http://schemas.microsoft.com/office/drawing/2014/main" id="{B507DF56-15B3-21BF-23DF-27625BC533B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2" name="Rectangle 121">
                            <a:extLst>
                              <a:ext uri="{FF2B5EF4-FFF2-40B4-BE49-F238E27FC236}">
                                <a16:creationId xmlns:a16="http://schemas.microsoft.com/office/drawing/2014/main" id="{A15750D7-5656-46D8-7720-FE6AE66AAD7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14" name="Group 113">
                          <a:extLst>
                            <a:ext uri="{FF2B5EF4-FFF2-40B4-BE49-F238E27FC236}">
                              <a16:creationId xmlns:a16="http://schemas.microsoft.com/office/drawing/2014/main" id="{167AE103-F7A8-D8EE-786D-03E04FDEC31A}"/>
                            </a:ext>
                          </a:extLst>
                        </p:cNvPr>
                        <p:cNvGrpSpPr/>
                        <p:nvPr/>
                      </p:nvGrpSpPr>
                      <p:grpSpPr>
                        <a:xfrm>
                          <a:off x="3701732" y="4724400"/>
                          <a:ext cx="731520" cy="731520"/>
                          <a:chOff x="2970212" y="4724400"/>
                          <a:chExt cx="731520" cy="731520"/>
                        </a:xfrm>
                      </p:grpSpPr>
                      <p:grpSp>
                        <p:nvGrpSpPr>
                          <p:cNvPr id="115" name="Group 114">
                            <a:extLst>
                              <a:ext uri="{FF2B5EF4-FFF2-40B4-BE49-F238E27FC236}">
                                <a16:creationId xmlns:a16="http://schemas.microsoft.com/office/drawing/2014/main" id="{6848AAFC-3591-A12C-4B2F-CF6C1ACA0D30}"/>
                              </a:ext>
                            </a:extLst>
                          </p:cNvPr>
                          <p:cNvGrpSpPr/>
                          <p:nvPr/>
                        </p:nvGrpSpPr>
                        <p:grpSpPr>
                          <a:xfrm>
                            <a:off x="2970212" y="4724400"/>
                            <a:ext cx="731520" cy="365760"/>
                            <a:chOff x="2970212" y="4724400"/>
                            <a:chExt cx="731520" cy="365760"/>
                          </a:xfrm>
                        </p:grpSpPr>
                        <p:sp>
                          <p:nvSpPr>
                            <p:cNvPr id="118" name="Rectangle 117">
                              <a:extLst>
                                <a:ext uri="{FF2B5EF4-FFF2-40B4-BE49-F238E27FC236}">
                                  <a16:creationId xmlns:a16="http://schemas.microsoft.com/office/drawing/2014/main" id="{2F4780AA-FB05-B79A-D9E9-DD6E1A217F3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9" name="Rectangle 118">
                              <a:extLst>
                                <a:ext uri="{FF2B5EF4-FFF2-40B4-BE49-F238E27FC236}">
                                  <a16:creationId xmlns:a16="http://schemas.microsoft.com/office/drawing/2014/main" id="{EEABC3C4-7E4E-0B81-F1B1-C3F11EA2DD96}"/>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16" name="Rectangle 115">
                            <a:extLst>
                              <a:ext uri="{FF2B5EF4-FFF2-40B4-BE49-F238E27FC236}">
                                <a16:creationId xmlns:a16="http://schemas.microsoft.com/office/drawing/2014/main" id="{BF7B9303-2F8C-3562-0912-D58F5147790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7" name="Rectangle 116">
                            <a:extLst>
                              <a:ext uri="{FF2B5EF4-FFF2-40B4-BE49-F238E27FC236}">
                                <a16:creationId xmlns:a16="http://schemas.microsoft.com/office/drawing/2014/main" id="{D4A37911-CC9A-07C1-0DB1-DC3FA199BCEA}"/>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100" name="Group 99">
                        <a:extLst>
                          <a:ext uri="{FF2B5EF4-FFF2-40B4-BE49-F238E27FC236}">
                            <a16:creationId xmlns:a16="http://schemas.microsoft.com/office/drawing/2014/main" id="{CF544DE0-89E8-BAC0-9C76-D7FA94F9E538}"/>
                          </a:ext>
                        </a:extLst>
                      </p:cNvPr>
                      <p:cNvGrpSpPr/>
                      <p:nvPr/>
                    </p:nvGrpSpPr>
                    <p:grpSpPr>
                      <a:xfrm>
                        <a:off x="2970212" y="5455920"/>
                        <a:ext cx="1463040" cy="731520"/>
                        <a:chOff x="2970212" y="4724400"/>
                        <a:chExt cx="1463040" cy="731520"/>
                      </a:xfrm>
                    </p:grpSpPr>
                    <p:grpSp>
                      <p:nvGrpSpPr>
                        <p:cNvPr id="101" name="Group 100">
                          <a:extLst>
                            <a:ext uri="{FF2B5EF4-FFF2-40B4-BE49-F238E27FC236}">
                              <a16:creationId xmlns:a16="http://schemas.microsoft.com/office/drawing/2014/main" id="{4FC06795-F10A-E9E6-F495-F56590495C49}"/>
                            </a:ext>
                          </a:extLst>
                        </p:cNvPr>
                        <p:cNvGrpSpPr/>
                        <p:nvPr/>
                      </p:nvGrpSpPr>
                      <p:grpSpPr>
                        <a:xfrm>
                          <a:off x="2970212" y="4724400"/>
                          <a:ext cx="731520" cy="731520"/>
                          <a:chOff x="2970212" y="4724400"/>
                          <a:chExt cx="731520" cy="731520"/>
                        </a:xfrm>
                      </p:grpSpPr>
                      <p:grpSp>
                        <p:nvGrpSpPr>
                          <p:cNvPr id="108" name="Group 107">
                            <a:extLst>
                              <a:ext uri="{FF2B5EF4-FFF2-40B4-BE49-F238E27FC236}">
                                <a16:creationId xmlns:a16="http://schemas.microsoft.com/office/drawing/2014/main" id="{1C19B01F-A570-89E8-C3CC-59F0A0FBCE7B}"/>
                              </a:ext>
                            </a:extLst>
                          </p:cNvPr>
                          <p:cNvGrpSpPr/>
                          <p:nvPr/>
                        </p:nvGrpSpPr>
                        <p:grpSpPr>
                          <a:xfrm>
                            <a:off x="2970212" y="4724400"/>
                            <a:ext cx="731520" cy="365760"/>
                            <a:chOff x="2970212" y="4724400"/>
                            <a:chExt cx="731520" cy="365760"/>
                          </a:xfrm>
                        </p:grpSpPr>
                        <p:sp>
                          <p:nvSpPr>
                            <p:cNvPr id="111" name="Rectangle 110">
                              <a:extLst>
                                <a:ext uri="{FF2B5EF4-FFF2-40B4-BE49-F238E27FC236}">
                                  <a16:creationId xmlns:a16="http://schemas.microsoft.com/office/drawing/2014/main" id="{0475172F-A701-179F-3590-7EA1E0E9F06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2" name="Rectangle 111">
                              <a:extLst>
                                <a:ext uri="{FF2B5EF4-FFF2-40B4-BE49-F238E27FC236}">
                                  <a16:creationId xmlns:a16="http://schemas.microsoft.com/office/drawing/2014/main" id="{2A9B2116-36D4-2C79-5539-EF359C79CCC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9" name="Rectangle 108">
                            <a:extLst>
                              <a:ext uri="{FF2B5EF4-FFF2-40B4-BE49-F238E27FC236}">
                                <a16:creationId xmlns:a16="http://schemas.microsoft.com/office/drawing/2014/main" id="{67F3D780-72E5-E985-7072-9223AFB5490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0" name="Rectangle 109">
                            <a:extLst>
                              <a:ext uri="{FF2B5EF4-FFF2-40B4-BE49-F238E27FC236}">
                                <a16:creationId xmlns:a16="http://schemas.microsoft.com/office/drawing/2014/main" id="{5C5EE404-8C54-E591-73AD-0E202A91E85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02" name="Group 101">
                          <a:extLst>
                            <a:ext uri="{FF2B5EF4-FFF2-40B4-BE49-F238E27FC236}">
                              <a16:creationId xmlns:a16="http://schemas.microsoft.com/office/drawing/2014/main" id="{718540D2-5A18-4A15-6DBF-EC61EA8079A2}"/>
                            </a:ext>
                          </a:extLst>
                        </p:cNvPr>
                        <p:cNvGrpSpPr/>
                        <p:nvPr/>
                      </p:nvGrpSpPr>
                      <p:grpSpPr>
                        <a:xfrm>
                          <a:off x="3701732" y="4724400"/>
                          <a:ext cx="731520" cy="731520"/>
                          <a:chOff x="2970212" y="4724400"/>
                          <a:chExt cx="731520" cy="731520"/>
                        </a:xfrm>
                      </p:grpSpPr>
                      <p:grpSp>
                        <p:nvGrpSpPr>
                          <p:cNvPr id="103" name="Group 102">
                            <a:extLst>
                              <a:ext uri="{FF2B5EF4-FFF2-40B4-BE49-F238E27FC236}">
                                <a16:creationId xmlns:a16="http://schemas.microsoft.com/office/drawing/2014/main" id="{121E8F8B-F587-E153-9DE3-FF09F3CD7ACA}"/>
                              </a:ext>
                            </a:extLst>
                          </p:cNvPr>
                          <p:cNvGrpSpPr/>
                          <p:nvPr/>
                        </p:nvGrpSpPr>
                        <p:grpSpPr>
                          <a:xfrm>
                            <a:off x="2970212" y="4724400"/>
                            <a:ext cx="731520" cy="365760"/>
                            <a:chOff x="2970212" y="4724400"/>
                            <a:chExt cx="731520" cy="365760"/>
                          </a:xfrm>
                        </p:grpSpPr>
                        <p:sp>
                          <p:nvSpPr>
                            <p:cNvPr id="106" name="Rectangle 105">
                              <a:extLst>
                                <a:ext uri="{FF2B5EF4-FFF2-40B4-BE49-F238E27FC236}">
                                  <a16:creationId xmlns:a16="http://schemas.microsoft.com/office/drawing/2014/main" id="{59A0CDD8-3D30-ABC2-A14D-78C57C4E64F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7" name="Rectangle 106">
                              <a:extLst>
                                <a:ext uri="{FF2B5EF4-FFF2-40B4-BE49-F238E27FC236}">
                                  <a16:creationId xmlns:a16="http://schemas.microsoft.com/office/drawing/2014/main" id="{58B50FA8-F41E-47C8-8DA1-923FEB3C4336}"/>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4" name="Rectangle 103">
                            <a:extLst>
                              <a:ext uri="{FF2B5EF4-FFF2-40B4-BE49-F238E27FC236}">
                                <a16:creationId xmlns:a16="http://schemas.microsoft.com/office/drawing/2014/main" id="{D438CEEF-1996-ED72-0079-0828AABF86A7}"/>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5" name="Rectangle 104">
                            <a:extLst>
                              <a:ext uri="{FF2B5EF4-FFF2-40B4-BE49-F238E27FC236}">
                                <a16:creationId xmlns:a16="http://schemas.microsoft.com/office/drawing/2014/main" id="{DCBEBCE6-0EB8-FE07-2688-30DF0F9E07BA}"/>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72" name="Group 71">
                      <a:extLst>
                        <a:ext uri="{FF2B5EF4-FFF2-40B4-BE49-F238E27FC236}">
                          <a16:creationId xmlns:a16="http://schemas.microsoft.com/office/drawing/2014/main" id="{4C278C3C-E639-0FF7-0766-5BD33506231E}"/>
                        </a:ext>
                      </a:extLst>
                    </p:cNvPr>
                    <p:cNvGrpSpPr/>
                    <p:nvPr/>
                  </p:nvGrpSpPr>
                  <p:grpSpPr>
                    <a:xfrm>
                      <a:off x="4433252" y="4724400"/>
                      <a:ext cx="1463040" cy="1463040"/>
                      <a:chOff x="2970212" y="4724400"/>
                      <a:chExt cx="1463040" cy="1463040"/>
                    </a:xfrm>
                  </p:grpSpPr>
                  <p:grpSp>
                    <p:nvGrpSpPr>
                      <p:cNvPr id="73" name="Group 72">
                        <a:extLst>
                          <a:ext uri="{FF2B5EF4-FFF2-40B4-BE49-F238E27FC236}">
                            <a16:creationId xmlns:a16="http://schemas.microsoft.com/office/drawing/2014/main" id="{9836511F-9DD3-BD97-D57A-6C2193911599}"/>
                          </a:ext>
                        </a:extLst>
                      </p:cNvPr>
                      <p:cNvGrpSpPr/>
                      <p:nvPr/>
                    </p:nvGrpSpPr>
                    <p:grpSpPr>
                      <a:xfrm>
                        <a:off x="2970212" y="4724400"/>
                        <a:ext cx="1463040" cy="731520"/>
                        <a:chOff x="2970212" y="4724400"/>
                        <a:chExt cx="1463040" cy="731520"/>
                      </a:xfrm>
                    </p:grpSpPr>
                    <p:grpSp>
                      <p:nvGrpSpPr>
                        <p:cNvPr id="87" name="Group 86">
                          <a:extLst>
                            <a:ext uri="{FF2B5EF4-FFF2-40B4-BE49-F238E27FC236}">
                              <a16:creationId xmlns:a16="http://schemas.microsoft.com/office/drawing/2014/main" id="{1632F4D5-DFCB-BD94-A7E3-3D952CEDCE88}"/>
                            </a:ext>
                          </a:extLst>
                        </p:cNvPr>
                        <p:cNvGrpSpPr/>
                        <p:nvPr/>
                      </p:nvGrpSpPr>
                      <p:grpSpPr>
                        <a:xfrm>
                          <a:off x="2970212" y="4724400"/>
                          <a:ext cx="731520" cy="731520"/>
                          <a:chOff x="2970212" y="4724400"/>
                          <a:chExt cx="731520" cy="731520"/>
                        </a:xfrm>
                      </p:grpSpPr>
                      <p:grpSp>
                        <p:nvGrpSpPr>
                          <p:cNvPr id="94" name="Group 93">
                            <a:extLst>
                              <a:ext uri="{FF2B5EF4-FFF2-40B4-BE49-F238E27FC236}">
                                <a16:creationId xmlns:a16="http://schemas.microsoft.com/office/drawing/2014/main" id="{33544E49-7FAE-172F-4B0F-D0640360A780}"/>
                              </a:ext>
                            </a:extLst>
                          </p:cNvPr>
                          <p:cNvGrpSpPr/>
                          <p:nvPr/>
                        </p:nvGrpSpPr>
                        <p:grpSpPr>
                          <a:xfrm>
                            <a:off x="2970212" y="4724400"/>
                            <a:ext cx="731520" cy="365760"/>
                            <a:chOff x="2970212" y="4724400"/>
                            <a:chExt cx="731520" cy="365760"/>
                          </a:xfrm>
                        </p:grpSpPr>
                        <p:sp>
                          <p:nvSpPr>
                            <p:cNvPr id="97" name="Rectangle 96">
                              <a:extLst>
                                <a:ext uri="{FF2B5EF4-FFF2-40B4-BE49-F238E27FC236}">
                                  <a16:creationId xmlns:a16="http://schemas.microsoft.com/office/drawing/2014/main" id="{D63F5653-3FDF-6652-227C-DC33EB042D6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8" name="Rectangle 97">
                              <a:extLst>
                                <a:ext uri="{FF2B5EF4-FFF2-40B4-BE49-F238E27FC236}">
                                  <a16:creationId xmlns:a16="http://schemas.microsoft.com/office/drawing/2014/main" id="{65619C36-BEA1-4657-12B7-CEC8A1EA805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95" name="Rectangle 94">
                            <a:extLst>
                              <a:ext uri="{FF2B5EF4-FFF2-40B4-BE49-F238E27FC236}">
                                <a16:creationId xmlns:a16="http://schemas.microsoft.com/office/drawing/2014/main" id="{694E9D81-48B5-8521-BBEC-C690EE038CC7}"/>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6" name="Rectangle 95">
                            <a:extLst>
                              <a:ext uri="{FF2B5EF4-FFF2-40B4-BE49-F238E27FC236}">
                                <a16:creationId xmlns:a16="http://schemas.microsoft.com/office/drawing/2014/main" id="{CA2C897E-11CA-5E93-05EF-17A51BF39A6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88" name="Group 87">
                          <a:extLst>
                            <a:ext uri="{FF2B5EF4-FFF2-40B4-BE49-F238E27FC236}">
                              <a16:creationId xmlns:a16="http://schemas.microsoft.com/office/drawing/2014/main" id="{4D913862-B20B-01D7-BA7A-23DF0FC8A023}"/>
                            </a:ext>
                          </a:extLst>
                        </p:cNvPr>
                        <p:cNvGrpSpPr/>
                        <p:nvPr/>
                      </p:nvGrpSpPr>
                      <p:grpSpPr>
                        <a:xfrm>
                          <a:off x="3701732" y="4724400"/>
                          <a:ext cx="731520" cy="731520"/>
                          <a:chOff x="2970212" y="4724400"/>
                          <a:chExt cx="731520" cy="731520"/>
                        </a:xfrm>
                      </p:grpSpPr>
                      <p:grpSp>
                        <p:nvGrpSpPr>
                          <p:cNvPr id="89" name="Group 88">
                            <a:extLst>
                              <a:ext uri="{FF2B5EF4-FFF2-40B4-BE49-F238E27FC236}">
                                <a16:creationId xmlns:a16="http://schemas.microsoft.com/office/drawing/2014/main" id="{8FE2F16A-FBA6-3715-9FAF-DA5B91918AC5}"/>
                              </a:ext>
                            </a:extLst>
                          </p:cNvPr>
                          <p:cNvGrpSpPr/>
                          <p:nvPr/>
                        </p:nvGrpSpPr>
                        <p:grpSpPr>
                          <a:xfrm>
                            <a:off x="2970212" y="4724400"/>
                            <a:ext cx="731520" cy="365760"/>
                            <a:chOff x="2970212" y="4724400"/>
                            <a:chExt cx="731520" cy="365760"/>
                          </a:xfrm>
                        </p:grpSpPr>
                        <p:sp>
                          <p:nvSpPr>
                            <p:cNvPr id="92" name="Rectangle 91">
                              <a:extLst>
                                <a:ext uri="{FF2B5EF4-FFF2-40B4-BE49-F238E27FC236}">
                                  <a16:creationId xmlns:a16="http://schemas.microsoft.com/office/drawing/2014/main" id="{7C349BBE-B81B-E489-1F04-39B66BA09B8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3" name="Rectangle 92">
                              <a:extLst>
                                <a:ext uri="{FF2B5EF4-FFF2-40B4-BE49-F238E27FC236}">
                                  <a16:creationId xmlns:a16="http://schemas.microsoft.com/office/drawing/2014/main" id="{9A19E765-3F13-4EA2-D03C-B67F297007D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90" name="Rectangle 89">
                            <a:extLst>
                              <a:ext uri="{FF2B5EF4-FFF2-40B4-BE49-F238E27FC236}">
                                <a16:creationId xmlns:a16="http://schemas.microsoft.com/office/drawing/2014/main" id="{51623074-FD5A-5EDB-3E7F-3D6C29E935A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1" name="Rectangle 90">
                            <a:extLst>
                              <a:ext uri="{FF2B5EF4-FFF2-40B4-BE49-F238E27FC236}">
                                <a16:creationId xmlns:a16="http://schemas.microsoft.com/office/drawing/2014/main" id="{11CD845C-BA43-1456-DD19-FF5C701D362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74" name="Group 73">
                        <a:extLst>
                          <a:ext uri="{FF2B5EF4-FFF2-40B4-BE49-F238E27FC236}">
                            <a16:creationId xmlns:a16="http://schemas.microsoft.com/office/drawing/2014/main" id="{2B9F4068-F64E-9A70-0942-B4FAC9D7D943}"/>
                          </a:ext>
                        </a:extLst>
                      </p:cNvPr>
                      <p:cNvGrpSpPr/>
                      <p:nvPr/>
                    </p:nvGrpSpPr>
                    <p:grpSpPr>
                      <a:xfrm>
                        <a:off x="2970212" y="5455920"/>
                        <a:ext cx="1463040" cy="731520"/>
                        <a:chOff x="2970212" y="4724400"/>
                        <a:chExt cx="1463040" cy="731520"/>
                      </a:xfrm>
                    </p:grpSpPr>
                    <p:grpSp>
                      <p:nvGrpSpPr>
                        <p:cNvPr id="75" name="Group 74">
                          <a:extLst>
                            <a:ext uri="{FF2B5EF4-FFF2-40B4-BE49-F238E27FC236}">
                              <a16:creationId xmlns:a16="http://schemas.microsoft.com/office/drawing/2014/main" id="{D05932E0-B12B-BF27-A4A8-8D2D063F6019}"/>
                            </a:ext>
                          </a:extLst>
                        </p:cNvPr>
                        <p:cNvGrpSpPr/>
                        <p:nvPr/>
                      </p:nvGrpSpPr>
                      <p:grpSpPr>
                        <a:xfrm>
                          <a:off x="2970212" y="4724400"/>
                          <a:ext cx="731520" cy="731520"/>
                          <a:chOff x="2970212" y="4724400"/>
                          <a:chExt cx="731520" cy="731520"/>
                        </a:xfrm>
                      </p:grpSpPr>
                      <p:grpSp>
                        <p:nvGrpSpPr>
                          <p:cNvPr id="82" name="Group 81">
                            <a:extLst>
                              <a:ext uri="{FF2B5EF4-FFF2-40B4-BE49-F238E27FC236}">
                                <a16:creationId xmlns:a16="http://schemas.microsoft.com/office/drawing/2014/main" id="{F84CB894-33FE-A944-BCC7-B251CCA6ACA0}"/>
                              </a:ext>
                            </a:extLst>
                          </p:cNvPr>
                          <p:cNvGrpSpPr/>
                          <p:nvPr/>
                        </p:nvGrpSpPr>
                        <p:grpSpPr>
                          <a:xfrm>
                            <a:off x="2970212" y="4724400"/>
                            <a:ext cx="731520" cy="365760"/>
                            <a:chOff x="2970212" y="4724400"/>
                            <a:chExt cx="731520" cy="365760"/>
                          </a:xfrm>
                        </p:grpSpPr>
                        <p:sp>
                          <p:nvSpPr>
                            <p:cNvPr id="85" name="Rectangle 84">
                              <a:extLst>
                                <a:ext uri="{FF2B5EF4-FFF2-40B4-BE49-F238E27FC236}">
                                  <a16:creationId xmlns:a16="http://schemas.microsoft.com/office/drawing/2014/main" id="{2FC057C4-C309-A93E-094C-71B40536744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6" name="Rectangle 85">
                              <a:extLst>
                                <a:ext uri="{FF2B5EF4-FFF2-40B4-BE49-F238E27FC236}">
                                  <a16:creationId xmlns:a16="http://schemas.microsoft.com/office/drawing/2014/main" id="{800F61F2-C59A-0FE9-1E91-693D88C10F3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83" name="Rectangle 82">
                            <a:extLst>
                              <a:ext uri="{FF2B5EF4-FFF2-40B4-BE49-F238E27FC236}">
                                <a16:creationId xmlns:a16="http://schemas.microsoft.com/office/drawing/2014/main" id="{61CFD236-CD48-896A-9EAB-7C866808564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4" name="Rectangle 83">
                            <a:extLst>
                              <a:ext uri="{FF2B5EF4-FFF2-40B4-BE49-F238E27FC236}">
                                <a16:creationId xmlns:a16="http://schemas.microsoft.com/office/drawing/2014/main" id="{8344BEDB-3286-D01F-7BCA-DD23A6A2337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76" name="Group 75">
                          <a:extLst>
                            <a:ext uri="{FF2B5EF4-FFF2-40B4-BE49-F238E27FC236}">
                              <a16:creationId xmlns:a16="http://schemas.microsoft.com/office/drawing/2014/main" id="{7EC9B7F6-C063-F80F-8D0C-AF776D5C6DFD}"/>
                            </a:ext>
                          </a:extLst>
                        </p:cNvPr>
                        <p:cNvGrpSpPr/>
                        <p:nvPr/>
                      </p:nvGrpSpPr>
                      <p:grpSpPr>
                        <a:xfrm>
                          <a:off x="3701732" y="4724400"/>
                          <a:ext cx="731520" cy="731520"/>
                          <a:chOff x="2970212" y="4724400"/>
                          <a:chExt cx="731520" cy="731520"/>
                        </a:xfrm>
                      </p:grpSpPr>
                      <p:grpSp>
                        <p:nvGrpSpPr>
                          <p:cNvPr id="77" name="Group 76">
                            <a:extLst>
                              <a:ext uri="{FF2B5EF4-FFF2-40B4-BE49-F238E27FC236}">
                                <a16:creationId xmlns:a16="http://schemas.microsoft.com/office/drawing/2014/main" id="{A7DE8B47-9940-81D4-7876-55E49B9E78DD}"/>
                              </a:ext>
                            </a:extLst>
                          </p:cNvPr>
                          <p:cNvGrpSpPr/>
                          <p:nvPr/>
                        </p:nvGrpSpPr>
                        <p:grpSpPr>
                          <a:xfrm>
                            <a:off x="2970212" y="4724400"/>
                            <a:ext cx="731520" cy="365760"/>
                            <a:chOff x="2970212" y="4724400"/>
                            <a:chExt cx="731520" cy="365760"/>
                          </a:xfrm>
                        </p:grpSpPr>
                        <p:sp>
                          <p:nvSpPr>
                            <p:cNvPr id="80" name="Rectangle 79">
                              <a:extLst>
                                <a:ext uri="{FF2B5EF4-FFF2-40B4-BE49-F238E27FC236}">
                                  <a16:creationId xmlns:a16="http://schemas.microsoft.com/office/drawing/2014/main" id="{BFCFA2A4-EB6B-5304-F901-6BC569403A2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1" name="Rectangle 80">
                              <a:extLst>
                                <a:ext uri="{FF2B5EF4-FFF2-40B4-BE49-F238E27FC236}">
                                  <a16:creationId xmlns:a16="http://schemas.microsoft.com/office/drawing/2014/main" id="{D8E8473B-5331-52DD-3334-6863996B64F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78" name="Rectangle 77">
                            <a:extLst>
                              <a:ext uri="{FF2B5EF4-FFF2-40B4-BE49-F238E27FC236}">
                                <a16:creationId xmlns:a16="http://schemas.microsoft.com/office/drawing/2014/main" id="{541AA220-D7DC-C29F-8842-8D4920CB6CA0}"/>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9" name="Rectangle 78">
                            <a:extLst>
                              <a:ext uri="{FF2B5EF4-FFF2-40B4-BE49-F238E27FC236}">
                                <a16:creationId xmlns:a16="http://schemas.microsoft.com/office/drawing/2014/main" id="{804BD431-E88F-82F7-5245-C271B0D2D15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nvGrpSpPr>
                <p:cNvPr id="181" name="Group 180">
                  <a:extLst>
                    <a:ext uri="{FF2B5EF4-FFF2-40B4-BE49-F238E27FC236}">
                      <a16:creationId xmlns:a16="http://schemas.microsoft.com/office/drawing/2014/main" id="{DC3D0616-E758-97E1-EE77-8AD5F2BBC1A3}"/>
                    </a:ext>
                  </a:extLst>
                </p:cNvPr>
                <p:cNvGrpSpPr/>
                <p:nvPr/>
              </p:nvGrpSpPr>
              <p:grpSpPr>
                <a:xfrm>
                  <a:off x="5058092" y="3124200"/>
                  <a:ext cx="2926080" cy="2926080"/>
                  <a:chOff x="2132012" y="3124200"/>
                  <a:chExt cx="2926080" cy="2926080"/>
                </a:xfrm>
              </p:grpSpPr>
              <p:grpSp>
                <p:nvGrpSpPr>
                  <p:cNvPr id="182" name="Group 181">
                    <a:extLst>
                      <a:ext uri="{FF2B5EF4-FFF2-40B4-BE49-F238E27FC236}">
                        <a16:creationId xmlns:a16="http://schemas.microsoft.com/office/drawing/2014/main" id="{F06B89F4-01E6-A43C-2504-750C1E31021A}"/>
                      </a:ext>
                    </a:extLst>
                  </p:cNvPr>
                  <p:cNvGrpSpPr/>
                  <p:nvPr/>
                </p:nvGrpSpPr>
                <p:grpSpPr>
                  <a:xfrm>
                    <a:off x="2132012" y="3124200"/>
                    <a:ext cx="2926080" cy="1463040"/>
                    <a:chOff x="2970212" y="4724400"/>
                    <a:chExt cx="2926080" cy="1463040"/>
                  </a:xfrm>
                </p:grpSpPr>
                <p:grpSp>
                  <p:nvGrpSpPr>
                    <p:cNvPr id="238" name="Group 237">
                      <a:extLst>
                        <a:ext uri="{FF2B5EF4-FFF2-40B4-BE49-F238E27FC236}">
                          <a16:creationId xmlns:a16="http://schemas.microsoft.com/office/drawing/2014/main" id="{78C991A3-893D-D3CD-A7DC-B34F40F69B61}"/>
                        </a:ext>
                      </a:extLst>
                    </p:cNvPr>
                    <p:cNvGrpSpPr/>
                    <p:nvPr/>
                  </p:nvGrpSpPr>
                  <p:grpSpPr>
                    <a:xfrm>
                      <a:off x="2970212" y="4724400"/>
                      <a:ext cx="1463040" cy="1463040"/>
                      <a:chOff x="2970212" y="4724400"/>
                      <a:chExt cx="1463040" cy="1463040"/>
                    </a:xfrm>
                  </p:grpSpPr>
                  <p:grpSp>
                    <p:nvGrpSpPr>
                      <p:cNvPr id="266" name="Group 265">
                        <a:extLst>
                          <a:ext uri="{FF2B5EF4-FFF2-40B4-BE49-F238E27FC236}">
                            <a16:creationId xmlns:a16="http://schemas.microsoft.com/office/drawing/2014/main" id="{2787BC15-B479-CF21-7757-4CBB886A24A5}"/>
                          </a:ext>
                        </a:extLst>
                      </p:cNvPr>
                      <p:cNvGrpSpPr/>
                      <p:nvPr/>
                    </p:nvGrpSpPr>
                    <p:grpSpPr>
                      <a:xfrm>
                        <a:off x="2970212" y="4724400"/>
                        <a:ext cx="1463040" cy="731520"/>
                        <a:chOff x="2970212" y="4724400"/>
                        <a:chExt cx="1463040" cy="731520"/>
                      </a:xfrm>
                    </p:grpSpPr>
                    <p:grpSp>
                      <p:nvGrpSpPr>
                        <p:cNvPr id="280" name="Group 279">
                          <a:extLst>
                            <a:ext uri="{FF2B5EF4-FFF2-40B4-BE49-F238E27FC236}">
                              <a16:creationId xmlns:a16="http://schemas.microsoft.com/office/drawing/2014/main" id="{876C5508-5B98-848C-CDF0-F370F117916D}"/>
                            </a:ext>
                          </a:extLst>
                        </p:cNvPr>
                        <p:cNvGrpSpPr/>
                        <p:nvPr/>
                      </p:nvGrpSpPr>
                      <p:grpSpPr>
                        <a:xfrm>
                          <a:off x="2970212" y="4724400"/>
                          <a:ext cx="731520" cy="731520"/>
                          <a:chOff x="2970212" y="4724400"/>
                          <a:chExt cx="731520" cy="731520"/>
                        </a:xfrm>
                      </p:grpSpPr>
                      <p:grpSp>
                        <p:nvGrpSpPr>
                          <p:cNvPr id="287" name="Group 286">
                            <a:extLst>
                              <a:ext uri="{FF2B5EF4-FFF2-40B4-BE49-F238E27FC236}">
                                <a16:creationId xmlns:a16="http://schemas.microsoft.com/office/drawing/2014/main" id="{07144071-E423-9C4E-9470-4C6BD293EB40}"/>
                              </a:ext>
                            </a:extLst>
                          </p:cNvPr>
                          <p:cNvGrpSpPr/>
                          <p:nvPr/>
                        </p:nvGrpSpPr>
                        <p:grpSpPr>
                          <a:xfrm>
                            <a:off x="2970212" y="4724400"/>
                            <a:ext cx="731520" cy="365760"/>
                            <a:chOff x="2970212" y="4724400"/>
                            <a:chExt cx="731520" cy="365760"/>
                          </a:xfrm>
                        </p:grpSpPr>
                        <p:sp>
                          <p:nvSpPr>
                            <p:cNvPr id="290" name="Rectangle 289">
                              <a:extLst>
                                <a:ext uri="{FF2B5EF4-FFF2-40B4-BE49-F238E27FC236}">
                                  <a16:creationId xmlns:a16="http://schemas.microsoft.com/office/drawing/2014/main" id="{B010B432-2113-B26F-24B6-7208657D33C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91" name="Rectangle 290">
                              <a:extLst>
                                <a:ext uri="{FF2B5EF4-FFF2-40B4-BE49-F238E27FC236}">
                                  <a16:creationId xmlns:a16="http://schemas.microsoft.com/office/drawing/2014/main" id="{E19D5EA8-43A0-79E1-D937-EA62E5322CA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88" name="Rectangle 287">
                            <a:extLst>
                              <a:ext uri="{FF2B5EF4-FFF2-40B4-BE49-F238E27FC236}">
                                <a16:creationId xmlns:a16="http://schemas.microsoft.com/office/drawing/2014/main" id="{A5058DF3-5E54-4859-1A63-7872E210CC1C}"/>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9" name="Rectangle 288">
                            <a:extLst>
                              <a:ext uri="{FF2B5EF4-FFF2-40B4-BE49-F238E27FC236}">
                                <a16:creationId xmlns:a16="http://schemas.microsoft.com/office/drawing/2014/main" id="{8565FE7E-7DC7-5AF4-DEFA-07F709EDB6E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81" name="Group 280">
                          <a:extLst>
                            <a:ext uri="{FF2B5EF4-FFF2-40B4-BE49-F238E27FC236}">
                              <a16:creationId xmlns:a16="http://schemas.microsoft.com/office/drawing/2014/main" id="{49C2ED1B-3F1F-4C1E-C7E7-31CD0D519B1F}"/>
                            </a:ext>
                          </a:extLst>
                        </p:cNvPr>
                        <p:cNvGrpSpPr/>
                        <p:nvPr/>
                      </p:nvGrpSpPr>
                      <p:grpSpPr>
                        <a:xfrm>
                          <a:off x="3701732" y="4724400"/>
                          <a:ext cx="731520" cy="731520"/>
                          <a:chOff x="2970212" y="4724400"/>
                          <a:chExt cx="731520" cy="731520"/>
                        </a:xfrm>
                      </p:grpSpPr>
                      <p:grpSp>
                        <p:nvGrpSpPr>
                          <p:cNvPr id="282" name="Group 281">
                            <a:extLst>
                              <a:ext uri="{FF2B5EF4-FFF2-40B4-BE49-F238E27FC236}">
                                <a16:creationId xmlns:a16="http://schemas.microsoft.com/office/drawing/2014/main" id="{2978EB4B-0DC1-7DBD-F1A0-1547A4D4F64B}"/>
                              </a:ext>
                            </a:extLst>
                          </p:cNvPr>
                          <p:cNvGrpSpPr/>
                          <p:nvPr/>
                        </p:nvGrpSpPr>
                        <p:grpSpPr>
                          <a:xfrm>
                            <a:off x="2970212" y="4724400"/>
                            <a:ext cx="731520" cy="365760"/>
                            <a:chOff x="2970212" y="4724400"/>
                            <a:chExt cx="731520" cy="365760"/>
                          </a:xfrm>
                        </p:grpSpPr>
                        <p:sp>
                          <p:nvSpPr>
                            <p:cNvPr id="285" name="Rectangle 284">
                              <a:extLst>
                                <a:ext uri="{FF2B5EF4-FFF2-40B4-BE49-F238E27FC236}">
                                  <a16:creationId xmlns:a16="http://schemas.microsoft.com/office/drawing/2014/main" id="{FAFC5B12-716C-477A-36AC-ADB5F86E879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6" name="Rectangle 285">
                              <a:extLst>
                                <a:ext uri="{FF2B5EF4-FFF2-40B4-BE49-F238E27FC236}">
                                  <a16:creationId xmlns:a16="http://schemas.microsoft.com/office/drawing/2014/main" id="{E7B48678-0225-5359-AA4A-B137C846BBC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83" name="Rectangle 282">
                            <a:extLst>
                              <a:ext uri="{FF2B5EF4-FFF2-40B4-BE49-F238E27FC236}">
                                <a16:creationId xmlns:a16="http://schemas.microsoft.com/office/drawing/2014/main" id="{BD8B3835-0D6A-1174-47EE-AFEA62BA53E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4" name="Rectangle 283">
                            <a:extLst>
                              <a:ext uri="{FF2B5EF4-FFF2-40B4-BE49-F238E27FC236}">
                                <a16:creationId xmlns:a16="http://schemas.microsoft.com/office/drawing/2014/main" id="{EFEB1AE6-BE0E-A801-5A18-467AD824F5D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67" name="Group 266">
                        <a:extLst>
                          <a:ext uri="{FF2B5EF4-FFF2-40B4-BE49-F238E27FC236}">
                            <a16:creationId xmlns:a16="http://schemas.microsoft.com/office/drawing/2014/main" id="{071986B0-447A-921E-557A-6CCA97D14542}"/>
                          </a:ext>
                        </a:extLst>
                      </p:cNvPr>
                      <p:cNvGrpSpPr/>
                      <p:nvPr/>
                    </p:nvGrpSpPr>
                    <p:grpSpPr>
                      <a:xfrm>
                        <a:off x="2970212" y="5455920"/>
                        <a:ext cx="1463040" cy="731520"/>
                        <a:chOff x="2970212" y="4724400"/>
                        <a:chExt cx="1463040" cy="731520"/>
                      </a:xfrm>
                    </p:grpSpPr>
                    <p:grpSp>
                      <p:nvGrpSpPr>
                        <p:cNvPr id="268" name="Group 267">
                          <a:extLst>
                            <a:ext uri="{FF2B5EF4-FFF2-40B4-BE49-F238E27FC236}">
                              <a16:creationId xmlns:a16="http://schemas.microsoft.com/office/drawing/2014/main" id="{EFB211DF-2A08-6CB9-C86F-6F2DCEDB4685}"/>
                            </a:ext>
                          </a:extLst>
                        </p:cNvPr>
                        <p:cNvGrpSpPr/>
                        <p:nvPr/>
                      </p:nvGrpSpPr>
                      <p:grpSpPr>
                        <a:xfrm>
                          <a:off x="2970212" y="4724400"/>
                          <a:ext cx="731520" cy="731520"/>
                          <a:chOff x="2970212" y="4724400"/>
                          <a:chExt cx="731520" cy="731520"/>
                        </a:xfrm>
                      </p:grpSpPr>
                      <p:grpSp>
                        <p:nvGrpSpPr>
                          <p:cNvPr id="275" name="Group 274">
                            <a:extLst>
                              <a:ext uri="{FF2B5EF4-FFF2-40B4-BE49-F238E27FC236}">
                                <a16:creationId xmlns:a16="http://schemas.microsoft.com/office/drawing/2014/main" id="{A85EE5F4-E22E-E8F8-EF12-5F8315CF9889}"/>
                              </a:ext>
                            </a:extLst>
                          </p:cNvPr>
                          <p:cNvGrpSpPr/>
                          <p:nvPr/>
                        </p:nvGrpSpPr>
                        <p:grpSpPr>
                          <a:xfrm>
                            <a:off x="2970212" y="4724400"/>
                            <a:ext cx="731520" cy="365760"/>
                            <a:chOff x="2970212" y="4724400"/>
                            <a:chExt cx="731520" cy="365760"/>
                          </a:xfrm>
                        </p:grpSpPr>
                        <p:sp>
                          <p:nvSpPr>
                            <p:cNvPr id="278" name="Rectangle 277">
                              <a:extLst>
                                <a:ext uri="{FF2B5EF4-FFF2-40B4-BE49-F238E27FC236}">
                                  <a16:creationId xmlns:a16="http://schemas.microsoft.com/office/drawing/2014/main" id="{6C611188-8953-97A4-ED6F-178BB5FA7E07}"/>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9" name="Rectangle 278">
                              <a:extLst>
                                <a:ext uri="{FF2B5EF4-FFF2-40B4-BE49-F238E27FC236}">
                                  <a16:creationId xmlns:a16="http://schemas.microsoft.com/office/drawing/2014/main" id="{F5A46E83-135B-D62B-2B16-C122280AB6C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76" name="Rectangle 275">
                            <a:extLst>
                              <a:ext uri="{FF2B5EF4-FFF2-40B4-BE49-F238E27FC236}">
                                <a16:creationId xmlns:a16="http://schemas.microsoft.com/office/drawing/2014/main" id="{19B23F0B-B8D1-B662-D1C4-69672FBE502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7" name="Rectangle 276">
                            <a:extLst>
                              <a:ext uri="{FF2B5EF4-FFF2-40B4-BE49-F238E27FC236}">
                                <a16:creationId xmlns:a16="http://schemas.microsoft.com/office/drawing/2014/main" id="{2A5A7DDF-F545-16FB-C728-A746B195758B}"/>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69" name="Group 268">
                          <a:extLst>
                            <a:ext uri="{FF2B5EF4-FFF2-40B4-BE49-F238E27FC236}">
                              <a16:creationId xmlns:a16="http://schemas.microsoft.com/office/drawing/2014/main" id="{588BE228-6797-A1E0-A456-B24B6C4BD76D}"/>
                            </a:ext>
                          </a:extLst>
                        </p:cNvPr>
                        <p:cNvGrpSpPr/>
                        <p:nvPr/>
                      </p:nvGrpSpPr>
                      <p:grpSpPr>
                        <a:xfrm>
                          <a:off x="3701732" y="4724400"/>
                          <a:ext cx="731520" cy="731520"/>
                          <a:chOff x="2970212" y="4724400"/>
                          <a:chExt cx="731520" cy="731520"/>
                        </a:xfrm>
                      </p:grpSpPr>
                      <p:grpSp>
                        <p:nvGrpSpPr>
                          <p:cNvPr id="270" name="Group 269">
                            <a:extLst>
                              <a:ext uri="{FF2B5EF4-FFF2-40B4-BE49-F238E27FC236}">
                                <a16:creationId xmlns:a16="http://schemas.microsoft.com/office/drawing/2014/main" id="{78054DE0-5E3B-8153-258D-6ED6DE5EE80E}"/>
                              </a:ext>
                            </a:extLst>
                          </p:cNvPr>
                          <p:cNvGrpSpPr/>
                          <p:nvPr/>
                        </p:nvGrpSpPr>
                        <p:grpSpPr>
                          <a:xfrm>
                            <a:off x="2970212" y="4724400"/>
                            <a:ext cx="731520" cy="365760"/>
                            <a:chOff x="2970212" y="4724400"/>
                            <a:chExt cx="731520" cy="365760"/>
                          </a:xfrm>
                        </p:grpSpPr>
                        <p:sp>
                          <p:nvSpPr>
                            <p:cNvPr id="273" name="Rectangle 272">
                              <a:extLst>
                                <a:ext uri="{FF2B5EF4-FFF2-40B4-BE49-F238E27FC236}">
                                  <a16:creationId xmlns:a16="http://schemas.microsoft.com/office/drawing/2014/main" id="{8B63F195-FC93-799F-4E9C-666188BF1DB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4" name="Rectangle 273">
                              <a:extLst>
                                <a:ext uri="{FF2B5EF4-FFF2-40B4-BE49-F238E27FC236}">
                                  <a16:creationId xmlns:a16="http://schemas.microsoft.com/office/drawing/2014/main" id="{34280049-4FA0-A093-3E18-56589B332D1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71" name="Rectangle 270">
                            <a:extLst>
                              <a:ext uri="{FF2B5EF4-FFF2-40B4-BE49-F238E27FC236}">
                                <a16:creationId xmlns:a16="http://schemas.microsoft.com/office/drawing/2014/main" id="{31788E8B-0114-0C7B-6F3F-067CCFD242D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2" name="Rectangle 271">
                            <a:extLst>
                              <a:ext uri="{FF2B5EF4-FFF2-40B4-BE49-F238E27FC236}">
                                <a16:creationId xmlns:a16="http://schemas.microsoft.com/office/drawing/2014/main" id="{B6C959A2-ABE6-8432-B404-7622E173C18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239" name="Group 238">
                      <a:extLst>
                        <a:ext uri="{FF2B5EF4-FFF2-40B4-BE49-F238E27FC236}">
                          <a16:creationId xmlns:a16="http://schemas.microsoft.com/office/drawing/2014/main" id="{B3D34467-F1B7-985F-034E-1992C3D0F268}"/>
                        </a:ext>
                      </a:extLst>
                    </p:cNvPr>
                    <p:cNvGrpSpPr/>
                    <p:nvPr/>
                  </p:nvGrpSpPr>
                  <p:grpSpPr>
                    <a:xfrm>
                      <a:off x="4433252" y="4724400"/>
                      <a:ext cx="1463040" cy="1463040"/>
                      <a:chOff x="2970212" y="4724400"/>
                      <a:chExt cx="1463040" cy="1463040"/>
                    </a:xfrm>
                  </p:grpSpPr>
                  <p:grpSp>
                    <p:nvGrpSpPr>
                      <p:cNvPr id="240" name="Group 239">
                        <a:extLst>
                          <a:ext uri="{FF2B5EF4-FFF2-40B4-BE49-F238E27FC236}">
                            <a16:creationId xmlns:a16="http://schemas.microsoft.com/office/drawing/2014/main" id="{5E87856B-EC4C-4781-5205-4DE446506F41}"/>
                          </a:ext>
                        </a:extLst>
                      </p:cNvPr>
                      <p:cNvGrpSpPr/>
                      <p:nvPr/>
                    </p:nvGrpSpPr>
                    <p:grpSpPr>
                      <a:xfrm>
                        <a:off x="2970212" y="4724400"/>
                        <a:ext cx="1463040" cy="731520"/>
                        <a:chOff x="2970212" y="4724400"/>
                        <a:chExt cx="1463040" cy="731520"/>
                      </a:xfrm>
                    </p:grpSpPr>
                    <p:grpSp>
                      <p:nvGrpSpPr>
                        <p:cNvPr id="254" name="Group 253">
                          <a:extLst>
                            <a:ext uri="{FF2B5EF4-FFF2-40B4-BE49-F238E27FC236}">
                              <a16:creationId xmlns:a16="http://schemas.microsoft.com/office/drawing/2014/main" id="{2587CCBD-7E3A-042B-1109-9E3186989C92}"/>
                            </a:ext>
                          </a:extLst>
                        </p:cNvPr>
                        <p:cNvGrpSpPr/>
                        <p:nvPr/>
                      </p:nvGrpSpPr>
                      <p:grpSpPr>
                        <a:xfrm>
                          <a:off x="2970212" y="4724400"/>
                          <a:ext cx="731520" cy="731520"/>
                          <a:chOff x="2970212" y="4724400"/>
                          <a:chExt cx="731520" cy="731520"/>
                        </a:xfrm>
                      </p:grpSpPr>
                      <p:grpSp>
                        <p:nvGrpSpPr>
                          <p:cNvPr id="261" name="Group 260">
                            <a:extLst>
                              <a:ext uri="{FF2B5EF4-FFF2-40B4-BE49-F238E27FC236}">
                                <a16:creationId xmlns:a16="http://schemas.microsoft.com/office/drawing/2014/main" id="{CBBA38B7-68D9-19A7-4CA7-9A09F38A8015}"/>
                              </a:ext>
                            </a:extLst>
                          </p:cNvPr>
                          <p:cNvGrpSpPr/>
                          <p:nvPr/>
                        </p:nvGrpSpPr>
                        <p:grpSpPr>
                          <a:xfrm>
                            <a:off x="2970212" y="4724400"/>
                            <a:ext cx="731520" cy="365760"/>
                            <a:chOff x="2970212" y="4724400"/>
                            <a:chExt cx="731520" cy="365760"/>
                          </a:xfrm>
                        </p:grpSpPr>
                        <p:sp>
                          <p:nvSpPr>
                            <p:cNvPr id="264" name="Rectangle 263">
                              <a:extLst>
                                <a:ext uri="{FF2B5EF4-FFF2-40B4-BE49-F238E27FC236}">
                                  <a16:creationId xmlns:a16="http://schemas.microsoft.com/office/drawing/2014/main" id="{264446B1-6D98-F141-7F43-56954B2B053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5" name="Rectangle 264">
                              <a:extLst>
                                <a:ext uri="{FF2B5EF4-FFF2-40B4-BE49-F238E27FC236}">
                                  <a16:creationId xmlns:a16="http://schemas.microsoft.com/office/drawing/2014/main" id="{B4D1F769-4F9C-E829-0648-D371699F6B9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62" name="Rectangle 261">
                            <a:extLst>
                              <a:ext uri="{FF2B5EF4-FFF2-40B4-BE49-F238E27FC236}">
                                <a16:creationId xmlns:a16="http://schemas.microsoft.com/office/drawing/2014/main" id="{DB1FB918-DE23-E60E-8F80-FC468EDC14A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3" name="Rectangle 262">
                            <a:extLst>
                              <a:ext uri="{FF2B5EF4-FFF2-40B4-BE49-F238E27FC236}">
                                <a16:creationId xmlns:a16="http://schemas.microsoft.com/office/drawing/2014/main" id="{8E7ADF55-AA35-5432-2576-C5030A649C1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55" name="Group 254">
                          <a:extLst>
                            <a:ext uri="{FF2B5EF4-FFF2-40B4-BE49-F238E27FC236}">
                              <a16:creationId xmlns:a16="http://schemas.microsoft.com/office/drawing/2014/main" id="{C8755F6E-1C89-C9EA-E55A-435864B688A1}"/>
                            </a:ext>
                          </a:extLst>
                        </p:cNvPr>
                        <p:cNvGrpSpPr/>
                        <p:nvPr/>
                      </p:nvGrpSpPr>
                      <p:grpSpPr>
                        <a:xfrm>
                          <a:off x="3701732" y="4724400"/>
                          <a:ext cx="731520" cy="731520"/>
                          <a:chOff x="2970212" y="4724400"/>
                          <a:chExt cx="731520" cy="731520"/>
                        </a:xfrm>
                      </p:grpSpPr>
                      <p:grpSp>
                        <p:nvGrpSpPr>
                          <p:cNvPr id="256" name="Group 255">
                            <a:extLst>
                              <a:ext uri="{FF2B5EF4-FFF2-40B4-BE49-F238E27FC236}">
                                <a16:creationId xmlns:a16="http://schemas.microsoft.com/office/drawing/2014/main" id="{8A86C341-AE0C-5902-E7B9-39E4850134E8}"/>
                              </a:ext>
                            </a:extLst>
                          </p:cNvPr>
                          <p:cNvGrpSpPr/>
                          <p:nvPr/>
                        </p:nvGrpSpPr>
                        <p:grpSpPr>
                          <a:xfrm>
                            <a:off x="2970212" y="4724400"/>
                            <a:ext cx="731520" cy="365760"/>
                            <a:chOff x="2970212" y="4724400"/>
                            <a:chExt cx="731520" cy="365760"/>
                          </a:xfrm>
                        </p:grpSpPr>
                        <p:sp>
                          <p:nvSpPr>
                            <p:cNvPr id="259" name="Rectangle 258">
                              <a:extLst>
                                <a:ext uri="{FF2B5EF4-FFF2-40B4-BE49-F238E27FC236}">
                                  <a16:creationId xmlns:a16="http://schemas.microsoft.com/office/drawing/2014/main" id="{FA21437E-DDA2-F45F-072A-5FD0E6D35B09}"/>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0" name="Rectangle 259">
                              <a:extLst>
                                <a:ext uri="{FF2B5EF4-FFF2-40B4-BE49-F238E27FC236}">
                                  <a16:creationId xmlns:a16="http://schemas.microsoft.com/office/drawing/2014/main" id="{FCDD2D23-B866-0163-ABE1-503089837F87}"/>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57" name="Rectangle 256">
                            <a:extLst>
                              <a:ext uri="{FF2B5EF4-FFF2-40B4-BE49-F238E27FC236}">
                                <a16:creationId xmlns:a16="http://schemas.microsoft.com/office/drawing/2014/main" id="{023012C2-AB95-0B97-A2A9-12C9A91CC68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8" name="Rectangle 257">
                            <a:extLst>
                              <a:ext uri="{FF2B5EF4-FFF2-40B4-BE49-F238E27FC236}">
                                <a16:creationId xmlns:a16="http://schemas.microsoft.com/office/drawing/2014/main" id="{F34BFE23-5358-5F1E-5B8D-38AC7CA7800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41" name="Group 240">
                        <a:extLst>
                          <a:ext uri="{FF2B5EF4-FFF2-40B4-BE49-F238E27FC236}">
                            <a16:creationId xmlns:a16="http://schemas.microsoft.com/office/drawing/2014/main" id="{79CB21ED-3D2B-116E-BA79-56BF88E306AF}"/>
                          </a:ext>
                        </a:extLst>
                      </p:cNvPr>
                      <p:cNvGrpSpPr/>
                      <p:nvPr/>
                    </p:nvGrpSpPr>
                    <p:grpSpPr>
                      <a:xfrm>
                        <a:off x="2970212" y="5455920"/>
                        <a:ext cx="1463040" cy="731520"/>
                        <a:chOff x="2970212" y="4724400"/>
                        <a:chExt cx="1463040" cy="731520"/>
                      </a:xfrm>
                    </p:grpSpPr>
                    <p:grpSp>
                      <p:nvGrpSpPr>
                        <p:cNvPr id="242" name="Group 241">
                          <a:extLst>
                            <a:ext uri="{FF2B5EF4-FFF2-40B4-BE49-F238E27FC236}">
                              <a16:creationId xmlns:a16="http://schemas.microsoft.com/office/drawing/2014/main" id="{8652529F-CAC1-1CBE-0797-BD3366C518E3}"/>
                            </a:ext>
                          </a:extLst>
                        </p:cNvPr>
                        <p:cNvGrpSpPr/>
                        <p:nvPr/>
                      </p:nvGrpSpPr>
                      <p:grpSpPr>
                        <a:xfrm>
                          <a:off x="2970212" y="4724400"/>
                          <a:ext cx="731520" cy="731520"/>
                          <a:chOff x="2970212" y="4724400"/>
                          <a:chExt cx="731520" cy="731520"/>
                        </a:xfrm>
                      </p:grpSpPr>
                      <p:grpSp>
                        <p:nvGrpSpPr>
                          <p:cNvPr id="249" name="Group 248">
                            <a:extLst>
                              <a:ext uri="{FF2B5EF4-FFF2-40B4-BE49-F238E27FC236}">
                                <a16:creationId xmlns:a16="http://schemas.microsoft.com/office/drawing/2014/main" id="{8582BD87-C3B3-4A0F-8BDC-FA0EF67D0CDB}"/>
                              </a:ext>
                            </a:extLst>
                          </p:cNvPr>
                          <p:cNvGrpSpPr/>
                          <p:nvPr/>
                        </p:nvGrpSpPr>
                        <p:grpSpPr>
                          <a:xfrm>
                            <a:off x="2970212" y="4724400"/>
                            <a:ext cx="731520" cy="365760"/>
                            <a:chOff x="2970212" y="4724400"/>
                            <a:chExt cx="731520" cy="365760"/>
                          </a:xfrm>
                        </p:grpSpPr>
                        <p:sp>
                          <p:nvSpPr>
                            <p:cNvPr id="252" name="Rectangle 251">
                              <a:extLst>
                                <a:ext uri="{FF2B5EF4-FFF2-40B4-BE49-F238E27FC236}">
                                  <a16:creationId xmlns:a16="http://schemas.microsoft.com/office/drawing/2014/main" id="{AF5C351D-5C0B-7366-6F34-6DE343D6851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3" name="Rectangle 252">
                              <a:extLst>
                                <a:ext uri="{FF2B5EF4-FFF2-40B4-BE49-F238E27FC236}">
                                  <a16:creationId xmlns:a16="http://schemas.microsoft.com/office/drawing/2014/main" id="{10122B2F-5E40-32E1-D434-AFE4D68650B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50" name="Rectangle 249">
                            <a:extLst>
                              <a:ext uri="{FF2B5EF4-FFF2-40B4-BE49-F238E27FC236}">
                                <a16:creationId xmlns:a16="http://schemas.microsoft.com/office/drawing/2014/main" id="{D073A017-3A2F-28A8-4FCD-D2CF2341C32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1" name="Rectangle 250">
                            <a:extLst>
                              <a:ext uri="{FF2B5EF4-FFF2-40B4-BE49-F238E27FC236}">
                                <a16:creationId xmlns:a16="http://schemas.microsoft.com/office/drawing/2014/main" id="{4BFB7C9F-3F8B-359D-8FE3-FED6F53A1E7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43" name="Group 242">
                          <a:extLst>
                            <a:ext uri="{FF2B5EF4-FFF2-40B4-BE49-F238E27FC236}">
                              <a16:creationId xmlns:a16="http://schemas.microsoft.com/office/drawing/2014/main" id="{8EA054F7-FBB2-7B72-FC80-92E5A2E04E55}"/>
                            </a:ext>
                          </a:extLst>
                        </p:cNvPr>
                        <p:cNvGrpSpPr/>
                        <p:nvPr/>
                      </p:nvGrpSpPr>
                      <p:grpSpPr>
                        <a:xfrm>
                          <a:off x="3701732" y="4724400"/>
                          <a:ext cx="731520" cy="731520"/>
                          <a:chOff x="2970212" y="4724400"/>
                          <a:chExt cx="731520" cy="731520"/>
                        </a:xfrm>
                      </p:grpSpPr>
                      <p:grpSp>
                        <p:nvGrpSpPr>
                          <p:cNvPr id="244" name="Group 243">
                            <a:extLst>
                              <a:ext uri="{FF2B5EF4-FFF2-40B4-BE49-F238E27FC236}">
                                <a16:creationId xmlns:a16="http://schemas.microsoft.com/office/drawing/2014/main" id="{FEA67C01-F60F-F1C9-ABAF-495746A53636}"/>
                              </a:ext>
                            </a:extLst>
                          </p:cNvPr>
                          <p:cNvGrpSpPr/>
                          <p:nvPr/>
                        </p:nvGrpSpPr>
                        <p:grpSpPr>
                          <a:xfrm>
                            <a:off x="2970212" y="4724400"/>
                            <a:ext cx="731520" cy="365760"/>
                            <a:chOff x="2970212" y="4724400"/>
                            <a:chExt cx="731520" cy="365760"/>
                          </a:xfrm>
                        </p:grpSpPr>
                        <p:sp>
                          <p:nvSpPr>
                            <p:cNvPr id="247" name="Rectangle 246">
                              <a:extLst>
                                <a:ext uri="{FF2B5EF4-FFF2-40B4-BE49-F238E27FC236}">
                                  <a16:creationId xmlns:a16="http://schemas.microsoft.com/office/drawing/2014/main" id="{2BF4B444-D457-6117-CCCD-FA1277B3AEC1}"/>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48" name="Rectangle 247">
                              <a:extLst>
                                <a:ext uri="{FF2B5EF4-FFF2-40B4-BE49-F238E27FC236}">
                                  <a16:creationId xmlns:a16="http://schemas.microsoft.com/office/drawing/2014/main" id="{119EB92C-3BC8-071A-F148-B82ECA1B755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45" name="Rectangle 244">
                            <a:extLst>
                              <a:ext uri="{FF2B5EF4-FFF2-40B4-BE49-F238E27FC236}">
                                <a16:creationId xmlns:a16="http://schemas.microsoft.com/office/drawing/2014/main" id="{BCBADC26-9D47-0A93-CA59-9FEF5F5BF10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46" name="Rectangle 245">
                            <a:extLst>
                              <a:ext uri="{FF2B5EF4-FFF2-40B4-BE49-F238E27FC236}">
                                <a16:creationId xmlns:a16="http://schemas.microsoft.com/office/drawing/2014/main" id="{E2612721-7B41-CB38-C157-F01E3420D10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183" name="Group 182">
                    <a:extLst>
                      <a:ext uri="{FF2B5EF4-FFF2-40B4-BE49-F238E27FC236}">
                        <a16:creationId xmlns:a16="http://schemas.microsoft.com/office/drawing/2014/main" id="{53397187-12D2-E839-0DCD-8DE5AA7EE8FC}"/>
                      </a:ext>
                    </a:extLst>
                  </p:cNvPr>
                  <p:cNvGrpSpPr/>
                  <p:nvPr/>
                </p:nvGrpSpPr>
                <p:grpSpPr>
                  <a:xfrm>
                    <a:off x="2132012" y="4587240"/>
                    <a:ext cx="2926080" cy="1463040"/>
                    <a:chOff x="2970212" y="4724400"/>
                    <a:chExt cx="2926080" cy="1463040"/>
                  </a:xfrm>
                </p:grpSpPr>
                <p:grpSp>
                  <p:nvGrpSpPr>
                    <p:cNvPr id="184" name="Group 183">
                      <a:extLst>
                        <a:ext uri="{FF2B5EF4-FFF2-40B4-BE49-F238E27FC236}">
                          <a16:creationId xmlns:a16="http://schemas.microsoft.com/office/drawing/2014/main" id="{D9783632-CE2F-9CFB-5302-316C089447DA}"/>
                        </a:ext>
                      </a:extLst>
                    </p:cNvPr>
                    <p:cNvGrpSpPr/>
                    <p:nvPr/>
                  </p:nvGrpSpPr>
                  <p:grpSpPr>
                    <a:xfrm>
                      <a:off x="2970212" y="4724400"/>
                      <a:ext cx="1463040" cy="1463040"/>
                      <a:chOff x="2970212" y="4724400"/>
                      <a:chExt cx="1463040" cy="1463040"/>
                    </a:xfrm>
                  </p:grpSpPr>
                  <p:grpSp>
                    <p:nvGrpSpPr>
                      <p:cNvPr id="212" name="Group 211">
                        <a:extLst>
                          <a:ext uri="{FF2B5EF4-FFF2-40B4-BE49-F238E27FC236}">
                            <a16:creationId xmlns:a16="http://schemas.microsoft.com/office/drawing/2014/main" id="{88F3AB9A-D1BA-9EFB-3EC2-AD6424327E57}"/>
                          </a:ext>
                        </a:extLst>
                      </p:cNvPr>
                      <p:cNvGrpSpPr/>
                      <p:nvPr/>
                    </p:nvGrpSpPr>
                    <p:grpSpPr>
                      <a:xfrm>
                        <a:off x="2970212" y="4724400"/>
                        <a:ext cx="1463040" cy="731520"/>
                        <a:chOff x="2970212" y="4724400"/>
                        <a:chExt cx="1463040" cy="731520"/>
                      </a:xfrm>
                    </p:grpSpPr>
                    <p:grpSp>
                      <p:nvGrpSpPr>
                        <p:cNvPr id="226" name="Group 225">
                          <a:extLst>
                            <a:ext uri="{FF2B5EF4-FFF2-40B4-BE49-F238E27FC236}">
                              <a16:creationId xmlns:a16="http://schemas.microsoft.com/office/drawing/2014/main" id="{C5CE6062-4693-19CA-850B-68013B9FED14}"/>
                            </a:ext>
                          </a:extLst>
                        </p:cNvPr>
                        <p:cNvGrpSpPr/>
                        <p:nvPr/>
                      </p:nvGrpSpPr>
                      <p:grpSpPr>
                        <a:xfrm>
                          <a:off x="2970212" y="4724400"/>
                          <a:ext cx="731520" cy="731520"/>
                          <a:chOff x="2970212" y="4724400"/>
                          <a:chExt cx="731520" cy="731520"/>
                        </a:xfrm>
                      </p:grpSpPr>
                      <p:grpSp>
                        <p:nvGrpSpPr>
                          <p:cNvPr id="233" name="Group 232">
                            <a:extLst>
                              <a:ext uri="{FF2B5EF4-FFF2-40B4-BE49-F238E27FC236}">
                                <a16:creationId xmlns:a16="http://schemas.microsoft.com/office/drawing/2014/main" id="{6FB93103-0740-5159-5CA2-33FEA2B7CE5D}"/>
                              </a:ext>
                            </a:extLst>
                          </p:cNvPr>
                          <p:cNvGrpSpPr/>
                          <p:nvPr/>
                        </p:nvGrpSpPr>
                        <p:grpSpPr>
                          <a:xfrm>
                            <a:off x="2970212" y="4724400"/>
                            <a:ext cx="731520" cy="365760"/>
                            <a:chOff x="2970212" y="4724400"/>
                            <a:chExt cx="731520" cy="365760"/>
                          </a:xfrm>
                        </p:grpSpPr>
                        <p:sp>
                          <p:nvSpPr>
                            <p:cNvPr id="236" name="Rectangle 235">
                              <a:extLst>
                                <a:ext uri="{FF2B5EF4-FFF2-40B4-BE49-F238E27FC236}">
                                  <a16:creationId xmlns:a16="http://schemas.microsoft.com/office/drawing/2014/main" id="{9B23085A-5D9D-43F4-A871-33929DA9143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7" name="Rectangle 236">
                              <a:extLst>
                                <a:ext uri="{FF2B5EF4-FFF2-40B4-BE49-F238E27FC236}">
                                  <a16:creationId xmlns:a16="http://schemas.microsoft.com/office/drawing/2014/main" id="{3C569825-E9AF-BD58-22F9-B3376D0FCE2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34" name="Rectangle 233">
                            <a:extLst>
                              <a:ext uri="{FF2B5EF4-FFF2-40B4-BE49-F238E27FC236}">
                                <a16:creationId xmlns:a16="http://schemas.microsoft.com/office/drawing/2014/main" id="{32DD5094-1839-7863-90A6-5C54DAFCAF0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5" name="Rectangle 234">
                            <a:extLst>
                              <a:ext uri="{FF2B5EF4-FFF2-40B4-BE49-F238E27FC236}">
                                <a16:creationId xmlns:a16="http://schemas.microsoft.com/office/drawing/2014/main" id="{667A3AD8-919C-5DCC-6995-CF00B088D7A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27" name="Group 226">
                          <a:extLst>
                            <a:ext uri="{FF2B5EF4-FFF2-40B4-BE49-F238E27FC236}">
                              <a16:creationId xmlns:a16="http://schemas.microsoft.com/office/drawing/2014/main" id="{6310A9CE-891B-A044-D7FB-4A05CC1DE5BB}"/>
                            </a:ext>
                          </a:extLst>
                        </p:cNvPr>
                        <p:cNvGrpSpPr/>
                        <p:nvPr/>
                      </p:nvGrpSpPr>
                      <p:grpSpPr>
                        <a:xfrm>
                          <a:off x="3701732" y="4724400"/>
                          <a:ext cx="731520" cy="731520"/>
                          <a:chOff x="2970212" y="4724400"/>
                          <a:chExt cx="731520" cy="731520"/>
                        </a:xfrm>
                      </p:grpSpPr>
                      <p:grpSp>
                        <p:nvGrpSpPr>
                          <p:cNvPr id="228" name="Group 227">
                            <a:extLst>
                              <a:ext uri="{FF2B5EF4-FFF2-40B4-BE49-F238E27FC236}">
                                <a16:creationId xmlns:a16="http://schemas.microsoft.com/office/drawing/2014/main" id="{8D14F848-A6F6-A13B-559B-44C868AA023B}"/>
                              </a:ext>
                            </a:extLst>
                          </p:cNvPr>
                          <p:cNvGrpSpPr/>
                          <p:nvPr/>
                        </p:nvGrpSpPr>
                        <p:grpSpPr>
                          <a:xfrm>
                            <a:off x="2970212" y="4724400"/>
                            <a:ext cx="731520" cy="365760"/>
                            <a:chOff x="2970212" y="4724400"/>
                            <a:chExt cx="731520" cy="365760"/>
                          </a:xfrm>
                        </p:grpSpPr>
                        <p:sp>
                          <p:nvSpPr>
                            <p:cNvPr id="231" name="Rectangle 230">
                              <a:extLst>
                                <a:ext uri="{FF2B5EF4-FFF2-40B4-BE49-F238E27FC236}">
                                  <a16:creationId xmlns:a16="http://schemas.microsoft.com/office/drawing/2014/main" id="{33BBFF7B-9262-4C56-9DDC-E4F52DFAFE3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2" name="Rectangle 231">
                              <a:extLst>
                                <a:ext uri="{FF2B5EF4-FFF2-40B4-BE49-F238E27FC236}">
                                  <a16:creationId xmlns:a16="http://schemas.microsoft.com/office/drawing/2014/main" id="{CB191756-6C7E-3B3B-B768-A8358D54DB8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29" name="Rectangle 228">
                            <a:extLst>
                              <a:ext uri="{FF2B5EF4-FFF2-40B4-BE49-F238E27FC236}">
                                <a16:creationId xmlns:a16="http://schemas.microsoft.com/office/drawing/2014/main" id="{DAD1F42B-0A07-4FB6-3498-34AF0AD00A5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0" name="Rectangle 229">
                            <a:extLst>
                              <a:ext uri="{FF2B5EF4-FFF2-40B4-BE49-F238E27FC236}">
                                <a16:creationId xmlns:a16="http://schemas.microsoft.com/office/drawing/2014/main" id="{E6812FF4-3FCC-DCAC-1550-E31712AFA57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13" name="Group 212">
                        <a:extLst>
                          <a:ext uri="{FF2B5EF4-FFF2-40B4-BE49-F238E27FC236}">
                            <a16:creationId xmlns:a16="http://schemas.microsoft.com/office/drawing/2014/main" id="{98B1FC35-4864-03A9-8334-F027498F005A}"/>
                          </a:ext>
                        </a:extLst>
                      </p:cNvPr>
                      <p:cNvGrpSpPr/>
                      <p:nvPr/>
                    </p:nvGrpSpPr>
                    <p:grpSpPr>
                      <a:xfrm>
                        <a:off x="2970212" y="5455920"/>
                        <a:ext cx="1463040" cy="731520"/>
                        <a:chOff x="2970212" y="4724400"/>
                        <a:chExt cx="1463040" cy="731520"/>
                      </a:xfrm>
                    </p:grpSpPr>
                    <p:grpSp>
                      <p:nvGrpSpPr>
                        <p:cNvPr id="214" name="Group 213">
                          <a:extLst>
                            <a:ext uri="{FF2B5EF4-FFF2-40B4-BE49-F238E27FC236}">
                              <a16:creationId xmlns:a16="http://schemas.microsoft.com/office/drawing/2014/main" id="{E42E776E-00A3-3BFF-1E2F-F6AF972BAFC4}"/>
                            </a:ext>
                          </a:extLst>
                        </p:cNvPr>
                        <p:cNvGrpSpPr/>
                        <p:nvPr/>
                      </p:nvGrpSpPr>
                      <p:grpSpPr>
                        <a:xfrm>
                          <a:off x="2970212" y="4724400"/>
                          <a:ext cx="731520" cy="731520"/>
                          <a:chOff x="2970212" y="4724400"/>
                          <a:chExt cx="731520" cy="731520"/>
                        </a:xfrm>
                      </p:grpSpPr>
                      <p:grpSp>
                        <p:nvGrpSpPr>
                          <p:cNvPr id="221" name="Group 220">
                            <a:extLst>
                              <a:ext uri="{FF2B5EF4-FFF2-40B4-BE49-F238E27FC236}">
                                <a16:creationId xmlns:a16="http://schemas.microsoft.com/office/drawing/2014/main" id="{CAF35A9E-EB52-B741-69DE-89548F783E22}"/>
                              </a:ext>
                            </a:extLst>
                          </p:cNvPr>
                          <p:cNvGrpSpPr/>
                          <p:nvPr/>
                        </p:nvGrpSpPr>
                        <p:grpSpPr>
                          <a:xfrm>
                            <a:off x="2970212" y="4724400"/>
                            <a:ext cx="731520" cy="365760"/>
                            <a:chOff x="2970212" y="4724400"/>
                            <a:chExt cx="731520" cy="365760"/>
                          </a:xfrm>
                        </p:grpSpPr>
                        <p:sp>
                          <p:nvSpPr>
                            <p:cNvPr id="224" name="Rectangle 223">
                              <a:extLst>
                                <a:ext uri="{FF2B5EF4-FFF2-40B4-BE49-F238E27FC236}">
                                  <a16:creationId xmlns:a16="http://schemas.microsoft.com/office/drawing/2014/main" id="{1EF638FF-A509-B8FE-426B-79B50BFA808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5" name="Rectangle 224">
                              <a:extLst>
                                <a:ext uri="{FF2B5EF4-FFF2-40B4-BE49-F238E27FC236}">
                                  <a16:creationId xmlns:a16="http://schemas.microsoft.com/office/drawing/2014/main" id="{93BE3AD1-DA43-84BC-E8B3-F8B0CC4F5B1F}"/>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22" name="Rectangle 221">
                            <a:extLst>
                              <a:ext uri="{FF2B5EF4-FFF2-40B4-BE49-F238E27FC236}">
                                <a16:creationId xmlns:a16="http://schemas.microsoft.com/office/drawing/2014/main" id="{927A241D-C740-B28B-B2B3-65205FB5B5A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3" name="Rectangle 222">
                            <a:extLst>
                              <a:ext uri="{FF2B5EF4-FFF2-40B4-BE49-F238E27FC236}">
                                <a16:creationId xmlns:a16="http://schemas.microsoft.com/office/drawing/2014/main" id="{310BB661-784E-E9A6-4432-03C7A7D7EAA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15" name="Group 214">
                          <a:extLst>
                            <a:ext uri="{FF2B5EF4-FFF2-40B4-BE49-F238E27FC236}">
                              <a16:creationId xmlns:a16="http://schemas.microsoft.com/office/drawing/2014/main" id="{70485CB6-EE14-332D-AB07-99341F4FE5B8}"/>
                            </a:ext>
                          </a:extLst>
                        </p:cNvPr>
                        <p:cNvGrpSpPr/>
                        <p:nvPr/>
                      </p:nvGrpSpPr>
                      <p:grpSpPr>
                        <a:xfrm>
                          <a:off x="3701732" y="4724400"/>
                          <a:ext cx="731520" cy="731520"/>
                          <a:chOff x="2970212" y="4724400"/>
                          <a:chExt cx="731520" cy="731520"/>
                        </a:xfrm>
                      </p:grpSpPr>
                      <p:grpSp>
                        <p:nvGrpSpPr>
                          <p:cNvPr id="216" name="Group 215">
                            <a:extLst>
                              <a:ext uri="{FF2B5EF4-FFF2-40B4-BE49-F238E27FC236}">
                                <a16:creationId xmlns:a16="http://schemas.microsoft.com/office/drawing/2014/main" id="{3CE3202D-95F9-DA61-8A6D-A63E7416ACD1}"/>
                              </a:ext>
                            </a:extLst>
                          </p:cNvPr>
                          <p:cNvGrpSpPr/>
                          <p:nvPr/>
                        </p:nvGrpSpPr>
                        <p:grpSpPr>
                          <a:xfrm>
                            <a:off x="2970212" y="4724400"/>
                            <a:ext cx="731520" cy="365760"/>
                            <a:chOff x="2970212" y="4724400"/>
                            <a:chExt cx="731520" cy="365760"/>
                          </a:xfrm>
                        </p:grpSpPr>
                        <p:sp>
                          <p:nvSpPr>
                            <p:cNvPr id="219" name="Rectangle 218">
                              <a:extLst>
                                <a:ext uri="{FF2B5EF4-FFF2-40B4-BE49-F238E27FC236}">
                                  <a16:creationId xmlns:a16="http://schemas.microsoft.com/office/drawing/2014/main" id="{DC04123A-4526-25B3-75B9-3408BAF3349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0" name="Rectangle 219">
                              <a:extLst>
                                <a:ext uri="{FF2B5EF4-FFF2-40B4-BE49-F238E27FC236}">
                                  <a16:creationId xmlns:a16="http://schemas.microsoft.com/office/drawing/2014/main" id="{10F7056C-63D6-7EB1-7A85-00D35573BCC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17" name="Rectangle 216">
                            <a:extLst>
                              <a:ext uri="{FF2B5EF4-FFF2-40B4-BE49-F238E27FC236}">
                                <a16:creationId xmlns:a16="http://schemas.microsoft.com/office/drawing/2014/main" id="{7F2F2FAF-E672-FE6D-001E-577D103F6D8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18" name="Rectangle 217">
                            <a:extLst>
                              <a:ext uri="{FF2B5EF4-FFF2-40B4-BE49-F238E27FC236}">
                                <a16:creationId xmlns:a16="http://schemas.microsoft.com/office/drawing/2014/main" id="{06318D3F-157E-57C4-775C-612E8AE426D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185" name="Group 184">
                      <a:extLst>
                        <a:ext uri="{FF2B5EF4-FFF2-40B4-BE49-F238E27FC236}">
                          <a16:creationId xmlns:a16="http://schemas.microsoft.com/office/drawing/2014/main" id="{60E248E5-6AC8-BD4D-060A-F470234BE41E}"/>
                        </a:ext>
                      </a:extLst>
                    </p:cNvPr>
                    <p:cNvGrpSpPr/>
                    <p:nvPr/>
                  </p:nvGrpSpPr>
                  <p:grpSpPr>
                    <a:xfrm>
                      <a:off x="4433252" y="4724400"/>
                      <a:ext cx="1463040" cy="1463040"/>
                      <a:chOff x="2970212" y="4724400"/>
                      <a:chExt cx="1463040" cy="1463040"/>
                    </a:xfrm>
                  </p:grpSpPr>
                  <p:grpSp>
                    <p:nvGrpSpPr>
                      <p:cNvPr id="186" name="Group 185">
                        <a:extLst>
                          <a:ext uri="{FF2B5EF4-FFF2-40B4-BE49-F238E27FC236}">
                            <a16:creationId xmlns:a16="http://schemas.microsoft.com/office/drawing/2014/main" id="{C12CCAB5-445F-F567-7524-8F2EA703405B}"/>
                          </a:ext>
                        </a:extLst>
                      </p:cNvPr>
                      <p:cNvGrpSpPr/>
                      <p:nvPr/>
                    </p:nvGrpSpPr>
                    <p:grpSpPr>
                      <a:xfrm>
                        <a:off x="2970212" y="4724400"/>
                        <a:ext cx="1463040" cy="731520"/>
                        <a:chOff x="2970212" y="4724400"/>
                        <a:chExt cx="1463040" cy="731520"/>
                      </a:xfrm>
                    </p:grpSpPr>
                    <p:grpSp>
                      <p:nvGrpSpPr>
                        <p:cNvPr id="200" name="Group 199">
                          <a:extLst>
                            <a:ext uri="{FF2B5EF4-FFF2-40B4-BE49-F238E27FC236}">
                              <a16:creationId xmlns:a16="http://schemas.microsoft.com/office/drawing/2014/main" id="{C5CB87FC-005A-7549-FD4D-4137C9228AE5}"/>
                            </a:ext>
                          </a:extLst>
                        </p:cNvPr>
                        <p:cNvGrpSpPr/>
                        <p:nvPr/>
                      </p:nvGrpSpPr>
                      <p:grpSpPr>
                        <a:xfrm>
                          <a:off x="2970212" y="4724400"/>
                          <a:ext cx="731520" cy="731520"/>
                          <a:chOff x="2970212" y="4724400"/>
                          <a:chExt cx="731520" cy="731520"/>
                        </a:xfrm>
                      </p:grpSpPr>
                      <p:grpSp>
                        <p:nvGrpSpPr>
                          <p:cNvPr id="207" name="Group 206">
                            <a:extLst>
                              <a:ext uri="{FF2B5EF4-FFF2-40B4-BE49-F238E27FC236}">
                                <a16:creationId xmlns:a16="http://schemas.microsoft.com/office/drawing/2014/main" id="{DCA11C85-3325-E478-62C3-A0A903955368}"/>
                              </a:ext>
                            </a:extLst>
                          </p:cNvPr>
                          <p:cNvGrpSpPr/>
                          <p:nvPr/>
                        </p:nvGrpSpPr>
                        <p:grpSpPr>
                          <a:xfrm>
                            <a:off x="2970212" y="4724400"/>
                            <a:ext cx="731520" cy="365760"/>
                            <a:chOff x="2970212" y="4724400"/>
                            <a:chExt cx="731520" cy="365760"/>
                          </a:xfrm>
                        </p:grpSpPr>
                        <p:sp>
                          <p:nvSpPr>
                            <p:cNvPr id="210" name="Rectangle 209">
                              <a:extLst>
                                <a:ext uri="{FF2B5EF4-FFF2-40B4-BE49-F238E27FC236}">
                                  <a16:creationId xmlns:a16="http://schemas.microsoft.com/office/drawing/2014/main" id="{AE78BA34-6FBA-85C9-3C2A-D2646C117796}"/>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11" name="Rectangle 210">
                              <a:extLst>
                                <a:ext uri="{FF2B5EF4-FFF2-40B4-BE49-F238E27FC236}">
                                  <a16:creationId xmlns:a16="http://schemas.microsoft.com/office/drawing/2014/main" id="{1EB005B4-D971-FA3B-7289-F002D23846A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08" name="Rectangle 207">
                            <a:extLst>
                              <a:ext uri="{FF2B5EF4-FFF2-40B4-BE49-F238E27FC236}">
                                <a16:creationId xmlns:a16="http://schemas.microsoft.com/office/drawing/2014/main" id="{51C0C08B-0833-B7A2-9E34-7DE7439D209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9" name="Rectangle 208">
                            <a:extLst>
                              <a:ext uri="{FF2B5EF4-FFF2-40B4-BE49-F238E27FC236}">
                                <a16:creationId xmlns:a16="http://schemas.microsoft.com/office/drawing/2014/main" id="{2CAF787D-5D64-E453-3538-F677EA6F842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01" name="Group 200">
                          <a:extLst>
                            <a:ext uri="{FF2B5EF4-FFF2-40B4-BE49-F238E27FC236}">
                              <a16:creationId xmlns:a16="http://schemas.microsoft.com/office/drawing/2014/main" id="{7BF417C7-BEE9-2D2B-8DAA-A91B4BC4B8D3}"/>
                            </a:ext>
                          </a:extLst>
                        </p:cNvPr>
                        <p:cNvGrpSpPr/>
                        <p:nvPr/>
                      </p:nvGrpSpPr>
                      <p:grpSpPr>
                        <a:xfrm>
                          <a:off x="3701732" y="4724400"/>
                          <a:ext cx="731520" cy="731520"/>
                          <a:chOff x="2970212" y="4724400"/>
                          <a:chExt cx="731520" cy="731520"/>
                        </a:xfrm>
                      </p:grpSpPr>
                      <p:grpSp>
                        <p:nvGrpSpPr>
                          <p:cNvPr id="202" name="Group 201">
                            <a:extLst>
                              <a:ext uri="{FF2B5EF4-FFF2-40B4-BE49-F238E27FC236}">
                                <a16:creationId xmlns:a16="http://schemas.microsoft.com/office/drawing/2014/main" id="{17C1BCDC-53E9-3687-1FE1-DB03A610FCB5}"/>
                              </a:ext>
                            </a:extLst>
                          </p:cNvPr>
                          <p:cNvGrpSpPr/>
                          <p:nvPr/>
                        </p:nvGrpSpPr>
                        <p:grpSpPr>
                          <a:xfrm>
                            <a:off x="2970212" y="4724400"/>
                            <a:ext cx="731520" cy="365760"/>
                            <a:chOff x="2970212" y="4724400"/>
                            <a:chExt cx="731520" cy="365760"/>
                          </a:xfrm>
                        </p:grpSpPr>
                        <p:sp>
                          <p:nvSpPr>
                            <p:cNvPr id="205" name="Rectangle 204">
                              <a:extLst>
                                <a:ext uri="{FF2B5EF4-FFF2-40B4-BE49-F238E27FC236}">
                                  <a16:creationId xmlns:a16="http://schemas.microsoft.com/office/drawing/2014/main" id="{B68B986C-4063-B479-9585-9DEFF2B1ED5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6" name="Rectangle 205">
                              <a:extLst>
                                <a:ext uri="{FF2B5EF4-FFF2-40B4-BE49-F238E27FC236}">
                                  <a16:creationId xmlns:a16="http://schemas.microsoft.com/office/drawing/2014/main" id="{BC09C458-4FEC-A50C-6937-0FD9E6869E4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03" name="Rectangle 202">
                            <a:extLst>
                              <a:ext uri="{FF2B5EF4-FFF2-40B4-BE49-F238E27FC236}">
                                <a16:creationId xmlns:a16="http://schemas.microsoft.com/office/drawing/2014/main" id="{921106FE-F12E-5E15-FA37-2B9396FC4A0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4" name="Rectangle 203">
                            <a:extLst>
                              <a:ext uri="{FF2B5EF4-FFF2-40B4-BE49-F238E27FC236}">
                                <a16:creationId xmlns:a16="http://schemas.microsoft.com/office/drawing/2014/main" id="{35331B61-0F33-C8DD-E89C-D5DF3D555957}"/>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187" name="Group 186">
                        <a:extLst>
                          <a:ext uri="{FF2B5EF4-FFF2-40B4-BE49-F238E27FC236}">
                            <a16:creationId xmlns:a16="http://schemas.microsoft.com/office/drawing/2014/main" id="{0AE928AE-CE2D-9E83-87AA-61C9C8704C00}"/>
                          </a:ext>
                        </a:extLst>
                      </p:cNvPr>
                      <p:cNvGrpSpPr/>
                      <p:nvPr/>
                    </p:nvGrpSpPr>
                    <p:grpSpPr>
                      <a:xfrm>
                        <a:off x="2970212" y="5455920"/>
                        <a:ext cx="1463040" cy="731520"/>
                        <a:chOff x="2970212" y="4724400"/>
                        <a:chExt cx="1463040" cy="731520"/>
                      </a:xfrm>
                    </p:grpSpPr>
                    <p:grpSp>
                      <p:nvGrpSpPr>
                        <p:cNvPr id="188" name="Group 187">
                          <a:extLst>
                            <a:ext uri="{FF2B5EF4-FFF2-40B4-BE49-F238E27FC236}">
                              <a16:creationId xmlns:a16="http://schemas.microsoft.com/office/drawing/2014/main" id="{AEBF79D0-D4B6-EA37-F87D-A71FC386F019}"/>
                            </a:ext>
                          </a:extLst>
                        </p:cNvPr>
                        <p:cNvGrpSpPr/>
                        <p:nvPr/>
                      </p:nvGrpSpPr>
                      <p:grpSpPr>
                        <a:xfrm>
                          <a:off x="2970212" y="4724400"/>
                          <a:ext cx="731520" cy="731520"/>
                          <a:chOff x="2970212" y="4724400"/>
                          <a:chExt cx="731520" cy="731520"/>
                        </a:xfrm>
                      </p:grpSpPr>
                      <p:grpSp>
                        <p:nvGrpSpPr>
                          <p:cNvPr id="195" name="Group 194">
                            <a:extLst>
                              <a:ext uri="{FF2B5EF4-FFF2-40B4-BE49-F238E27FC236}">
                                <a16:creationId xmlns:a16="http://schemas.microsoft.com/office/drawing/2014/main" id="{431D042F-A84F-CA68-88CA-0AD3A36590DC}"/>
                              </a:ext>
                            </a:extLst>
                          </p:cNvPr>
                          <p:cNvGrpSpPr/>
                          <p:nvPr/>
                        </p:nvGrpSpPr>
                        <p:grpSpPr>
                          <a:xfrm>
                            <a:off x="2970212" y="4724400"/>
                            <a:ext cx="731520" cy="365760"/>
                            <a:chOff x="2970212" y="4724400"/>
                            <a:chExt cx="731520" cy="365760"/>
                          </a:xfrm>
                        </p:grpSpPr>
                        <p:sp>
                          <p:nvSpPr>
                            <p:cNvPr id="198" name="Rectangle 197">
                              <a:extLst>
                                <a:ext uri="{FF2B5EF4-FFF2-40B4-BE49-F238E27FC236}">
                                  <a16:creationId xmlns:a16="http://schemas.microsoft.com/office/drawing/2014/main" id="{CC2DEEA2-3C2C-B5FE-1EC3-1B7202F1DBA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9" name="Rectangle 198">
                              <a:extLst>
                                <a:ext uri="{FF2B5EF4-FFF2-40B4-BE49-F238E27FC236}">
                                  <a16:creationId xmlns:a16="http://schemas.microsoft.com/office/drawing/2014/main" id="{1017E713-0627-DEAD-B247-2E4AEB8C4F6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96" name="Rectangle 195">
                            <a:extLst>
                              <a:ext uri="{FF2B5EF4-FFF2-40B4-BE49-F238E27FC236}">
                                <a16:creationId xmlns:a16="http://schemas.microsoft.com/office/drawing/2014/main" id="{A97A5EC1-CCC0-FF66-87CF-011BF6811F5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7" name="Rectangle 196">
                            <a:extLst>
                              <a:ext uri="{FF2B5EF4-FFF2-40B4-BE49-F238E27FC236}">
                                <a16:creationId xmlns:a16="http://schemas.microsoft.com/office/drawing/2014/main" id="{E2A63448-01BF-F7A2-4095-E5ABBCC3E0EC}"/>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89" name="Group 188">
                          <a:extLst>
                            <a:ext uri="{FF2B5EF4-FFF2-40B4-BE49-F238E27FC236}">
                              <a16:creationId xmlns:a16="http://schemas.microsoft.com/office/drawing/2014/main" id="{4A707F49-16A4-0C88-EE34-107A4B1EEA5C}"/>
                            </a:ext>
                          </a:extLst>
                        </p:cNvPr>
                        <p:cNvGrpSpPr/>
                        <p:nvPr/>
                      </p:nvGrpSpPr>
                      <p:grpSpPr>
                        <a:xfrm>
                          <a:off x="3701732" y="4724400"/>
                          <a:ext cx="731520" cy="731520"/>
                          <a:chOff x="2970212" y="4724400"/>
                          <a:chExt cx="731520" cy="731520"/>
                        </a:xfrm>
                      </p:grpSpPr>
                      <p:grpSp>
                        <p:nvGrpSpPr>
                          <p:cNvPr id="190" name="Group 189">
                            <a:extLst>
                              <a:ext uri="{FF2B5EF4-FFF2-40B4-BE49-F238E27FC236}">
                                <a16:creationId xmlns:a16="http://schemas.microsoft.com/office/drawing/2014/main" id="{C93437FD-810A-D71F-E7CA-C296E74AF877}"/>
                              </a:ext>
                            </a:extLst>
                          </p:cNvPr>
                          <p:cNvGrpSpPr/>
                          <p:nvPr/>
                        </p:nvGrpSpPr>
                        <p:grpSpPr>
                          <a:xfrm>
                            <a:off x="2970212" y="4724400"/>
                            <a:ext cx="731520" cy="365760"/>
                            <a:chOff x="2970212" y="4724400"/>
                            <a:chExt cx="731520" cy="365760"/>
                          </a:xfrm>
                        </p:grpSpPr>
                        <p:sp>
                          <p:nvSpPr>
                            <p:cNvPr id="193" name="Rectangle 192">
                              <a:extLst>
                                <a:ext uri="{FF2B5EF4-FFF2-40B4-BE49-F238E27FC236}">
                                  <a16:creationId xmlns:a16="http://schemas.microsoft.com/office/drawing/2014/main" id="{16601E4F-752C-67A7-9203-F21ED3F49F2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4" name="Rectangle 193">
                              <a:extLst>
                                <a:ext uri="{FF2B5EF4-FFF2-40B4-BE49-F238E27FC236}">
                                  <a16:creationId xmlns:a16="http://schemas.microsoft.com/office/drawing/2014/main" id="{EFA43D22-31DC-83B0-C0B3-3E8C77A1781D}"/>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91" name="Rectangle 190">
                            <a:extLst>
                              <a:ext uri="{FF2B5EF4-FFF2-40B4-BE49-F238E27FC236}">
                                <a16:creationId xmlns:a16="http://schemas.microsoft.com/office/drawing/2014/main" id="{2F2B9DD5-4336-DEF7-8B49-8150F6272C2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2" name="Rectangle 191">
                            <a:extLst>
                              <a:ext uri="{FF2B5EF4-FFF2-40B4-BE49-F238E27FC236}">
                                <a16:creationId xmlns:a16="http://schemas.microsoft.com/office/drawing/2014/main" id="{B52364F4-A4B9-A06E-9F6F-FC2250A327B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nvGrpSpPr>
                <p:cNvPr id="292" name="Group 291">
                  <a:extLst>
                    <a:ext uri="{FF2B5EF4-FFF2-40B4-BE49-F238E27FC236}">
                      <a16:creationId xmlns:a16="http://schemas.microsoft.com/office/drawing/2014/main" id="{9A6CA6B9-AA75-0505-799F-E25C7B1B8AD0}"/>
                    </a:ext>
                  </a:extLst>
                </p:cNvPr>
                <p:cNvGrpSpPr/>
                <p:nvPr/>
              </p:nvGrpSpPr>
              <p:grpSpPr>
                <a:xfrm>
                  <a:off x="7984172" y="3124200"/>
                  <a:ext cx="2926080" cy="2926080"/>
                  <a:chOff x="2132012" y="3124200"/>
                  <a:chExt cx="2926080" cy="2926080"/>
                </a:xfrm>
              </p:grpSpPr>
              <p:grpSp>
                <p:nvGrpSpPr>
                  <p:cNvPr id="293" name="Group 292">
                    <a:extLst>
                      <a:ext uri="{FF2B5EF4-FFF2-40B4-BE49-F238E27FC236}">
                        <a16:creationId xmlns:a16="http://schemas.microsoft.com/office/drawing/2014/main" id="{BE73FA84-4F6B-A398-FEB9-8BF7CD332373}"/>
                      </a:ext>
                    </a:extLst>
                  </p:cNvPr>
                  <p:cNvGrpSpPr/>
                  <p:nvPr/>
                </p:nvGrpSpPr>
                <p:grpSpPr>
                  <a:xfrm>
                    <a:off x="2132012" y="3124200"/>
                    <a:ext cx="2926080" cy="1463040"/>
                    <a:chOff x="2970212" y="4724400"/>
                    <a:chExt cx="2926080" cy="1463040"/>
                  </a:xfrm>
                </p:grpSpPr>
                <p:grpSp>
                  <p:nvGrpSpPr>
                    <p:cNvPr id="349" name="Group 348">
                      <a:extLst>
                        <a:ext uri="{FF2B5EF4-FFF2-40B4-BE49-F238E27FC236}">
                          <a16:creationId xmlns:a16="http://schemas.microsoft.com/office/drawing/2014/main" id="{5BDCFEAC-65E5-AC9D-FC54-D921B8B50B47}"/>
                        </a:ext>
                      </a:extLst>
                    </p:cNvPr>
                    <p:cNvGrpSpPr/>
                    <p:nvPr/>
                  </p:nvGrpSpPr>
                  <p:grpSpPr>
                    <a:xfrm>
                      <a:off x="2970212" y="4724400"/>
                      <a:ext cx="1463040" cy="1463040"/>
                      <a:chOff x="2970212" y="4724400"/>
                      <a:chExt cx="1463040" cy="1463040"/>
                    </a:xfrm>
                  </p:grpSpPr>
                  <p:grpSp>
                    <p:nvGrpSpPr>
                      <p:cNvPr id="377" name="Group 376">
                        <a:extLst>
                          <a:ext uri="{FF2B5EF4-FFF2-40B4-BE49-F238E27FC236}">
                            <a16:creationId xmlns:a16="http://schemas.microsoft.com/office/drawing/2014/main" id="{B8A4190C-5F72-3BC2-DCDD-A52C26582A76}"/>
                          </a:ext>
                        </a:extLst>
                      </p:cNvPr>
                      <p:cNvGrpSpPr/>
                      <p:nvPr/>
                    </p:nvGrpSpPr>
                    <p:grpSpPr>
                      <a:xfrm>
                        <a:off x="2970212" y="4724400"/>
                        <a:ext cx="1463040" cy="731520"/>
                        <a:chOff x="2970212" y="4724400"/>
                        <a:chExt cx="1463040" cy="731520"/>
                      </a:xfrm>
                    </p:grpSpPr>
                    <p:grpSp>
                      <p:nvGrpSpPr>
                        <p:cNvPr id="391" name="Group 390">
                          <a:extLst>
                            <a:ext uri="{FF2B5EF4-FFF2-40B4-BE49-F238E27FC236}">
                              <a16:creationId xmlns:a16="http://schemas.microsoft.com/office/drawing/2014/main" id="{2DAF74F5-B8ED-4C8C-D3F4-BCA6A6CAB990}"/>
                            </a:ext>
                          </a:extLst>
                        </p:cNvPr>
                        <p:cNvGrpSpPr/>
                        <p:nvPr/>
                      </p:nvGrpSpPr>
                      <p:grpSpPr>
                        <a:xfrm>
                          <a:off x="2970212" y="4724400"/>
                          <a:ext cx="731520" cy="731520"/>
                          <a:chOff x="2970212" y="4724400"/>
                          <a:chExt cx="731520" cy="731520"/>
                        </a:xfrm>
                      </p:grpSpPr>
                      <p:grpSp>
                        <p:nvGrpSpPr>
                          <p:cNvPr id="398" name="Group 397">
                            <a:extLst>
                              <a:ext uri="{FF2B5EF4-FFF2-40B4-BE49-F238E27FC236}">
                                <a16:creationId xmlns:a16="http://schemas.microsoft.com/office/drawing/2014/main" id="{13FF7777-03CD-BE93-EDCE-ADE3B51B783B}"/>
                              </a:ext>
                            </a:extLst>
                          </p:cNvPr>
                          <p:cNvGrpSpPr/>
                          <p:nvPr/>
                        </p:nvGrpSpPr>
                        <p:grpSpPr>
                          <a:xfrm>
                            <a:off x="2970212" y="4724400"/>
                            <a:ext cx="731520" cy="365760"/>
                            <a:chOff x="2970212" y="4724400"/>
                            <a:chExt cx="731520" cy="365760"/>
                          </a:xfrm>
                        </p:grpSpPr>
                        <p:sp>
                          <p:nvSpPr>
                            <p:cNvPr id="401" name="Rectangle 400">
                              <a:extLst>
                                <a:ext uri="{FF2B5EF4-FFF2-40B4-BE49-F238E27FC236}">
                                  <a16:creationId xmlns:a16="http://schemas.microsoft.com/office/drawing/2014/main" id="{F316A1F2-8BAE-6B56-346A-6FC89A018E0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2" name="Rectangle 401">
                              <a:extLst>
                                <a:ext uri="{FF2B5EF4-FFF2-40B4-BE49-F238E27FC236}">
                                  <a16:creationId xmlns:a16="http://schemas.microsoft.com/office/drawing/2014/main" id="{36A571F7-B78E-96BC-6864-5899B4B86FF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99" name="Rectangle 398">
                            <a:extLst>
                              <a:ext uri="{FF2B5EF4-FFF2-40B4-BE49-F238E27FC236}">
                                <a16:creationId xmlns:a16="http://schemas.microsoft.com/office/drawing/2014/main" id="{60505AAF-5D19-BBD8-3F97-4BFC04A395B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0" name="Rectangle 399">
                            <a:extLst>
                              <a:ext uri="{FF2B5EF4-FFF2-40B4-BE49-F238E27FC236}">
                                <a16:creationId xmlns:a16="http://schemas.microsoft.com/office/drawing/2014/main" id="{E0BEE075-9657-665A-829B-B43D45A9890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92" name="Group 391">
                          <a:extLst>
                            <a:ext uri="{FF2B5EF4-FFF2-40B4-BE49-F238E27FC236}">
                              <a16:creationId xmlns:a16="http://schemas.microsoft.com/office/drawing/2014/main" id="{C3D63536-57E3-D868-63B8-0791ACC52D2E}"/>
                            </a:ext>
                          </a:extLst>
                        </p:cNvPr>
                        <p:cNvGrpSpPr/>
                        <p:nvPr/>
                      </p:nvGrpSpPr>
                      <p:grpSpPr>
                        <a:xfrm>
                          <a:off x="3701732" y="4724400"/>
                          <a:ext cx="731520" cy="731520"/>
                          <a:chOff x="2970212" y="4724400"/>
                          <a:chExt cx="731520" cy="731520"/>
                        </a:xfrm>
                      </p:grpSpPr>
                      <p:grpSp>
                        <p:nvGrpSpPr>
                          <p:cNvPr id="393" name="Group 392">
                            <a:extLst>
                              <a:ext uri="{FF2B5EF4-FFF2-40B4-BE49-F238E27FC236}">
                                <a16:creationId xmlns:a16="http://schemas.microsoft.com/office/drawing/2014/main" id="{F822152E-34A9-1241-EA83-2C799FAC253F}"/>
                              </a:ext>
                            </a:extLst>
                          </p:cNvPr>
                          <p:cNvGrpSpPr/>
                          <p:nvPr/>
                        </p:nvGrpSpPr>
                        <p:grpSpPr>
                          <a:xfrm>
                            <a:off x="2970212" y="4724400"/>
                            <a:ext cx="731520" cy="365760"/>
                            <a:chOff x="2970212" y="4724400"/>
                            <a:chExt cx="731520" cy="365760"/>
                          </a:xfrm>
                        </p:grpSpPr>
                        <p:sp>
                          <p:nvSpPr>
                            <p:cNvPr id="396" name="Rectangle 395">
                              <a:extLst>
                                <a:ext uri="{FF2B5EF4-FFF2-40B4-BE49-F238E27FC236}">
                                  <a16:creationId xmlns:a16="http://schemas.microsoft.com/office/drawing/2014/main" id="{2DC70C7C-B482-A82F-281F-8A76FA53D48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7" name="Rectangle 396">
                              <a:extLst>
                                <a:ext uri="{FF2B5EF4-FFF2-40B4-BE49-F238E27FC236}">
                                  <a16:creationId xmlns:a16="http://schemas.microsoft.com/office/drawing/2014/main" id="{AF9CFDD6-53BE-D84F-651A-E1A2AA27155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94" name="Rectangle 393">
                            <a:extLst>
                              <a:ext uri="{FF2B5EF4-FFF2-40B4-BE49-F238E27FC236}">
                                <a16:creationId xmlns:a16="http://schemas.microsoft.com/office/drawing/2014/main" id="{9A4C9636-090F-430B-B70A-CF02D3D2788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5" name="Rectangle 394">
                            <a:extLst>
                              <a:ext uri="{FF2B5EF4-FFF2-40B4-BE49-F238E27FC236}">
                                <a16:creationId xmlns:a16="http://schemas.microsoft.com/office/drawing/2014/main" id="{A0CC7B8E-F661-4EC0-D85F-98828284FD6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78" name="Group 377">
                        <a:extLst>
                          <a:ext uri="{FF2B5EF4-FFF2-40B4-BE49-F238E27FC236}">
                            <a16:creationId xmlns:a16="http://schemas.microsoft.com/office/drawing/2014/main" id="{F4A11FD2-21BA-D543-3022-338CB20E8BE2}"/>
                          </a:ext>
                        </a:extLst>
                      </p:cNvPr>
                      <p:cNvGrpSpPr/>
                      <p:nvPr/>
                    </p:nvGrpSpPr>
                    <p:grpSpPr>
                      <a:xfrm>
                        <a:off x="2970212" y="5455920"/>
                        <a:ext cx="1463040" cy="731520"/>
                        <a:chOff x="2970212" y="4724400"/>
                        <a:chExt cx="1463040" cy="731520"/>
                      </a:xfrm>
                    </p:grpSpPr>
                    <p:grpSp>
                      <p:nvGrpSpPr>
                        <p:cNvPr id="379" name="Group 378">
                          <a:extLst>
                            <a:ext uri="{FF2B5EF4-FFF2-40B4-BE49-F238E27FC236}">
                              <a16:creationId xmlns:a16="http://schemas.microsoft.com/office/drawing/2014/main" id="{BA6EB5DA-66E0-0998-25BD-5287BBE4F5D3}"/>
                            </a:ext>
                          </a:extLst>
                        </p:cNvPr>
                        <p:cNvGrpSpPr/>
                        <p:nvPr/>
                      </p:nvGrpSpPr>
                      <p:grpSpPr>
                        <a:xfrm>
                          <a:off x="2970212" y="4724400"/>
                          <a:ext cx="731520" cy="731520"/>
                          <a:chOff x="2970212" y="4724400"/>
                          <a:chExt cx="731520" cy="731520"/>
                        </a:xfrm>
                      </p:grpSpPr>
                      <p:grpSp>
                        <p:nvGrpSpPr>
                          <p:cNvPr id="386" name="Group 385">
                            <a:extLst>
                              <a:ext uri="{FF2B5EF4-FFF2-40B4-BE49-F238E27FC236}">
                                <a16:creationId xmlns:a16="http://schemas.microsoft.com/office/drawing/2014/main" id="{5D069E1C-B0CB-B7E8-F740-1224A3294B86}"/>
                              </a:ext>
                            </a:extLst>
                          </p:cNvPr>
                          <p:cNvGrpSpPr/>
                          <p:nvPr/>
                        </p:nvGrpSpPr>
                        <p:grpSpPr>
                          <a:xfrm>
                            <a:off x="2970212" y="4724400"/>
                            <a:ext cx="731520" cy="365760"/>
                            <a:chOff x="2970212" y="4724400"/>
                            <a:chExt cx="731520" cy="365760"/>
                          </a:xfrm>
                        </p:grpSpPr>
                        <p:sp>
                          <p:nvSpPr>
                            <p:cNvPr id="389" name="Rectangle 388">
                              <a:extLst>
                                <a:ext uri="{FF2B5EF4-FFF2-40B4-BE49-F238E27FC236}">
                                  <a16:creationId xmlns:a16="http://schemas.microsoft.com/office/drawing/2014/main" id="{6607725D-D756-3920-5FA8-095D78E37AC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0" name="Rectangle 389">
                              <a:extLst>
                                <a:ext uri="{FF2B5EF4-FFF2-40B4-BE49-F238E27FC236}">
                                  <a16:creationId xmlns:a16="http://schemas.microsoft.com/office/drawing/2014/main" id="{9275EBFB-26D0-091F-53C9-30512CD7461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87" name="Rectangle 386">
                            <a:extLst>
                              <a:ext uri="{FF2B5EF4-FFF2-40B4-BE49-F238E27FC236}">
                                <a16:creationId xmlns:a16="http://schemas.microsoft.com/office/drawing/2014/main" id="{560F52C2-B682-86CA-B2F8-4FB5A512B193}"/>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8" name="Rectangle 387">
                            <a:extLst>
                              <a:ext uri="{FF2B5EF4-FFF2-40B4-BE49-F238E27FC236}">
                                <a16:creationId xmlns:a16="http://schemas.microsoft.com/office/drawing/2014/main" id="{C943F446-36F0-27DC-95A4-2EACD181801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80" name="Group 379">
                          <a:extLst>
                            <a:ext uri="{FF2B5EF4-FFF2-40B4-BE49-F238E27FC236}">
                              <a16:creationId xmlns:a16="http://schemas.microsoft.com/office/drawing/2014/main" id="{7D6BCE38-1A21-0331-B86F-377FCDFE9287}"/>
                            </a:ext>
                          </a:extLst>
                        </p:cNvPr>
                        <p:cNvGrpSpPr/>
                        <p:nvPr/>
                      </p:nvGrpSpPr>
                      <p:grpSpPr>
                        <a:xfrm>
                          <a:off x="3701732" y="4724400"/>
                          <a:ext cx="731520" cy="731520"/>
                          <a:chOff x="2970212" y="4724400"/>
                          <a:chExt cx="731520" cy="731520"/>
                        </a:xfrm>
                      </p:grpSpPr>
                      <p:grpSp>
                        <p:nvGrpSpPr>
                          <p:cNvPr id="381" name="Group 380">
                            <a:extLst>
                              <a:ext uri="{FF2B5EF4-FFF2-40B4-BE49-F238E27FC236}">
                                <a16:creationId xmlns:a16="http://schemas.microsoft.com/office/drawing/2014/main" id="{1859EC56-9B41-69AD-6D9B-DB7BBB37E567}"/>
                              </a:ext>
                            </a:extLst>
                          </p:cNvPr>
                          <p:cNvGrpSpPr/>
                          <p:nvPr/>
                        </p:nvGrpSpPr>
                        <p:grpSpPr>
                          <a:xfrm>
                            <a:off x="2970212" y="4724400"/>
                            <a:ext cx="731520" cy="365760"/>
                            <a:chOff x="2970212" y="4724400"/>
                            <a:chExt cx="731520" cy="365760"/>
                          </a:xfrm>
                        </p:grpSpPr>
                        <p:sp>
                          <p:nvSpPr>
                            <p:cNvPr id="384" name="Rectangle 383">
                              <a:extLst>
                                <a:ext uri="{FF2B5EF4-FFF2-40B4-BE49-F238E27FC236}">
                                  <a16:creationId xmlns:a16="http://schemas.microsoft.com/office/drawing/2014/main" id="{5BB634CA-CB51-74D5-9389-6E20167AA89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5" name="Rectangle 384">
                              <a:extLst>
                                <a:ext uri="{FF2B5EF4-FFF2-40B4-BE49-F238E27FC236}">
                                  <a16:creationId xmlns:a16="http://schemas.microsoft.com/office/drawing/2014/main" id="{416B7B37-87B6-651D-3521-BEE2C3587E8F}"/>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82" name="Rectangle 381">
                            <a:extLst>
                              <a:ext uri="{FF2B5EF4-FFF2-40B4-BE49-F238E27FC236}">
                                <a16:creationId xmlns:a16="http://schemas.microsoft.com/office/drawing/2014/main" id="{8E4DB480-2577-37FD-5E5F-7AA80551929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3" name="Rectangle 382">
                            <a:extLst>
                              <a:ext uri="{FF2B5EF4-FFF2-40B4-BE49-F238E27FC236}">
                                <a16:creationId xmlns:a16="http://schemas.microsoft.com/office/drawing/2014/main" id="{E2294DD4-93DB-C6A2-3A77-73802302BCF3}"/>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350" name="Group 349">
                      <a:extLst>
                        <a:ext uri="{FF2B5EF4-FFF2-40B4-BE49-F238E27FC236}">
                          <a16:creationId xmlns:a16="http://schemas.microsoft.com/office/drawing/2014/main" id="{453F4548-23AC-F4DB-F10B-796F61381B20}"/>
                        </a:ext>
                      </a:extLst>
                    </p:cNvPr>
                    <p:cNvGrpSpPr/>
                    <p:nvPr/>
                  </p:nvGrpSpPr>
                  <p:grpSpPr>
                    <a:xfrm>
                      <a:off x="4433252" y="4724400"/>
                      <a:ext cx="1463040" cy="1463040"/>
                      <a:chOff x="2970212" y="4724400"/>
                      <a:chExt cx="1463040" cy="1463040"/>
                    </a:xfrm>
                  </p:grpSpPr>
                  <p:grpSp>
                    <p:nvGrpSpPr>
                      <p:cNvPr id="351" name="Group 350">
                        <a:extLst>
                          <a:ext uri="{FF2B5EF4-FFF2-40B4-BE49-F238E27FC236}">
                            <a16:creationId xmlns:a16="http://schemas.microsoft.com/office/drawing/2014/main" id="{7ACF60A2-B443-8C6F-EE3E-46EC70F2990D}"/>
                          </a:ext>
                        </a:extLst>
                      </p:cNvPr>
                      <p:cNvGrpSpPr/>
                      <p:nvPr/>
                    </p:nvGrpSpPr>
                    <p:grpSpPr>
                      <a:xfrm>
                        <a:off x="2970212" y="4724400"/>
                        <a:ext cx="1463040" cy="731520"/>
                        <a:chOff x="2970212" y="4724400"/>
                        <a:chExt cx="1463040" cy="731520"/>
                      </a:xfrm>
                    </p:grpSpPr>
                    <p:grpSp>
                      <p:nvGrpSpPr>
                        <p:cNvPr id="365" name="Group 364">
                          <a:extLst>
                            <a:ext uri="{FF2B5EF4-FFF2-40B4-BE49-F238E27FC236}">
                              <a16:creationId xmlns:a16="http://schemas.microsoft.com/office/drawing/2014/main" id="{17E3139F-1247-8F81-B35F-02E061C4DAD9}"/>
                            </a:ext>
                          </a:extLst>
                        </p:cNvPr>
                        <p:cNvGrpSpPr/>
                        <p:nvPr/>
                      </p:nvGrpSpPr>
                      <p:grpSpPr>
                        <a:xfrm>
                          <a:off x="2970212" y="4724400"/>
                          <a:ext cx="731520" cy="731520"/>
                          <a:chOff x="2970212" y="4724400"/>
                          <a:chExt cx="731520" cy="731520"/>
                        </a:xfrm>
                      </p:grpSpPr>
                      <p:grpSp>
                        <p:nvGrpSpPr>
                          <p:cNvPr id="372" name="Group 371">
                            <a:extLst>
                              <a:ext uri="{FF2B5EF4-FFF2-40B4-BE49-F238E27FC236}">
                                <a16:creationId xmlns:a16="http://schemas.microsoft.com/office/drawing/2014/main" id="{88E53927-6D2F-7585-98A1-04FD2DC6F5A1}"/>
                              </a:ext>
                            </a:extLst>
                          </p:cNvPr>
                          <p:cNvGrpSpPr/>
                          <p:nvPr/>
                        </p:nvGrpSpPr>
                        <p:grpSpPr>
                          <a:xfrm>
                            <a:off x="2970212" y="4724400"/>
                            <a:ext cx="731520" cy="365760"/>
                            <a:chOff x="2970212" y="4724400"/>
                            <a:chExt cx="731520" cy="365760"/>
                          </a:xfrm>
                        </p:grpSpPr>
                        <p:sp>
                          <p:nvSpPr>
                            <p:cNvPr id="375" name="Rectangle 374">
                              <a:extLst>
                                <a:ext uri="{FF2B5EF4-FFF2-40B4-BE49-F238E27FC236}">
                                  <a16:creationId xmlns:a16="http://schemas.microsoft.com/office/drawing/2014/main" id="{7DC2E484-268E-BD11-63A2-A309CC8FAAFA}"/>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6" name="Rectangle 375">
                              <a:extLst>
                                <a:ext uri="{FF2B5EF4-FFF2-40B4-BE49-F238E27FC236}">
                                  <a16:creationId xmlns:a16="http://schemas.microsoft.com/office/drawing/2014/main" id="{235834B4-4132-5003-FFB6-D6109A87DF8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73" name="Rectangle 372">
                            <a:extLst>
                              <a:ext uri="{FF2B5EF4-FFF2-40B4-BE49-F238E27FC236}">
                                <a16:creationId xmlns:a16="http://schemas.microsoft.com/office/drawing/2014/main" id="{52CEE0EC-F4DE-F72F-5528-C4C7A9764660}"/>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4" name="Rectangle 373">
                            <a:extLst>
                              <a:ext uri="{FF2B5EF4-FFF2-40B4-BE49-F238E27FC236}">
                                <a16:creationId xmlns:a16="http://schemas.microsoft.com/office/drawing/2014/main" id="{F3580D2A-9868-C365-6AC8-0C9BF9D1AE5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66" name="Group 365">
                          <a:extLst>
                            <a:ext uri="{FF2B5EF4-FFF2-40B4-BE49-F238E27FC236}">
                              <a16:creationId xmlns:a16="http://schemas.microsoft.com/office/drawing/2014/main" id="{98275637-279B-BE65-398B-1AA77DD9ED96}"/>
                            </a:ext>
                          </a:extLst>
                        </p:cNvPr>
                        <p:cNvGrpSpPr/>
                        <p:nvPr/>
                      </p:nvGrpSpPr>
                      <p:grpSpPr>
                        <a:xfrm>
                          <a:off x="3701732" y="4724400"/>
                          <a:ext cx="731520" cy="731520"/>
                          <a:chOff x="2970212" y="4724400"/>
                          <a:chExt cx="731520" cy="731520"/>
                        </a:xfrm>
                      </p:grpSpPr>
                      <p:grpSp>
                        <p:nvGrpSpPr>
                          <p:cNvPr id="367" name="Group 366">
                            <a:extLst>
                              <a:ext uri="{FF2B5EF4-FFF2-40B4-BE49-F238E27FC236}">
                                <a16:creationId xmlns:a16="http://schemas.microsoft.com/office/drawing/2014/main" id="{0D8E0C1A-AF3A-642E-A58D-AD40A8AB4D09}"/>
                              </a:ext>
                            </a:extLst>
                          </p:cNvPr>
                          <p:cNvGrpSpPr/>
                          <p:nvPr/>
                        </p:nvGrpSpPr>
                        <p:grpSpPr>
                          <a:xfrm>
                            <a:off x="2970212" y="4724400"/>
                            <a:ext cx="731520" cy="365760"/>
                            <a:chOff x="2970212" y="4724400"/>
                            <a:chExt cx="731520" cy="365760"/>
                          </a:xfrm>
                        </p:grpSpPr>
                        <p:sp>
                          <p:nvSpPr>
                            <p:cNvPr id="370" name="Rectangle 369">
                              <a:extLst>
                                <a:ext uri="{FF2B5EF4-FFF2-40B4-BE49-F238E27FC236}">
                                  <a16:creationId xmlns:a16="http://schemas.microsoft.com/office/drawing/2014/main" id="{BFF05082-E114-63E9-8FE7-4AAF69AD70B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1" name="Rectangle 370">
                              <a:extLst>
                                <a:ext uri="{FF2B5EF4-FFF2-40B4-BE49-F238E27FC236}">
                                  <a16:creationId xmlns:a16="http://schemas.microsoft.com/office/drawing/2014/main" id="{07B88583-F2EF-79A6-03D2-F8644FC0189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68" name="Rectangle 367">
                            <a:extLst>
                              <a:ext uri="{FF2B5EF4-FFF2-40B4-BE49-F238E27FC236}">
                                <a16:creationId xmlns:a16="http://schemas.microsoft.com/office/drawing/2014/main" id="{DE9577D5-D7A0-578F-F831-C1866C6FA1B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9" name="Rectangle 368">
                            <a:extLst>
                              <a:ext uri="{FF2B5EF4-FFF2-40B4-BE49-F238E27FC236}">
                                <a16:creationId xmlns:a16="http://schemas.microsoft.com/office/drawing/2014/main" id="{3AE89D77-6E20-D332-8A1C-3AB80B9E223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52" name="Group 351">
                        <a:extLst>
                          <a:ext uri="{FF2B5EF4-FFF2-40B4-BE49-F238E27FC236}">
                            <a16:creationId xmlns:a16="http://schemas.microsoft.com/office/drawing/2014/main" id="{C6FAB756-3C0B-33CD-7F1F-F0495C5196AB}"/>
                          </a:ext>
                        </a:extLst>
                      </p:cNvPr>
                      <p:cNvGrpSpPr/>
                      <p:nvPr/>
                    </p:nvGrpSpPr>
                    <p:grpSpPr>
                      <a:xfrm>
                        <a:off x="2970212" y="5455920"/>
                        <a:ext cx="1463040" cy="731520"/>
                        <a:chOff x="2970212" y="4724400"/>
                        <a:chExt cx="1463040" cy="731520"/>
                      </a:xfrm>
                    </p:grpSpPr>
                    <p:grpSp>
                      <p:nvGrpSpPr>
                        <p:cNvPr id="353" name="Group 352">
                          <a:extLst>
                            <a:ext uri="{FF2B5EF4-FFF2-40B4-BE49-F238E27FC236}">
                              <a16:creationId xmlns:a16="http://schemas.microsoft.com/office/drawing/2014/main" id="{02A84719-1F98-74E3-82DB-C4B7E2096DDB}"/>
                            </a:ext>
                          </a:extLst>
                        </p:cNvPr>
                        <p:cNvGrpSpPr/>
                        <p:nvPr/>
                      </p:nvGrpSpPr>
                      <p:grpSpPr>
                        <a:xfrm>
                          <a:off x="2970212" y="4724400"/>
                          <a:ext cx="731520" cy="731520"/>
                          <a:chOff x="2970212" y="4724400"/>
                          <a:chExt cx="731520" cy="731520"/>
                        </a:xfrm>
                      </p:grpSpPr>
                      <p:grpSp>
                        <p:nvGrpSpPr>
                          <p:cNvPr id="360" name="Group 359">
                            <a:extLst>
                              <a:ext uri="{FF2B5EF4-FFF2-40B4-BE49-F238E27FC236}">
                                <a16:creationId xmlns:a16="http://schemas.microsoft.com/office/drawing/2014/main" id="{C21AD923-A8C0-8EC9-389F-729BD1EFAAA5}"/>
                              </a:ext>
                            </a:extLst>
                          </p:cNvPr>
                          <p:cNvGrpSpPr/>
                          <p:nvPr/>
                        </p:nvGrpSpPr>
                        <p:grpSpPr>
                          <a:xfrm>
                            <a:off x="2970212" y="4724400"/>
                            <a:ext cx="731520" cy="365760"/>
                            <a:chOff x="2970212" y="4724400"/>
                            <a:chExt cx="731520" cy="365760"/>
                          </a:xfrm>
                        </p:grpSpPr>
                        <p:sp>
                          <p:nvSpPr>
                            <p:cNvPr id="363" name="Rectangle 362">
                              <a:extLst>
                                <a:ext uri="{FF2B5EF4-FFF2-40B4-BE49-F238E27FC236}">
                                  <a16:creationId xmlns:a16="http://schemas.microsoft.com/office/drawing/2014/main" id="{4B964868-AD90-F1A2-79BE-AB54B0275EE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4" name="Rectangle 363">
                              <a:extLst>
                                <a:ext uri="{FF2B5EF4-FFF2-40B4-BE49-F238E27FC236}">
                                  <a16:creationId xmlns:a16="http://schemas.microsoft.com/office/drawing/2014/main" id="{CC9ABC8F-7EBA-53FC-E452-9DFD63819AC4}"/>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61" name="Rectangle 360">
                            <a:extLst>
                              <a:ext uri="{FF2B5EF4-FFF2-40B4-BE49-F238E27FC236}">
                                <a16:creationId xmlns:a16="http://schemas.microsoft.com/office/drawing/2014/main" id="{9AE2B285-E514-6E6A-1A0B-110053E7950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2" name="Rectangle 361">
                            <a:extLst>
                              <a:ext uri="{FF2B5EF4-FFF2-40B4-BE49-F238E27FC236}">
                                <a16:creationId xmlns:a16="http://schemas.microsoft.com/office/drawing/2014/main" id="{5B431E27-5DA0-62CD-4C40-FDA68E264B6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54" name="Group 353">
                          <a:extLst>
                            <a:ext uri="{FF2B5EF4-FFF2-40B4-BE49-F238E27FC236}">
                              <a16:creationId xmlns:a16="http://schemas.microsoft.com/office/drawing/2014/main" id="{0A36CF56-80CA-9082-5040-81CA79E367D1}"/>
                            </a:ext>
                          </a:extLst>
                        </p:cNvPr>
                        <p:cNvGrpSpPr/>
                        <p:nvPr/>
                      </p:nvGrpSpPr>
                      <p:grpSpPr>
                        <a:xfrm>
                          <a:off x="3701732" y="4724400"/>
                          <a:ext cx="731520" cy="731520"/>
                          <a:chOff x="2970212" y="4724400"/>
                          <a:chExt cx="731520" cy="731520"/>
                        </a:xfrm>
                      </p:grpSpPr>
                      <p:grpSp>
                        <p:nvGrpSpPr>
                          <p:cNvPr id="355" name="Group 354">
                            <a:extLst>
                              <a:ext uri="{FF2B5EF4-FFF2-40B4-BE49-F238E27FC236}">
                                <a16:creationId xmlns:a16="http://schemas.microsoft.com/office/drawing/2014/main" id="{FDE87C27-78E5-F363-BBD1-26D2D62C7146}"/>
                              </a:ext>
                            </a:extLst>
                          </p:cNvPr>
                          <p:cNvGrpSpPr/>
                          <p:nvPr/>
                        </p:nvGrpSpPr>
                        <p:grpSpPr>
                          <a:xfrm>
                            <a:off x="2970212" y="4724400"/>
                            <a:ext cx="731520" cy="365760"/>
                            <a:chOff x="2970212" y="4724400"/>
                            <a:chExt cx="731520" cy="365760"/>
                          </a:xfrm>
                        </p:grpSpPr>
                        <p:sp>
                          <p:nvSpPr>
                            <p:cNvPr id="358" name="Rectangle 357">
                              <a:extLst>
                                <a:ext uri="{FF2B5EF4-FFF2-40B4-BE49-F238E27FC236}">
                                  <a16:creationId xmlns:a16="http://schemas.microsoft.com/office/drawing/2014/main" id="{69A22D26-EBFA-567F-D5F6-C330536859B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9" name="Rectangle 358">
                              <a:extLst>
                                <a:ext uri="{FF2B5EF4-FFF2-40B4-BE49-F238E27FC236}">
                                  <a16:creationId xmlns:a16="http://schemas.microsoft.com/office/drawing/2014/main" id="{34316F32-3A27-5E17-F713-4EC9085168E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56" name="Rectangle 355">
                            <a:extLst>
                              <a:ext uri="{FF2B5EF4-FFF2-40B4-BE49-F238E27FC236}">
                                <a16:creationId xmlns:a16="http://schemas.microsoft.com/office/drawing/2014/main" id="{FE2C0F78-456E-0051-D42D-86A0B1A2255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7" name="Rectangle 356">
                            <a:extLst>
                              <a:ext uri="{FF2B5EF4-FFF2-40B4-BE49-F238E27FC236}">
                                <a16:creationId xmlns:a16="http://schemas.microsoft.com/office/drawing/2014/main" id="{C22C50E3-881B-86FA-2F2B-0D98B3F7250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294" name="Group 293">
                    <a:extLst>
                      <a:ext uri="{FF2B5EF4-FFF2-40B4-BE49-F238E27FC236}">
                        <a16:creationId xmlns:a16="http://schemas.microsoft.com/office/drawing/2014/main" id="{5451AC70-07A6-B65D-B13C-E69A7F9742E3}"/>
                      </a:ext>
                    </a:extLst>
                  </p:cNvPr>
                  <p:cNvGrpSpPr/>
                  <p:nvPr/>
                </p:nvGrpSpPr>
                <p:grpSpPr>
                  <a:xfrm>
                    <a:off x="2132012" y="4587240"/>
                    <a:ext cx="2926080" cy="1463040"/>
                    <a:chOff x="2970212" y="4724400"/>
                    <a:chExt cx="2926080" cy="1463040"/>
                  </a:xfrm>
                </p:grpSpPr>
                <p:grpSp>
                  <p:nvGrpSpPr>
                    <p:cNvPr id="295" name="Group 294">
                      <a:extLst>
                        <a:ext uri="{FF2B5EF4-FFF2-40B4-BE49-F238E27FC236}">
                          <a16:creationId xmlns:a16="http://schemas.microsoft.com/office/drawing/2014/main" id="{06173395-B9A0-3C95-FFF3-F148C19A8B25}"/>
                        </a:ext>
                      </a:extLst>
                    </p:cNvPr>
                    <p:cNvGrpSpPr/>
                    <p:nvPr/>
                  </p:nvGrpSpPr>
                  <p:grpSpPr>
                    <a:xfrm>
                      <a:off x="2970212" y="4724400"/>
                      <a:ext cx="1463040" cy="1463040"/>
                      <a:chOff x="2970212" y="4724400"/>
                      <a:chExt cx="1463040" cy="1463040"/>
                    </a:xfrm>
                  </p:grpSpPr>
                  <p:grpSp>
                    <p:nvGrpSpPr>
                      <p:cNvPr id="323" name="Group 322">
                        <a:extLst>
                          <a:ext uri="{FF2B5EF4-FFF2-40B4-BE49-F238E27FC236}">
                            <a16:creationId xmlns:a16="http://schemas.microsoft.com/office/drawing/2014/main" id="{2455AEB1-56BC-CEBC-665B-2614B79DE65C}"/>
                          </a:ext>
                        </a:extLst>
                      </p:cNvPr>
                      <p:cNvGrpSpPr/>
                      <p:nvPr/>
                    </p:nvGrpSpPr>
                    <p:grpSpPr>
                      <a:xfrm>
                        <a:off x="2970212" y="4724400"/>
                        <a:ext cx="1463040" cy="731520"/>
                        <a:chOff x="2970212" y="4724400"/>
                        <a:chExt cx="1463040" cy="731520"/>
                      </a:xfrm>
                    </p:grpSpPr>
                    <p:grpSp>
                      <p:nvGrpSpPr>
                        <p:cNvPr id="337" name="Group 336">
                          <a:extLst>
                            <a:ext uri="{FF2B5EF4-FFF2-40B4-BE49-F238E27FC236}">
                              <a16:creationId xmlns:a16="http://schemas.microsoft.com/office/drawing/2014/main" id="{2701E8B9-D83E-E01A-23A7-AAC933CFCCB1}"/>
                            </a:ext>
                          </a:extLst>
                        </p:cNvPr>
                        <p:cNvGrpSpPr/>
                        <p:nvPr/>
                      </p:nvGrpSpPr>
                      <p:grpSpPr>
                        <a:xfrm>
                          <a:off x="2970212" y="4724400"/>
                          <a:ext cx="731520" cy="731520"/>
                          <a:chOff x="2970212" y="4724400"/>
                          <a:chExt cx="731520" cy="731520"/>
                        </a:xfrm>
                      </p:grpSpPr>
                      <p:grpSp>
                        <p:nvGrpSpPr>
                          <p:cNvPr id="344" name="Group 343">
                            <a:extLst>
                              <a:ext uri="{FF2B5EF4-FFF2-40B4-BE49-F238E27FC236}">
                                <a16:creationId xmlns:a16="http://schemas.microsoft.com/office/drawing/2014/main" id="{5458F26F-F6A9-690D-1DD5-AEBF39CA03A9}"/>
                              </a:ext>
                            </a:extLst>
                          </p:cNvPr>
                          <p:cNvGrpSpPr/>
                          <p:nvPr/>
                        </p:nvGrpSpPr>
                        <p:grpSpPr>
                          <a:xfrm>
                            <a:off x="2970212" y="4724400"/>
                            <a:ext cx="731520" cy="365760"/>
                            <a:chOff x="2970212" y="4724400"/>
                            <a:chExt cx="731520" cy="365760"/>
                          </a:xfrm>
                        </p:grpSpPr>
                        <p:sp>
                          <p:nvSpPr>
                            <p:cNvPr id="347" name="Rectangle 346">
                              <a:extLst>
                                <a:ext uri="{FF2B5EF4-FFF2-40B4-BE49-F238E27FC236}">
                                  <a16:creationId xmlns:a16="http://schemas.microsoft.com/office/drawing/2014/main" id="{EB02430E-D1ED-67E1-8F5A-65020847896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8" name="Rectangle 347">
                              <a:extLst>
                                <a:ext uri="{FF2B5EF4-FFF2-40B4-BE49-F238E27FC236}">
                                  <a16:creationId xmlns:a16="http://schemas.microsoft.com/office/drawing/2014/main" id="{F6D154C0-AC3C-9F20-02B3-D7F4D91F630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45" name="Rectangle 344">
                            <a:extLst>
                              <a:ext uri="{FF2B5EF4-FFF2-40B4-BE49-F238E27FC236}">
                                <a16:creationId xmlns:a16="http://schemas.microsoft.com/office/drawing/2014/main" id="{0B70A6CC-4B35-0AA0-E8C9-EB22FF46F89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6" name="Rectangle 345">
                            <a:extLst>
                              <a:ext uri="{FF2B5EF4-FFF2-40B4-BE49-F238E27FC236}">
                                <a16:creationId xmlns:a16="http://schemas.microsoft.com/office/drawing/2014/main" id="{756B6BF9-D4BB-D4C2-7F11-CED8E5FF50B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38" name="Group 337">
                          <a:extLst>
                            <a:ext uri="{FF2B5EF4-FFF2-40B4-BE49-F238E27FC236}">
                              <a16:creationId xmlns:a16="http://schemas.microsoft.com/office/drawing/2014/main" id="{1D9A6073-B6CA-B769-1D4E-28A35F9B428C}"/>
                            </a:ext>
                          </a:extLst>
                        </p:cNvPr>
                        <p:cNvGrpSpPr/>
                        <p:nvPr/>
                      </p:nvGrpSpPr>
                      <p:grpSpPr>
                        <a:xfrm>
                          <a:off x="3701732" y="4724400"/>
                          <a:ext cx="731520" cy="731520"/>
                          <a:chOff x="2970212" y="4724400"/>
                          <a:chExt cx="731520" cy="731520"/>
                        </a:xfrm>
                      </p:grpSpPr>
                      <p:grpSp>
                        <p:nvGrpSpPr>
                          <p:cNvPr id="339" name="Group 338">
                            <a:extLst>
                              <a:ext uri="{FF2B5EF4-FFF2-40B4-BE49-F238E27FC236}">
                                <a16:creationId xmlns:a16="http://schemas.microsoft.com/office/drawing/2014/main" id="{A4466672-A05A-3222-6E18-B5BA17A2AA49}"/>
                              </a:ext>
                            </a:extLst>
                          </p:cNvPr>
                          <p:cNvGrpSpPr/>
                          <p:nvPr/>
                        </p:nvGrpSpPr>
                        <p:grpSpPr>
                          <a:xfrm>
                            <a:off x="2970212" y="4724400"/>
                            <a:ext cx="731520" cy="365760"/>
                            <a:chOff x="2970212" y="4724400"/>
                            <a:chExt cx="731520" cy="365760"/>
                          </a:xfrm>
                        </p:grpSpPr>
                        <p:sp>
                          <p:nvSpPr>
                            <p:cNvPr id="342" name="Rectangle 341">
                              <a:extLst>
                                <a:ext uri="{FF2B5EF4-FFF2-40B4-BE49-F238E27FC236}">
                                  <a16:creationId xmlns:a16="http://schemas.microsoft.com/office/drawing/2014/main" id="{A6501194-9B2A-E124-7C59-A6FE53CAD23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3" name="Rectangle 342">
                              <a:extLst>
                                <a:ext uri="{FF2B5EF4-FFF2-40B4-BE49-F238E27FC236}">
                                  <a16:creationId xmlns:a16="http://schemas.microsoft.com/office/drawing/2014/main" id="{CFB1315C-90B4-99BC-BF07-2BFCCA3BC28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40" name="Rectangle 339">
                            <a:extLst>
                              <a:ext uri="{FF2B5EF4-FFF2-40B4-BE49-F238E27FC236}">
                                <a16:creationId xmlns:a16="http://schemas.microsoft.com/office/drawing/2014/main" id="{85516523-061D-EA21-8320-01804C9E638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1" name="Rectangle 340">
                            <a:extLst>
                              <a:ext uri="{FF2B5EF4-FFF2-40B4-BE49-F238E27FC236}">
                                <a16:creationId xmlns:a16="http://schemas.microsoft.com/office/drawing/2014/main" id="{D320154C-8C11-B490-91F5-2D081A1260C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24" name="Group 323">
                        <a:extLst>
                          <a:ext uri="{FF2B5EF4-FFF2-40B4-BE49-F238E27FC236}">
                            <a16:creationId xmlns:a16="http://schemas.microsoft.com/office/drawing/2014/main" id="{A9D98002-DBBB-A9BC-4B62-9C7B8B1FB5A3}"/>
                          </a:ext>
                        </a:extLst>
                      </p:cNvPr>
                      <p:cNvGrpSpPr/>
                      <p:nvPr/>
                    </p:nvGrpSpPr>
                    <p:grpSpPr>
                      <a:xfrm>
                        <a:off x="2970212" y="5455920"/>
                        <a:ext cx="1463040" cy="731520"/>
                        <a:chOff x="2970212" y="4724400"/>
                        <a:chExt cx="1463040" cy="731520"/>
                      </a:xfrm>
                    </p:grpSpPr>
                    <p:grpSp>
                      <p:nvGrpSpPr>
                        <p:cNvPr id="325" name="Group 324">
                          <a:extLst>
                            <a:ext uri="{FF2B5EF4-FFF2-40B4-BE49-F238E27FC236}">
                              <a16:creationId xmlns:a16="http://schemas.microsoft.com/office/drawing/2014/main" id="{BDD5C11D-2433-684C-553A-3E7DBDFA009B}"/>
                            </a:ext>
                          </a:extLst>
                        </p:cNvPr>
                        <p:cNvGrpSpPr/>
                        <p:nvPr/>
                      </p:nvGrpSpPr>
                      <p:grpSpPr>
                        <a:xfrm>
                          <a:off x="2970212" y="4724400"/>
                          <a:ext cx="731520" cy="731520"/>
                          <a:chOff x="2970212" y="4724400"/>
                          <a:chExt cx="731520" cy="731520"/>
                        </a:xfrm>
                      </p:grpSpPr>
                      <p:grpSp>
                        <p:nvGrpSpPr>
                          <p:cNvPr id="332" name="Group 331">
                            <a:extLst>
                              <a:ext uri="{FF2B5EF4-FFF2-40B4-BE49-F238E27FC236}">
                                <a16:creationId xmlns:a16="http://schemas.microsoft.com/office/drawing/2014/main" id="{FFB74A87-85CA-1E84-8D44-1250D1051DF8}"/>
                              </a:ext>
                            </a:extLst>
                          </p:cNvPr>
                          <p:cNvGrpSpPr/>
                          <p:nvPr/>
                        </p:nvGrpSpPr>
                        <p:grpSpPr>
                          <a:xfrm>
                            <a:off x="2970212" y="4724400"/>
                            <a:ext cx="731520" cy="365760"/>
                            <a:chOff x="2970212" y="4724400"/>
                            <a:chExt cx="731520" cy="365760"/>
                          </a:xfrm>
                        </p:grpSpPr>
                        <p:sp>
                          <p:nvSpPr>
                            <p:cNvPr id="335" name="Rectangle 334">
                              <a:extLst>
                                <a:ext uri="{FF2B5EF4-FFF2-40B4-BE49-F238E27FC236}">
                                  <a16:creationId xmlns:a16="http://schemas.microsoft.com/office/drawing/2014/main" id="{8BA4ACA3-FAFF-A371-9DB4-0DA8D29A274D}"/>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6" name="Rectangle 335">
                              <a:extLst>
                                <a:ext uri="{FF2B5EF4-FFF2-40B4-BE49-F238E27FC236}">
                                  <a16:creationId xmlns:a16="http://schemas.microsoft.com/office/drawing/2014/main" id="{311E5514-BEB1-7E94-3DDE-01345309A2F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33" name="Rectangle 332">
                            <a:extLst>
                              <a:ext uri="{FF2B5EF4-FFF2-40B4-BE49-F238E27FC236}">
                                <a16:creationId xmlns:a16="http://schemas.microsoft.com/office/drawing/2014/main" id="{46B6A354-D0F9-EE61-98F1-877D769A536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4" name="Rectangle 333">
                            <a:extLst>
                              <a:ext uri="{FF2B5EF4-FFF2-40B4-BE49-F238E27FC236}">
                                <a16:creationId xmlns:a16="http://schemas.microsoft.com/office/drawing/2014/main" id="{268BAD6F-0701-3DDE-52C5-D681153CD02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26" name="Group 325">
                          <a:extLst>
                            <a:ext uri="{FF2B5EF4-FFF2-40B4-BE49-F238E27FC236}">
                              <a16:creationId xmlns:a16="http://schemas.microsoft.com/office/drawing/2014/main" id="{4278590D-3427-D9F7-7BD3-AE8A551498BD}"/>
                            </a:ext>
                          </a:extLst>
                        </p:cNvPr>
                        <p:cNvGrpSpPr/>
                        <p:nvPr/>
                      </p:nvGrpSpPr>
                      <p:grpSpPr>
                        <a:xfrm>
                          <a:off x="3701732" y="4724400"/>
                          <a:ext cx="731520" cy="731520"/>
                          <a:chOff x="2970212" y="4724400"/>
                          <a:chExt cx="731520" cy="731520"/>
                        </a:xfrm>
                      </p:grpSpPr>
                      <p:grpSp>
                        <p:nvGrpSpPr>
                          <p:cNvPr id="327" name="Group 326">
                            <a:extLst>
                              <a:ext uri="{FF2B5EF4-FFF2-40B4-BE49-F238E27FC236}">
                                <a16:creationId xmlns:a16="http://schemas.microsoft.com/office/drawing/2014/main" id="{3B46B4A4-B20E-27E5-B2CE-DE8869109430}"/>
                              </a:ext>
                            </a:extLst>
                          </p:cNvPr>
                          <p:cNvGrpSpPr/>
                          <p:nvPr/>
                        </p:nvGrpSpPr>
                        <p:grpSpPr>
                          <a:xfrm>
                            <a:off x="2970212" y="4724400"/>
                            <a:ext cx="731520" cy="365760"/>
                            <a:chOff x="2970212" y="4724400"/>
                            <a:chExt cx="731520" cy="365760"/>
                          </a:xfrm>
                        </p:grpSpPr>
                        <p:sp>
                          <p:nvSpPr>
                            <p:cNvPr id="330" name="Rectangle 329">
                              <a:extLst>
                                <a:ext uri="{FF2B5EF4-FFF2-40B4-BE49-F238E27FC236}">
                                  <a16:creationId xmlns:a16="http://schemas.microsoft.com/office/drawing/2014/main" id="{3AB71A41-CFBE-DBC6-D0F3-9EB306DCBC6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1" name="Rectangle 330">
                              <a:extLst>
                                <a:ext uri="{FF2B5EF4-FFF2-40B4-BE49-F238E27FC236}">
                                  <a16:creationId xmlns:a16="http://schemas.microsoft.com/office/drawing/2014/main" id="{BF6689A3-CB33-1991-0E03-707B5BD0AEF3}"/>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28" name="Rectangle 327">
                            <a:extLst>
                              <a:ext uri="{FF2B5EF4-FFF2-40B4-BE49-F238E27FC236}">
                                <a16:creationId xmlns:a16="http://schemas.microsoft.com/office/drawing/2014/main" id="{9529BED3-2D6D-60FB-A624-4C87047B1D1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9" name="Rectangle 328">
                            <a:extLst>
                              <a:ext uri="{FF2B5EF4-FFF2-40B4-BE49-F238E27FC236}">
                                <a16:creationId xmlns:a16="http://schemas.microsoft.com/office/drawing/2014/main" id="{C41BA0B4-1B84-E2E5-13DA-BE2D7F997751}"/>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296" name="Group 295">
                      <a:extLst>
                        <a:ext uri="{FF2B5EF4-FFF2-40B4-BE49-F238E27FC236}">
                          <a16:creationId xmlns:a16="http://schemas.microsoft.com/office/drawing/2014/main" id="{DEEB281F-6698-9259-3FBF-C6B8E3AB9938}"/>
                        </a:ext>
                      </a:extLst>
                    </p:cNvPr>
                    <p:cNvGrpSpPr/>
                    <p:nvPr/>
                  </p:nvGrpSpPr>
                  <p:grpSpPr>
                    <a:xfrm>
                      <a:off x="4433252" y="4724400"/>
                      <a:ext cx="1463040" cy="1463040"/>
                      <a:chOff x="2970212" y="4724400"/>
                      <a:chExt cx="1463040" cy="1463040"/>
                    </a:xfrm>
                  </p:grpSpPr>
                  <p:grpSp>
                    <p:nvGrpSpPr>
                      <p:cNvPr id="297" name="Group 296">
                        <a:extLst>
                          <a:ext uri="{FF2B5EF4-FFF2-40B4-BE49-F238E27FC236}">
                            <a16:creationId xmlns:a16="http://schemas.microsoft.com/office/drawing/2014/main" id="{1411D1E4-12C1-D189-77B9-10103FF5A610}"/>
                          </a:ext>
                        </a:extLst>
                      </p:cNvPr>
                      <p:cNvGrpSpPr/>
                      <p:nvPr/>
                    </p:nvGrpSpPr>
                    <p:grpSpPr>
                      <a:xfrm>
                        <a:off x="2970212" y="4724400"/>
                        <a:ext cx="1463040" cy="731520"/>
                        <a:chOff x="2970212" y="4724400"/>
                        <a:chExt cx="1463040" cy="731520"/>
                      </a:xfrm>
                    </p:grpSpPr>
                    <p:grpSp>
                      <p:nvGrpSpPr>
                        <p:cNvPr id="311" name="Group 310">
                          <a:extLst>
                            <a:ext uri="{FF2B5EF4-FFF2-40B4-BE49-F238E27FC236}">
                              <a16:creationId xmlns:a16="http://schemas.microsoft.com/office/drawing/2014/main" id="{BD770330-CF11-5128-C663-F757922E8482}"/>
                            </a:ext>
                          </a:extLst>
                        </p:cNvPr>
                        <p:cNvGrpSpPr/>
                        <p:nvPr/>
                      </p:nvGrpSpPr>
                      <p:grpSpPr>
                        <a:xfrm>
                          <a:off x="2970212" y="4724400"/>
                          <a:ext cx="731520" cy="731520"/>
                          <a:chOff x="2970212" y="4724400"/>
                          <a:chExt cx="731520" cy="731520"/>
                        </a:xfrm>
                      </p:grpSpPr>
                      <p:grpSp>
                        <p:nvGrpSpPr>
                          <p:cNvPr id="318" name="Group 317">
                            <a:extLst>
                              <a:ext uri="{FF2B5EF4-FFF2-40B4-BE49-F238E27FC236}">
                                <a16:creationId xmlns:a16="http://schemas.microsoft.com/office/drawing/2014/main" id="{1C3E6BFB-DCBF-FECB-1336-B1B1C4270490}"/>
                              </a:ext>
                            </a:extLst>
                          </p:cNvPr>
                          <p:cNvGrpSpPr/>
                          <p:nvPr/>
                        </p:nvGrpSpPr>
                        <p:grpSpPr>
                          <a:xfrm>
                            <a:off x="2970212" y="4724400"/>
                            <a:ext cx="731520" cy="365760"/>
                            <a:chOff x="2970212" y="4724400"/>
                            <a:chExt cx="731520" cy="365760"/>
                          </a:xfrm>
                        </p:grpSpPr>
                        <p:sp>
                          <p:nvSpPr>
                            <p:cNvPr id="321" name="Rectangle 320">
                              <a:extLst>
                                <a:ext uri="{FF2B5EF4-FFF2-40B4-BE49-F238E27FC236}">
                                  <a16:creationId xmlns:a16="http://schemas.microsoft.com/office/drawing/2014/main" id="{681E0BC1-D5B1-5DF4-C193-AC8EB532F39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2" name="Rectangle 321">
                              <a:extLst>
                                <a:ext uri="{FF2B5EF4-FFF2-40B4-BE49-F238E27FC236}">
                                  <a16:creationId xmlns:a16="http://schemas.microsoft.com/office/drawing/2014/main" id="{82F0BD83-AB5D-3A34-C4A5-E25F7EC0ED8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19" name="Rectangle 318">
                            <a:extLst>
                              <a:ext uri="{FF2B5EF4-FFF2-40B4-BE49-F238E27FC236}">
                                <a16:creationId xmlns:a16="http://schemas.microsoft.com/office/drawing/2014/main" id="{475EF8B7-6E21-716B-C1E8-1ACDDA05E13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0" name="Rectangle 319">
                            <a:extLst>
                              <a:ext uri="{FF2B5EF4-FFF2-40B4-BE49-F238E27FC236}">
                                <a16:creationId xmlns:a16="http://schemas.microsoft.com/office/drawing/2014/main" id="{0E20E345-1670-F19D-5806-65F8321E7C87}"/>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12" name="Group 311">
                          <a:extLst>
                            <a:ext uri="{FF2B5EF4-FFF2-40B4-BE49-F238E27FC236}">
                              <a16:creationId xmlns:a16="http://schemas.microsoft.com/office/drawing/2014/main" id="{EEBEB632-2CB1-A8BA-C6E1-A637CE50A8DE}"/>
                            </a:ext>
                          </a:extLst>
                        </p:cNvPr>
                        <p:cNvGrpSpPr/>
                        <p:nvPr/>
                      </p:nvGrpSpPr>
                      <p:grpSpPr>
                        <a:xfrm>
                          <a:off x="3701732" y="4724400"/>
                          <a:ext cx="731520" cy="731520"/>
                          <a:chOff x="2970212" y="4724400"/>
                          <a:chExt cx="731520" cy="731520"/>
                        </a:xfrm>
                      </p:grpSpPr>
                      <p:grpSp>
                        <p:nvGrpSpPr>
                          <p:cNvPr id="313" name="Group 312">
                            <a:extLst>
                              <a:ext uri="{FF2B5EF4-FFF2-40B4-BE49-F238E27FC236}">
                                <a16:creationId xmlns:a16="http://schemas.microsoft.com/office/drawing/2014/main" id="{D2C33FBF-5DA0-AD99-B0FB-5859312EAFA3}"/>
                              </a:ext>
                            </a:extLst>
                          </p:cNvPr>
                          <p:cNvGrpSpPr/>
                          <p:nvPr/>
                        </p:nvGrpSpPr>
                        <p:grpSpPr>
                          <a:xfrm>
                            <a:off x="2970212" y="4724400"/>
                            <a:ext cx="731520" cy="365760"/>
                            <a:chOff x="2970212" y="4724400"/>
                            <a:chExt cx="731520" cy="365760"/>
                          </a:xfrm>
                        </p:grpSpPr>
                        <p:sp>
                          <p:nvSpPr>
                            <p:cNvPr id="316" name="Rectangle 315">
                              <a:extLst>
                                <a:ext uri="{FF2B5EF4-FFF2-40B4-BE49-F238E27FC236}">
                                  <a16:creationId xmlns:a16="http://schemas.microsoft.com/office/drawing/2014/main" id="{A4C11039-B6BB-1D78-973D-30C3F2F4853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7" name="Rectangle 316">
                              <a:extLst>
                                <a:ext uri="{FF2B5EF4-FFF2-40B4-BE49-F238E27FC236}">
                                  <a16:creationId xmlns:a16="http://schemas.microsoft.com/office/drawing/2014/main" id="{E0569F04-CC95-6A4E-6930-2BDF71D1F99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14" name="Rectangle 313">
                            <a:extLst>
                              <a:ext uri="{FF2B5EF4-FFF2-40B4-BE49-F238E27FC236}">
                                <a16:creationId xmlns:a16="http://schemas.microsoft.com/office/drawing/2014/main" id="{6DF28B24-88D1-5ED1-A381-77BCF4D9708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5" name="Rectangle 314">
                            <a:extLst>
                              <a:ext uri="{FF2B5EF4-FFF2-40B4-BE49-F238E27FC236}">
                                <a16:creationId xmlns:a16="http://schemas.microsoft.com/office/drawing/2014/main" id="{0C132725-FB26-40D1-4363-2D60DCC47A62}"/>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98" name="Group 297">
                        <a:extLst>
                          <a:ext uri="{FF2B5EF4-FFF2-40B4-BE49-F238E27FC236}">
                            <a16:creationId xmlns:a16="http://schemas.microsoft.com/office/drawing/2014/main" id="{48264E53-F1DA-9973-CEF8-DE33263BBE0F}"/>
                          </a:ext>
                        </a:extLst>
                      </p:cNvPr>
                      <p:cNvGrpSpPr/>
                      <p:nvPr/>
                    </p:nvGrpSpPr>
                    <p:grpSpPr>
                      <a:xfrm>
                        <a:off x="2970212" y="5455920"/>
                        <a:ext cx="1463040" cy="731520"/>
                        <a:chOff x="2970212" y="4724400"/>
                        <a:chExt cx="1463040" cy="731520"/>
                      </a:xfrm>
                    </p:grpSpPr>
                    <p:grpSp>
                      <p:nvGrpSpPr>
                        <p:cNvPr id="299" name="Group 298">
                          <a:extLst>
                            <a:ext uri="{FF2B5EF4-FFF2-40B4-BE49-F238E27FC236}">
                              <a16:creationId xmlns:a16="http://schemas.microsoft.com/office/drawing/2014/main" id="{ED41ABCF-792A-862A-5726-5A7B9F5F6E64}"/>
                            </a:ext>
                          </a:extLst>
                        </p:cNvPr>
                        <p:cNvGrpSpPr/>
                        <p:nvPr/>
                      </p:nvGrpSpPr>
                      <p:grpSpPr>
                        <a:xfrm>
                          <a:off x="2970212" y="4724400"/>
                          <a:ext cx="731520" cy="731520"/>
                          <a:chOff x="2970212" y="4724400"/>
                          <a:chExt cx="731520" cy="731520"/>
                        </a:xfrm>
                      </p:grpSpPr>
                      <p:grpSp>
                        <p:nvGrpSpPr>
                          <p:cNvPr id="306" name="Group 305">
                            <a:extLst>
                              <a:ext uri="{FF2B5EF4-FFF2-40B4-BE49-F238E27FC236}">
                                <a16:creationId xmlns:a16="http://schemas.microsoft.com/office/drawing/2014/main" id="{1AD52840-8332-36FC-0F0E-1597509FF1B6}"/>
                              </a:ext>
                            </a:extLst>
                          </p:cNvPr>
                          <p:cNvGrpSpPr/>
                          <p:nvPr/>
                        </p:nvGrpSpPr>
                        <p:grpSpPr>
                          <a:xfrm>
                            <a:off x="2970212" y="4724400"/>
                            <a:ext cx="731520" cy="365760"/>
                            <a:chOff x="2970212" y="4724400"/>
                            <a:chExt cx="731520" cy="365760"/>
                          </a:xfrm>
                        </p:grpSpPr>
                        <p:sp>
                          <p:nvSpPr>
                            <p:cNvPr id="309" name="Rectangle 308">
                              <a:extLst>
                                <a:ext uri="{FF2B5EF4-FFF2-40B4-BE49-F238E27FC236}">
                                  <a16:creationId xmlns:a16="http://schemas.microsoft.com/office/drawing/2014/main" id="{14D55F2C-4E81-96B4-6F55-6E311A5189B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0" name="Rectangle 309">
                              <a:extLst>
                                <a:ext uri="{FF2B5EF4-FFF2-40B4-BE49-F238E27FC236}">
                                  <a16:creationId xmlns:a16="http://schemas.microsoft.com/office/drawing/2014/main" id="{01F9F6C4-FC46-E227-3944-4CBDA809535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07" name="Rectangle 306">
                            <a:extLst>
                              <a:ext uri="{FF2B5EF4-FFF2-40B4-BE49-F238E27FC236}">
                                <a16:creationId xmlns:a16="http://schemas.microsoft.com/office/drawing/2014/main" id="{854F6AF1-7E81-B774-95AA-C5ECEDAF9DC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8" name="Rectangle 307">
                            <a:extLst>
                              <a:ext uri="{FF2B5EF4-FFF2-40B4-BE49-F238E27FC236}">
                                <a16:creationId xmlns:a16="http://schemas.microsoft.com/office/drawing/2014/main" id="{1F63942F-61D2-DB9C-F0DD-087CF5B56F2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00" name="Group 299">
                          <a:extLst>
                            <a:ext uri="{FF2B5EF4-FFF2-40B4-BE49-F238E27FC236}">
                              <a16:creationId xmlns:a16="http://schemas.microsoft.com/office/drawing/2014/main" id="{4CFE56AF-B608-3A45-E5A6-E401BC7EB744}"/>
                            </a:ext>
                          </a:extLst>
                        </p:cNvPr>
                        <p:cNvGrpSpPr/>
                        <p:nvPr/>
                      </p:nvGrpSpPr>
                      <p:grpSpPr>
                        <a:xfrm>
                          <a:off x="3701732" y="4724400"/>
                          <a:ext cx="731520" cy="731520"/>
                          <a:chOff x="2970212" y="4724400"/>
                          <a:chExt cx="731520" cy="731520"/>
                        </a:xfrm>
                      </p:grpSpPr>
                      <p:grpSp>
                        <p:nvGrpSpPr>
                          <p:cNvPr id="301" name="Group 300">
                            <a:extLst>
                              <a:ext uri="{FF2B5EF4-FFF2-40B4-BE49-F238E27FC236}">
                                <a16:creationId xmlns:a16="http://schemas.microsoft.com/office/drawing/2014/main" id="{DB8E16CF-635D-B96E-5C5B-92F10C826203}"/>
                              </a:ext>
                            </a:extLst>
                          </p:cNvPr>
                          <p:cNvGrpSpPr/>
                          <p:nvPr/>
                        </p:nvGrpSpPr>
                        <p:grpSpPr>
                          <a:xfrm>
                            <a:off x="2970212" y="4724400"/>
                            <a:ext cx="731520" cy="365760"/>
                            <a:chOff x="2970212" y="4724400"/>
                            <a:chExt cx="731520" cy="365760"/>
                          </a:xfrm>
                        </p:grpSpPr>
                        <p:sp>
                          <p:nvSpPr>
                            <p:cNvPr id="304" name="Rectangle 303">
                              <a:extLst>
                                <a:ext uri="{FF2B5EF4-FFF2-40B4-BE49-F238E27FC236}">
                                  <a16:creationId xmlns:a16="http://schemas.microsoft.com/office/drawing/2014/main" id="{C07C0057-0255-DFAD-0A86-9DC63797B38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5" name="Rectangle 304">
                              <a:extLst>
                                <a:ext uri="{FF2B5EF4-FFF2-40B4-BE49-F238E27FC236}">
                                  <a16:creationId xmlns:a16="http://schemas.microsoft.com/office/drawing/2014/main" id="{6A65D2B8-7E4D-64B6-4A84-5B00541736C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02" name="Rectangle 301">
                            <a:extLst>
                              <a:ext uri="{FF2B5EF4-FFF2-40B4-BE49-F238E27FC236}">
                                <a16:creationId xmlns:a16="http://schemas.microsoft.com/office/drawing/2014/main" id="{AEBE97B2-6C3D-DA20-AF5B-0A93B4C8301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3" name="Rectangle 302">
                            <a:extLst>
                              <a:ext uri="{FF2B5EF4-FFF2-40B4-BE49-F238E27FC236}">
                                <a16:creationId xmlns:a16="http://schemas.microsoft.com/office/drawing/2014/main" id="{13C9DF93-7235-F0D8-A785-1B07686747D3}"/>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cxnSp>
            <p:nvCxnSpPr>
              <p:cNvPr id="405" name="Straight Connector 404">
                <a:extLst>
                  <a:ext uri="{FF2B5EF4-FFF2-40B4-BE49-F238E27FC236}">
                    <a16:creationId xmlns:a16="http://schemas.microsoft.com/office/drawing/2014/main" id="{1272C31A-973A-2F6C-E70D-4AD2E8448450}"/>
                  </a:ext>
                </a:extLst>
              </p:cNvPr>
              <p:cNvCxnSpPr>
                <a:cxnSpLocks/>
              </p:cNvCxnSpPr>
              <p:nvPr/>
            </p:nvCxnSpPr>
            <p:spPr>
              <a:xfrm flipV="1">
                <a:off x="2132012" y="4572000"/>
                <a:ext cx="8778240" cy="15240"/>
              </a:xfrm>
              <a:prstGeom prst="line">
                <a:avLst/>
              </a:prstGeom>
            </p:spPr>
            <p:style>
              <a:lnRef idx="3">
                <a:schemeClr val="dk1"/>
              </a:lnRef>
              <a:fillRef idx="0">
                <a:schemeClr val="dk1"/>
              </a:fillRef>
              <a:effectRef idx="2">
                <a:schemeClr val="dk1"/>
              </a:effectRef>
              <a:fontRef idx="minor">
                <a:schemeClr val="tx1"/>
              </a:fontRef>
            </p:style>
          </p:cxnSp>
          <p:cxnSp>
            <p:nvCxnSpPr>
              <p:cNvPr id="409" name="Straight Connector 408">
                <a:extLst>
                  <a:ext uri="{FF2B5EF4-FFF2-40B4-BE49-F238E27FC236}">
                    <a16:creationId xmlns:a16="http://schemas.microsoft.com/office/drawing/2014/main" id="{210A4E37-53AA-A2F6-D12A-5B8A3E602D9C}"/>
                  </a:ext>
                </a:extLst>
              </p:cNvPr>
              <p:cNvCxnSpPr/>
              <p:nvPr/>
            </p:nvCxnSpPr>
            <p:spPr>
              <a:xfrm>
                <a:off x="6537011" y="3124200"/>
                <a:ext cx="0" cy="2971800"/>
              </a:xfrm>
              <a:prstGeom prst="line">
                <a:avLst/>
              </a:prstGeom>
            </p:spPr>
            <p:style>
              <a:lnRef idx="3">
                <a:schemeClr val="dk1"/>
              </a:lnRef>
              <a:fillRef idx="0">
                <a:schemeClr val="dk1"/>
              </a:fillRef>
              <a:effectRef idx="2">
                <a:schemeClr val="dk1"/>
              </a:effectRef>
              <a:fontRef idx="minor">
                <a:schemeClr val="tx1"/>
              </a:fontRef>
            </p:style>
          </p:cxnSp>
        </p:grpSp>
        <p:cxnSp>
          <p:nvCxnSpPr>
            <p:cNvPr id="412" name="Straight Connector 411">
              <a:extLst>
                <a:ext uri="{FF2B5EF4-FFF2-40B4-BE49-F238E27FC236}">
                  <a16:creationId xmlns:a16="http://schemas.microsoft.com/office/drawing/2014/main" id="{F8A5C81F-A37A-E1F8-4B38-2C146ED62806}"/>
                </a:ext>
              </a:extLst>
            </p:cNvPr>
            <p:cNvCxnSpPr>
              <a:cxnSpLocks/>
            </p:cNvCxnSpPr>
            <p:nvPr/>
          </p:nvCxnSpPr>
          <p:spPr>
            <a:xfrm flipV="1">
              <a:off x="2031696" y="3733800"/>
              <a:ext cx="8802356" cy="2225040"/>
            </a:xfrm>
            <a:prstGeom prst="line">
              <a:avLst/>
            </a:prstGeom>
            <a:ln w="38100"/>
          </p:spPr>
          <p:style>
            <a:lnRef idx="3">
              <a:schemeClr val="accent4"/>
            </a:lnRef>
            <a:fillRef idx="0">
              <a:schemeClr val="accent4"/>
            </a:fillRef>
            <a:effectRef idx="2">
              <a:schemeClr val="accent4"/>
            </a:effectRef>
            <a:fontRef idx="minor">
              <a:schemeClr val="tx1"/>
            </a:fontRef>
          </p:style>
        </p:cxnSp>
        <p:sp>
          <p:nvSpPr>
            <p:cNvPr id="414" name="Oval 413">
              <a:extLst>
                <a:ext uri="{FF2B5EF4-FFF2-40B4-BE49-F238E27FC236}">
                  <a16:creationId xmlns:a16="http://schemas.microsoft.com/office/drawing/2014/main" id="{2013F672-379A-12B0-1135-F9EA7AECBF97}"/>
                </a:ext>
              </a:extLst>
            </p:cNvPr>
            <p:cNvSpPr/>
            <p:nvPr/>
          </p:nvSpPr>
          <p:spPr>
            <a:xfrm>
              <a:off x="6365551" y="5052061"/>
              <a:ext cx="182878" cy="182878"/>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BEC2A244-326D-1AE4-C330-AB3583817238}"/>
                </a:ext>
              </a:extLst>
            </p:cNvPr>
            <p:cNvSpPr txBox="1"/>
            <p:nvPr/>
          </p:nvSpPr>
          <p:spPr>
            <a:xfrm>
              <a:off x="2055813" y="3240009"/>
              <a:ext cx="8778238" cy="369332"/>
            </a:xfrm>
            <a:prstGeom prst="rect">
              <a:avLst/>
            </a:prstGeom>
            <a:noFill/>
          </p:spPr>
          <p:txBody>
            <a:bodyPr wrap="square" rtlCol="0">
              <a:spAutoFit/>
            </a:bodyPr>
            <a:lstStyle/>
            <a:p>
              <a:pPr algn="ctr"/>
              <a:r>
                <a:rPr lang="en-US" dirty="0">
                  <a:solidFill>
                    <a:schemeClr val="bg1"/>
                  </a:solidFill>
                  <a:latin typeface="Consolas" panose="020B0609020204030204" pitchFamily="49" charset="0"/>
                </a:rPr>
                <a:t>-9 -8 -7 -6 -5 -4 -3 -2 -1 0 +1 +2 +3 +4 +5 +6 +7 +8 +9</a:t>
              </a:r>
            </a:p>
          </p:txBody>
        </p:sp>
        <p:sp>
          <p:nvSpPr>
            <p:cNvPr id="3" name="TextBox 2">
              <a:extLst>
                <a:ext uri="{FF2B5EF4-FFF2-40B4-BE49-F238E27FC236}">
                  <a16:creationId xmlns:a16="http://schemas.microsoft.com/office/drawing/2014/main" id="{A76A89A7-7886-E351-1396-C566B9EFA6DF}"/>
                </a:ext>
              </a:extLst>
            </p:cNvPr>
            <p:cNvSpPr txBox="1"/>
            <p:nvPr/>
          </p:nvSpPr>
          <p:spPr>
            <a:xfrm>
              <a:off x="1516718" y="3412480"/>
              <a:ext cx="527036" cy="3416320"/>
            </a:xfrm>
            <a:prstGeom prst="rect">
              <a:avLst/>
            </a:prstGeom>
            <a:noFill/>
          </p:spPr>
          <p:txBody>
            <a:bodyPr wrap="square" rtlCol="0">
              <a:spAutoFit/>
            </a:bodyPr>
            <a:lstStyle/>
            <a:p>
              <a:pPr algn="r"/>
              <a:r>
                <a:rPr lang="en-US" sz="2400" dirty="0">
                  <a:solidFill>
                    <a:schemeClr val="bg1"/>
                  </a:solidFill>
                  <a:latin typeface="Consolas" panose="020B0609020204030204" pitchFamily="49" charset="0"/>
                </a:rPr>
                <a:t>+4</a:t>
              </a:r>
            </a:p>
            <a:p>
              <a:pPr algn="r"/>
              <a:r>
                <a:rPr lang="en-US" sz="2400" dirty="0">
                  <a:solidFill>
                    <a:schemeClr val="bg1"/>
                  </a:solidFill>
                  <a:latin typeface="Consolas" panose="020B0609020204030204" pitchFamily="49" charset="0"/>
                </a:rPr>
                <a:t>+3</a:t>
              </a:r>
            </a:p>
            <a:p>
              <a:pPr algn="r"/>
              <a:r>
                <a:rPr lang="en-US" sz="2400" dirty="0">
                  <a:solidFill>
                    <a:schemeClr val="bg1"/>
                  </a:solidFill>
                  <a:latin typeface="Consolas" panose="020B0609020204030204" pitchFamily="49" charset="0"/>
                </a:rPr>
                <a:t>+2</a:t>
              </a:r>
            </a:p>
            <a:p>
              <a:pPr algn="r"/>
              <a:r>
                <a:rPr lang="en-US" sz="2400" dirty="0">
                  <a:solidFill>
                    <a:schemeClr val="bg1"/>
                  </a:solidFill>
                  <a:latin typeface="Consolas" panose="020B0609020204030204" pitchFamily="49" charset="0"/>
                </a:rPr>
                <a:t>+1</a:t>
              </a:r>
            </a:p>
            <a:p>
              <a:pPr algn="r"/>
              <a:r>
                <a:rPr lang="en-US" sz="2400" dirty="0">
                  <a:solidFill>
                    <a:schemeClr val="bg1"/>
                  </a:solidFill>
                  <a:latin typeface="Consolas" panose="020B0609020204030204" pitchFamily="49" charset="0"/>
                </a:rPr>
                <a:t>0</a:t>
              </a:r>
            </a:p>
            <a:p>
              <a:pPr algn="r"/>
              <a:r>
                <a:rPr lang="en-US" sz="2400" dirty="0">
                  <a:solidFill>
                    <a:schemeClr val="bg1"/>
                  </a:solidFill>
                  <a:latin typeface="Consolas" panose="020B0609020204030204" pitchFamily="49" charset="0"/>
                </a:rPr>
                <a:t>-1</a:t>
              </a:r>
            </a:p>
            <a:p>
              <a:pPr algn="r"/>
              <a:r>
                <a:rPr lang="en-US" sz="2400" dirty="0">
                  <a:solidFill>
                    <a:schemeClr val="bg1"/>
                  </a:solidFill>
                  <a:latin typeface="Consolas" panose="020B0609020204030204" pitchFamily="49" charset="0"/>
                </a:rPr>
                <a:t>-2</a:t>
              </a:r>
            </a:p>
            <a:p>
              <a:pPr algn="r"/>
              <a:r>
                <a:rPr lang="en-US" sz="2400" dirty="0">
                  <a:solidFill>
                    <a:schemeClr val="bg1"/>
                  </a:solidFill>
                  <a:latin typeface="Consolas" panose="020B0609020204030204" pitchFamily="49" charset="0"/>
                </a:rPr>
                <a:t>-3</a:t>
              </a:r>
            </a:p>
            <a:p>
              <a:pPr algn="r"/>
              <a:r>
                <a:rPr lang="en-US" sz="2400" dirty="0">
                  <a:solidFill>
                    <a:schemeClr val="bg1"/>
                  </a:solidFill>
                  <a:latin typeface="Consolas" panose="020B0609020204030204" pitchFamily="49" charset="0"/>
                </a:rPr>
                <a:t>-4</a:t>
              </a:r>
            </a:p>
          </p:txBody>
        </p:sp>
      </p:grpSp>
      <p:sp>
        <p:nvSpPr>
          <p:cNvPr id="14" name="Rectangle: Rounded Corners 13">
            <a:extLst>
              <a:ext uri="{FF2B5EF4-FFF2-40B4-BE49-F238E27FC236}">
                <a16:creationId xmlns:a16="http://schemas.microsoft.com/office/drawing/2014/main" id="{C56CC2DC-2399-6810-40AA-F11671969A20}"/>
              </a:ext>
            </a:extLst>
          </p:cNvPr>
          <p:cNvSpPr/>
          <p:nvPr/>
        </p:nvSpPr>
        <p:spPr>
          <a:xfrm>
            <a:off x="5353608" y="5015222"/>
            <a:ext cx="948394" cy="25655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2"/>
                </a:solidFill>
                <a:latin typeface="Arial" panose="020B0604020202020204" pitchFamily="34" charset="0"/>
                <a:cs typeface="Arial" panose="020B0604020202020204" pitchFamily="34" charset="0"/>
              </a:rPr>
              <a:t>P(0,0)</a:t>
            </a:r>
          </a:p>
        </p:txBody>
      </p:sp>
      <p:sp>
        <p:nvSpPr>
          <p:cNvPr id="22" name="Callout: Left Arrow 21">
            <a:extLst>
              <a:ext uri="{FF2B5EF4-FFF2-40B4-BE49-F238E27FC236}">
                <a16:creationId xmlns:a16="http://schemas.microsoft.com/office/drawing/2014/main" id="{0CFEC9C0-57E5-E0FD-CCC9-ADC6D0E44709}"/>
              </a:ext>
            </a:extLst>
          </p:cNvPr>
          <p:cNvSpPr/>
          <p:nvPr/>
        </p:nvSpPr>
        <p:spPr>
          <a:xfrm>
            <a:off x="6611978" y="4710440"/>
            <a:ext cx="4435434" cy="875031"/>
          </a:xfrm>
          <a:prstGeom prst="leftArrowCallout">
            <a:avLst>
              <a:gd name="adj1" fmla="val 25000"/>
              <a:gd name="adj2" fmla="val 25000"/>
              <a:gd name="adj3" fmla="val 25000"/>
              <a:gd name="adj4" fmla="val 90091"/>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Now let's see some point on the other side of a line</a:t>
            </a:r>
          </a:p>
          <a:p>
            <a:pPr algn="ctr"/>
            <a:r>
              <a:rPr lang="en-US" dirty="0">
                <a:highlight>
                  <a:srgbClr val="000000"/>
                </a:highlight>
                <a:latin typeface="Consolas" panose="020B0609020204030204" pitchFamily="49" charset="0"/>
              </a:rPr>
              <a:t>1∙0 + (-4)∙0 + 3 = 3</a:t>
            </a:r>
          </a:p>
        </p:txBody>
      </p:sp>
      <p:sp>
        <p:nvSpPr>
          <p:cNvPr id="23" name="Rectangle 22">
            <a:extLst>
              <a:ext uri="{FF2B5EF4-FFF2-40B4-BE49-F238E27FC236}">
                <a16:creationId xmlns:a16="http://schemas.microsoft.com/office/drawing/2014/main" id="{1BCA9EFE-DE27-B3C7-8356-13E097830806}"/>
              </a:ext>
            </a:extLst>
          </p:cNvPr>
          <p:cNvSpPr/>
          <p:nvPr/>
        </p:nvSpPr>
        <p:spPr>
          <a:xfrm>
            <a:off x="2238692" y="1908047"/>
            <a:ext cx="6217920" cy="423332"/>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15145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randombar(horizontal)">
                                      <p:cBhvr>
                                        <p:cTn id="7" dur="500"/>
                                        <p:tgtEl>
                                          <p:spTgt spid="14"/>
                                        </p:tgtEl>
                                      </p:cBhvr>
                                    </p:animEffect>
                                  </p:childTnLst>
                                </p:cTn>
                              </p:par>
                            </p:childTnLst>
                          </p:cTn>
                        </p:par>
                        <p:par>
                          <p:cTn id="8" fill="hold">
                            <p:stCondLst>
                              <p:cond delay="500"/>
                            </p:stCondLst>
                            <p:childTnLst>
                              <p:par>
                                <p:cTn id="9" presetID="2" presetClass="entr" presetSubtype="2"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1+#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Algorithm</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859001" cy="1676400"/>
              </a:xfrm>
            </p:spPr>
            <p:txBody>
              <a:bodyPr/>
              <a:lstStyle/>
              <a:p>
                <a:pPr marL="0" indent="0">
                  <a:buNone/>
                </a:pPr>
                <a:r>
                  <a:rPr lang="en-US" b="0" dirty="0">
                    <a:latin typeface="Cambria Math" panose="02040503050406030204" pitchFamily="18" charset="0"/>
                    <a:cs typeface="Arial" panose="020B0604020202020204" pitchFamily="34" charset="0"/>
                  </a:rPr>
                  <a:t>To understand the meaning </a:t>
                </a:r>
                <a:r>
                  <a:rPr lang="en-US" dirty="0">
                    <a:latin typeface="Cambria Math" panose="02040503050406030204" pitchFamily="18" charset="0"/>
                    <a:cs typeface="Arial" panose="020B0604020202020204" pitchFamily="34" charset="0"/>
                  </a:rPr>
                  <a:t>of the equation, </a:t>
                </a:r>
                <a:r>
                  <a:rPr lang="en-US" b="0" dirty="0">
                    <a:latin typeface="Cambria Math" panose="02040503050406030204" pitchFamily="18" charset="0"/>
                    <a:cs typeface="Arial" panose="020B0604020202020204" pitchFamily="34" charset="0"/>
                  </a:rPr>
                  <a:t>lets consider the following line: </a:t>
                </a:r>
                <a14:m>
                  <m:oMath xmlns:m="http://schemas.openxmlformats.org/officeDocument/2006/math">
                    <m:r>
                      <a:rPr lang="en-US" b="0" i="0" smtClean="0">
                        <a:latin typeface="Cambria Math" panose="02040503050406030204" pitchFamily="18" charset="0"/>
                        <a:cs typeface="Arial" panose="020B0604020202020204" pitchFamily="34" charset="0"/>
                      </a:rPr>
                      <m:t>1</m:t>
                    </m:r>
                    <m:r>
                      <a:rPr lang="en-US" b="0" i="1" smtClean="0">
                        <a:latin typeface="Cambria Math" panose="02040503050406030204" pitchFamily="18" charset="0"/>
                        <a:ea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𝒙</m:t>
                    </m:r>
                    <m:r>
                      <a:rPr lang="en-US" b="1" i="1" smtClean="0">
                        <a:latin typeface="Cambria Math" panose="02040503050406030204" pitchFamily="18" charset="0"/>
                        <a:cs typeface="Arial" panose="020B0604020202020204" pitchFamily="34" charset="0"/>
                      </a:rPr>
                      <m:t>+</m:t>
                    </m:r>
                    <m:d>
                      <m:dPr>
                        <m:ctrlPr>
                          <a:rPr lang="en-US" b="1" i="1" smtClean="0">
                            <a:latin typeface="Cambria Math" panose="02040503050406030204" pitchFamily="18" charset="0"/>
                            <a:cs typeface="Arial" panose="020B0604020202020204" pitchFamily="34" charset="0"/>
                          </a:rPr>
                        </m:ctrlPr>
                      </m:dPr>
                      <m:e>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𝟒</m:t>
                        </m:r>
                      </m:e>
                    </m:d>
                    <m:r>
                      <a:rPr lang="en-US" b="1" i="1" smtClean="0">
                        <a:latin typeface="Cambria Math" panose="02040503050406030204" pitchFamily="18" charset="0"/>
                        <a:ea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𝒚</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𝟑</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𝟎</m:t>
                    </m:r>
                    <m:r>
                      <a:rPr lang="en-US" b="1" i="1" smtClean="0">
                        <a:latin typeface="Cambria Math" panose="02040503050406030204" pitchFamily="18" charset="0"/>
                        <a:cs typeface="Arial" panose="020B0604020202020204" pitchFamily="34" charset="0"/>
                      </a:rPr>
                      <m:t>, </m:t>
                    </m:r>
                    <m:r>
                      <a:rPr lang="en-US" b="1" i="1" smtClean="0">
                        <a:latin typeface="Cambria Math" panose="02040503050406030204" pitchFamily="18" charset="0"/>
                        <a:cs typeface="Arial" panose="020B0604020202020204" pitchFamily="34" charset="0"/>
                      </a:rPr>
                      <m:t>𝒂</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𝟏</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𝒃</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𝟒</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𝒄</m:t>
                    </m:r>
                    <m:r>
                      <a:rPr lang="en-US" b="1" i="1" smtClean="0">
                        <a:latin typeface="Cambria Math" panose="02040503050406030204" pitchFamily="18" charset="0"/>
                        <a:cs typeface="Arial" panose="020B0604020202020204" pitchFamily="34" charset="0"/>
                      </a:rPr>
                      <m:t>=</m:t>
                    </m:r>
                    <m:r>
                      <a:rPr lang="en-US" b="1" i="1" smtClean="0">
                        <a:latin typeface="Cambria Math" panose="02040503050406030204" pitchFamily="18" charset="0"/>
                        <a:cs typeface="Arial" panose="020B0604020202020204" pitchFamily="34" charset="0"/>
                      </a:rPr>
                      <m:t>𝟑</m:t>
                    </m:r>
                  </m:oMath>
                </a14:m>
                <a:r>
                  <a:rPr lang="en-US" b="1" dirty="0">
                    <a:latin typeface="Cambria Math" panose="02040503050406030204" pitchFamily="18" charset="0"/>
                    <a:cs typeface="Arial" panose="020B0604020202020204" pitchFamily="34" charset="0"/>
                  </a:rPr>
                  <a:t>  </a:t>
                </a:r>
                <a:r>
                  <a:rPr lang="en-US" b="0" dirty="0">
                    <a:latin typeface="Cambria Math" panose="02040503050406030204" pitchFamily="18" charset="0"/>
                    <a:cs typeface="Arial" panose="020B0604020202020204" pitchFamily="34" charset="0"/>
                  </a:rPr>
                  <a:t>as described in the below picture.</a:t>
                </a:r>
              </a:p>
            </p:txBody>
          </p:sp>
        </mc:Choice>
        <mc:Fallback xmlns="">
          <p:sp>
            <p:nvSpPr>
              <p:cNvPr id="6" name="Content Placeholder 5">
                <a:extLst>
                  <a:ext uri="{FF2B5EF4-FFF2-40B4-BE49-F238E27FC236}">
                    <a16:creationId xmlns:a16="http://schemas.microsoft.com/office/drawing/2014/main" id="{75C8F42D-68F5-9BC0-5FC5-9D26B76AB49A}"/>
                  </a:ext>
                </a:extLst>
              </p:cNvPr>
              <p:cNvSpPr>
                <a:spLocks noGrp="1" noRot="1" noChangeAspect="1" noMove="1" noResize="1" noEditPoints="1" noAdjustHandles="1" noChangeArrowheads="1" noChangeShapeType="1" noTextEdit="1"/>
              </p:cNvSpPr>
              <p:nvPr>
                <p:ph idx="1"/>
              </p:nvPr>
            </p:nvSpPr>
            <p:spPr>
              <a:xfrm>
                <a:off x="1645611" y="1600200"/>
                <a:ext cx="9859001" cy="1676400"/>
              </a:xfrm>
              <a:blipFill>
                <a:blip r:embed="rId2"/>
                <a:stretch>
                  <a:fillRect l="-1030" t="-4511"/>
                </a:stretch>
              </a:blipFill>
            </p:spPr>
            <p:txBody>
              <a:bodyPr/>
              <a:lstStyle/>
              <a:p>
                <a:r>
                  <a:rPr lang="en-US">
                    <a:noFill/>
                  </a:rPr>
                  <a:t> </a:t>
                </a:r>
              </a:p>
            </p:txBody>
          </p:sp>
        </mc:Fallback>
      </mc:AlternateContent>
      <p:grpSp>
        <p:nvGrpSpPr>
          <p:cNvPr id="7" name="Group 6">
            <a:extLst>
              <a:ext uri="{FF2B5EF4-FFF2-40B4-BE49-F238E27FC236}">
                <a16:creationId xmlns:a16="http://schemas.microsoft.com/office/drawing/2014/main" id="{42B32645-CD4E-18D8-DF6F-45FC0DF5D1D8}"/>
              </a:ext>
            </a:extLst>
          </p:cNvPr>
          <p:cNvGrpSpPr/>
          <p:nvPr/>
        </p:nvGrpSpPr>
        <p:grpSpPr>
          <a:xfrm>
            <a:off x="1516718" y="3240009"/>
            <a:ext cx="9317334" cy="3588791"/>
            <a:chOff x="1516718" y="3240009"/>
            <a:chExt cx="9317334" cy="3588791"/>
          </a:xfrm>
        </p:grpSpPr>
        <p:grpSp>
          <p:nvGrpSpPr>
            <p:cNvPr id="410" name="Group 409">
              <a:extLst>
                <a:ext uri="{FF2B5EF4-FFF2-40B4-BE49-F238E27FC236}">
                  <a16:creationId xmlns:a16="http://schemas.microsoft.com/office/drawing/2014/main" id="{88B3EBF7-C9A2-D9F2-3358-428A949F3CD4}"/>
                </a:ext>
              </a:extLst>
            </p:cNvPr>
            <p:cNvGrpSpPr/>
            <p:nvPr/>
          </p:nvGrpSpPr>
          <p:grpSpPr>
            <a:xfrm>
              <a:off x="2055812" y="3657600"/>
              <a:ext cx="8778240" cy="2971800"/>
              <a:chOff x="2132012" y="3124200"/>
              <a:chExt cx="8778240" cy="2971800"/>
            </a:xfrm>
          </p:grpSpPr>
          <p:grpSp>
            <p:nvGrpSpPr>
              <p:cNvPr id="403" name="Group 402">
                <a:extLst>
                  <a:ext uri="{FF2B5EF4-FFF2-40B4-BE49-F238E27FC236}">
                    <a16:creationId xmlns:a16="http://schemas.microsoft.com/office/drawing/2014/main" id="{17AB6608-F51E-D44B-5D04-5ADBEFBA3C28}"/>
                  </a:ext>
                </a:extLst>
              </p:cNvPr>
              <p:cNvGrpSpPr/>
              <p:nvPr/>
            </p:nvGrpSpPr>
            <p:grpSpPr>
              <a:xfrm>
                <a:off x="2132012" y="3124200"/>
                <a:ext cx="8778240" cy="2926080"/>
                <a:chOff x="2132012" y="3124200"/>
                <a:chExt cx="8778240" cy="2926080"/>
              </a:xfrm>
            </p:grpSpPr>
            <p:grpSp>
              <p:nvGrpSpPr>
                <p:cNvPr id="125" name="Group 124">
                  <a:extLst>
                    <a:ext uri="{FF2B5EF4-FFF2-40B4-BE49-F238E27FC236}">
                      <a16:creationId xmlns:a16="http://schemas.microsoft.com/office/drawing/2014/main" id="{9CBAC667-CF1B-92BF-8137-C3B66C320A63}"/>
                    </a:ext>
                  </a:extLst>
                </p:cNvPr>
                <p:cNvGrpSpPr/>
                <p:nvPr/>
              </p:nvGrpSpPr>
              <p:grpSpPr>
                <a:xfrm>
                  <a:off x="2132012" y="3124200"/>
                  <a:ext cx="2926080" cy="2926080"/>
                  <a:chOff x="2132012" y="3124200"/>
                  <a:chExt cx="2926080" cy="2926080"/>
                </a:xfrm>
              </p:grpSpPr>
              <p:grpSp>
                <p:nvGrpSpPr>
                  <p:cNvPr id="69" name="Group 68">
                    <a:extLst>
                      <a:ext uri="{FF2B5EF4-FFF2-40B4-BE49-F238E27FC236}">
                        <a16:creationId xmlns:a16="http://schemas.microsoft.com/office/drawing/2014/main" id="{57CE3321-BDA9-BC9D-4458-5A9FDFCC9279}"/>
                      </a:ext>
                    </a:extLst>
                  </p:cNvPr>
                  <p:cNvGrpSpPr/>
                  <p:nvPr/>
                </p:nvGrpSpPr>
                <p:grpSpPr>
                  <a:xfrm>
                    <a:off x="2132012" y="3124200"/>
                    <a:ext cx="2926080" cy="1463040"/>
                    <a:chOff x="2970212" y="4724400"/>
                    <a:chExt cx="2926080" cy="1463040"/>
                  </a:xfrm>
                </p:grpSpPr>
                <p:grpSp>
                  <p:nvGrpSpPr>
                    <p:cNvPr id="41" name="Group 40">
                      <a:extLst>
                        <a:ext uri="{FF2B5EF4-FFF2-40B4-BE49-F238E27FC236}">
                          <a16:creationId xmlns:a16="http://schemas.microsoft.com/office/drawing/2014/main" id="{E591D691-764B-040E-1287-F2E1AFEE5A49}"/>
                        </a:ext>
                      </a:extLst>
                    </p:cNvPr>
                    <p:cNvGrpSpPr/>
                    <p:nvPr/>
                  </p:nvGrpSpPr>
                  <p:grpSpPr>
                    <a:xfrm>
                      <a:off x="2970212" y="4724400"/>
                      <a:ext cx="1463040" cy="1463040"/>
                      <a:chOff x="2970212" y="4724400"/>
                      <a:chExt cx="1463040" cy="1463040"/>
                    </a:xfrm>
                  </p:grpSpPr>
                  <p:grpSp>
                    <p:nvGrpSpPr>
                      <p:cNvPr id="21" name="Group 20">
                        <a:extLst>
                          <a:ext uri="{FF2B5EF4-FFF2-40B4-BE49-F238E27FC236}">
                            <a16:creationId xmlns:a16="http://schemas.microsoft.com/office/drawing/2014/main" id="{3FE1A9B0-E26D-384A-8587-D9FB00A3D72B}"/>
                          </a:ext>
                        </a:extLst>
                      </p:cNvPr>
                      <p:cNvGrpSpPr/>
                      <p:nvPr/>
                    </p:nvGrpSpPr>
                    <p:grpSpPr>
                      <a:xfrm>
                        <a:off x="2970212" y="4724400"/>
                        <a:ext cx="1463040" cy="731520"/>
                        <a:chOff x="2970212" y="4724400"/>
                        <a:chExt cx="1463040" cy="731520"/>
                      </a:xfrm>
                    </p:grpSpPr>
                    <p:grpSp>
                      <p:nvGrpSpPr>
                        <p:cNvPr id="12" name="Group 11">
                          <a:extLst>
                            <a:ext uri="{FF2B5EF4-FFF2-40B4-BE49-F238E27FC236}">
                              <a16:creationId xmlns:a16="http://schemas.microsoft.com/office/drawing/2014/main" id="{D8B94FAE-1D6F-221E-9C77-92A447977311}"/>
                            </a:ext>
                          </a:extLst>
                        </p:cNvPr>
                        <p:cNvGrpSpPr/>
                        <p:nvPr/>
                      </p:nvGrpSpPr>
                      <p:grpSpPr>
                        <a:xfrm>
                          <a:off x="2970212" y="4724400"/>
                          <a:ext cx="731520" cy="731520"/>
                          <a:chOff x="2970212" y="4724400"/>
                          <a:chExt cx="731520" cy="731520"/>
                        </a:xfrm>
                      </p:grpSpPr>
                      <p:grpSp>
                        <p:nvGrpSpPr>
                          <p:cNvPr id="9" name="Group 8">
                            <a:extLst>
                              <a:ext uri="{FF2B5EF4-FFF2-40B4-BE49-F238E27FC236}">
                                <a16:creationId xmlns:a16="http://schemas.microsoft.com/office/drawing/2014/main" id="{FDA4200E-7308-5745-D397-42C3A1941F97}"/>
                              </a:ext>
                            </a:extLst>
                          </p:cNvPr>
                          <p:cNvGrpSpPr/>
                          <p:nvPr/>
                        </p:nvGrpSpPr>
                        <p:grpSpPr>
                          <a:xfrm>
                            <a:off x="2970212" y="4724400"/>
                            <a:ext cx="731520" cy="365760"/>
                            <a:chOff x="2970212" y="4724400"/>
                            <a:chExt cx="731520" cy="365760"/>
                          </a:xfrm>
                        </p:grpSpPr>
                        <p:sp>
                          <p:nvSpPr>
                            <p:cNvPr id="4" name="Rectangle 3">
                              <a:extLst>
                                <a:ext uri="{FF2B5EF4-FFF2-40B4-BE49-F238E27FC236}">
                                  <a16:creationId xmlns:a16="http://schemas.microsoft.com/office/drawing/2014/main" id="{40A1CE94-EFD3-2136-E072-F672753A679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AA4C45E6-FCD4-0567-B532-9A52124BA01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 name="Rectangle 9">
                            <a:extLst>
                              <a:ext uri="{FF2B5EF4-FFF2-40B4-BE49-F238E27FC236}">
                                <a16:creationId xmlns:a16="http://schemas.microsoft.com/office/drawing/2014/main" id="{A0B5002B-6CF4-9256-9D80-1757C55991E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 name="Rectangle 10">
                            <a:extLst>
                              <a:ext uri="{FF2B5EF4-FFF2-40B4-BE49-F238E27FC236}">
                                <a16:creationId xmlns:a16="http://schemas.microsoft.com/office/drawing/2014/main" id="{7948705D-8B21-7B36-379C-C3D1BF9047A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F8F5FDF1-4199-1447-6130-7EB6BD3D2F1D}"/>
                            </a:ext>
                          </a:extLst>
                        </p:cNvPr>
                        <p:cNvGrpSpPr/>
                        <p:nvPr/>
                      </p:nvGrpSpPr>
                      <p:grpSpPr>
                        <a:xfrm>
                          <a:off x="3701732" y="4724400"/>
                          <a:ext cx="731520" cy="731520"/>
                          <a:chOff x="2970212" y="4724400"/>
                          <a:chExt cx="731520" cy="731520"/>
                        </a:xfrm>
                      </p:grpSpPr>
                      <p:grpSp>
                        <p:nvGrpSpPr>
                          <p:cNvPr id="16" name="Group 15">
                            <a:extLst>
                              <a:ext uri="{FF2B5EF4-FFF2-40B4-BE49-F238E27FC236}">
                                <a16:creationId xmlns:a16="http://schemas.microsoft.com/office/drawing/2014/main" id="{78EF4743-9A9F-A0A7-0608-53590E58AF48}"/>
                              </a:ext>
                            </a:extLst>
                          </p:cNvPr>
                          <p:cNvGrpSpPr/>
                          <p:nvPr/>
                        </p:nvGrpSpPr>
                        <p:grpSpPr>
                          <a:xfrm>
                            <a:off x="2970212" y="4724400"/>
                            <a:ext cx="731520" cy="365760"/>
                            <a:chOff x="2970212" y="4724400"/>
                            <a:chExt cx="731520" cy="365760"/>
                          </a:xfrm>
                        </p:grpSpPr>
                        <p:sp>
                          <p:nvSpPr>
                            <p:cNvPr id="19" name="Rectangle 18">
                              <a:extLst>
                                <a:ext uri="{FF2B5EF4-FFF2-40B4-BE49-F238E27FC236}">
                                  <a16:creationId xmlns:a16="http://schemas.microsoft.com/office/drawing/2014/main" id="{EA711D48-D6C3-65ED-4089-C8498EEAB111}"/>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 name="Rectangle 19">
                              <a:extLst>
                                <a:ext uri="{FF2B5EF4-FFF2-40B4-BE49-F238E27FC236}">
                                  <a16:creationId xmlns:a16="http://schemas.microsoft.com/office/drawing/2014/main" id="{6F418835-1B9D-65D8-0266-23456CAAF174}"/>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ABFAFC10-8BDA-1167-B0C6-EFB75A83681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8" name="Rectangle 17">
                            <a:extLst>
                              <a:ext uri="{FF2B5EF4-FFF2-40B4-BE49-F238E27FC236}">
                                <a16:creationId xmlns:a16="http://schemas.microsoft.com/office/drawing/2014/main" id="{5C71C587-4D6E-565C-9679-F5FAFD607D0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8" name="Group 27">
                        <a:extLst>
                          <a:ext uri="{FF2B5EF4-FFF2-40B4-BE49-F238E27FC236}">
                            <a16:creationId xmlns:a16="http://schemas.microsoft.com/office/drawing/2014/main" id="{49373B72-7E08-2D1A-F813-2A9786513C90}"/>
                          </a:ext>
                        </a:extLst>
                      </p:cNvPr>
                      <p:cNvGrpSpPr/>
                      <p:nvPr/>
                    </p:nvGrpSpPr>
                    <p:grpSpPr>
                      <a:xfrm>
                        <a:off x="2970212" y="5455920"/>
                        <a:ext cx="1463040" cy="731520"/>
                        <a:chOff x="2970212" y="4724400"/>
                        <a:chExt cx="1463040" cy="731520"/>
                      </a:xfrm>
                    </p:grpSpPr>
                    <p:grpSp>
                      <p:nvGrpSpPr>
                        <p:cNvPr id="29" name="Group 28">
                          <a:extLst>
                            <a:ext uri="{FF2B5EF4-FFF2-40B4-BE49-F238E27FC236}">
                              <a16:creationId xmlns:a16="http://schemas.microsoft.com/office/drawing/2014/main" id="{5718B21C-F6A5-7D68-5C18-101867B9D4A3}"/>
                            </a:ext>
                          </a:extLst>
                        </p:cNvPr>
                        <p:cNvGrpSpPr/>
                        <p:nvPr/>
                      </p:nvGrpSpPr>
                      <p:grpSpPr>
                        <a:xfrm>
                          <a:off x="2970212" y="4724400"/>
                          <a:ext cx="731520" cy="731520"/>
                          <a:chOff x="2970212" y="4724400"/>
                          <a:chExt cx="731520" cy="731520"/>
                        </a:xfrm>
                      </p:grpSpPr>
                      <p:grpSp>
                        <p:nvGrpSpPr>
                          <p:cNvPr id="36" name="Group 35">
                            <a:extLst>
                              <a:ext uri="{FF2B5EF4-FFF2-40B4-BE49-F238E27FC236}">
                                <a16:creationId xmlns:a16="http://schemas.microsoft.com/office/drawing/2014/main" id="{3B278792-A4BC-D4E5-0966-FE8BB6FDDF9B}"/>
                              </a:ext>
                            </a:extLst>
                          </p:cNvPr>
                          <p:cNvGrpSpPr/>
                          <p:nvPr/>
                        </p:nvGrpSpPr>
                        <p:grpSpPr>
                          <a:xfrm>
                            <a:off x="2970212" y="4724400"/>
                            <a:ext cx="731520" cy="365760"/>
                            <a:chOff x="2970212" y="4724400"/>
                            <a:chExt cx="731520" cy="365760"/>
                          </a:xfrm>
                        </p:grpSpPr>
                        <p:sp>
                          <p:nvSpPr>
                            <p:cNvPr id="39" name="Rectangle 38">
                              <a:extLst>
                                <a:ext uri="{FF2B5EF4-FFF2-40B4-BE49-F238E27FC236}">
                                  <a16:creationId xmlns:a16="http://schemas.microsoft.com/office/drawing/2014/main" id="{13A8CF73-5EB4-9A75-6143-563910E97BF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 name="Rectangle 39">
                              <a:extLst>
                                <a:ext uri="{FF2B5EF4-FFF2-40B4-BE49-F238E27FC236}">
                                  <a16:creationId xmlns:a16="http://schemas.microsoft.com/office/drawing/2014/main" id="{9D4E0F80-DD44-E107-7159-2C4A9C649327}"/>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7" name="Rectangle 36">
                            <a:extLst>
                              <a:ext uri="{FF2B5EF4-FFF2-40B4-BE49-F238E27FC236}">
                                <a16:creationId xmlns:a16="http://schemas.microsoft.com/office/drawing/2014/main" id="{260A1155-EDF9-E4A7-6C6C-E9E13E59295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 name="Rectangle 37">
                            <a:extLst>
                              <a:ext uri="{FF2B5EF4-FFF2-40B4-BE49-F238E27FC236}">
                                <a16:creationId xmlns:a16="http://schemas.microsoft.com/office/drawing/2014/main" id="{25B1D993-EE4A-69DE-A5FA-47373AFFE06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2E2EF1A7-9B43-2820-2A53-D0C1CDDEF949}"/>
                            </a:ext>
                          </a:extLst>
                        </p:cNvPr>
                        <p:cNvGrpSpPr/>
                        <p:nvPr/>
                      </p:nvGrpSpPr>
                      <p:grpSpPr>
                        <a:xfrm>
                          <a:off x="3701732" y="4724400"/>
                          <a:ext cx="731520" cy="731520"/>
                          <a:chOff x="2970212" y="4724400"/>
                          <a:chExt cx="731520" cy="731520"/>
                        </a:xfrm>
                      </p:grpSpPr>
                      <p:grpSp>
                        <p:nvGrpSpPr>
                          <p:cNvPr id="31" name="Group 30">
                            <a:extLst>
                              <a:ext uri="{FF2B5EF4-FFF2-40B4-BE49-F238E27FC236}">
                                <a16:creationId xmlns:a16="http://schemas.microsoft.com/office/drawing/2014/main" id="{A18F52D0-B7F7-C731-7DE7-6883F2C935CD}"/>
                              </a:ext>
                            </a:extLst>
                          </p:cNvPr>
                          <p:cNvGrpSpPr/>
                          <p:nvPr/>
                        </p:nvGrpSpPr>
                        <p:grpSpPr>
                          <a:xfrm>
                            <a:off x="2970212" y="4724400"/>
                            <a:ext cx="731520" cy="365760"/>
                            <a:chOff x="2970212" y="4724400"/>
                            <a:chExt cx="731520" cy="365760"/>
                          </a:xfrm>
                        </p:grpSpPr>
                        <p:sp>
                          <p:nvSpPr>
                            <p:cNvPr id="34" name="Rectangle 33">
                              <a:extLst>
                                <a:ext uri="{FF2B5EF4-FFF2-40B4-BE49-F238E27FC236}">
                                  <a16:creationId xmlns:a16="http://schemas.microsoft.com/office/drawing/2014/main" id="{8437F47D-5007-6290-FFE2-C4DEA9740CA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 name="Rectangle 34">
                              <a:extLst>
                                <a:ext uri="{FF2B5EF4-FFF2-40B4-BE49-F238E27FC236}">
                                  <a16:creationId xmlns:a16="http://schemas.microsoft.com/office/drawing/2014/main" id="{036B0E81-F778-8426-B1F3-DFC4B751109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2" name="Rectangle 31">
                            <a:extLst>
                              <a:ext uri="{FF2B5EF4-FFF2-40B4-BE49-F238E27FC236}">
                                <a16:creationId xmlns:a16="http://schemas.microsoft.com/office/drawing/2014/main" id="{DA846111-1FC3-30BC-794A-5430619991D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 name="Rectangle 32">
                            <a:extLst>
                              <a:ext uri="{FF2B5EF4-FFF2-40B4-BE49-F238E27FC236}">
                                <a16:creationId xmlns:a16="http://schemas.microsoft.com/office/drawing/2014/main" id="{948700FF-46EE-7304-FD9E-9ADE26AE2AEB}"/>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42" name="Group 41">
                      <a:extLst>
                        <a:ext uri="{FF2B5EF4-FFF2-40B4-BE49-F238E27FC236}">
                          <a16:creationId xmlns:a16="http://schemas.microsoft.com/office/drawing/2014/main" id="{172ABDE7-1C1D-2911-7658-525298CE9549}"/>
                        </a:ext>
                      </a:extLst>
                    </p:cNvPr>
                    <p:cNvGrpSpPr/>
                    <p:nvPr/>
                  </p:nvGrpSpPr>
                  <p:grpSpPr>
                    <a:xfrm>
                      <a:off x="4433252" y="4724400"/>
                      <a:ext cx="1463040" cy="1463040"/>
                      <a:chOff x="2970212" y="4724400"/>
                      <a:chExt cx="1463040" cy="1463040"/>
                    </a:xfrm>
                  </p:grpSpPr>
                  <p:grpSp>
                    <p:nvGrpSpPr>
                      <p:cNvPr id="43" name="Group 42">
                        <a:extLst>
                          <a:ext uri="{FF2B5EF4-FFF2-40B4-BE49-F238E27FC236}">
                            <a16:creationId xmlns:a16="http://schemas.microsoft.com/office/drawing/2014/main" id="{0B454B95-6AED-5998-C509-C0BAC8087CE0}"/>
                          </a:ext>
                        </a:extLst>
                      </p:cNvPr>
                      <p:cNvGrpSpPr/>
                      <p:nvPr/>
                    </p:nvGrpSpPr>
                    <p:grpSpPr>
                      <a:xfrm>
                        <a:off x="2970212" y="4724400"/>
                        <a:ext cx="1463040" cy="731520"/>
                        <a:chOff x="2970212" y="4724400"/>
                        <a:chExt cx="1463040" cy="731520"/>
                      </a:xfrm>
                    </p:grpSpPr>
                    <p:grpSp>
                      <p:nvGrpSpPr>
                        <p:cNvPr id="57" name="Group 56">
                          <a:extLst>
                            <a:ext uri="{FF2B5EF4-FFF2-40B4-BE49-F238E27FC236}">
                              <a16:creationId xmlns:a16="http://schemas.microsoft.com/office/drawing/2014/main" id="{CE03F92E-45A3-4EB2-EC57-2A11F3AE20CF}"/>
                            </a:ext>
                          </a:extLst>
                        </p:cNvPr>
                        <p:cNvGrpSpPr/>
                        <p:nvPr/>
                      </p:nvGrpSpPr>
                      <p:grpSpPr>
                        <a:xfrm>
                          <a:off x="2970212" y="4724400"/>
                          <a:ext cx="731520" cy="731520"/>
                          <a:chOff x="2970212" y="4724400"/>
                          <a:chExt cx="731520" cy="731520"/>
                        </a:xfrm>
                      </p:grpSpPr>
                      <p:grpSp>
                        <p:nvGrpSpPr>
                          <p:cNvPr id="64" name="Group 63">
                            <a:extLst>
                              <a:ext uri="{FF2B5EF4-FFF2-40B4-BE49-F238E27FC236}">
                                <a16:creationId xmlns:a16="http://schemas.microsoft.com/office/drawing/2014/main" id="{B1920F4D-A5A2-27FE-AEB3-9AD7FC1BAED2}"/>
                              </a:ext>
                            </a:extLst>
                          </p:cNvPr>
                          <p:cNvGrpSpPr/>
                          <p:nvPr/>
                        </p:nvGrpSpPr>
                        <p:grpSpPr>
                          <a:xfrm>
                            <a:off x="2970212" y="4724400"/>
                            <a:ext cx="731520" cy="365760"/>
                            <a:chOff x="2970212" y="4724400"/>
                            <a:chExt cx="731520" cy="365760"/>
                          </a:xfrm>
                        </p:grpSpPr>
                        <p:sp>
                          <p:nvSpPr>
                            <p:cNvPr id="67" name="Rectangle 66">
                              <a:extLst>
                                <a:ext uri="{FF2B5EF4-FFF2-40B4-BE49-F238E27FC236}">
                                  <a16:creationId xmlns:a16="http://schemas.microsoft.com/office/drawing/2014/main" id="{1B96144B-3BC7-5C9C-7EA3-9C021A70CB7F}"/>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8" name="Rectangle 67">
                              <a:extLst>
                                <a:ext uri="{FF2B5EF4-FFF2-40B4-BE49-F238E27FC236}">
                                  <a16:creationId xmlns:a16="http://schemas.microsoft.com/office/drawing/2014/main" id="{05B0656E-5999-0B70-7CE7-274773257D6E}"/>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65" name="Rectangle 64">
                            <a:extLst>
                              <a:ext uri="{FF2B5EF4-FFF2-40B4-BE49-F238E27FC236}">
                                <a16:creationId xmlns:a16="http://schemas.microsoft.com/office/drawing/2014/main" id="{5F464F21-5061-D038-E819-C7DF0BE7261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6" name="Rectangle 65">
                            <a:extLst>
                              <a:ext uri="{FF2B5EF4-FFF2-40B4-BE49-F238E27FC236}">
                                <a16:creationId xmlns:a16="http://schemas.microsoft.com/office/drawing/2014/main" id="{933FEF85-2585-0566-D089-AD52D2C61DC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58" name="Group 57">
                          <a:extLst>
                            <a:ext uri="{FF2B5EF4-FFF2-40B4-BE49-F238E27FC236}">
                              <a16:creationId xmlns:a16="http://schemas.microsoft.com/office/drawing/2014/main" id="{6EE20B55-F3DE-4BA5-4002-4C8F7847D116}"/>
                            </a:ext>
                          </a:extLst>
                        </p:cNvPr>
                        <p:cNvGrpSpPr/>
                        <p:nvPr/>
                      </p:nvGrpSpPr>
                      <p:grpSpPr>
                        <a:xfrm>
                          <a:off x="3701732" y="4724400"/>
                          <a:ext cx="731520" cy="731520"/>
                          <a:chOff x="2970212" y="4724400"/>
                          <a:chExt cx="731520" cy="731520"/>
                        </a:xfrm>
                      </p:grpSpPr>
                      <p:grpSp>
                        <p:nvGrpSpPr>
                          <p:cNvPr id="59" name="Group 58">
                            <a:extLst>
                              <a:ext uri="{FF2B5EF4-FFF2-40B4-BE49-F238E27FC236}">
                                <a16:creationId xmlns:a16="http://schemas.microsoft.com/office/drawing/2014/main" id="{3255FB4D-5554-8B8E-0C7A-28F863B6B67B}"/>
                              </a:ext>
                            </a:extLst>
                          </p:cNvPr>
                          <p:cNvGrpSpPr/>
                          <p:nvPr/>
                        </p:nvGrpSpPr>
                        <p:grpSpPr>
                          <a:xfrm>
                            <a:off x="2970212" y="4724400"/>
                            <a:ext cx="731520" cy="365760"/>
                            <a:chOff x="2970212" y="4724400"/>
                            <a:chExt cx="731520" cy="365760"/>
                          </a:xfrm>
                        </p:grpSpPr>
                        <p:sp>
                          <p:nvSpPr>
                            <p:cNvPr id="62" name="Rectangle 61">
                              <a:extLst>
                                <a:ext uri="{FF2B5EF4-FFF2-40B4-BE49-F238E27FC236}">
                                  <a16:creationId xmlns:a16="http://schemas.microsoft.com/office/drawing/2014/main" id="{6387A1E8-475B-82DC-CC51-10242640AF9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3" name="Rectangle 62">
                              <a:extLst>
                                <a:ext uri="{FF2B5EF4-FFF2-40B4-BE49-F238E27FC236}">
                                  <a16:creationId xmlns:a16="http://schemas.microsoft.com/office/drawing/2014/main" id="{E1262F7B-14BA-BC08-8254-4E74B858383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60" name="Rectangle 59">
                            <a:extLst>
                              <a:ext uri="{FF2B5EF4-FFF2-40B4-BE49-F238E27FC236}">
                                <a16:creationId xmlns:a16="http://schemas.microsoft.com/office/drawing/2014/main" id="{251DA5CD-9A2C-1716-7390-4CF9F7FE5FA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1" name="Rectangle 60">
                            <a:extLst>
                              <a:ext uri="{FF2B5EF4-FFF2-40B4-BE49-F238E27FC236}">
                                <a16:creationId xmlns:a16="http://schemas.microsoft.com/office/drawing/2014/main" id="{563E7A1D-EA89-29BD-301D-3385197B513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44" name="Group 43">
                        <a:extLst>
                          <a:ext uri="{FF2B5EF4-FFF2-40B4-BE49-F238E27FC236}">
                            <a16:creationId xmlns:a16="http://schemas.microsoft.com/office/drawing/2014/main" id="{3F03E808-9C24-C334-856A-3AF613303F02}"/>
                          </a:ext>
                        </a:extLst>
                      </p:cNvPr>
                      <p:cNvGrpSpPr/>
                      <p:nvPr/>
                    </p:nvGrpSpPr>
                    <p:grpSpPr>
                      <a:xfrm>
                        <a:off x="2970212" y="5455920"/>
                        <a:ext cx="1463040" cy="731520"/>
                        <a:chOff x="2970212" y="4724400"/>
                        <a:chExt cx="1463040" cy="731520"/>
                      </a:xfrm>
                    </p:grpSpPr>
                    <p:grpSp>
                      <p:nvGrpSpPr>
                        <p:cNvPr id="45" name="Group 44">
                          <a:extLst>
                            <a:ext uri="{FF2B5EF4-FFF2-40B4-BE49-F238E27FC236}">
                              <a16:creationId xmlns:a16="http://schemas.microsoft.com/office/drawing/2014/main" id="{F7A39F38-820C-4B63-0005-B627346FCF22}"/>
                            </a:ext>
                          </a:extLst>
                        </p:cNvPr>
                        <p:cNvGrpSpPr/>
                        <p:nvPr/>
                      </p:nvGrpSpPr>
                      <p:grpSpPr>
                        <a:xfrm>
                          <a:off x="2970212" y="4724400"/>
                          <a:ext cx="731520" cy="731520"/>
                          <a:chOff x="2970212" y="4724400"/>
                          <a:chExt cx="731520" cy="731520"/>
                        </a:xfrm>
                      </p:grpSpPr>
                      <p:grpSp>
                        <p:nvGrpSpPr>
                          <p:cNvPr id="52" name="Group 51">
                            <a:extLst>
                              <a:ext uri="{FF2B5EF4-FFF2-40B4-BE49-F238E27FC236}">
                                <a16:creationId xmlns:a16="http://schemas.microsoft.com/office/drawing/2014/main" id="{F1758ADC-828F-B3B2-3659-EBD8EC5426E7}"/>
                              </a:ext>
                            </a:extLst>
                          </p:cNvPr>
                          <p:cNvGrpSpPr/>
                          <p:nvPr/>
                        </p:nvGrpSpPr>
                        <p:grpSpPr>
                          <a:xfrm>
                            <a:off x="2970212" y="4724400"/>
                            <a:ext cx="731520" cy="365760"/>
                            <a:chOff x="2970212" y="4724400"/>
                            <a:chExt cx="731520" cy="365760"/>
                          </a:xfrm>
                        </p:grpSpPr>
                        <p:sp>
                          <p:nvSpPr>
                            <p:cNvPr id="55" name="Rectangle 54">
                              <a:extLst>
                                <a:ext uri="{FF2B5EF4-FFF2-40B4-BE49-F238E27FC236}">
                                  <a16:creationId xmlns:a16="http://schemas.microsoft.com/office/drawing/2014/main" id="{5F54D3B5-1228-CD52-8DE6-24916633AC3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6" name="Rectangle 55">
                              <a:extLst>
                                <a:ext uri="{FF2B5EF4-FFF2-40B4-BE49-F238E27FC236}">
                                  <a16:creationId xmlns:a16="http://schemas.microsoft.com/office/drawing/2014/main" id="{297F7C33-C433-C621-F5EF-CB8A73500DB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53" name="Rectangle 52">
                            <a:extLst>
                              <a:ext uri="{FF2B5EF4-FFF2-40B4-BE49-F238E27FC236}">
                                <a16:creationId xmlns:a16="http://schemas.microsoft.com/office/drawing/2014/main" id="{041D8961-5A58-EAC7-4F60-37E2F065010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4" name="Rectangle 53">
                            <a:extLst>
                              <a:ext uri="{FF2B5EF4-FFF2-40B4-BE49-F238E27FC236}">
                                <a16:creationId xmlns:a16="http://schemas.microsoft.com/office/drawing/2014/main" id="{43D832B5-98C0-9773-46AC-B4F4808D74EC}"/>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46" name="Group 45">
                          <a:extLst>
                            <a:ext uri="{FF2B5EF4-FFF2-40B4-BE49-F238E27FC236}">
                              <a16:creationId xmlns:a16="http://schemas.microsoft.com/office/drawing/2014/main" id="{CE22E725-4FAF-F456-61B3-1AD9FD78B673}"/>
                            </a:ext>
                          </a:extLst>
                        </p:cNvPr>
                        <p:cNvGrpSpPr/>
                        <p:nvPr/>
                      </p:nvGrpSpPr>
                      <p:grpSpPr>
                        <a:xfrm>
                          <a:off x="3701732" y="4724400"/>
                          <a:ext cx="731520" cy="731520"/>
                          <a:chOff x="2970212" y="4724400"/>
                          <a:chExt cx="731520" cy="731520"/>
                        </a:xfrm>
                      </p:grpSpPr>
                      <p:grpSp>
                        <p:nvGrpSpPr>
                          <p:cNvPr id="47" name="Group 46">
                            <a:extLst>
                              <a:ext uri="{FF2B5EF4-FFF2-40B4-BE49-F238E27FC236}">
                                <a16:creationId xmlns:a16="http://schemas.microsoft.com/office/drawing/2014/main" id="{299BEFDF-8275-E8F6-6CD0-5064A6D17B4C}"/>
                              </a:ext>
                            </a:extLst>
                          </p:cNvPr>
                          <p:cNvGrpSpPr/>
                          <p:nvPr/>
                        </p:nvGrpSpPr>
                        <p:grpSpPr>
                          <a:xfrm>
                            <a:off x="2970212" y="4724400"/>
                            <a:ext cx="731520" cy="365760"/>
                            <a:chOff x="2970212" y="4724400"/>
                            <a:chExt cx="731520" cy="365760"/>
                          </a:xfrm>
                        </p:grpSpPr>
                        <p:sp>
                          <p:nvSpPr>
                            <p:cNvPr id="50" name="Rectangle 49">
                              <a:extLst>
                                <a:ext uri="{FF2B5EF4-FFF2-40B4-BE49-F238E27FC236}">
                                  <a16:creationId xmlns:a16="http://schemas.microsoft.com/office/drawing/2014/main" id="{0A617FE3-F397-5B24-3183-B268F92FC3E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1" name="Rectangle 50">
                              <a:extLst>
                                <a:ext uri="{FF2B5EF4-FFF2-40B4-BE49-F238E27FC236}">
                                  <a16:creationId xmlns:a16="http://schemas.microsoft.com/office/drawing/2014/main" id="{683B4162-9B1A-98EB-80B3-CCAB33FFE7D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48" name="Rectangle 47">
                            <a:extLst>
                              <a:ext uri="{FF2B5EF4-FFF2-40B4-BE49-F238E27FC236}">
                                <a16:creationId xmlns:a16="http://schemas.microsoft.com/office/drawing/2014/main" id="{AC91D1CB-EDC8-AE8C-73C6-97463B4845F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9" name="Rectangle 48">
                            <a:extLst>
                              <a:ext uri="{FF2B5EF4-FFF2-40B4-BE49-F238E27FC236}">
                                <a16:creationId xmlns:a16="http://schemas.microsoft.com/office/drawing/2014/main" id="{CF654491-3515-DDCB-8697-EBAD8A13ECE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70" name="Group 69">
                    <a:extLst>
                      <a:ext uri="{FF2B5EF4-FFF2-40B4-BE49-F238E27FC236}">
                        <a16:creationId xmlns:a16="http://schemas.microsoft.com/office/drawing/2014/main" id="{E95469E0-711B-401E-894B-91041B2AF119}"/>
                      </a:ext>
                    </a:extLst>
                  </p:cNvPr>
                  <p:cNvGrpSpPr/>
                  <p:nvPr/>
                </p:nvGrpSpPr>
                <p:grpSpPr>
                  <a:xfrm>
                    <a:off x="2132012" y="4587240"/>
                    <a:ext cx="2926080" cy="1463040"/>
                    <a:chOff x="2970212" y="4724400"/>
                    <a:chExt cx="2926080" cy="1463040"/>
                  </a:xfrm>
                </p:grpSpPr>
                <p:grpSp>
                  <p:nvGrpSpPr>
                    <p:cNvPr id="71" name="Group 70">
                      <a:extLst>
                        <a:ext uri="{FF2B5EF4-FFF2-40B4-BE49-F238E27FC236}">
                          <a16:creationId xmlns:a16="http://schemas.microsoft.com/office/drawing/2014/main" id="{6063D257-015D-E24A-EA83-C81CD94D8E19}"/>
                        </a:ext>
                      </a:extLst>
                    </p:cNvPr>
                    <p:cNvGrpSpPr/>
                    <p:nvPr/>
                  </p:nvGrpSpPr>
                  <p:grpSpPr>
                    <a:xfrm>
                      <a:off x="2970212" y="4724400"/>
                      <a:ext cx="1463040" cy="1463040"/>
                      <a:chOff x="2970212" y="4724400"/>
                      <a:chExt cx="1463040" cy="1463040"/>
                    </a:xfrm>
                  </p:grpSpPr>
                  <p:grpSp>
                    <p:nvGrpSpPr>
                      <p:cNvPr id="99" name="Group 98">
                        <a:extLst>
                          <a:ext uri="{FF2B5EF4-FFF2-40B4-BE49-F238E27FC236}">
                            <a16:creationId xmlns:a16="http://schemas.microsoft.com/office/drawing/2014/main" id="{3EDDBEC6-7846-E653-FD8E-B3C71DCC2E4D}"/>
                          </a:ext>
                        </a:extLst>
                      </p:cNvPr>
                      <p:cNvGrpSpPr/>
                      <p:nvPr/>
                    </p:nvGrpSpPr>
                    <p:grpSpPr>
                      <a:xfrm>
                        <a:off x="2970212" y="4724400"/>
                        <a:ext cx="1463040" cy="731520"/>
                        <a:chOff x="2970212" y="4724400"/>
                        <a:chExt cx="1463040" cy="731520"/>
                      </a:xfrm>
                    </p:grpSpPr>
                    <p:grpSp>
                      <p:nvGrpSpPr>
                        <p:cNvPr id="113" name="Group 112">
                          <a:extLst>
                            <a:ext uri="{FF2B5EF4-FFF2-40B4-BE49-F238E27FC236}">
                              <a16:creationId xmlns:a16="http://schemas.microsoft.com/office/drawing/2014/main" id="{A3F75599-EAA3-FFBF-E7B8-D987A8832813}"/>
                            </a:ext>
                          </a:extLst>
                        </p:cNvPr>
                        <p:cNvGrpSpPr/>
                        <p:nvPr/>
                      </p:nvGrpSpPr>
                      <p:grpSpPr>
                        <a:xfrm>
                          <a:off x="2970212" y="4724400"/>
                          <a:ext cx="731520" cy="731520"/>
                          <a:chOff x="2970212" y="4724400"/>
                          <a:chExt cx="731520" cy="731520"/>
                        </a:xfrm>
                      </p:grpSpPr>
                      <p:grpSp>
                        <p:nvGrpSpPr>
                          <p:cNvPr id="120" name="Group 119">
                            <a:extLst>
                              <a:ext uri="{FF2B5EF4-FFF2-40B4-BE49-F238E27FC236}">
                                <a16:creationId xmlns:a16="http://schemas.microsoft.com/office/drawing/2014/main" id="{CDE596BE-B4E6-1733-084F-28E76F7CA6F9}"/>
                              </a:ext>
                            </a:extLst>
                          </p:cNvPr>
                          <p:cNvGrpSpPr/>
                          <p:nvPr/>
                        </p:nvGrpSpPr>
                        <p:grpSpPr>
                          <a:xfrm>
                            <a:off x="2970212" y="4724400"/>
                            <a:ext cx="731520" cy="365760"/>
                            <a:chOff x="2970212" y="4724400"/>
                            <a:chExt cx="731520" cy="365760"/>
                          </a:xfrm>
                        </p:grpSpPr>
                        <p:sp>
                          <p:nvSpPr>
                            <p:cNvPr id="123" name="Rectangle 122">
                              <a:extLst>
                                <a:ext uri="{FF2B5EF4-FFF2-40B4-BE49-F238E27FC236}">
                                  <a16:creationId xmlns:a16="http://schemas.microsoft.com/office/drawing/2014/main" id="{B0D96188-04A0-22D5-D874-095A052F9AB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4" name="Rectangle 123">
                              <a:extLst>
                                <a:ext uri="{FF2B5EF4-FFF2-40B4-BE49-F238E27FC236}">
                                  <a16:creationId xmlns:a16="http://schemas.microsoft.com/office/drawing/2014/main" id="{BC6B740B-A72F-B611-6CF9-D4CBE8D9054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21" name="Rectangle 120">
                            <a:extLst>
                              <a:ext uri="{FF2B5EF4-FFF2-40B4-BE49-F238E27FC236}">
                                <a16:creationId xmlns:a16="http://schemas.microsoft.com/office/drawing/2014/main" id="{B507DF56-15B3-21BF-23DF-27625BC533B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2" name="Rectangle 121">
                            <a:extLst>
                              <a:ext uri="{FF2B5EF4-FFF2-40B4-BE49-F238E27FC236}">
                                <a16:creationId xmlns:a16="http://schemas.microsoft.com/office/drawing/2014/main" id="{A15750D7-5656-46D8-7720-FE6AE66AAD7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14" name="Group 113">
                          <a:extLst>
                            <a:ext uri="{FF2B5EF4-FFF2-40B4-BE49-F238E27FC236}">
                              <a16:creationId xmlns:a16="http://schemas.microsoft.com/office/drawing/2014/main" id="{167AE103-F7A8-D8EE-786D-03E04FDEC31A}"/>
                            </a:ext>
                          </a:extLst>
                        </p:cNvPr>
                        <p:cNvGrpSpPr/>
                        <p:nvPr/>
                      </p:nvGrpSpPr>
                      <p:grpSpPr>
                        <a:xfrm>
                          <a:off x="3701732" y="4724400"/>
                          <a:ext cx="731520" cy="731520"/>
                          <a:chOff x="2970212" y="4724400"/>
                          <a:chExt cx="731520" cy="731520"/>
                        </a:xfrm>
                      </p:grpSpPr>
                      <p:grpSp>
                        <p:nvGrpSpPr>
                          <p:cNvPr id="115" name="Group 114">
                            <a:extLst>
                              <a:ext uri="{FF2B5EF4-FFF2-40B4-BE49-F238E27FC236}">
                                <a16:creationId xmlns:a16="http://schemas.microsoft.com/office/drawing/2014/main" id="{6848AAFC-3591-A12C-4B2F-CF6C1ACA0D30}"/>
                              </a:ext>
                            </a:extLst>
                          </p:cNvPr>
                          <p:cNvGrpSpPr/>
                          <p:nvPr/>
                        </p:nvGrpSpPr>
                        <p:grpSpPr>
                          <a:xfrm>
                            <a:off x="2970212" y="4724400"/>
                            <a:ext cx="731520" cy="365760"/>
                            <a:chOff x="2970212" y="4724400"/>
                            <a:chExt cx="731520" cy="365760"/>
                          </a:xfrm>
                        </p:grpSpPr>
                        <p:sp>
                          <p:nvSpPr>
                            <p:cNvPr id="118" name="Rectangle 117">
                              <a:extLst>
                                <a:ext uri="{FF2B5EF4-FFF2-40B4-BE49-F238E27FC236}">
                                  <a16:creationId xmlns:a16="http://schemas.microsoft.com/office/drawing/2014/main" id="{2F4780AA-FB05-B79A-D9E9-DD6E1A217F3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9" name="Rectangle 118">
                              <a:extLst>
                                <a:ext uri="{FF2B5EF4-FFF2-40B4-BE49-F238E27FC236}">
                                  <a16:creationId xmlns:a16="http://schemas.microsoft.com/office/drawing/2014/main" id="{EEABC3C4-7E4E-0B81-F1B1-C3F11EA2DD96}"/>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16" name="Rectangle 115">
                            <a:extLst>
                              <a:ext uri="{FF2B5EF4-FFF2-40B4-BE49-F238E27FC236}">
                                <a16:creationId xmlns:a16="http://schemas.microsoft.com/office/drawing/2014/main" id="{BF7B9303-2F8C-3562-0912-D58F5147790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7" name="Rectangle 116">
                            <a:extLst>
                              <a:ext uri="{FF2B5EF4-FFF2-40B4-BE49-F238E27FC236}">
                                <a16:creationId xmlns:a16="http://schemas.microsoft.com/office/drawing/2014/main" id="{D4A37911-CC9A-07C1-0DB1-DC3FA199BCEA}"/>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100" name="Group 99">
                        <a:extLst>
                          <a:ext uri="{FF2B5EF4-FFF2-40B4-BE49-F238E27FC236}">
                            <a16:creationId xmlns:a16="http://schemas.microsoft.com/office/drawing/2014/main" id="{CF544DE0-89E8-BAC0-9C76-D7FA94F9E538}"/>
                          </a:ext>
                        </a:extLst>
                      </p:cNvPr>
                      <p:cNvGrpSpPr/>
                      <p:nvPr/>
                    </p:nvGrpSpPr>
                    <p:grpSpPr>
                      <a:xfrm>
                        <a:off x="2970212" y="5455920"/>
                        <a:ext cx="1463040" cy="731520"/>
                        <a:chOff x="2970212" y="4724400"/>
                        <a:chExt cx="1463040" cy="731520"/>
                      </a:xfrm>
                    </p:grpSpPr>
                    <p:grpSp>
                      <p:nvGrpSpPr>
                        <p:cNvPr id="101" name="Group 100">
                          <a:extLst>
                            <a:ext uri="{FF2B5EF4-FFF2-40B4-BE49-F238E27FC236}">
                              <a16:creationId xmlns:a16="http://schemas.microsoft.com/office/drawing/2014/main" id="{4FC06795-F10A-E9E6-F495-F56590495C49}"/>
                            </a:ext>
                          </a:extLst>
                        </p:cNvPr>
                        <p:cNvGrpSpPr/>
                        <p:nvPr/>
                      </p:nvGrpSpPr>
                      <p:grpSpPr>
                        <a:xfrm>
                          <a:off x="2970212" y="4724400"/>
                          <a:ext cx="731520" cy="731520"/>
                          <a:chOff x="2970212" y="4724400"/>
                          <a:chExt cx="731520" cy="731520"/>
                        </a:xfrm>
                      </p:grpSpPr>
                      <p:grpSp>
                        <p:nvGrpSpPr>
                          <p:cNvPr id="108" name="Group 107">
                            <a:extLst>
                              <a:ext uri="{FF2B5EF4-FFF2-40B4-BE49-F238E27FC236}">
                                <a16:creationId xmlns:a16="http://schemas.microsoft.com/office/drawing/2014/main" id="{1C19B01F-A570-89E8-C3CC-59F0A0FBCE7B}"/>
                              </a:ext>
                            </a:extLst>
                          </p:cNvPr>
                          <p:cNvGrpSpPr/>
                          <p:nvPr/>
                        </p:nvGrpSpPr>
                        <p:grpSpPr>
                          <a:xfrm>
                            <a:off x="2970212" y="4724400"/>
                            <a:ext cx="731520" cy="365760"/>
                            <a:chOff x="2970212" y="4724400"/>
                            <a:chExt cx="731520" cy="365760"/>
                          </a:xfrm>
                        </p:grpSpPr>
                        <p:sp>
                          <p:nvSpPr>
                            <p:cNvPr id="111" name="Rectangle 110">
                              <a:extLst>
                                <a:ext uri="{FF2B5EF4-FFF2-40B4-BE49-F238E27FC236}">
                                  <a16:creationId xmlns:a16="http://schemas.microsoft.com/office/drawing/2014/main" id="{0475172F-A701-179F-3590-7EA1E0E9F06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2" name="Rectangle 111">
                              <a:extLst>
                                <a:ext uri="{FF2B5EF4-FFF2-40B4-BE49-F238E27FC236}">
                                  <a16:creationId xmlns:a16="http://schemas.microsoft.com/office/drawing/2014/main" id="{2A9B2116-36D4-2C79-5539-EF359C79CCC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9" name="Rectangle 108">
                            <a:extLst>
                              <a:ext uri="{FF2B5EF4-FFF2-40B4-BE49-F238E27FC236}">
                                <a16:creationId xmlns:a16="http://schemas.microsoft.com/office/drawing/2014/main" id="{67F3D780-72E5-E985-7072-9223AFB5490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0" name="Rectangle 109">
                            <a:extLst>
                              <a:ext uri="{FF2B5EF4-FFF2-40B4-BE49-F238E27FC236}">
                                <a16:creationId xmlns:a16="http://schemas.microsoft.com/office/drawing/2014/main" id="{5C5EE404-8C54-E591-73AD-0E202A91E85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02" name="Group 101">
                          <a:extLst>
                            <a:ext uri="{FF2B5EF4-FFF2-40B4-BE49-F238E27FC236}">
                              <a16:creationId xmlns:a16="http://schemas.microsoft.com/office/drawing/2014/main" id="{718540D2-5A18-4A15-6DBF-EC61EA8079A2}"/>
                            </a:ext>
                          </a:extLst>
                        </p:cNvPr>
                        <p:cNvGrpSpPr/>
                        <p:nvPr/>
                      </p:nvGrpSpPr>
                      <p:grpSpPr>
                        <a:xfrm>
                          <a:off x="3701732" y="4724400"/>
                          <a:ext cx="731520" cy="731520"/>
                          <a:chOff x="2970212" y="4724400"/>
                          <a:chExt cx="731520" cy="731520"/>
                        </a:xfrm>
                      </p:grpSpPr>
                      <p:grpSp>
                        <p:nvGrpSpPr>
                          <p:cNvPr id="103" name="Group 102">
                            <a:extLst>
                              <a:ext uri="{FF2B5EF4-FFF2-40B4-BE49-F238E27FC236}">
                                <a16:creationId xmlns:a16="http://schemas.microsoft.com/office/drawing/2014/main" id="{121E8F8B-F587-E153-9DE3-FF09F3CD7ACA}"/>
                              </a:ext>
                            </a:extLst>
                          </p:cNvPr>
                          <p:cNvGrpSpPr/>
                          <p:nvPr/>
                        </p:nvGrpSpPr>
                        <p:grpSpPr>
                          <a:xfrm>
                            <a:off x="2970212" y="4724400"/>
                            <a:ext cx="731520" cy="365760"/>
                            <a:chOff x="2970212" y="4724400"/>
                            <a:chExt cx="731520" cy="365760"/>
                          </a:xfrm>
                        </p:grpSpPr>
                        <p:sp>
                          <p:nvSpPr>
                            <p:cNvPr id="106" name="Rectangle 105">
                              <a:extLst>
                                <a:ext uri="{FF2B5EF4-FFF2-40B4-BE49-F238E27FC236}">
                                  <a16:creationId xmlns:a16="http://schemas.microsoft.com/office/drawing/2014/main" id="{59A0CDD8-3D30-ABC2-A14D-78C57C4E64F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7" name="Rectangle 106">
                              <a:extLst>
                                <a:ext uri="{FF2B5EF4-FFF2-40B4-BE49-F238E27FC236}">
                                  <a16:creationId xmlns:a16="http://schemas.microsoft.com/office/drawing/2014/main" id="{58B50FA8-F41E-47C8-8DA1-923FEB3C4336}"/>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4" name="Rectangle 103">
                            <a:extLst>
                              <a:ext uri="{FF2B5EF4-FFF2-40B4-BE49-F238E27FC236}">
                                <a16:creationId xmlns:a16="http://schemas.microsoft.com/office/drawing/2014/main" id="{D438CEEF-1996-ED72-0079-0828AABF86A7}"/>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5" name="Rectangle 104">
                            <a:extLst>
                              <a:ext uri="{FF2B5EF4-FFF2-40B4-BE49-F238E27FC236}">
                                <a16:creationId xmlns:a16="http://schemas.microsoft.com/office/drawing/2014/main" id="{DCBEBCE6-0EB8-FE07-2688-30DF0F9E07BA}"/>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72" name="Group 71">
                      <a:extLst>
                        <a:ext uri="{FF2B5EF4-FFF2-40B4-BE49-F238E27FC236}">
                          <a16:creationId xmlns:a16="http://schemas.microsoft.com/office/drawing/2014/main" id="{4C278C3C-E639-0FF7-0766-5BD33506231E}"/>
                        </a:ext>
                      </a:extLst>
                    </p:cNvPr>
                    <p:cNvGrpSpPr/>
                    <p:nvPr/>
                  </p:nvGrpSpPr>
                  <p:grpSpPr>
                    <a:xfrm>
                      <a:off x="4433252" y="4724400"/>
                      <a:ext cx="1463040" cy="1463040"/>
                      <a:chOff x="2970212" y="4724400"/>
                      <a:chExt cx="1463040" cy="1463040"/>
                    </a:xfrm>
                  </p:grpSpPr>
                  <p:grpSp>
                    <p:nvGrpSpPr>
                      <p:cNvPr id="73" name="Group 72">
                        <a:extLst>
                          <a:ext uri="{FF2B5EF4-FFF2-40B4-BE49-F238E27FC236}">
                            <a16:creationId xmlns:a16="http://schemas.microsoft.com/office/drawing/2014/main" id="{9836511F-9DD3-BD97-D57A-6C2193911599}"/>
                          </a:ext>
                        </a:extLst>
                      </p:cNvPr>
                      <p:cNvGrpSpPr/>
                      <p:nvPr/>
                    </p:nvGrpSpPr>
                    <p:grpSpPr>
                      <a:xfrm>
                        <a:off x="2970212" y="4724400"/>
                        <a:ext cx="1463040" cy="731520"/>
                        <a:chOff x="2970212" y="4724400"/>
                        <a:chExt cx="1463040" cy="731520"/>
                      </a:xfrm>
                    </p:grpSpPr>
                    <p:grpSp>
                      <p:nvGrpSpPr>
                        <p:cNvPr id="87" name="Group 86">
                          <a:extLst>
                            <a:ext uri="{FF2B5EF4-FFF2-40B4-BE49-F238E27FC236}">
                              <a16:creationId xmlns:a16="http://schemas.microsoft.com/office/drawing/2014/main" id="{1632F4D5-DFCB-BD94-A7E3-3D952CEDCE88}"/>
                            </a:ext>
                          </a:extLst>
                        </p:cNvPr>
                        <p:cNvGrpSpPr/>
                        <p:nvPr/>
                      </p:nvGrpSpPr>
                      <p:grpSpPr>
                        <a:xfrm>
                          <a:off x="2970212" y="4724400"/>
                          <a:ext cx="731520" cy="731520"/>
                          <a:chOff x="2970212" y="4724400"/>
                          <a:chExt cx="731520" cy="731520"/>
                        </a:xfrm>
                      </p:grpSpPr>
                      <p:grpSp>
                        <p:nvGrpSpPr>
                          <p:cNvPr id="94" name="Group 93">
                            <a:extLst>
                              <a:ext uri="{FF2B5EF4-FFF2-40B4-BE49-F238E27FC236}">
                                <a16:creationId xmlns:a16="http://schemas.microsoft.com/office/drawing/2014/main" id="{33544E49-7FAE-172F-4B0F-D0640360A780}"/>
                              </a:ext>
                            </a:extLst>
                          </p:cNvPr>
                          <p:cNvGrpSpPr/>
                          <p:nvPr/>
                        </p:nvGrpSpPr>
                        <p:grpSpPr>
                          <a:xfrm>
                            <a:off x="2970212" y="4724400"/>
                            <a:ext cx="731520" cy="365760"/>
                            <a:chOff x="2970212" y="4724400"/>
                            <a:chExt cx="731520" cy="365760"/>
                          </a:xfrm>
                        </p:grpSpPr>
                        <p:sp>
                          <p:nvSpPr>
                            <p:cNvPr id="97" name="Rectangle 96">
                              <a:extLst>
                                <a:ext uri="{FF2B5EF4-FFF2-40B4-BE49-F238E27FC236}">
                                  <a16:creationId xmlns:a16="http://schemas.microsoft.com/office/drawing/2014/main" id="{D63F5653-3FDF-6652-227C-DC33EB042D6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8" name="Rectangle 97">
                              <a:extLst>
                                <a:ext uri="{FF2B5EF4-FFF2-40B4-BE49-F238E27FC236}">
                                  <a16:creationId xmlns:a16="http://schemas.microsoft.com/office/drawing/2014/main" id="{65619C36-BEA1-4657-12B7-CEC8A1EA805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95" name="Rectangle 94">
                            <a:extLst>
                              <a:ext uri="{FF2B5EF4-FFF2-40B4-BE49-F238E27FC236}">
                                <a16:creationId xmlns:a16="http://schemas.microsoft.com/office/drawing/2014/main" id="{694E9D81-48B5-8521-BBEC-C690EE038CC7}"/>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6" name="Rectangle 95">
                            <a:extLst>
                              <a:ext uri="{FF2B5EF4-FFF2-40B4-BE49-F238E27FC236}">
                                <a16:creationId xmlns:a16="http://schemas.microsoft.com/office/drawing/2014/main" id="{CA2C897E-11CA-5E93-05EF-17A51BF39A6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88" name="Group 87">
                          <a:extLst>
                            <a:ext uri="{FF2B5EF4-FFF2-40B4-BE49-F238E27FC236}">
                              <a16:creationId xmlns:a16="http://schemas.microsoft.com/office/drawing/2014/main" id="{4D913862-B20B-01D7-BA7A-23DF0FC8A023}"/>
                            </a:ext>
                          </a:extLst>
                        </p:cNvPr>
                        <p:cNvGrpSpPr/>
                        <p:nvPr/>
                      </p:nvGrpSpPr>
                      <p:grpSpPr>
                        <a:xfrm>
                          <a:off x="3701732" y="4724400"/>
                          <a:ext cx="731520" cy="731520"/>
                          <a:chOff x="2970212" y="4724400"/>
                          <a:chExt cx="731520" cy="731520"/>
                        </a:xfrm>
                      </p:grpSpPr>
                      <p:grpSp>
                        <p:nvGrpSpPr>
                          <p:cNvPr id="89" name="Group 88">
                            <a:extLst>
                              <a:ext uri="{FF2B5EF4-FFF2-40B4-BE49-F238E27FC236}">
                                <a16:creationId xmlns:a16="http://schemas.microsoft.com/office/drawing/2014/main" id="{8FE2F16A-FBA6-3715-9FAF-DA5B91918AC5}"/>
                              </a:ext>
                            </a:extLst>
                          </p:cNvPr>
                          <p:cNvGrpSpPr/>
                          <p:nvPr/>
                        </p:nvGrpSpPr>
                        <p:grpSpPr>
                          <a:xfrm>
                            <a:off x="2970212" y="4724400"/>
                            <a:ext cx="731520" cy="365760"/>
                            <a:chOff x="2970212" y="4724400"/>
                            <a:chExt cx="731520" cy="365760"/>
                          </a:xfrm>
                        </p:grpSpPr>
                        <p:sp>
                          <p:nvSpPr>
                            <p:cNvPr id="92" name="Rectangle 91">
                              <a:extLst>
                                <a:ext uri="{FF2B5EF4-FFF2-40B4-BE49-F238E27FC236}">
                                  <a16:creationId xmlns:a16="http://schemas.microsoft.com/office/drawing/2014/main" id="{7C349BBE-B81B-E489-1F04-39B66BA09B8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3" name="Rectangle 92">
                              <a:extLst>
                                <a:ext uri="{FF2B5EF4-FFF2-40B4-BE49-F238E27FC236}">
                                  <a16:creationId xmlns:a16="http://schemas.microsoft.com/office/drawing/2014/main" id="{9A19E765-3F13-4EA2-D03C-B67F297007D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90" name="Rectangle 89">
                            <a:extLst>
                              <a:ext uri="{FF2B5EF4-FFF2-40B4-BE49-F238E27FC236}">
                                <a16:creationId xmlns:a16="http://schemas.microsoft.com/office/drawing/2014/main" id="{51623074-FD5A-5EDB-3E7F-3D6C29E935A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1" name="Rectangle 90">
                            <a:extLst>
                              <a:ext uri="{FF2B5EF4-FFF2-40B4-BE49-F238E27FC236}">
                                <a16:creationId xmlns:a16="http://schemas.microsoft.com/office/drawing/2014/main" id="{11CD845C-BA43-1456-DD19-FF5C701D362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74" name="Group 73">
                        <a:extLst>
                          <a:ext uri="{FF2B5EF4-FFF2-40B4-BE49-F238E27FC236}">
                            <a16:creationId xmlns:a16="http://schemas.microsoft.com/office/drawing/2014/main" id="{2B9F4068-F64E-9A70-0942-B4FAC9D7D943}"/>
                          </a:ext>
                        </a:extLst>
                      </p:cNvPr>
                      <p:cNvGrpSpPr/>
                      <p:nvPr/>
                    </p:nvGrpSpPr>
                    <p:grpSpPr>
                      <a:xfrm>
                        <a:off x="2970212" y="5455920"/>
                        <a:ext cx="1463040" cy="731520"/>
                        <a:chOff x="2970212" y="4724400"/>
                        <a:chExt cx="1463040" cy="731520"/>
                      </a:xfrm>
                    </p:grpSpPr>
                    <p:grpSp>
                      <p:nvGrpSpPr>
                        <p:cNvPr id="75" name="Group 74">
                          <a:extLst>
                            <a:ext uri="{FF2B5EF4-FFF2-40B4-BE49-F238E27FC236}">
                              <a16:creationId xmlns:a16="http://schemas.microsoft.com/office/drawing/2014/main" id="{D05932E0-B12B-BF27-A4A8-8D2D063F6019}"/>
                            </a:ext>
                          </a:extLst>
                        </p:cNvPr>
                        <p:cNvGrpSpPr/>
                        <p:nvPr/>
                      </p:nvGrpSpPr>
                      <p:grpSpPr>
                        <a:xfrm>
                          <a:off x="2970212" y="4724400"/>
                          <a:ext cx="731520" cy="731520"/>
                          <a:chOff x="2970212" y="4724400"/>
                          <a:chExt cx="731520" cy="731520"/>
                        </a:xfrm>
                      </p:grpSpPr>
                      <p:grpSp>
                        <p:nvGrpSpPr>
                          <p:cNvPr id="82" name="Group 81">
                            <a:extLst>
                              <a:ext uri="{FF2B5EF4-FFF2-40B4-BE49-F238E27FC236}">
                                <a16:creationId xmlns:a16="http://schemas.microsoft.com/office/drawing/2014/main" id="{F84CB894-33FE-A944-BCC7-B251CCA6ACA0}"/>
                              </a:ext>
                            </a:extLst>
                          </p:cNvPr>
                          <p:cNvGrpSpPr/>
                          <p:nvPr/>
                        </p:nvGrpSpPr>
                        <p:grpSpPr>
                          <a:xfrm>
                            <a:off x="2970212" y="4724400"/>
                            <a:ext cx="731520" cy="365760"/>
                            <a:chOff x="2970212" y="4724400"/>
                            <a:chExt cx="731520" cy="365760"/>
                          </a:xfrm>
                        </p:grpSpPr>
                        <p:sp>
                          <p:nvSpPr>
                            <p:cNvPr id="85" name="Rectangle 84">
                              <a:extLst>
                                <a:ext uri="{FF2B5EF4-FFF2-40B4-BE49-F238E27FC236}">
                                  <a16:creationId xmlns:a16="http://schemas.microsoft.com/office/drawing/2014/main" id="{2FC057C4-C309-A93E-094C-71B40536744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6" name="Rectangle 85">
                              <a:extLst>
                                <a:ext uri="{FF2B5EF4-FFF2-40B4-BE49-F238E27FC236}">
                                  <a16:creationId xmlns:a16="http://schemas.microsoft.com/office/drawing/2014/main" id="{800F61F2-C59A-0FE9-1E91-693D88C10F3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83" name="Rectangle 82">
                            <a:extLst>
                              <a:ext uri="{FF2B5EF4-FFF2-40B4-BE49-F238E27FC236}">
                                <a16:creationId xmlns:a16="http://schemas.microsoft.com/office/drawing/2014/main" id="{61CFD236-CD48-896A-9EAB-7C866808564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4" name="Rectangle 83">
                            <a:extLst>
                              <a:ext uri="{FF2B5EF4-FFF2-40B4-BE49-F238E27FC236}">
                                <a16:creationId xmlns:a16="http://schemas.microsoft.com/office/drawing/2014/main" id="{8344BEDB-3286-D01F-7BCA-DD23A6A2337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76" name="Group 75">
                          <a:extLst>
                            <a:ext uri="{FF2B5EF4-FFF2-40B4-BE49-F238E27FC236}">
                              <a16:creationId xmlns:a16="http://schemas.microsoft.com/office/drawing/2014/main" id="{7EC9B7F6-C063-F80F-8D0C-AF776D5C6DFD}"/>
                            </a:ext>
                          </a:extLst>
                        </p:cNvPr>
                        <p:cNvGrpSpPr/>
                        <p:nvPr/>
                      </p:nvGrpSpPr>
                      <p:grpSpPr>
                        <a:xfrm>
                          <a:off x="3701732" y="4724400"/>
                          <a:ext cx="731520" cy="731520"/>
                          <a:chOff x="2970212" y="4724400"/>
                          <a:chExt cx="731520" cy="731520"/>
                        </a:xfrm>
                      </p:grpSpPr>
                      <p:grpSp>
                        <p:nvGrpSpPr>
                          <p:cNvPr id="77" name="Group 76">
                            <a:extLst>
                              <a:ext uri="{FF2B5EF4-FFF2-40B4-BE49-F238E27FC236}">
                                <a16:creationId xmlns:a16="http://schemas.microsoft.com/office/drawing/2014/main" id="{A7DE8B47-9940-81D4-7876-55E49B9E78DD}"/>
                              </a:ext>
                            </a:extLst>
                          </p:cNvPr>
                          <p:cNvGrpSpPr/>
                          <p:nvPr/>
                        </p:nvGrpSpPr>
                        <p:grpSpPr>
                          <a:xfrm>
                            <a:off x="2970212" y="4724400"/>
                            <a:ext cx="731520" cy="365760"/>
                            <a:chOff x="2970212" y="4724400"/>
                            <a:chExt cx="731520" cy="365760"/>
                          </a:xfrm>
                        </p:grpSpPr>
                        <p:sp>
                          <p:nvSpPr>
                            <p:cNvPr id="80" name="Rectangle 79">
                              <a:extLst>
                                <a:ext uri="{FF2B5EF4-FFF2-40B4-BE49-F238E27FC236}">
                                  <a16:creationId xmlns:a16="http://schemas.microsoft.com/office/drawing/2014/main" id="{BFCFA2A4-EB6B-5304-F901-6BC569403A2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1" name="Rectangle 80">
                              <a:extLst>
                                <a:ext uri="{FF2B5EF4-FFF2-40B4-BE49-F238E27FC236}">
                                  <a16:creationId xmlns:a16="http://schemas.microsoft.com/office/drawing/2014/main" id="{D8E8473B-5331-52DD-3334-6863996B64F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78" name="Rectangle 77">
                            <a:extLst>
                              <a:ext uri="{FF2B5EF4-FFF2-40B4-BE49-F238E27FC236}">
                                <a16:creationId xmlns:a16="http://schemas.microsoft.com/office/drawing/2014/main" id="{541AA220-D7DC-C29F-8842-8D4920CB6CA0}"/>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9" name="Rectangle 78">
                            <a:extLst>
                              <a:ext uri="{FF2B5EF4-FFF2-40B4-BE49-F238E27FC236}">
                                <a16:creationId xmlns:a16="http://schemas.microsoft.com/office/drawing/2014/main" id="{804BD431-E88F-82F7-5245-C271B0D2D15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nvGrpSpPr>
                <p:cNvPr id="181" name="Group 180">
                  <a:extLst>
                    <a:ext uri="{FF2B5EF4-FFF2-40B4-BE49-F238E27FC236}">
                      <a16:creationId xmlns:a16="http://schemas.microsoft.com/office/drawing/2014/main" id="{DC3D0616-E758-97E1-EE77-8AD5F2BBC1A3}"/>
                    </a:ext>
                  </a:extLst>
                </p:cNvPr>
                <p:cNvGrpSpPr/>
                <p:nvPr/>
              </p:nvGrpSpPr>
              <p:grpSpPr>
                <a:xfrm>
                  <a:off x="5058092" y="3124200"/>
                  <a:ext cx="2926080" cy="2926080"/>
                  <a:chOff x="2132012" y="3124200"/>
                  <a:chExt cx="2926080" cy="2926080"/>
                </a:xfrm>
              </p:grpSpPr>
              <p:grpSp>
                <p:nvGrpSpPr>
                  <p:cNvPr id="182" name="Group 181">
                    <a:extLst>
                      <a:ext uri="{FF2B5EF4-FFF2-40B4-BE49-F238E27FC236}">
                        <a16:creationId xmlns:a16="http://schemas.microsoft.com/office/drawing/2014/main" id="{F06B89F4-01E6-A43C-2504-750C1E31021A}"/>
                      </a:ext>
                    </a:extLst>
                  </p:cNvPr>
                  <p:cNvGrpSpPr/>
                  <p:nvPr/>
                </p:nvGrpSpPr>
                <p:grpSpPr>
                  <a:xfrm>
                    <a:off x="2132012" y="3124200"/>
                    <a:ext cx="2926080" cy="1463040"/>
                    <a:chOff x="2970212" y="4724400"/>
                    <a:chExt cx="2926080" cy="1463040"/>
                  </a:xfrm>
                </p:grpSpPr>
                <p:grpSp>
                  <p:nvGrpSpPr>
                    <p:cNvPr id="238" name="Group 237">
                      <a:extLst>
                        <a:ext uri="{FF2B5EF4-FFF2-40B4-BE49-F238E27FC236}">
                          <a16:creationId xmlns:a16="http://schemas.microsoft.com/office/drawing/2014/main" id="{78C991A3-893D-D3CD-A7DC-B34F40F69B61}"/>
                        </a:ext>
                      </a:extLst>
                    </p:cNvPr>
                    <p:cNvGrpSpPr/>
                    <p:nvPr/>
                  </p:nvGrpSpPr>
                  <p:grpSpPr>
                    <a:xfrm>
                      <a:off x="2970212" y="4724400"/>
                      <a:ext cx="1463040" cy="1463040"/>
                      <a:chOff x="2970212" y="4724400"/>
                      <a:chExt cx="1463040" cy="1463040"/>
                    </a:xfrm>
                  </p:grpSpPr>
                  <p:grpSp>
                    <p:nvGrpSpPr>
                      <p:cNvPr id="266" name="Group 265">
                        <a:extLst>
                          <a:ext uri="{FF2B5EF4-FFF2-40B4-BE49-F238E27FC236}">
                            <a16:creationId xmlns:a16="http://schemas.microsoft.com/office/drawing/2014/main" id="{2787BC15-B479-CF21-7757-4CBB886A24A5}"/>
                          </a:ext>
                        </a:extLst>
                      </p:cNvPr>
                      <p:cNvGrpSpPr/>
                      <p:nvPr/>
                    </p:nvGrpSpPr>
                    <p:grpSpPr>
                      <a:xfrm>
                        <a:off x="2970212" y="4724400"/>
                        <a:ext cx="1463040" cy="731520"/>
                        <a:chOff x="2970212" y="4724400"/>
                        <a:chExt cx="1463040" cy="731520"/>
                      </a:xfrm>
                    </p:grpSpPr>
                    <p:grpSp>
                      <p:nvGrpSpPr>
                        <p:cNvPr id="280" name="Group 279">
                          <a:extLst>
                            <a:ext uri="{FF2B5EF4-FFF2-40B4-BE49-F238E27FC236}">
                              <a16:creationId xmlns:a16="http://schemas.microsoft.com/office/drawing/2014/main" id="{876C5508-5B98-848C-CDF0-F370F117916D}"/>
                            </a:ext>
                          </a:extLst>
                        </p:cNvPr>
                        <p:cNvGrpSpPr/>
                        <p:nvPr/>
                      </p:nvGrpSpPr>
                      <p:grpSpPr>
                        <a:xfrm>
                          <a:off x="2970212" y="4724400"/>
                          <a:ext cx="731520" cy="731520"/>
                          <a:chOff x="2970212" y="4724400"/>
                          <a:chExt cx="731520" cy="731520"/>
                        </a:xfrm>
                      </p:grpSpPr>
                      <p:grpSp>
                        <p:nvGrpSpPr>
                          <p:cNvPr id="287" name="Group 286">
                            <a:extLst>
                              <a:ext uri="{FF2B5EF4-FFF2-40B4-BE49-F238E27FC236}">
                                <a16:creationId xmlns:a16="http://schemas.microsoft.com/office/drawing/2014/main" id="{07144071-E423-9C4E-9470-4C6BD293EB40}"/>
                              </a:ext>
                            </a:extLst>
                          </p:cNvPr>
                          <p:cNvGrpSpPr/>
                          <p:nvPr/>
                        </p:nvGrpSpPr>
                        <p:grpSpPr>
                          <a:xfrm>
                            <a:off x="2970212" y="4724400"/>
                            <a:ext cx="731520" cy="365760"/>
                            <a:chOff x="2970212" y="4724400"/>
                            <a:chExt cx="731520" cy="365760"/>
                          </a:xfrm>
                        </p:grpSpPr>
                        <p:sp>
                          <p:nvSpPr>
                            <p:cNvPr id="290" name="Rectangle 289">
                              <a:extLst>
                                <a:ext uri="{FF2B5EF4-FFF2-40B4-BE49-F238E27FC236}">
                                  <a16:creationId xmlns:a16="http://schemas.microsoft.com/office/drawing/2014/main" id="{B010B432-2113-B26F-24B6-7208657D33C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91" name="Rectangle 290">
                              <a:extLst>
                                <a:ext uri="{FF2B5EF4-FFF2-40B4-BE49-F238E27FC236}">
                                  <a16:creationId xmlns:a16="http://schemas.microsoft.com/office/drawing/2014/main" id="{E19D5EA8-43A0-79E1-D937-EA62E5322CA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88" name="Rectangle 287">
                            <a:extLst>
                              <a:ext uri="{FF2B5EF4-FFF2-40B4-BE49-F238E27FC236}">
                                <a16:creationId xmlns:a16="http://schemas.microsoft.com/office/drawing/2014/main" id="{A5058DF3-5E54-4859-1A63-7872E210CC1C}"/>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9" name="Rectangle 288">
                            <a:extLst>
                              <a:ext uri="{FF2B5EF4-FFF2-40B4-BE49-F238E27FC236}">
                                <a16:creationId xmlns:a16="http://schemas.microsoft.com/office/drawing/2014/main" id="{8565FE7E-7DC7-5AF4-DEFA-07F709EDB6E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81" name="Group 280">
                          <a:extLst>
                            <a:ext uri="{FF2B5EF4-FFF2-40B4-BE49-F238E27FC236}">
                              <a16:creationId xmlns:a16="http://schemas.microsoft.com/office/drawing/2014/main" id="{49C2ED1B-3F1F-4C1E-C7E7-31CD0D519B1F}"/>
                            </a:ext>
                          </a:extLst>
                        </p:cNvPr>
                        <p:cNvGrpSpPr/>
                        <p:nvPr/>
                      </p:nvGrpSpPr>
                      <p:grpSpPr>
                        <a:xfrm>
                          <a:off x="3701732" y="4724400"/>
                          <a:ext cx="731520" cy="731520"/>
                          <a:chOff x="2970212" y="4724400"/>
                          <a:chExt cx="731520" cy="731520"/>
                        </a:xfrm>
                      </p:grpSpPr>
                      <p:grpSp>
                        <p:nvGrpSpPr>
                          <p:cNvPr id="282" name="Group 281">
                            <a:extLst>
                              <a:ext uri="{FF2B5EF4-FFF2-40B4-BE49-F238E27FC236}">
                                <a16:creationId xmlns:a16="http://schemas.microsoft.com/office/drawing/2014/main" id="{2978EB4B-0DC1-7DBD-F1A0-1547A4D4F64B}"/>
                              </a:ext>
                            </a:extLst>
                          </p:cNvPr>
                          <p:cNvGrpSpPr/>
                          <p:nvPr/>
                        </p:nvGrpSpPr>
                        <p:grpSpPr>
                          <a:xfrm>
                            <a:off x="2970212" y="4724400"/>
                            <a:ext cx="731520" cy="365760"/>
                            <a:chOff x="2970212" y="4724400"/>
                            <a:chExt cx="731520" cy="365760"/>
                          </a:xfrm>
                        </p:grpSpPr>
                        <p:sp>
                          <p:nvSpPr>
                            <p:cNvPr id="285" name="Rectangle 284">
                              <a:extLst>
                                <a:ext uri="{FF2B5EF4-FFF2-40B4-BE49-F238E27FC236}">
                                  <a16:creationId xmlns:a16="http://schemas.microsoft.com/office/drawing/2014/main" id="{FAFC5B12-716C-477A-36AC-ADB5F86E879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6" name="Rectangle 285">
                              <a:extLst>
                                <a:ext uri="{FF2B5EF4-FFF2-40B4-BE49-F238E27FC236}">
                                  <a16:creationId xmlns:a16="http://schemas.microsoft.com/office/drawing/2014/main" id="{E7B48678-0225-5359-AA4A-B137C846BBC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83" name="Rectangle 282">
                            <a:extLst>
                              <a:ext uri="{FF2B5EF4-FFF2-40B4-BE49-F238E27FC236}">
                                <a16:creationId xmlns:a16="http://schemas.microsoft.com/office/drawing/2014/main" id="{BD8B3835-0D6A-1174-47EE-AFEA62BA53E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4" name="Rectangle 283">
                            <a:extLst>
                              <a:ext uri="{FF2B5EF4-FFF2-40B4-BE49-F238E27FC236}">
                                <a16:creationId xmlns:a16="http://schemas.microsoft.com/office/drawing/2014/main" id="{EFEB1AE6-BE0E-A801-5A18-467AD824F5D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67" name="Group 266">
                        <a:extLst>
                          <a:ext uri="{FF2B5EF4-FFF2-40B4-BE49-F238E27FC236}">
                            <a16:creationId xmlns:a16="http://schemas.microsoft.com/office/drawing/2014/main" id="{071986B0-447A-921E-557A-6CCA97D14542}"/>
                          </a:ext>
                        </a:extLst>
                      </p:cNvPr>
                      <p:cNvGrpSpPr/>
                      <p:nvPr/>
                    </p:nvGrpSpPr>
                    <p:grpSpPr>
                      <a:xfrm>
                        <a:off x="2970212" y="5455920"/>
                        <a:ext cx="1463040" cy="731520"/>
                        <a:chOff x="2970212" y="4724400"/>
                        <a:chExt cx="1463040" cy="731520"/>
                      </a:xfrm>
                    </p:grpSpPr>
                    <p:grpSp>
                      <p:nvGrpSpPr>
                        <p:cNvPr id="268" name="Group 267">
                          <a:extLst>
                            <a:ext uri="{FF2B5EF4-FFF2-40B4-BE49-F238E27FC236}">
                              <a16:creationId xmlns:a16="http://schemas.microsoft.com/office/drawing/2014/main" id="{EFB211DF-2A08-6CB9-C86F-6F2DCEDB4685}"/>
                            </a:ext>
                          </a:extLst>
                        </p:cNvPr>
                        <p:cNvGrpSpPr/>
                        <p:nvPr/>
                      </p:nvGrpSpPr>
                      <p:grpSpPr>
                        <a:xfrm>
                          <a:off x="2970212" y="4724400"/>
                          <a:ext cx="731520" cy="731520"/>
                          <a:chOff x="2970212" y="4724400"/>
                          <a:chExt cx="731520" cy="731520"/>
                        </a:xfrm>
                      </p:grpSpPr>
                      <p:grpSp>
                        <p:nvGrpSpPr>
                          <p:cNvPr id="275" name="Group 274">
                            <a:extLst>
                              <a:ext uri="{FF2B5EF4-FFF2-40B4-BE49-F238E27FC236}">
                                <a16:creationId xmlns:a16="http://schemas.microsoft.com/office/drawing/2014/main" id="{A85EE5F4-E22E-E8F8-EF12-5F8315CF9889}"/>
                              </a:ext>
                            </a:extLst>
                          </p:cNvPr>
                          <p:cNvGrpSpPr/>
                          <p:nvPr/>
                        </p:nvGrpSpPr>
                        <p:grpSpPr>
                          <a:xfrm>
                            <a:off x="2970212" y="4724400"/>
                            <a:ext cx="731520" cy="365760"/>
                            <a:chOff x="2970212" y="4724400"/>
                            <a:chExt cx="731520" cy="365760"/>
                          </a:xfrm>
                        </p:grpSpPr>
                        <p:sp>
                          <p:nvSpPr>
                            <p:cNvPr id="278" name="Rectangle 277">
                              <a:extLst>
                                <a:ext uri="{FF2B5EF4-FFF2-40B4-BE49-F238E27FC236}">
                                  <a16:creationId xmlns:a16="http://schemas.microsoft.com/office/drawing/2014/main" id="{6C611188-8953-97A4-ED6F-178BB5FA7E07}"/>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9" name="Rectangle 278">
                              <a:extLst>
                                <a:ext uri="{FF2B5EF4-FFF2-40B4-BE49-F238E27FC236}">
                                  <a16:creationId xmlns:a16="http://schemas.microsoft.com/office/drawing/2014/main" id="{F5A46E83-135B-D62B-2B16-C122280AB6C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76" name="Rectangle 275">
                            <a:extLst>
                              <a:ext uri="{FF2B5EF4-FFF2-40B4-BE49-F238E27FC236}">
                                <a16:creationId xmlns:a16="http://schemas.microsoft.com/office/drawing/2014/main" id="{19B23F0B-B8D1-B662-D1C4-69672FBE502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7" name="Rectangle 276">
                            <a:extLst>
                              <a:ext uri="{FF2B5EF4-FFF2-40B4-BE49-F238E27FC236}">
                                <a16:creationId xmlns:a16="http://schemas.microsoft.com/office/drawing/2014/main" id="{2A5A7DDF-F545-16FB-C728-A746B195758B}"/>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69" name="Group 268">
                          <a:extLst>
                            <a:ext uri="{FF2B5EF4-FFF2-40B4-BE49-F238E27FC236}">
                              <a16:creationId xmlns:a16="http://schemas.microsoft.com/office/drawing/2014/main" id="{588BE228-6797-A1E0-A456-B24B6C4BD76D}"/>
                            </a:ext>
                          </a:extLst>
                        </p:cNvPr>
                        <p:cNvGrpSpPr/>
                        <p:nvPr/>
                      </p:nvGrpSpPr>
                      <p:grpSpPr>
                        <a:xfrm>
                          <a:off x="3701732" y="4724400"/>
                          <a:ext cx="731520" cy="731520"/>
                          <a:chOff x="2970212" y="4724400"/>
                          <a:chExt cx="731520" cy="731520"/>
                        </a:xfrm>
                      </p:grpSpPr>
                      <p:grpSp>
                        <p:nvGrpSpPr>
                          <p:cNvPr id="270" name="Group 269">
                            <a:extLst>
                              <a:ext uri="{FF2B5EF4-FFF2-40B4-BE49-F238E27FC236}">
                                <a16:creationId xmlns:a16="http://schemas.microsoft.com/office/drawing/2014/main" id="{78054DE0-5E3B-8153-258D-6ED6DE5EE80E}"/>
                              </a:ext>
                            </a:extLst>
                          </p:cNvPr>
                          <p:cNvGrpSpPr/>
                          <p:nvPr/>
                        </p:nvGrpSpPr>
                        <p:grpSpPr>
                          <a:xfrm>
                            <a:off x="2970212" y="4724400"/>
                            <a:ext cx="731520" cy="365760"/>
                            <a:chOff x="2970212" y="4724400"/>
                            <a:chExt cx="731520" cy="365760"/>
                          </a:xfrm>
                        </p:grpSpPr>
                        <p:sp>
                          <p:nvSpPr>
                            <p:cNvPr id="273" name="Rectangle 272">
                              <a:extLst>
                                <a:ext uri="{FF2B5EF4-FFF2-40B4-BE49-F238E27FC236}">
                                  <a16:creationId xmlns:a16="http://schemas.microsoft.com/office/drawing/2014/main" id="{8B63F195-FC93-799F-4E9C-666188BF1DB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4" name="Rectangle 273">
                              <a:extLst>
                                <a:ext uri="{FF2B5EF4-FFF2-40B4-BE49-F238E27FC236}">
                                  <a16:creationId xmlns:a16="http://schemas.microsoft.com/office/drawing/2014/main" id="{34280049-4FA0-A093-3E18-56589B332D1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71" name="Rectangle 270">
                            <a:extLst>
                              <a:ext uri="{FF2B5EF4-FFF2-40B4-BE49-F238E27FC236}">
                                <a16:creationId xmlns:a16="http://schemas.microsoft.com/office/drawing/2014/main" id="{31788E8B-0114-0C7B-6F3F-067CCFD242D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2" name="Rectangle 271">
                            <a:extLst>
                              <a:ext uri="{FF2B5EF4-FFF2-40B4-BE49-F238E27FC236}">
                                <a16:creationId xmlns:a16="http://schemas.microsoft.com/office/drawing/2014/main" id="{B6C959A2-ABE6-8432-B404-7622E173C18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239" name="Group 238">
                      <a:extLst>
                        <a:ext uri="{FF2B5EF4-FFF2-40B4-BE49-F238E27FC236}">
                          <a16:creationId xmlns:a16="http://schemas.microsoft.com/office/drawing/2014/main" id="{B3D34467-F1B7-985F-034E-1992C3D0F268}"/>
                        </a:ext>
                      </a:extLst>
                    </p:cNvPr>
                    <p:cNvGrpSpPr/>
                    <p:nvPr/>
                  </p:nvGrpSpPr>
                  <p:grpSpPr>
                    <a:xfrm>
                      <a:off x="4433252" y="4724400"/>
                      <a:ext cx="1463040" cy="1463040"/>
                      <a:chOff x="2970212" y="4724400"/>
                      <a:chExt cx="1463040" cy="1463040"/>
                    </a:xfrm>
                  </p:grpSpPr>
                  <p:grpSp>
                    <p:nvGrpSpPr>
                      <p:cNvPr id="240" name="Group 239">
                        <a:extLst>
                          <a:ext uri="{FF2B5EF4-FFF2-40B4-BE49-F238E27FC236}">
                            <a16:creationId xmlns:a16="http://schemas.microsoft.com/office/drawing/2014/main" id="{5E87856B-EC4C-4781-5205-4DE446506F41}"/>
                          </a:ext>
                        </a:extLst>
                      </p:cNvPr>
                      <p:cNvGrpSpPr/>
                      <p:nvPr/>
                    </p:nvGrpSpPr>
                    <p:grpSpPr>
                      <a:xfrm>
                        <a:off x="2970212" y="4724400"/>
                        <a:ext cx="1463040" cy="731520"/>
                        <a:chOff x="2970212" y="4724400"/>
                        <a:chExt cx="1463040" cy="731520"/>
                      </a:xfrm>
                    </p:grpSpPr>
                    <p:grpSp>
                      <p:nvGrpSpPr>
                        <p:cNvPr id="254" name="Group 253">
                          <a:extLst>
                            <a:ext uri="{FF2B5EF4-FFF2-40B4-BE49-F238E27FC236}">
                              <a16:creationId xmlns:a16="http://schemas.microsoft.com/office/drawing/2014/main" id="{2587CCBD-7E3A-042B-1109-9E3186989C92}"/>
                            </a:ext>
                          </a:extLst>
                        </p:cNvPr>
                        <p:cNvGrpSpPr/>
                        <p:nvPr/>
                      </p:nvGrpSpPr>
                      <p:grpSpPr>
                        <a:xfrm>
                          <a:off x="2970212" y="4724400"/>
                          <a:ext cx="731520" cy="731520"/>
                          <a:chOff x="2970212" y="4724400"/>
                          <a:chExt cx="731520" cy="731520"/>
                        </a:xfrm>
                      </p:grpSpPr>
                      <p:grpSp>
                        <p:nvGrpSpPr>
                          <p:cNvPr id="261" name="Group 260">
                            <a:extLst>
                              <a:ext uri="{FF2B5EF4-FFF2-40B4-BE49-F238E27FC236}">
                                <a16:creationId xmlns:a16="http://schemas.microsoft.com/office/drawing/2014/main" id="{CBBA38B7-68D9-19A7-4CA7-9A09F38A8015}"/>
                              </a:ext>
                            </a:extLst>
                          </p:cNvPr>
                          <p:cNvGrpSpPr/>
                          <p:nvPr/>
                        </p:nvGrpSpPr>
                        <p:grpSpPr>
                          <a:xfrm>
                            <a:off x="2970212" y="4724400"/>
                            <a:ext cx="731520" cy="365760"/>
                            <a:chOff x="2970212" y="4724400"/>
                            <a:chExt cx="731520" cy="365760"/>
                          </a:xfrm>
                        </p:grpSpPr>
                        <p:sp>
                          <p:nvSpPr>
                            <p:cNvPr id="264" name="Rectangle 263">
                              <a:extLst>
                                <a:ext uri="{FF2B5EF4-FFF2-40B4-BE49-F238E27FC236}">
                                  <a16:creationId xmlns:a16="http://schemas.microsoft.com/office/drawing/2014/main" id="{264446B1-6D98-F141-7F43-56954B2B053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5" name="Rectangle 264">
                              <a:extLst>
                                <a:ext uri="{FF2B5EF4-FFF2-40B4-BE49-F238E27FC236}">
                                  <a16:creationId xmlns:a16="http://schemas.microsoft.com/office/drawing/2014/main" id="{B4D1F769-4F9C-E829-0648-D371699F6B9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62" name="Rectangle 261">
                            <a:extLst>
                              <a:ext uri="{FF2B5EF4-FFF2-40B4-BE49-F238E27FC236}">
                                <a16:creationId xmlns:a16="http://schemas.microsoft.com/office/drawing/2014/main" id="{DB1FB918-DE23-E60E-8F80-FC468EDC14A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3" name="Rectangle 262">
                            <a:extLst>
                              <a:ext uri="{FF2B5EF4-FFF2-40B4-BE49-F238E27FC236}">
                                <a16:creationId xmlns:a16="http://schemas.microsoft.com/office/drawing/2014/main" id="{8E7ADF55-AA35-5432-2576-C5030A649C1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55" name="Group 254">
                          <a:extLst>
                            <a:ext uri="{FF2B5EF4-FFF2-40B4-BE49-F238E27FC236}">
                              <a16:creationId xmlns:a16="http://schemas.microsoft.com/office/drawing/2014/main" id="{C8755F6E-1C89-C9EA-E55A-435864B688A1}"/>
                            </a:ext>
                          </a:extLst>
                        </p:cNvPr>
                        <p:cNvGrpSpPr/>
                        <p:nvPr/>
                      </p:nvGrpSpPr>
                      <p:grpSpPr>
                        <a:xfrm>
                          <a:off x="3701732" y="4724400"/>
                          <a:ext cx="731520" cy="731520"/>
                          <a:chOff x="2970212" y="4724400"/>
                          <a:chExt cx="731520" cy="731520"/>
                        </a:xfrm>
                      </p:grpSpPr>
                      <p:grpSp>
                        <p:nvGrpSpPr>
                          <p:cNvPr id="256" name="Group 255">
                            <a:extLst>
                              <a:ext uri="{FF2B5EF4-FFF2-40B4-BE49-F238E27FC236}">
                                <a16:creationId xmlns:a16="http://schemas.microsoft.com/office/drawing/2014/main" id="{8A86C341-AE0C-5902-E7B9-39E4850134E8}"/>
                              </a:ext>
                            </a:extLst>
                          </p:cNvPr>
                          <p:cNvGrpSpPr/>
                          <p:nvPr/>
                        </p:nvGrpSpPr>
                        <p:grpSpPr>
                          <a:xfrm>
                            <a:off x="2970212" y="4724400"/>
                            <a:ext cx="731520" cy="365760"/>
                            <a:chOff x="2970212" y="4724400"/>
                            <a:chExt cx="731520" cy="365760"/>
                          </a:xfrm>
                        </p:grpSpPr>
                        <p:sp>
                          <p:nvSpPr>
                            <p:cNvPr id="259" name="Rectangle 258">
                              <a:extLst>
                                <a:ext uri="{FF2B5EF4-FFF2-40B4-BE49-F238E27FC236}">
                                  <a16:creationId xmlns:a16="http://schemas.microsoft.com/office/drawing/2014/main" id="{FA21437E-DDA2-F45F-072A-5FD0E6D35B09}"/>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0" name="Rectangle 259">
                              <a:extLst>
                                <a:ext uri="{FF2B5EF4-FFF2-40B4-BE49-F238E27FC236}">
                                  <a16:creationId xmlns:a16="http://schemas.microsoft.com/office/drawing/2014/main" id="{FCDD2D23-B866-0163-ABE1-503089837F87}"/>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57" name="Rectangle 256">
                            <a:extLst>
                              <a:ext uri="{FF2B5EF4-FFF2-40B4-BE49-F238E27FC236}">
                                <a16:creationId xmlns:a16="http://schemas.microsoft.com/office/drawing/2014/main" id="{023012C2-AB95-0B97-A2A9-12C9A91CC68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8" name="Rectangle 257">
                            <a:extLst>
                              <a:ext uri="{FF2B5EF4-FFF2-40B4-BE49-F238E27FC236}">
                                <a16:creationId xmlns:a16="http://schemas.microsoft.com/office/drawing/2014/main" id="{F34BFE23-5358-5F1E-5B8D-38AC7CA7800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41" name="Group 240">
                        <a:extLst>
                          <a:ext uri="{FF2B5EF4-FFF2-40B4-BE49-F238E27FC236}">
                            <a16:creationId xmlns:a16="http://schemas.microsoft.com/office/drawing/2014/main" id="{79CB21ED-3D2B-116E-BA79-56BF88E306AF}"/>
                          </a:ext>
                        </a:extLst>
                      </p:cNvPr>
                      <p:cNvGrpSpPr/>
                      <p:nvPr/>
                    </p:nvGrpSpPr>
                    <p:grpSpPr>
                      <a:xfrm>
                        <a:off x="2970212" y="5455920"/>
                        <a:ext cx="1463040" cy="731520"/>
                        <a:chOff x="2970212" y="4724400"/>
                        <a:chExt cx="1463040" cy="731520"/>
                      </a:xfrm>
                    </p:grpSpPr>
                    <p:grpSp>
                      <p:nvGrpSpPr>
                        <p:cNvPr id="242" name="Group 241">
                          <a:extLst>
                            <a:ext uri="{FF2B5EF4-FFF2-40B4-BE49-F238E27FC236}">
                              <a16:creationId xmlns:a16="http://schemas.microsoft.com/office/drawing/2014/main" id="{8652529F-CAC1-1CBE-0797-BD3366C518E3}"/>
                            </a:ext>
                          </a:extLst>
                        </p:cNvPr>
                        <p:cNvGrpSpPr/>
                        <p:nvPr/>
                      </p:nvGrpSpPr>
                      <p:grpSpPr>
                        <a:xfrm>
                          <a:off x="2970212" y="4724400"/>
                          <a:ext cx="731520" cy="731520"/>
                          <a:chOff x="2970212" y="4724400"/>
                          <a:chExt cx="731520" cy="731520"/>
                        </a:xfrm>
                      </p:grpSpPr>
                      <p:grpSp>
                        <p:nvGrpSpPr>
                          <p:cNvPr id="249" name="Group 248">
                            <a:extLst>
                              <a:ext uri="{FF2B5EF4-FFF2-40B4-BE49-F238E27FC236}">
                                <a16:creationId xmlns:a16="http://schemas.microsoft.com/office/drawing/2014/main" id="{8582BD87-C3B3-4A0F-8BDC-FA0EF67D0CDB}"/>
                              </a:ext>
                            </a:extLst>
                          </p:cNvPr>
                          <p:cNvGrpSpPr/>
                          <p:nvPr/>
                        </p:nvGrpSpPr>
                        <p:grpSpPr>
                          <a:xfrm>
                            <a:off x="2970212" y="4724400"/>
                            <a:ext cx="731520" cy="365760"/>
                            <a:chOff x="2970212" y="4724400"/>
                            <a:chExt cx="731520" cy="365760"/>
                          </a:xfrm>
                        </p:grpSpPr>
                        <p:sp>
                          <p:nvSpPr>
                            <p:cNvPr id="252" name="Rectangle 251">
                              <a:extLst>
                                <a:ext uri="{FF2B5EF4-FFF2-40B4-BE49-F238E27FC236}">
                                  <a16:creationId xmlns:a16="http://schemas.microsoft.com/office/drawing/2014/main" id="{AF5C351D-5C0B-7366-6F34-6DE343D6851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3" name="Rectangle 252">
                              <a:extLst>
                                <a:ext uri="{FF2B5EF4-FFF2-40B4-BE49-F238E27FC236}">
                                  <a16:creationId xmlns:a16="http://schemas.microsoft.com/office/drawing/2014/main" id="{10122B2F-5E40-32E1-D434-AFE4D68650B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50" name="Rectangle 249">
                            <a:extLst>
                              <a:ext uri="{FF2B5EF4-FFF2-40B4-BE49-F238E27FC236}">
                                <a16:creationId xmlns:a16="http://schemas.microsoft.com/office/drawing/2014/main" id="{D073A017-3A2F-28A8-4FCD-D2CF2341C32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1" name="Rectangle 250">
                            <a:extLst>
                              <a:ext uri="{FF2B5EF4-FFF2-40B4-BE49-F238E27FC236}">
                                <a16:creationId xmlns:a16="http://schemas.microsoft.com/office/drawing/2014/main" id="{4BFB7C9F-3F8B-359D-8FE3-FED6F53A1E7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43" name="Group 242">
                          <a:extLst>
                            <a:ext uri="{FF2B5EF4-FFF2-40B4-BE49-F238E27FC236}">
                              <a16:creationId xmlns:a16="http://schemas.microsoft.com/office/drawing/2014/main" id="{8EA054F7-FBB2-7B72-FC80-92E5A2E04E55}"/>
                            </a:ext>
                          </a:extLst>
                        </p:cNvPr>
                        <p:cNvGrpSpPr/>
                        <p:nvPr/>
                      </p:nvGrpSpPr>
                      <p:grpSpPr>
                        <a:xfrm>
                          <a:off x="3701732" y="4724400"/>
                          <a:ext cx="731520" cy="731520"/>
                          <a:chOff x="2970212" y="4724400"/>
                          <a:chExt cx="731520" cy="731520"/>
                        </a:xfrm>
                      </p:grpSpPr>
                      <p:grpSp>
                        <p:nvGrpSpPr>
                          <p:cNvPr id="244" name="Group 243">
                            <a:extLst>
                              <a:ext uri="{FF2B5EF4-FFF2-40B4-BE49-F238E27FC236}">
                                <a16:creationId xmlns:a16="http://schemas.microsoft.com/office/drawing/2014/main" id="{FEA67C01-F60F-F1C9-ABAF-495746A53636}"/>
                              </a:ext>
                            </a:extLst>
                          </p:cNvPr>
                          <p:cNvGrpSpPr/>
                          <p:nvPr/>
                        </p:nvGrpSpPr>
                        <p:grpSpPr>
                          <a:xfrm>
                            <a:off x="2970212" y="4724400"/>
                            <a:ext cx="731520" cy="365760"/>
                            <a:chOff x="2970212" y="4724400"/>
                            <a:chExt cx="731520" cy="365760"/>
                          </a:xfrm>
                        </p:grpSpPr>
                        <p:sp>
                          <p:nvSpPr>
                            <p:cNvPr id="247" name="Rectangle 246">
                              <a:extLst>
                                <a:ext uri="{FF2B5EF4-FFF2-40B4-BE49-F238E27FC236}">
                                  <a16:creationId xmlns:a16="http://schemas.microsoft.com/office/drawing/2014/main" id="{2BF4B444-D457-6117-CCCD-FA1277B3AEC1}"/>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48" name="Rectangle 247">
                              <a:extLst>
                                <a:ext uri="{FF2B5EF4-FFF2-40B4-BE49-F238E27FC236}">
                                  <a16:creationId xmlns:a16="http://schemas.microsoft.com/office/drawing/2014/main" id="{119EB92C-3BC8-071A-F148-B82ECA1B755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45" name="Rectangle 244">
                            <a:extLst>
                              <a:ext uri="{FF2B5EF4-FFF2-40B4-BE49-F238E27FC236}">
                                <a16:creationId xmlns:a16="http://schemas.microsoft.com/office/drawing/2014/main" id="{BCBADC26-9D47-0A93-CA59-9FEF5F5BF10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46" name="Rectangle 245">
                            <a:extLst>
                              <a:ext uri="{FF2B5EF4-FFF2-40B4-BE49-F238E27FC236}">
                                <a16:creationId xmlns:a16="http://schemas.microsoft.com/office/drawing/2014/main" id="{E2612721-7B41-CB38-C157-F01E3420D10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183" name="Group 182">
                    <a:extLst>
                      <a:ext uri="{FF2B5EF4-FFF2-40B4-BE49-F238E27FC236}">
                        <a16:creationId xmlns:a16="http://schemas.microsoft.com/office/drawing/2014/main" id="{53397187-12D2-E839-0DCD-8DE5AA7EE8FC}"/>
                      </a:ext>
                    </a:extLst>
                  </p:cNvPr>
                  <p:cNvGrpSpPr/>
                  <p:nvPr/>
                </p:nvGrpSpPr>
                <p:grpSpPr>
                  <a:xfrm>
                    <a:off x="2132012" y="4587240"/>
                    <a:ext cx="2926080" cy="1463040"/>
                    <a:chOff x="2970212" y="4724400"/>
                    <a:chExt cx="2926080" cy="1463040"/>
                  </a:xfrm>
                </p:grpSpPr>
                <p:grpSp>
                  <p:nvGrpSpPr>
                    <p:cNvPr id="184" name="Group 183">
                      <a:extLst>
                        <a:ext uri="{FF2B5EF4-FFF2-40B4-BE49-F238E27FC236}">
                          <a16:creationId xmlns:a16="http://schemas.microsoft.com/office/drawing/2014/main" id="{D9783632-CE2F-9CFB-5302-316C089447DA}"/>
                        </a:ext>
                      </a:extLst>
                    </p:cNvPr>
                    <p:cNvGrpSpPr/>
                    <p:nvPr/>
                  </p:nvGrpSpPr>
                  <p:grpSpPr>
                    <a:xfrm>
                      <a:off x="2970212" y="4724400"/>
                      <a:ext cx="1463040" cy="1463040"/>
                      <a:chOff x="2970212" y="4724400"/>
                      <a:chExt cx="1463040" cy="1463040"/>
                    </a:xfrm>
                  </p:grpSpPr>
                  <p:grpSp>
                    <p:nvGrpSpPr>
                      <p:cNvPr id="212" name="Group 211">
                        <a:extLst>
                          <a:ext uri="{FF2B5EF4-FFF2-40B4-BE49-F238E27FC236}">
                            <a16:creationId xmlns:a16="http://schemas.microsoft.com/office/drawing/2014/main" id="{88F3AB9A-D1BA-9EFB-3EC2-AD6424327E57}"/>
                          </a:ext>
                        </a:extLst>
                      </p:cNvPr>
                      <p:cNvGrpSpPr/>
                      <p:nvPr/>
                    </p:nvGrpSpPr>
                    <p:grpSpPr>
                      <a:xfrm>
                        <a:off x="2970212" y="4724400"/>
                        <a:ext cx="1463040" cy="731520"/>
                        <a:chOff x="2970212" y="4724400"/>
                        <a:chExt cx="1463040" cy="731520"/>
                      </a:xfrm>
                    </p:grpSpPr>
                    <p:grpSp>
                      <p:nvGrpSpPr>
                        <p:cNvPr id="226" name="Group 225">
                          <a:extLst>
                            <a:ext uri="{FF2B5EF4-FFF2-40B4-BE49-F238E27FC236}">
                              <a16:creationId xmlns:a16="http://schemas.microsoft.com/office/drawing/2014/main" id="{C5CE6062-4693-19CA-850B-68013B9FED14}"/>
                            </a:ext>
                          </a:extLst>
                        </p:cNvPr>
                        <p:cNvGrpSpPr/>
                        <p:nvPr/>
                      </p:nvGrpSpPr>
                      <p:grpSpPr>
                        <a:xfrm>
                          <a:off x="2970212" y="4724400"/>
                          <a:ext cx="731520" cy="731520"/>
                          <a:chOff x="2970212" y="4724400"/>
                          <a:chExt cx="731520" cy="731520"/>
                        </a:xfrm>
                      </p:grpSpPr>
                      <p:grpSp>
                        <p:nvGrpSpPr>
                          <p:cNvPr id="233" name="Group 232">
                            <a:extLst>
                              <a:ext uri="{FF2B5EF4-FFF2-40B4-BE49-F238E27FC236}">
                                <a16:creationId xmlns:a16="http://schemas.microsoft.com/office/drawing/2014/main" id="{6FB93103-0740-5159-5CA2-33FEA2B7CE5D}"/>
                              </a:ext>
                            </a:extLst>
                          </p:cNvPr>
                          <p:cNvGrpSpPr/>
                          <p:nvPr/>
                        </p:nvGrpSpPr>
                        <p:grpSpPr>
                          <a:xfrm>
                            <a:off x="2970212" y="4724400"/>
                            <a:ext cx="731520" cy="365760"/>
                            <a:chOff x="2970212" y="4724400"/>
                            <a:chExt cx="731520" cy="365760"/>
                          </a:xfrm>
                        </p:grpSpPr>
                        <p:sp>
                          <p:nvSpPr>
                            <p:cNvPr id="236" name="Rectangle 235">
                              <a:extLst>
                                <a:ext uri="{FF2B5EF4-FFF2-40B4-BE49-F238E27FC236}">
                                  <a16:creationId xmlns:a16="http://schemas.microsoft.com/office/drawing/2014/main" id="{9B23085A-5D9D-43F4-A871-33929DA9143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7" name="Rectangle 236">
                              <a:extLst>
                                <a:ext uri="{FF2B5EF4-FFF2-40B4-BE49-F238E27FC236}">
                                  <a16:creationId xmlns:a16="http://schemas.microsoft.com/office/drawing/2014/main" id="{3C569825-E9AF-BD58-22F9-B3376D0FCE2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34" name="Rectangle 233">
                            <a:extLst>
                              <a:ext uri="{FF2B5EF4-FFF2-40B4-BE49-F238E27FC236}">
                                <a16:creationId xmlns:a16="http://schemas.microsoft.com/office/drawing/2014/main" id="{32DD5094-1839-7863-90A6-5C54DAFCAF0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5" name="Rectangle 234">
                            <a:extLst>
                              <a:ext uri="{FF2B5EF4-FFF2-40B4-BE49-F238E27FC236}">
                                <a16:creationId xmlns:a16="http://schemas.microsoft.com/office/drawing/2014/main" id="{667A3AD8-919C-5DCC-6995-CF00B088D7A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27" name="Group 226">
                          <a:extLst>
                            <a:ext uri="{FF2B5EF4-FFF2-40B4-BE49-F238E27FC236}">
                              <a16:creationId xmlns:a16="http://schemas.microsoft.com/office/drawing/2014/main" id="{6310A9CE-891B-A044-D7FB-4A05CC1DE5BB}"/>
                            </a:ext>
                          </a:extLst>
                        </p:cNvPr>
                        <p:cNvGrpSpPr/>
                        <p:nvPr/>
                      </p:nvGrpSpPr>
                      <p:grpSpPr>
                        <a:xfrm>
                          <a:off x="3701732" y="4724400"/>
                          <a:ext cx="731520" cy="731520"/>
                          <a:chOff x="2970212" y="4724400"/>
                          <a:chExt cx="731520" cy="731520"/>
                        </a:xfrm>
                      </p:grpSpPr>
                      <p:grpSp>
                        <p:nvGrpSpPr>
                          <p:cNvPr id="228" name="Group 227">
                            <a:extLst>
                              <a:ext uri="{FF2B5EF4-FFF2-40B4-BE49-F238E27FC236}">
                                <a16:creationId xmlns:a16="http://schemas.microsoft.com/office/drawing/2014/main" id="{8D14F848-A6F6-A13B-559B-44C868AA023B}"/>
                              </a:ext>
                            </a:extLst>
                          </p:cNvPr>
                          <p:cNvGrpSpPr/>
                          <p:nvPr/>
                        </p:nvGrpSpPr>
                        <p:grpSpPr>
                          <a:xfrm>
                            <a:off x="2970212" y="4724400"/>
                            <a:ext cx="731520" cy="365760"/>
                            <a:chOff x="2970212" y="4724400"/>
                            <a:chExt cx="731520" cy="365760"/>
                          </a:xfrm>
                        </p:grpSpPr>
                        <p:sp>
                          <p:nvSpPr>
                            <p:cNvPr id="231" name="Rectangle 230">
                              <a:extLst>
                                <a:ext uri="{FF2B5EF4-FFF2-40B4-BE49-F238E27FC236}">
                                  <a16:creationId xmlns:a16="http://schemas.microsoft.com/office/drawing/2014/main" id="{33BBFF7B-9262-4C56-9DDC-E4F52DFAFE3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2" name="Rectangle 231">
                              <a:extLst>
                                <a:ext uri="{FF2B5EF4-FFF2-40B4-BE49-F238E27FC236}">
                                  <a16:creationId xmlns:a16="http://schemas.microsoft.com/office/drawing/2014/main" id="{CB191756-6C7E-3B3B-B768-A8358D54DB8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29" name="Rectangle 228">
                            <a:extLst>
                              <a:ext uri="{FF2B5EF4-FFF2-40B4-BE49-F238E27FC236}">
                                <a16:creationId xmlns:a16="http://schemas.microsoft.com/office/drawing/2014/main" id="{DAD1F42B-0A07-4FB6-3498-34AF0AD00A5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0" name="Rectangle 229">
                            <a:extLst>
                              <a:ext uri="{FF2B5EF4-FFF2-40B4-BE49-F238E27FC236}">
                                <a16:creationId xmlns:a16="http://schemas.microsoft.com/office/drawing/2014/main" id="{E6812FF4-3FCC-DCAC-1550-E31712AFA57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13" name="Group 212">
                        <a:extLst>
                          <a:ext uri="{FF2B5EF4-FFF2-40B4-BE49-F238E27FC236}">
                            <a16:creationId xmlns:a16="http://schemas.microsoft.com/office/drawing/2014/main" id="{98B1FC35-4864-03A9-8334-F027498F005A}"/>
                          </a:ext>
                        </a:extLst>
                      </p:cNvPr>
                      <p:cNvGrpSpPr/>
                      <p:nvPr/>
                    </p:nvGrpSpPr>
                    <p:grpSpPr>
                      <a:xfrm>
                        <a:off x="2970212" y="5455920"/>
                        <a:ext cx="1463040" cy="731520"/>
                        <a:chOff x="2970212" y="4724400"/>
                        <a:chExt cx="1463040" cy="731520"/>
                      </a:xfrm>
                    </p:grpSpPr>
                    <p:grpSp>
                      <p:nvGrpSpPr>
                        <p:cNvPr id="214" name="Group 213">
                          <a:extLst>
                            <a:ext uri="{FF2B5EF4-FFF2-40B4-BE49-F238E27FC236}">
                              <a16:creationId xmlns:a16="http://schemas.microsoft.com/office/drawing/2014/main" id="{E42E776E-00A3-3BFF-1E2F-F6AF972BAFC4}"/>
                            </a:ext>
                          </a:extLst>
                        </p:cNvPr>
                        <p:cNvGrpSpPr/>
                        <p:nvPr/>
                      </p:nvGrpSpPr>
                      <p:grpSpPr>
                        <a:xfrm>
                          <a:off x="2970212" y="4724400"/>
                          <a:ext cx="731520" cy="731520"/>
                          <a:chOff x="2970212" y="4724400"/>
                          <a:chExt cx="731520" cy="731520"/>
                        </a:xfrm>
                      </p:grpSpPr>
                      <p:grpSp>
                        <p:nvGrpSpPr>
                          <p:cNvPr id="221" name="Group 220">
                            <a:extLst>
                              <a:ext uri="{FF2B5EF4-FFF2-40B4-BE49-F238E27FC236}">
                                <a16:creationId xmlns:a16="http://schemas.microsoft.com/office/drawing/2014/main" id="{CAF35A9E-EB52-B741-69DE-89548F783E22}"/>
                              </a:ext>
                            </a:extLst>
                          </p:cNvPr>
                          <p:cNvGrpSpPr/>
                          <p:nvPr/>
                        </p:nvGrpSpPr>
                        <p:grpSpPr>
                          <a:xfrm>
                            <a:off x="2970212" y="4724400"/>
                            <a:ext cx="731520" cy="365760"/>
                            <a:chOff x="2970212" y="4724400"/>
                            <a:chExt cx="731520" cy="365760"/>
                          </a:xfrm>
                        </p:grpSpPr>
                        <p:sp>
                          <p:nvSpPr>
                            <p:cNvPr id="224" name="Rectangle 223">
                              <a:extLst>
                                <a:ext uri="{FF2B5EF4-FFF2-40B4-BE49-F238E27FC236}">
                                  <a16:creationId xmlns:a16="http://schemas.microsoft.com/office/drawing/2014/main" id="{1EF638FF-A509-B8FE-426B-79B50BFA808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5" name="Rectangle 224">
                              <a:extLst>
                                <a:ext uri="{FF2B5EF4-FFF2-40B4-BE49-F238E27FC236}">
                                  <a16:creationId xmlns:a16="http://schemas.microsoft.com/office/drawing/2014/main" id="{93BE3AD1-DA43-84BC-E8B3-F8B0CC4F5B1F}"/>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22" name="Rectangle 221">
                            <a:extLst>
                              <a:ext uri="{FF2B5EF4-FFF2-40B4-BE49-F238E27FC236}">
                                <a16:creationId xmlns:a16="http://schemas.microsoft.com/office/drawing/2014/main" id="{927A241D-C740-B28B-B2B3-65205FB5B5A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3" name="Rectangle 222">
                            <a:extLst>
                              <a:ext uri="{FF2B5EF4-FFF2-40B4-BE49-F238E27FC236}">
                                <a16:creationId xmlns:a16="http://schemas.microsoft.com/office/drawing/2014/main" id="{310BB661-784E-E9A6-4432-03C7A7D7EAA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15" name="Group 214">
                          <a:extLst>
                            <a:ext uri="{FF2B5EF4-FFF2-40B4-BE49-F238E27FC236}">
                              <a16:creationId xmlns:a16="http://schemas.microsoft.com/office/drawing/2014/main" id="{70485CB6-EE14-332D-AB07-99341F4FE5B8}"/>
                            </a:ext>
                          </a:extLst>
                        </p:cNvPr>
                        <p:cNvGrpSpPr/>
                        <p:nvPr/>
                      </p:nvGrpSpPr>
                      <p:grpSpPr>
                        <a:xfrm>
                          <a:off x="3701732" y="4724400"/>
                          <a:ext cx="731520" cy="731520"/>
                          <a:chOff x="2970212" y="4724400"/>
                          <a:chExt cx="731520" cy="731520"/>
                        </a:xfrm>
                      </p:grpSpPr>
                      <p:grpSp>
                        <p:nvGrpSpPr>
                          <p:cNvPr id="216" name="Group 215">
                            <a:extLst>
                              <a:ext uri="{FF2B5EF4-FFF2-40B4-BE49-F238E27FC236}">
                                <a16:creationId xmlns:a16="http://schemas.microsoft.com/office/drawing/2014/main" id="{3CE3202D-95F9-DA61-8A6D-A63E7416ACD1}"/>
                              </a:ext>
                            </a:extLst>
                          </p:cNvPr>
                          <p:cNvGrpSpPr/>
                          <p:nvPr/>
                        </p:nvGrpSpPr>
                        <p:grpSpPr>
                          <a:xfrm>
                            <a:off x="2970212" y="4724400"/>
                            <a:ext cx="731520" cy="365760"/>
                            <a:chOff x="2970212" y="4724400"/>
                            <a:chExt cx="731520" cy="365760"/>
                          </a:xfrm>
                        </p:grpSpPr>
                        <p:sp>
                          <p:nvSpPr>
                            <p:cNvPr id="219" name="Rectangle 218">
                              <a:extLst>
                                <a:ext uri="{FF2B5EF4-FFF2-40B4-BE49-F238E27FC236}">
                                  <a16:creationId xmlns:a16="http://schemas.microsoft.com/office/drawing/2014/main" id="{DC04123A-4526-25B3-75B9-3408BAF3349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0" name="Rectangle 219">
                              <a:extLst>
                                <a:ext uri="{FF2B5EF4-FFF2-40B4-BE49-F238E27FC236}">
                                  <a16:creationId xmlns:a16="http://schemas.microsoft.com/office/drawing/2014/main" id="{10F7056C-63D6-7EB1-7A85-00D35573BCC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17" name="Rectangle 216">
                            <a:extLst>
                              <a:ext uri="{FF2B5EF4-FFF2-40B4-BE49-F238E27FC236}">
                                <a16:creationId xmlns:a16="http://schemas.microsoft.com/office/drawing/2014/main" id="{7F2F2FAF-E672-FE6D-001E-577D103F6D8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18" name="Rectangle 217">
                            <a:extLst>
                              <a:ext uri="{FF2B5EF4-FFF2-40B4-BE49-F238E27FC236}">
                                <a16:creationId xmlns:a16="http://schemas.microsoft.com/office/drawing/2014/main" id="{06318D3F-157E-57C4-775C-612E8AE426D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185" name="Group 184">
                      <a:extLst>
                        <a:ext uri="{FF2B5EF4-FFF2-40B4-BE49-F238E27FC236}">
                          <a16:creationId xmlns:a16="http://schemas.microsoft.com/office/drawing/2014/main" id="{60E248E5-6AC8-BD4D-060A-F470234BE41E}"/>
                        </a:ext>
                      </a:extLst>
                    </p:cNvPr>
                    <p:cNvGrpSpPr/>
                    <p:nvPr/>
                  </p:nvGrpSpPr>
                  <p:grpSpPr>
                    <a:xfrm>
                      <a:off x="4433252" y="4724400"/>
                      <a:ext cx="1463040" cy="1463040"/>
                      <a:chOff x="2970212" y="4724400"/>
                      <a:chExt cx="1463040" cy="1463040"/>
                    </a:xfrm>
                  </p:grpSpPr>
                  <p:grpSp>
                    <p:nvGrpSpPr>
                      <p:cNvPr id="186" name="Group 185">
                        <a:extLst>
                          <a:ext uri="{FF2B5EF4-FFF2-40B4-BE49-F238E27FC236}">
                            <a16:creationId xmlns:a16="http://schemas.microsoft.com/office/drawing/2014/main" id="{C12CCAB5-445F-F567-7524-8F2EA703405B}"/>
                          </a:ext>
                        </a:extLst>
                      </p:cNvPr>
                      <p:cNvGrpSpPr/>
                      <p:nvPr/>
                    </p:nvGrpSpPr>
                    <p:grpSpPr>
                      <a:xfrm>
                        <a:off x="2970212" y="4724400"/>
                        <a:ext cx="1463040" cy="731520"/>
                        <a:chOff x="2970212" y="4724400"/>
                        <a:chExt cx="1463040" cy="731520"/>
                      </a:xfrm>
                    </p:grpSpPr>
                    <p:grpSp>
                      <p:nvGrpSpPr>
                        <p:cNvPr id="200" name="Group 199">
                          <a:extLst>
                            <a:ext uri="{FF2B5EF4-FFF2-40B4-BE49-F238E27FC236}">
                              <a16:creationId xmlns:a16="http://schemas.microsoft.com/office/drawing/2014/main" id="{C5CB87FC-005A-7549-FD4D-4137C9228AE5}"/>
                            </a:ext>
                          </a:extLst>
                        </p:cNvPr>
                        <p:cNvGrpSpPr/>
                        <p:nvPr/>
                      </p:nvGrpSpPr>
                      <p:grpSpPr>
                        <a:xfrm>
                          <a:off x="2970212" y="4724400"/>
                          <a:ext cx="731520" cy="731520"/>
                          <a:chOff x="2970212" y="4724400"/>
                          <a:chExt cx="731520" cy="731520"/>
                        </a:xfrm>
                      </p:grpSpPr>
                      <p:grpSp>
                        <p:nvGrpSpPr>
                          <p:cNvPr id="207" name="Group 206">
                            <a:extLst>
                              <a:ext uri="{FF2B5EF4-FFF2-40B4-BE49-F238E27FC236}">
                                <a16:creationId xmlns:a16="http://schemas.microsoft.com/office/drawing/2014/main" id="{DCA11C85-3325-E478-62C3-A0A903955368}"/>
                              </a:ext>
                            </a:extLst>
                          </p:cNvPr>
                          <p:cNvGrpSpPr/>
                          <p:nvPr/>
                        </p:nvGrpSpPr>
                        <p:grpSpPr>
                          <a:xfrm>
                            <a:off x="2970212" y="4724400"/>
                            <a:ext cx="731520" cy="365760"/>
                            <a:chOff x="2970212" y="4724400"/>
                            <a:chExt cx="731520" cy="365760"/>
                          </a:xfrm>
                        </p:grpSpPr>
                        <p:sp>
                          <p:nvSpPr>
                            <p:cNvPr id="210" name="Rectangle 209">
                              <a:extLst>
                                <a:ext uri="{FF2B5EF4-FFF2-40B4-BE49-F238E27FC236}">
                                  <a16:creationId xmlns:a16="http://schemas.microsoft.com/office/drawing/2014/main" id="{AE78BA34-6FBA-85C9-3C2A-D2646C117796}"/>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11" name="Rectangle 210">
                              <a:extLst>
                                <a:ext uri="{FF2B5EF4-FFF2-40B4-BE49-F238E27FC236}">
                                  <a16:creationId xmlns:a16="http://schemas.microsoft.com/office/drawing/2014/main" id="{1EB005B4-D971-FA3B-7289-F002D23846A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08" name="Rectangle 207">
                            <a:extLst>
                              <a:ext uri="{FF2B5EF4-FFF2-40B4-BE49-F238E27FC236}">
                                <a16:creationId xmlns:a16="http://schemas.microsoft.com/office/drawing/2014/main" id="{51C0C08B-0833-B7A2-9E34-7DE7439D209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9" name="Rectangle 208">
                            <a:extLst>
                              <a:ext uri="{FF2B5EF4-FFF2-40B4-BE49-F238E27FC236}">
                                <a16:creationId xmlns:a16="http://schemas.microsoft.com/office/drawing/2014/main" id="{2CAF787D-5D64-E453-3538-F677EA6F842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01" name="Group 200">
                          <a:extLst>
                            <a:ext uri="{FF2B5EF4-FFF2-40B4-BE49-F238E27FC236}">
                              <a16:creationId xmlns:a16="http://schemas.microsoft.com/office/drawing/2014/main" id="{7BF417C7-BEE9-2D2B-8DAA-A91B4BC4B8D3}"/>
                            </a:ext>
                          </a:extLst>
                        </p:cNvPr>
                        <p:cNvGrpSpPr/>
                        <p:nvPr/>
                      </p:nvGrpSpPr>
                      <p:grpSpPr>
                        <a:xfrm>
                          <a:off x="3701732" y="4724400"/>
                          <a:ext cx="731520" cy="731520"/>
                          <a:chOff x="2970212" y="4724400"/>
                          <a:chExt cx="731520" cy="731520"/>
                        </a:xfrm>
                      </p:grpSpPr>
                      <p:grpSp>
                        <p:nvGrpSpPr>
                          <p:cNvPr id="202" name="Group 201">
                            <a:extLst>
                              <a:ext uri="{FF2B5EF4-FFF2-40B4-BE49-F238E27FC236}">
                                <a16:creationId xmlns:a16="http://schemas.microsoft.com/office/drawing/2014/main" id="{17C1BCDC-53E9-3687-1FE1-DB03A610FCB5}"/>
                              </a:ext>
                            </a:extLst>
                          </p:cNvPr>
                          <p:cNvGrpSpPr/>
                          <p:nvPr/>
                        </p:nvGrpSpPr>
                        <p:grpSpPr>
                          <a:xfrm>
                            <a:off x="2970212" y="4724400"/>
                            <a:ext cx="731520" cy="365760"/>
                            <a:chOff x="2970212" y="4724400"/>
                            <a:chExt cx="731520" cy="365760"/>
                          </a:xfrm>
                        </p:grpSpPr>
                        <p:sp>
                          <p:nvSpPr>
                            <p:cNvPr id="205" name="Rectangle 204">
                              <a:extLst>
                                <a:ext uri="{FF2B5EF4-FFF2-40B4-BE49-F238E27FC236}">
                                  <a16:creationId xmlns:a16="http://schemas.microsoft.com/office/drawing/2014/main" id="{B68B986C-4063-B479-9585-9DEFF2B1ED5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6" name="Rectangle 205">
                              <a:extLst>
                                <a:ext uri="{FF2B5EF4-FFF2-40B4-BE49-F238E27FC236}">
                                  <a16:creationId xmlns:a16="http://schemas.microsoft.com/office/drawing/2014/main" id="{BC09C458-4FEC-A50C-6937-0FD9E6869E4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03" name="Rectangle 202">
                            <a:extLst>
                              <a:ext uri="{FF2B5EF4-FFF2-40B4-BE49-F238E27FC236}">
                                <a16:creationId xmlns:a16="http://schemas.microsoft.com/office/drawing/2014/main" id="{921106FE-F12E-5E15-FA37-2B9396FC4A0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4" name="Rectangle 203">
                            <a:extLst>
                              <a:ext uri="{FF2B5EF4-FFF2-40B4-BE49-F238E27FC236}">
                                <a16:creationId xmlns:a16="http://schemas.microsoft.com/office/drawing/2014/main" id="{35331B61-0F33-C8DD-E89C-D5DF3D555957}"/>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187" name="Group 186">
                        <a:extLst>
                          <a:ext uri="{FF2B5EF4-FFF2-40B4-BE49-F238E27FC236}">
                            <a16:creationId xmlns:a16="http://schemas.microsoft.com/office/drawing/2014/main" id="{0AE928AE-CE2D-9E83-87AA-61C9C8704C00}"/>
                          </a:ext>
                        </a:extLst>
                      </p:cNvPr>
                      <p:cNvGrpSpPr/>
                      <p:nvPr/>
                    </p:nvGrpSpPr>
                    <p:grpSpPr>
                      <a:xfrm>
                        <a:off x="2970212" y="5455920"/>
                        <a:ext cx="1463040" cy="731520"/>
                        <a:chOff x="2970212" y="4724400"/>
                        <a:chExt cx="1463040" cy="731520"/>
                      </a:xfrm>
                    </p:grpSpPr>
                    <p:grpSp>
                      <p:nvGrpSpPr>
                        <p:cNvPr id="188" name="Group 187">
                          <a:extLst>
                            <a:ext uri="{FF2B5EF4-FFF2-40B4-BE49-F238E27FC236}">
                              <a16:creationId xmlns:a16="http://schemas.microsoft.com/office/drawing/2014/main" id="{AEBF79D0-D4B6-EA37-F87D-A71FC386F019}"/>
                            </a:ext>
                          </a:extLst>
                        </p:cNvPr>
                        <p:cNvGrpSpPr/>
                        <p:nvPr/>
                      </p:nvGrpSpPr>
                      <p:grpSpPr>
                        <a:xfrm>
                          <a:off x="2970212" y="4724400"/>
                          <a:ext cx="731520" cy="731520"/>
                          <a:chOff x="2970212" y="4724400"/>
                          <a:chExt cx="731520" cy="731520"/>
                        </a:xfrm>
                      </p:grpSpPr>
                      <p:grpSp>
                        <p:nvGrpSpPr>
                          <p:cNvPr id="195" name="Group 194">
                            <a:extLst>
                              <a:ext uri="{FF2B5EF4-FFF2-40B4-BE49-F238E27FC236}">
                                <a16:creationId xmlns:a16="http://schemas.microsoft.com/office/drawing/2014/main" id="{431D042F-A84F-CA68-88CA-0AD3A36590DC}"/>
                              </a:ext>
                            </a:extLst>
                          </p:cNvPr>
                          <p:cNvGrpSpPr/>
                          <p:nvPr/>
                        </p:nvGrpSpPr>
                        <p:grpSpPr>
                          <a:xfrm>
                            <a:off x="2970212" y="4724400"/>
                            <a:ext cx="731520" cy="365760"/>
                            <a:chOff x="2970212" y="4724400"/>
                            <a:chExt cx="731520" cy="365760"/>
                          </a:xfrm>
                        </p:grpSpPr>
                        <p:sp>
                          <p:nvSpPr>
                            <p:cNvPr id="198" name="Rectangle 197">
                              <a:extLst>
                                <a:ext uri="{FF2B5EF4-FFF2-40B4-BE49-F238E27FC236}">
                                  <a16:creationId xmlns:a16="http://schemas.microsoft.com/office/drawing/2014/main" id="{CC2DEEA2-3C2C-B5FE-1EC3-1B7202F1DBA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9" name="Rectangle 198">
                              <a:extLst>
                                <a:ext uri="{FF2B5EF4-FFF2-40B4-BE49-F238E27FC236}">
                                  <a16:creationId xmlns:a16="http://schemas.microsoft.com/office/drawing/2014/main" id="{1017E713-0627-DEAD-B247-2E4AEB8C4F6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96" name="Rectangle 195">
                            <a:extLst>
                              <a:ext uri="{FF2B5EF4-FFF2-40B4-BE49-F238E27FC236}">
                                <a16:creationId xmlns:a16="http://schemas.microsoft.com/office/drawing/2014/main" id="{A97A5EC1-CCC0-FF66-87CF-011BF6811F5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7" name="Rectangle 196">
                            <a:extLst>
                              <a:ext uri="{FF2B5EF4-FFF2-40B4-BE49-F238E27FC236}">
                                <a16:creationId xmlns:a16="http://schemas.microsoft.com/office/drawing/2014/main" id="{E2A63448-01BF-F7A2-4095-E5ABBCC3E0EC}"/>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89" name="Group 188">
                          <a:extLst>
                            <a:ext uri="{FF2B5EF4-FFF2-40B4-BE49-F238E27FC236}">
                              <a16:creationId xmlns:a16="http://schemas.microsoft.com/office/drawing/2014/main" id="{4A707F49-16A4-0C88-EE34-107A4B1EEA5C}"/>
                            </a:ext>
                          </a:extLst>
                        </p:cNvPr>
                        <p:cNvGrpSpPr/>
                        <p:nvPr/>
                      </p:nvGrpSpPr>
                      <p:grpSpPr>
                        <a:xfrm>
                          <a:off x="3701732" y="4724400"/>
                          <a:ext cx="731520" cy="731520"/>
                          <a:chOff x="2970212" y="4724400"/>
                          <a:chExt cx="731520" cy="731520"/>
                        </a:xfrm>
                      </p:grpSpPr>
                      <p:grpSp>
                        <p:nvGrpSpPr>
                          <p:cNvPr id="190" name="Group 189">
                            <a:extLst>
                              <a:ext uri="{FF2B5EF4-FFF2-40B4-BE49-F238E27FC236}">
                                <a16:creationId xmlns:a16="http://schemas.microsoft.com/office/drawing/2014/main" id="{C93437FD-810A-D71F-E7CA-C296E74AF877}"/>
                              </a:ext>
                            </a:extLst>
                          </p:cNvPr>
                          <p:cNvGrpSpPr/>
                          <p:nvPr/>
                        </p:nvGrpSpPr>
                        <p:grpSpPr>
                          <a:xfrm>
                            <a:off x="2970212" y="4724400"/>
                            <a:ext cx="731520" cy="365760"/>
                            <a:chOff x="2970212" y="4724400"/>
                            <a:chExt cx="731520" cy="365760"/>
                          </a:xfrm>
                        </p:grpSpPr>
                        <p:sp>
                          <p:nvSpPr>
                            <p:cNvPr id="193" name="Rectangle 192">
                              <a:extLst>
                                <a:ext uri="{FF2B5EF4-FFF2-40B4-BE49-F238E27FC236}">
                                  <a16:creationId xmlns:a16="http://schemas.microsoft.com/office/drawing/2014/main" id="{16601E4F-752C-67A7-9203-F21ED3F49F2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4" name="Rectangle 193">
                              <a:extLst>
                                <a:ext uri="{FF2B5EF4-FFF2-40B4-BE49-F238E27FC236}">
                                  <a16:creationId xmlns:a16="http://schemas.microsoft.com/office/drawing/2014/main" id="{EFA43D22-31DC-83B0-C0B3-3E8C77A1781D}"/>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91" name="Rectangle 190">
                            <a:extLst>
                              <a:ext uri="{FF2B5EF4-FFF2-40B4-BE49-F238E27FC236}">
                                <a16:creationId xmlns:a16="http://schemas.microsoft.com/office/drawing/2014/main" id="{2F2B9DD5-4336-DEF7-8B49-8150F6272C2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2" name="Rectangle 191">
                            <a:extLst>
                              <a:ext uri="{FF2B5EF4-FFF2-40B4-BE49-F238E27FC236}">
                                <a16:creationId xmlns:a16="http://schemas.microsoft.com/office/drawing/2014/main" id="{B52364F4-A4B9-A06E-9F6F-FC2250A327B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nvGrpSpPr>
                <p:cNvPr id="292" name="Group 291">
                  <a:extLst>
                    <a:ext uri="{FF2B5EF4-FFF2-40B4-BE49-F238E27FC236}">
                      <a16:creationId xmlns:a16="http://schemas.microsoft.com/office/drawing/2014/main" id="{9A6CA6B9-AA75-0505-799F-E25C7B1B8AD0}"/>
                    </a:ext>
                  </a:extLst>
                </p:cNvPr>
                <p:cNvGrpSpPr/>
                <p:nvPr/>
              </p:nvGrpSpPr>
              <p:grpSpPr>
                <a:xfrm>
                  <a:off x="7984172" y="3124200"/>
                  <a:ext cx="2926080" cy="2926080"/>
                  <a:chOff x="2132012" y="3124200"/>
                  <a:chExt cx="2926080" cy="2926080"/>
                </a:xfrm>
              </p:grpSpPr>
              <p:grpSp>
                <p:nvGrpSpPr>
                  <p:cNvPr id="293" name="Group 292">
                    <a:extLst>
                      <a:ext uri="{FF2B5EF4-FFF2-40B4-BE49-F238E27FC236}">
                        <a16:creationId xmlns:a16="http://schemas.microsoft.com/office/drawing/2014/main" id="{BE73FA84-4F6B-A398-FEB9-8BF7CD332373}"/>
                      </a:ext>
                    </a:extLst>
                  </p:cNvPr>
                  <p:cNvGrpSpPr/>
                  <p:nvPr/>
                </p:nvGrpSpPr>
                <p:grpSpPr>
                  <a:xfrm>
                    <a:off x="2132012" y="3124200"/>
                    <a:ext cx="2926080" cy="1463040"/>
                    <a:chOff x="2970212" y="4724400"/>
                    <a:chExt cx="2926080" cy="1463040"/>
                  </a:xfrm>
                </p:grpSpPr>
                <p:grpSp>
                  <p:nvGrpSpPr>
                    <p:cNvPr id="349" name="Group 348">
                      <a:extLst>
                        <a:ext uri="{FF2B5EF4-FFF2-40B4-BE49-F238E27FC236}">
                          <a16:creationId xmlns:a16="http://schemas.microsoft.com/office/drawing/2014/main" id="{5BDCFEAC-65E5-AC9D-FC54-D921B8B50B47}"/>
                        </a:ext>
                      </a:extLst>
                    </p:cNvPr>
                    <p:cNvGrpSpPr/>
                    <p:nvPr/>
                  </p:nvGrpSpPr>
                  <p:grpSpPr>
                    <a:xfrm>
                      <a:off x="2970212" y="4724400"/>
                      <a:ext cx="1463040" cy="1463040"/>
                      <a:chOff x="2970212" y="4724400"/>
                      <a:chExt cx="1463040" cy="1463040"/>
                    </a:xfrm>
                  </p:grpSpPr>
                  <p:grpSp>
                    <p:nvGrpSpPr>
                      <p:cNvPr id="377" name="Group 376">
                        <a:extLst>
                          <a:ext uri="{FF2B5EF4-FFF2-40B4-BE49-F238E27FC236}">
                            <a16:creationId xmlns:a16="http://schemas.microsoft.com/office/drawing/2014/main" id="{B8A4190C-5F72-3BC2-DCDD-A52C26582A76}"/>
                          </a:ext>
                        </a:extLst>
                      </p:cNvPr>
                      <p:cNvGrpSpPr/>
                      <p:nvPr/>
                    </p:nvGrpSpPr>
                    <p:grpSpPr>
                      <a:xfrm>
                        <a:off x="2970212" y="4724400"/>
                        <a:ext cx="1463040" cy="731520"/>
                        <a:chOff x="2970212" y="4724400"/>
                        <a:chExt cx="1463040" cy="731520"/>
                      </a:xfrm>
                    </p:grpSpPr>
                    <p:grpSp>
                      <p:nvGrpSpPr>
                        <p:cNvPr id="391" name="Group 390">
                          <a:extLst>
                            <a:ext uri="{FF2B5EF4-FFF2-40B4-BE49-F238E27FC236}">
                              <a16:creationId xmlns:a16="http://schemas.microsoft.com/office/drawing/2014/main" id="{2DAF74F5-B8ED-4C8C-D3F4-BCA6A6CAB990}"/>
                            </a:ext>
                          </a:extLst>
                        </p:cNvPr>
                        <p:cNvGrpSpPr/>
                        <p:nvPr/>
                      </p:nvGrpSpPr>
                      <p:grpSpPr>
                        <a:xfrm>
                          <a:off x="2970212" y="4724400"/>
                          <a:ext cx="731520" cy="731520"/>
                          <a:chOff x="2970212" y="4724400"/>
                          <a:chExt cx="731520" cy="731520"/>
                        </a:xfrm>
                      </p:grpSpPr>
                      <p:grpSp>
                        <p:nvGrpSpPr>
                          <p:cNvPr id="398" name="Group 397">
                            <a:extLst>
                              <a:ext uri="{FF2B5EF4-FFF2-40B4-BE49-F238E27FC236}">
                                <a16:creationId xmlns:a16="http://schemas.microsoft.com/office/drawing/2014/main" id="{13FF7777-03CD-BE93-EDCE-ADE3B51B783B}"/>
                              </a:ext>
                            </a:extLst>
                          </p:cNvPr>
                          <p:cNvGrpSpPr/>
                          <p:nvPr/>
                        </p:nvGrpSpPr>
                        <p:grpSpPr>
                          <a:xfrm>
                            <a:off x="2970212" y="4724400"/>
                            <a:ext cx="731520" cy="365760"/>
                            <a:chOff x="2970212" y="4724400"/>
                            <a:chExt cx="731520" cy="365760"/>
                          </a:xfrm>
                        </p:grpSpPr>
                        <p:sp>
                          <p:nvSpPr>
                            <p:cNvPr id="401" name="Rectangle 400">
                              <a:extLst>
                                <a:ext uri="{FF2B5EF4-FFF2-40B4-BE49-F238E27FC236}">
                                  <a16:creationId xmlns:a16="http://schemas.microsoft.com/office/drawing/2014/main" id="{F316A1F2-8BAE-6B56-346A-6FC89A018E0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2" name="Rectangle 401">
                              <a:extLst>
                                <a:ext uri="{FF2B5EF4-FFF2-40B4-BE49-F238E27FC236}">
                                  <a16:creationId xmlns:a16="http://schemas.microsoft.com/office/drawing/2014/main" id="{36A571F7-B78E-96BC-6864-5899B4B86FF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99" name="Rectangle 398">
                            <a:extLst>
                              <a:ext uri="{FF2B5EF4-FFF2-40B4-BE49-F238E27FC236}">
                                <a16:creationId xmlns:a16="http://schemas.microsoft.com/office/drawing/2014/main" id="{60505AAF-5D19-BBD8-3F97-4BFC04A395B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0" name="Rectangle 399">
                            <a:extLst>
                              <a:ext uri="{FF2B5EF4-FFF2-40B4-BE49-F238E27FC236}">
                                <a16:creationId xmlns:a16="http://schemas.microsoft.com/office/drawing/2014/main" id="{E0BEE075-9657-665A-829B-B43D45A9890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92" name="Group 391">
                          <a:extLst>
                            <a:ext uri="{FF2B5EF4-FFF2-40B4-BE49-F238E27FC236}">
                              <a16:creationId xmlns:a16="http://schemas.microsoft.com/office/drawing/2014/main" id="{C3D63536-57E3-D868-63B8-0791ACC52D2E}"/>
                            </a:ext>
                          </a:extLst>
                        </p:cNvPr>
                        <p:cNvGrpSpPr/>
                        <p:nvPr/>
                      </p:nvGrpSpPr>
                      <p:grpSpPr>
                        <a:xfrm>
                          <a:off x="3701732" y="4724400"/>
                          <a:ext cx="731520" cy="731520"/>
                          <a:chOff x="2970212" y="4724400"/>
                          <a:chExt cx="731520" cy="731520"/>
                        </a:xfrm>
                      </p:grpSpPr>
                      <p:grpSp>
                        <p:nvGrpSpPr>
                          <p:cNvPr id="393" name="Group 392">
                            <a:extLst>
                              <a:ext uri="{FF2B5EF4-FFF2-40B4-BE49-F238E27FC236}">
                                <a16:creationId xmlns:a16="http://schemas.microsoft.com/office/drawing/2014/main" id="{F822152E-34A9-1241-EA83-2C799FAC253F}"/>
                              </a:ext>
                            </a:extLst>
                          </p:cNvPr>
                          <p:cNvGrpSpPr/>
                          <p:nvPr/>
                        </p:nvGrpSpPr>
                        <p:grpSpPr>
                          <a:xfrm>
                            <a:off x="2970212" y="4724400"/>
                            <a:ext cx="731520" cy="365760"/>
                            <a:chOff x="2970212" y="4724400"/>
                            <a:chExt cx="731520" cy="365760"/>
                          </a:xfrm>
                        </p:grpSpPr>
                        <p:sp>
                          <p:nvSpPr>
                            <p:cNvPr id="396" name="Rectangle 395">
                              <a:extLst>
                                <a:ext uri="{FF2B5EF4-FFF2-40B4-BE49-F238E27FC236}">
                                  <a16:creationId xmlns:a16="http://schemas.microsoft.com/office/drawing/2014/main" id="{2DC70C7C-B482-A82F-281F-8A76FA53D48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7" name="Rectangle 396">
                              <a:extLst>
                                <a:ext uri="{FF2B5EF4-FFF2-40B4-BE49-F238E27FC236}">
                                  <a16:creationId xmlns:a16="http://schemas.microsoft.com/office/drawing/2014/main" id="{AF9CFDD6-53BE-D84F-651A-E1A2AA27155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94" name="Rectangle 393">
                            <a:extLst>
                              <a:ext uri="{FF2B5EF4-FFF2-40B4-BE49-F238E27FC236}">
                                <a16:creationId xmlns:a16="http://schemas.microsoft.com/office/drawing/2014/main" id="{9A4C9636-090F-430B-B70A-CF02D3D2788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5" name="Rectangle 394">
                            <a:extLst>
                              <a:ext uri="{FF2B5EF4-FFF2-40B4-BE49-F238E27FC236}">
                                <a16:creationId xmlns:a16="http://schemas.microsoft.com/office/drawing/2014/main" id="{A0CC7B8E-F661-4EC0-D85F-98828284FD6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78" name="Group 377">
                        <a:extLst>
                          <a:ext uri="{FF2B5EF4-FFF2-40B4-BE49-F238E27FC236}">
                            <a16:creationId xmlns:a16="http://schemas.microsoft.com/office/drawing/2014/main" id="{F4A11FD2-21BA-D543-3022-338CB20E8BE2}"/>
                          </a:ext>
                        </a:extLst>
                      </p:cNvPr>
                      <p:cNvGrpSpPr/>
                      <p:nvPr/>
                    </p:nvGrpSpPr>
                    <p:grpSpPr>
                      <a:xfrm>
                        <a:off x="2970212" y="5455920"/>
                        <a:ext cx="1463040" cy="731520"/>
                        <a:chOff x="2970212" y="4724400"/>
                        <a:chExt cx="1463040" cy="731520"/>
                      </a:xfrm>
                    </p:grpSpPr>
                    <p:grpSp>
                      <p:nvGrpSpPr>
                        <p:cNvPr id="379" name="Group 378">
                          <a:extLst>
                            <a:ext uri="{FF2B5EF4-FFF2-40B4-BE49-F238E27FC236}">
                              <a16:creationId xmlns:a16="http://schemas.microsoft.com/office/drawing/2014/main" id="{BA6EB5DA-66E0-0998-25BD-5287BBE4F5D3}"/>
                            </a:ext>
                          </a:extLst>
                        </p:cNvPr>
                        <p:cNvGrpSpPr/>
                        <p:nvPr/>
                      </p:nvGrpSpPr>
                      <p:grpSpPr>
                        <a:xfrm>
                          <a:off x="2970212" y="4724400"/>
                          <a:ext cx="731520" cy="731520"/>
                          <a:chOff x="2970212" y="4724400"/>
                          <a:chExt cx="731520" cy="731520"/>
                        </a:xfrm>
                      </p:grpSpPr>
                      <p:grpSp>
                        <p:nvGrpSpPr>
                          <p:cNvPr id="386" name="Group 385">
                            <a:extLst>
                              <a:ext uri="{FF2B5EF4-FFF2-40B4-BE49-F238E27FC236}">
                                <a16:creationId xmlns:a16="http://schemas.microsoft.com/office/drawing/2014/main" id="{5D069E1C-B0CB-B7E8-F740-1224A3294B86}"/>
                              </a:ext>
                            </a:extLst>
                          </p:cNvPr>
                          <p:cNvGrpSpPr/>
                          <p:nvPr/>
                        </p:nvGrpSpPr>
                        <p:grpSpPr>
                          <a:xfrm>
                            <a:off x="2970212" y="4724400"/>
                            <a:ext cx="731520" cy="365760"/>
                            <a:chOff x="2970212" y="4724400"/>
                            <a:chExt cx="731520" cy="365760"/>
                          </a:xfrm>
                        </p:grpSpPr>
                        <p:sp>
                          <p:nvSpPr>
                            <p:cNvPr id="389" name="Rectangle 388">
                              <a:extLst>
                                <a:ext uri="{FF2B5EF4-FFF2-40B4-BE49-F238E27FC236}">
                                  <a16:creationId xmlns:a16="http://schemas.microsoft.com/office/drawing/2014/main" id="{6607725D-D756-3920-5FA8-095D78E37AC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0" name="Rectangle 389">
                              <a:extLst>
                                <a:ext uri="{FF2B5EF4-FFF2-40B4-BE49-F238E27FC236}">
                                  <a16:creationId xmlns:a16="http://schemas.microsoft.com/office/drawing/2014/main" id="{9275EBFB-26D0-091F-53C9-30512CD7461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87" name="Rectangle 386">
                            <a:extLst>
                              <a:ext uri="{FF2B5EF4-FFF2-40B4-BE49-F238E27FC236}">
                                <a16:creationId xmlns:a16="http://schemas.microsoft.com/office/drawing/2014/main" id="{560F52C2-B682-86CA-B2F8-4FB5A512B193}"/>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8" name="Rectangle 387">
                            <a:extLst>
                              <a:ext uri="{FF2B5EF4-FFF2-40B4-BE49-F238E27FC236}">
                                <a16:creationId xmlns:a16="http://schemas.microsoft.com/office/drawing/2014/main" id="{C943F446-36F0-27DC-95A4-2EACD181801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80" name="Group 379">
                          <a:extLst>
                            <a:ext uri="{FF2B5EF4-FFF2-40B4-BE49-F238E27FC236}">
                              <a16:creationId xmlns:a16="http://schemas.microsoft.com/office/drawing/2014/main" id="{7D6BCE38-1A21-0331-B86F-377FCDFE9287}"/>
                            </a:ext>
                          </a:extLst>
                        </p:cNvPr>
                        <p:cNvGrpSpPr/>
                        <p:nvPr/>
                      </p:nvGrpSpPr>
                      <p:grpSpPr>
                        <a:xfrm>
                          <a:off x="3701732" y="4724400"/>
                          <a:ext cx="731520" cy="731520"/>
                          <a:chOff x="2970212" y="4724400"/>
                          <a:chExt cx="731520" cy="731520"/>
                        </a:xfrm>
                      </p:grpSpPr>
                      <p:grpSp>
                        <p:nvGrpSpPr>
                          <p:cNvPr id="381" name="Group 380">
                            <a:extLst>
                              <a:ext uri="{FF2B5EF4-FFF2-40B4-BE49-F238E27FC236}">
                                <a16:creationId xmlns:a16="http://schemas.microsoft.com/office/drawing/2014/main" id="{1859EC56-9B41-69AD-6D9B-DB7BBB37E567}"/>
                              </a:ext>
                            </a:extLst>
                          </p:cNvPr>
                          <p:cNvGrpSpPr/>
                          <p:nvPr/>
                        </p:nvGrpSpPr>
                        <p:grpSpPr>
                          <a:xfrm>
                            <a:off x="2970212" y="4724400"/>
                            <a:ext cx="731520" cy="365760"/>
                            <a:chOff x="2970212" y="4724400"/>
                            <a:chExt cx="731520" cy="365760"/>
                          </a:xfrm>
                        </p:grpSpPr>
                        <p:sp>
                          <p:nvSpPr>
                            <p:cNvPr id="384" name="Rectangle 383">
                              <a:extLst>
                                <a:ext uri="{FF2B5EF4-FFF2-40B4-BE49-F238E27FC236}">
                                  <a16:creationId xmlns:a16="http://schemas.microsoft.com/office/drawing/2014/main" id="{5BB634CA-CB51-74D5-9389-6E20167AA89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5" name="Rectangle 384">
                              <a:extLst>
                                <a:ext uri="{FF2B5EF4-FFF2-40B4-BE49-F238E27FC236}">
                                  <a16:creationId xmlns:a16="http://schemas.microsoft.com/office/drawing/2014/main" id="{416B7B37-87B6-651D-3521-BEE2C3587E8F}"/>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82" name="Rectangle 381">
                            <a:extLst>
                              <a:ext uri="{FF2B5EF4-FFF2-40B4-BE49-F238E27FC236}">
                                <a16:creationId xmlns:a16="http://schemas.microsoft.com/office/drawing/2014/main" id="{8E4DB480-2577-37FD-5E5F-7AA80551929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3" name="Rectangle 382">
                            <a:extLst>
                              <a:ext uri="{FF2B5EF4-FFF2-40B4-BE49-F238E27FC236}">
                                <a16:creationId xmlns:a16="http://schemas.microsoft.com/office/drawing/2014/main" id="{E2294DD4-93DB-C6A2-3A77-73802302BCF3}"/>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350" name="Group 349">
                      <a:extLst>
                        <a:ext uri="{FF2B5EF4-FFF2-40B4-BE49-F238E27FC236}">
                          <a16:creationId xmlns:a16="http://schemas.microsoft.com/office/drawing/2014/main" id="{453F4548-23AC-F4DB-F10B-796F61381B20}"/>
                        </a:ext>
                      </a:extLst>
                    </p:cNvPr>
                    <p:cNvGrpSpPr/>
                    <p:nvPr/>
                  </p:nvGrpSpPr>
                  <p:grpSpPr>
                    <a:xfrm>
                      <a:off x="4433252" y="4724400"/>
                      <a:ext cx="1463040" cy="1463040"/>
                      <a:chOff x="2970212" y="4724400"/>
                      <a:chExt cx="1463040" cy="1463040"/>
                    </a:xfrm>
                  </p:grpSpPr>
                  <p:grpSp>
                    <p:nvGrpSpPr>
                      <p:cNvPr id="351" name="Group 350">
                        <a:extLst>
                          <a:ext uri="{FF2B5EF4-FFF2-40B4-BE49-F238E27FC236}">
                            <a16:creationId xmlns:a16="http://schemas.microsoft.com/office/drawing/2014/main" id="{7ACF60A2-B443-8C6F-EE3E-46EC70F2990D}"/>
                          </a:ext>
                        </a:extLst>
                      </p:cNvPr>
                      <p:cNvGrpSpPr/>
                      <p:nvPr/>
                    </p:nvGrpSpPr>
                    <p:grpSpPr>
                      <a:xfrm>
                        <a:off x="2970212" y="4724400"/>
                        <a:ext cx="1463040" cy="731520"/>
                        <a:chOff x="2970212" y="4724400"/>
                        <a:chExt cx="1463040" cy="731520"/>
                      </a:xfrm>
                    </p:grpSpPr>
                    <p:grpSp>
                      <p:nvGrpSpPr>
                        <p:cNvPr id="365" name="Group 364">
                          <a:extLst>
                            <a:ext uri="{FF2B5EF4-FFF2-40B4-BE49-F238E27FC236}">
                              <a16:creationId xmlns:a16="http://schemas.microsoft.com/office/drawing/2014/main" id="{17E3139F-1247-8F81-B35F-02E061C4DAD9}"/>
                            </a:ext>
                          </a:extLst>
                        </p:cNvPr>
                        <p:cNvGrpSpPr/>
                        <p:nvPr/>
                      </p:nvGrpSpPr>
                      <p:grpSpPr>
                        <a:xfrm>
                          <a:off x="2970212" y="4724400"/>
                          <a:ext cx="731520" cy="731520"/>
                          <a:chOff x="2970212" y="4724400"/>
                          <a:chExt cx="731520" cy="731520"/>
                        </a:xfrm>
                      </p:grpSpPr>
                      <p:grpSp>
                        <p:nvGrpSpPr>
                          <p:cNvPr id="372" name="Group 371">
                            <a:extLst>
                              <a:ext uri="{FF2B5EF4-FFF2-40B4-BE49-F238E27FC236}">
                                <a16:creationId xmlns:a16="http://schemas.microsoft.com/office/drawing/2014/main" id="{88E53927-6D2F-7585-98A1-04FD2DC6F5A1}"/>
                              </a:ext>
                            </a:extLst>
                          </p:cNvPr>
                          <p:cNvGrpSpPr/>
                          <p:nvPr/>
                        </p:nvGrpSpPr>
                        <p:grpSpPr>
                          <a:xfrm>
                            <a:off x="2970212" y="4724400"/>
                            <a:ext cx="731520" cy="365760"/>
                            <a:chOff x="2970212" y="4724400"/>
                            <a:chExt cx="731520" cy="365760"/>
                          </a:xfrm>
                        </p:grpSpPr>
                        <p:sp>
                          <p:nvSpPr>
                            <p:cNvPr id="375" name="Rectangle 374">
                              <a:extLst>
                                <a:ext uri="{FF2B5EF4-FFF2-40B4-BE49-F238E27FC236}">
                                  <a16:creationId xmlns:a16="http://schemas.microsoft.com/office/drawing/2014/main" id="{7DC2E484-268E-BD11-63A2-A309CC8FAAFA}"/>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6" name="Rectangle 375">
                              <a:extLst>
                                <a:ext uri="{FF2B5EF4-FFF2-40B4-BE49-F238E27FC236}">
                                  <a16:creationId xmlns:a16="http://schemas.microsoft.com/office/drawing/2014/main" id="{235834B4-4132-5003-FFB6-D6109A87DF8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73" name="Rectangle 372">
                            <a:extLst>
                              <a:ext uri="{FF2B5EF4-FFF2-40B4-BE49-F238E27FC236}">
                                <a16:creationId xmlns:a16="http://schemas.microsoft.com/office/drawing/2014/main" id="{52CEE0EC-F4DE-F72F-5528-C4C7A9764660}"/>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4" name="Rectangle 373">
                            <a:extLst>
                              <a:ext uri="{FF2B5EF4-FFF2-40B4-BE49-F238E27FC236}">
                                <a16:creationId xmlns:a16="http://schemas.microsoft.com/office/drawing/2014/main" id="{F3580D2A-9868-C365-6AC8-0C9BF9D1AE5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66" name="Group 365">
                          <a:extLst>
                            <a:ext uri="{FF2B5EF4-FFF2-40B4-BE49-F238E27FC236}">
                              <a16:creationId xmlns:a16="http://schemas.microsoft.com/office/drawing/2014/main" id="{98275637-279B-BE65-398B-1AA77DD9ED96}"/>
                            </a:ext>
                          </a:extLst>
                        </p:cNvPr>
                        <p:cNvGrpSpPr/>
                        <p:nvPr/>
                      </p:nvGrpSpPr>
                      <p:grpSpPr>
                        <a:xfrm>
                          <a:off x="3701732" y="4724400"/>
                          <a:ext cx="731520" cy="731520"/>
                          <a:chOff x="2970212" y="4724400"/>
                          <a:chExt cx="731520" cy="731520"/>
                        </a:xfrm>
                      </p:grpSpPr>
                      <p:grpSp>
                        <p:nvGrpSpPr>
                          <p:cNvPr id="367" name="Group 366">
                            <a:extLst>
                              <a:ext uri="{FF2B5EF4-FFF2-40B4-BE49-F238E27FC236}">
                                <a16:creationId xmlns:a16="http://schemas.microsoft.com/office/drawing/2014/main" id="{0D8E0C1A-AF3A-642E-A58D-AD40A8AB4D09}"/>
                              </a:ext>
                            </a:extLst>
                          </p:cNvPr>
                          <p:cNvGrpSpPr/>
                          <p:nvPr/>
                        </p:nvGrpSpPr>
                        <p:grpSpPr>
                          <a:xfrm>
                            <a:off x="2970212" y="4724400"/>
                            <a:ext cx="731520" cy="365760"/>
                            <a:chOff x="2970212" y="4724400"/>
                            <a:chExt cx="731520" cy="365760"/>
                          </a:xfrm>
                        </p:grpSpPr>
                        <p:sp>
                          <p:nvSpPr>
                            <p:cNvPr id="370" name="Rectangle 369">
                              <a:extLst>
                                <a:ext uri="{FF2B5EF4-FFF2-40B4-BE49-F238E27FC236}">
                                  <a16:creationId xmlns:a16="http://schemas.microsoft.com/office/drawing/2014/main" id="{BFF05082-E114-63E9-8FE7-4AAF69AD70B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1" name="Rectangle 370">
                              <a:extLst>
                                <a:ext uri="{FF2B5EF4-FFF2-40B4-BE49-F238E27FC236}">
                                  <a16:creationId xmlns:a16="http://schemas.microsoft.com/office/drawing/2014/main" id="{07B88583-F2EF-79A6-03D2-F8644FC0189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68" name="Rectangle 367">
                            <a:extLst>
                              <a:ext uri="{FF2B5EF4-FFF2-40B4-BE49-F238E27FC236}">
                                <a16:creationId xmlns:a16="http://schemas.microsoft.com/office/drawing/2014/main" id="{DE9577D5-D7A0-578F-F831-C1866C6FA1B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9" name="Rectangle 368">
                            <a:extLst>
                              <a:ext uri="{FF2B5EF4-FFF2-40B4-BE49-F238E27FC236}">
                                <a16:creationId xmlns:a16="http://schemas.microsoft.com/office/drawing/2014/main" id="{3AE89D77-6E20-D332-8A1C-3AB80B9E223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52" name="Group 351">
                        <a:extLst>
                          <a:ext uri="{FF2B5EF4-FFF2-40B4-BE49-F238E27FC236}">
                            <a16:creationId xmlns:a16="http://schemas.microsoft.com/office/drawing/2014/main" id="{C6FAB756-3C0B-33CD-7F1F-F0495C5196AB}"/>
                          </a:ext>
                        </a:extLst>
                      </p:cNvPr>
                      <p:cNvGrpSpPr/>
                      <p:nvPr/>
                    </p:nvGrpSpPr>
                    <p:grpSpPr>
                      <a:xfrm>
                        <a:off x="2970212" y="5455920"/>
                        <a:ext cx="1463040" cy="731520"/>
                        <a:chOff x="2970212" y="4724400"/>
                        <a:chExt cx="1463040" cy="731520"/>
                      </a:xfrm>
                    </p:grpSpPr>
                    <p:grpSp>
                      <p:nvGrpSpPr>
                        <p:cNvPr id="353" name="Group 352">
                          <a:extLst>
                            <a:ext uri="{FF2B5EF4-FFF2-40B4-BE49-F238E27FC236}">
                              <a16:creationId xmlns:a16="http://schemas.microsoft.com/office/drawing/2014/main" id="{02A84719-1F98-74E3-82DB-C4B7E2096DDB}"/>
                            </a:ext>
                          </a:extLst>
                        </p:cNvPr>
                        <p:cNvGrpSpPr/>
                        <p:nvPr/>
                      </p:nvGrpSpPr>
                      <p:grpSpPr>
                        <a:xfrm>
                          <a:off x="2970212" y="4724400"/>
                          <a:ext cx="731520" cy="731520"/>
                          <a:chOff x="2970212" y="4724400"/>
                          <a:chExt cx="731520" cy="731520"/>
                        </a:xfrm>
                      </p:grpSpPr>
                      <p:grpSp>
                        <p:nvGrpSpPr>
                          <p:cNvPr id="360" name="Group 359">
                            <a:extLst>
                              <a:ext uri="{FF2B5EF4-FFF2-40B4-BE49-F238E27FC236}">
                                <a16:creationId xmlns:a16="http://schemas.microsoft.com/office/drawing/2014/main" id="{C21AD923-A8C0-8EC9-389F-729BD1EFAAA5}"/>
                              </a:ext>
                            </a:extLst>
                          </p:cNvPr>
                          <p:cNvGrpSpPr/>
                          <p:nvPr/>
                        </p:nvGrpSpPr>
                        <p:grpSpPr>
                          <a:xfrm>
                            <a:off x="2970212" y="4724400"/>
                            <a:ext cx="731520" cy="365760"/>
                            <a:chOff x="2970212" y="4724400"/>
                            <a:chExt cx="731520" cy="365760"/>
                          </a:xfrm>
                        </p:grpSpPr>
                        <p:sp>
                          <p:nvSpPr>
                            <p:cNvPr id="363" name="Rectangle 362">
                              <a:extLst>
                                <a:ext uri="{FF2B5EF4-FFF2-40B4-BE49-F238E27FC236}">
                                  <a16:creationId xmlns:a16="http://schemas.microsoft.com/office/drawing/2014/main" id="{4B964868-AD90-F1A2-79BE-AB54B0275EE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4" name="Rectangle 363">
                              <a:extLst>
                                <a:ext uri="{FF2B5EF4-FFF2-40B4-BE49-F238E27FC236}">
                                  <a16:creationId xmlns:a16="http://schemas.microsoft.com/office/drawing/2014/main" id="{CC9ABC8F-7EBA-53FC-E452-9DFD63819AC4}"/>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61" name="Rectangle 360">
                            <a:extLst>
                              <a:ext uri="{FF2B5EF4-FFF2-40B4-BE49-F238E27FC236}">
                                <a16:creationId xmlns:a16="http://schemas.microsoft.com/office/drawing/2014/main" id="{9AE2B285-E514-6E6A-1A0B-110053E7950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2" name="Rectangle 361">
                            <a:extLst>
                              <a:ext uri="{FF2B5EF4-FFF2-40B4-BE49-F238E27FC236}">
                                <a16:creationId xmlns:a16="http://schemas.microsoft.com/office/drawing/2014/main" id="{5B431E27-5DA0-62CD-4C40-FDA68E264B6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54" name="Group 353">
                          <a:extLst>
                            <a:ext uri="{FF2B5EF4-FFF2-40B4-BE49-F238E27FC236}">
                              <a16:creationId xmlns:a16="http://schemas.microsoft.com/office/drawing/2014/main" id="{0A36CF56-80CA-9082-5040-81CA79E367D1}"/>
                            </a:ext>
                          </a:extLst>
                        </p:cNvPr>
                        <p:cNvGrpSpPr/>
                        <p:nvPr/>
                      </p:nvGrpSpPr>
                      <p:grpSpPr>
                        <a:xfrm>
                          <a:off x="3701732" y="4724400"/>
                          <a:ext cx="731520" cy="731520"/>
                          <a:chOff x="2970212" y="4724400"/>
                          <a:chExt cx="731520" cy="731520"/>
                        </a:xfrm>
                      </p:grpSpPr>
                      <p:grpSp>
                        <p:nvGrpSpPr>
                          <p:cNvPr id="355" name="Group 354">
                            <a:extLst>
                              <a:ext uri="{FF2B5EF4-FFF2-40B4-BE49-F238E27FC236}">
                                <a16:creationId xmlns:a16="http://schemas.microsoft.com/office/drawing/2014/main" id="{FDE87C27-78E5-F363-BBD1-26D2D62C7146}"/>
                              </a:ext>
                            </a:extLst>
                          </p:cNvPr>
                          <p:cNvGrpSpPr/>
                          <p:nvPr/>
                        </p:nvGrpSpPr>
                        <p:grpSpPr>
                          <a:xfrm>
                            <a:off x="2970212" y="4724400"/>
                            <a:ext cx="731520" cy="365760"/>
                            <a:chOff x="2970212" y="4724400"/>
                            <a:chExt cx="731520" cy="365760"/>
                          </a:xfrm>
                        </p:grpSpPr>
                        <p:sp>
                          <p:nvSpPr>
                            <p:cNvPr id="358" name="Rectangle 357">
                              <a:extLst>
                                <a:ext uri="{FF2B5EF4-FFF2-40B4-BE49-F238E27FC236}">
                                  <a16:creationId xmlns:a16="http://schemas.microsoft.com/office/drawing/2014/main" id="{69A22D26-EBFA-567F-D5F6-C330536859B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9" name="Rectangle 358">
                              <a:extLst>
                                <a:ext uri="{FF2B5EF4-FFF2-40B4-BE49-F238E27FC236}">
                                  <a16:creationId xmlns:a16="http://schemas.microsoft.com/office/drawing/2014/main" id="{34316F32-3A27-5E17-F713-4EC9085168E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56" name="Rectangle 355">
                            <a:extLst>
                              <a:ext uri="{FF2B5EF4-FFF2-40B4-BE49-F238E27FC236}">
                                <a16:creationId xmlns:a16="http://schemas.microsoft.com/office/drawing/2014/main" id="{FE2C0F78-456E-0051-D42D-86A0B1A2255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7" name="Rectangle 356">
                            <a:extLst>
                              <a:ext uri="{FF2B5EF4-FFF2-40B4-BE49-F238E27FC236}">
                                <a16:creationId xmlns:a16="http://schemas.microsoft.com/office/drawing/2014/main" id="{C22C50E3-881B-86FA-2F2B-0D98B3F7250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294" name="Group 293">
                    <a:extLst>
                      <a:ext uri="{FF2B5EF4-FFF2-40B4-BE49-F238E27FC236}">
                        <a16:creationId xmlns:a16="http://schemas.microsoft.com/office/drawing/2014/main" id="{5451AC70-07A6-B65D-B13C-E69A7F9742E3}"/>
                      </a:ext>
                    </a:extLst>
                  </p:cNvPr>
                  <p:cNvGrpSpPr/>
                  <p:nvPr/>
                </p:nvGrpSpPr>
                <p:grpSpPr>
                  <a:xfrm>
                    <a:off x="2132012" y="4587240"/>
                    <a:ext cx="2926080" cy="1463040"/>
                    <a:chOff x="2970212" y="4724400"/>
                    <a:chExt cx="2926080" cy="1463040"/>
                  </a:xfrm>
                </p:grpSpPr>
                <p:grpSp>
                  <p:nvGrpSpPr>
                    <p:cNvPr id="295" name="Group 294">
                      <a:extLst>
                        <a:ext uri="{FF2B5EF4-FFF2-40B4-BE49-F238E27FC236}">
                          <a16:creationId xmlns:a16="http://schemas.microsoft.com/office/drawing/2014/main" id="{06173395-B9A0-3C95-FFF3-F148C19A8B25}"/>
                        </a:ext>
                      </a:extLst>
                    </p:cNvPr>
                    <p:cNvGrpSpPr/>
                    <p:nvPr/>
                  </p:nvGrpSpPr>
                  <p:grpSpPr>
                    <a:xfrm>
                      <a:off x="2970212" y="4724400"/>
                      <a:ext cx="1463040" cy="1463040"/>
                      <a:chOff x="2970212" y="4724400"/>
                      <a:chExt cx="1463040" cy="1463040"/>
                    </a:xfrm>
                  </p:grpSpPr>
                  <p:grpSp>
                    <p:nvGrpSpPr>
                      <p:cNvPr id="323" name="Group 322">
                        <a:extLst>
                          <a:ext uri="{FF2B5EF4-FFF2-40B4-BE49-F238E27FC236}">
                            <a16:creationId xmlns:a16="http://schemas.microsoft.com/office/drawing/2014/main" id="{2455AEB1-56BC-CEBC-665B-2614B79DE65C}"/>
                          </a:ext>
                        </a:extLst>
                      </p:cNvPr>
                      <p:cNvGrpSpPr/>
                      <p:nvPr/>
                    </p:nvGrpSpPr>
                    <p:grpSpPr>
                      <a:xfrm>
                        <a:off x="2970212" y="4724400"/>
                        <a:ext cx="1463040" cy="731520"/>
                        <a:chOff x="2970212" y="4724400"/>
                        <a:chExt cx="1463040" cy="731520"/>
                      </a:xfrm>
                    </p:grpSpPr>
                    <p:grpSp>
                      <p:nvGrpSpPr>
                        <p:cNvPr id="337" name="Group 336">
                          <a:extLst>
                            <a:ext uri="{FF2B5EF4-FFF2-40B4-BE49-F238E27FC236}">
                              <a16:creationId xmlns:a16="http://schemas.microsoft.com/office/drawing/2014/main" id="{2701E8B9-D83E-E01A-23A7-AAC933CFCCB1}"/>
                            </a:ext>
                          </a:extLst>
                        </p:cNvPr>
                        <p:cNvGrpSpPr/>
                        <p:nvPr/>
                      </p:nvGrpSpPr>
                      <p:grpSpPr>
                        <a:xfrm>
                          <a:off x="2970212" y="4724400"/>
                          <a:ext cx="731520" cy="731520"/>
                          <a:chOff x="2970212" y="4724400"/>
                          <a:chExt cx="731520" cy="731520"/>
                        </a:xfrm>
                      </p:grpSpPr>
                      <p:grpSp>
                        <p:nvGrpSpPr>
                          <p:cNvPr id="344" name="Group 343">
                            <a:extLst>
                              <a:ext uri="{FF2B5EF4-FFF2-40B4-BE49-F238E27FC236}">
                                <a16:creationId xmlns:a16="http://schemas.microsoft.com/office/drawing/2014/main" id="{5458F26F-F6A9-690D-1DD5-AEBF39CA03A9}"/>
                              </a:ext>
                            </a:extLst>
                          </p:cNvPr>
                          <p:cNvGrpSpPr/>
                          <p:nvPr/>
                        </p:nvGrpSpPr>
                        <p:grpSpPr>
                          <a:xfrm>
                            <a:off x="2970212" y="4724400"/>
                            <a:ext cx="731520" cy="365760"/>
                            <a:chOff x="2970212" y="4724400"/>
                            <a:chExt cx="731520" cy="365760"/>
                          </a:xfrm>
                        </p:grpSpPr>
                        <p:sp>
                          <p:nvSpPr>
                            <p:cNvPr id="347" name="Rectangle 346">
                              <a:extLst>
                                <a:ext uri="{FF2B5EF4-FFF2-40B4-BE49-F238E27FC236}">
                                  <a16:creationId xmlns:a16="http://schemas.microsoft.com/office/drawing/2014/main" id="{EB02430E-D1ED-67E1-8F5A-65020847896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8" name="Rectangle 347">
                              <a:extLst>
                                <a:ext uri="{FF2B5EF4-FFF2-40B4-BE49-F238E27FC236}">
                                  <a16:creationId xmlns:a16="http://schemas.microsoft.com/office/drawing/2014/main" id="{F6D154C0-AC3C-9F20-02B3-D7F4D91F630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45" name="Rectangle 344">
                            <a:extLst>
                              <a:ext uri="{FF2B5EF4-FFF2-40B4-BE49-F238E27FC236}">
                                <a16:creationId xmlns:a16="http://schemas.microsoft.com/office/drawing/2014/main" id="{0B70A6CC-4B35-0AA0-E8C9-EB22FF46F89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6" name="Rectangle 345">
                            <a:extLst>
                              <a:ext uri="{FF2B5EF4-FFF2-40B4-BE49-F238E27FC236}">
                                <a16:creationId xmlns:a16="http://schemas.microsoft.com/office/drawing/2014/main" id="{756B6BF9-D4BB-D4C2-7F11-CED8E5FF50B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38" name="Group 337">
                          <a:extLst>
                            <a:ext uri="{FF2B5EF4-FFF2-40B4-BE49-F238E27FC236}">
                              <a16:creationId xmlns:a16="http://schemas.microsoft.com/office/drawing/2014/main" id="{1D9A6073-B6CA-B769-1D4E-28A35F9B428C}"/>
                            </a:ext>
                          </a:extLst>
                        </p:cNvPr>
                        <p:cNvGrpSpPr/>
                        <p:nvPr/>
                      </p:nvGrpSpPr>
                      <p:grpSpPr>
                        <a:xfrm>
                          <a:off x="3701732" y="4724400"/>
                          <a:ext cx="731520" cy="731520"/>
                          <a:chOff x="2970212" y="4724400"/>
                          <a:chExt cx="731520" cy="731520"/>
                        </a:xfrm>
                      </p:grpSpPr>
                      <p:grpSp>
                        <p:nvGrpSpPr>
                          <p:cNvPr id="339" name="Group 338">
                            <a:extLst>
                              <a:ext uri="{FF2B5EF4-FFF2-40B4-BE49-F238E27FC236}">
                                <a16:creationId xmlns:a16="http://schemas.microsoft.com/office/drawing/2014/main" id="{A4466672-A05A-3222-6E18-B5BA17A2AA49}"/>
                              </a:ext>
                            </a:extLst>
                          </p:cNvPr>
                          <p:cNvGrpSpPr/>
                          <p:nvPr/>
                        </p:nvGrpSpPr>
                        <p:grpSpPr>
                          <a:xfrm>
                            <a:off x="2970212" y="4724400"/>
                            <a:ext cx="731520" cy="365760"/>
                            <a:chOff x="2970212" y="4724400"/>
                            <a:chExt cx="731520" cy="365760"/>
                          </a:xfrm>
                        </p:grpSpPr>
                        <p:sp>
                          <p:nvSpPr>
                            <p:cNvPr id="342" name="Rectangle 341">
                              <a:extLst>
                                <a:ext uri="{FF2B5EF4-FFF2-40B4-BE49-F238E27FC236}">
                                  <a16:creationId xmlns:a16="http://schemas.microsoft.com/office/drawing/2014/main" id="{A6501194-9B2A-E124-7C59-A6FE53CAD23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3" name="Rectangle 342">
                              <a:extLst>
                                <a:ext uri="{FF2B5EF4-FFF2-40B4-BE49-F238E27FC236}">
                                  <a16:creationId xmlns:a16="http://schemas.microsoft.com/office/drawing/2014/main" id="{CFB1315C-90B4-99BC-BF07-2BFCCA3BC28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40" name="Rectangle 339">
                            <a:extLst>
                              <a:ext uri="{FF2B5EF4-FFF2-40B4-BE49-F238E27FC236}">
                                <a16:creationId xmlns:a16="http://schemas.microsoft.com/office/drawing/2014/main" id="{85516523-061D-EA21-8320-01804C9E638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1" name="Rectangle 340">
                            <a:extLst>
                              <a:ext uri="{FF2B5EF4-FFF2-40B4-BE49-F238E27FC236}">
                                <a16:creationId xmlns:a16="http://schemas.microsoft.com/office/drawing/2014/main" id="{D320154C-8C11-B490-91F5-2D081A1260C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24" name="Group 323">
                        <a:extLst>
                          <a:ext uri="{FF2B5EF4-FFF2-40B4-BE49-F238E27FC236}">
                            <a16:creationId xmlns:a16="http://schemas.microsoft.com/office/drawing/2014/main" id="{A9D98002-DBBB-A9BC-4B62-9C7B8B1FB5A3}"/>
                          </a:ext>
                        </a:extLst>
                      </p:cNvPr>
                      <p:cNvGrpSpPr/>
                      <p:nvPr/>
                    </p:nvGrpSpPr>
                    <p:grpSpPr>
                      <a:xfrm>
                        <a:off x="2970212" y="5455920"/>
                        <a:ext cx="1463040" cy="731520"/>
                        <a:chOff x="2970212" y="4724400"/>
                        <a:chExt cx="1463040" cy="731520"/>
                      </a:xfrm>
                    </p:grpSpPr>
                    <p:grpSp>
                      <p:nvGrpSpPr>
                        <p:cNvPr id="325" name="Group 324">
                          <a:extLst>
                            <a:ext uri="{FF2B5EF4-FFF2-40B4-BE49-F238E27FC236}">
                              <a16:creationId xmlns:a16="http://schemas.microsoft.com/office/drawing/2014/main" id="{BDD5C11D-2433-684C-553A-3E7DBDFA009B}"/>
                            </a:ext>
                          </a:extLst>
                        </p:cNvPr>
                        <p:cNvGrpSpPr/>
                        <p:nvPr/>
                      </p:nvGrpSpPr>
                      <p:grpSpPr>
                        <a:xfrm>
                          <a:off x="2970212" y="4724400"/>
                          <a:ext cx="731520" cy="731520"/>
                          <a:chOff x="2970212" y="4724400"/>
                          <a:chExt cx="731520" cy="731520"/>
                        </a:xfrm>
                      </p:grpSpPr>
                      <p:grpSp>
                        <p:nvGrpSpPr>
                          <p:cNvPr id="332" name="Group 331">
                            <a:extLst>
                              <a:ext uri="{FF2B5EF4-FFF2-40B4-BE49-F238E27FC236}">
                                <a16:creationId xmlns:a16="http://schemas.microsoft.com/office/drawing/2014/main" id="{FFB74A87-85CA-1E84-8D44-1250D1051DF8}"/>
                              </a:ext>
                            </a:extLst>
                          </p:cNvPr>
                          <p:cNvGrpSpPr/>
                          <p:nvPr/>
                        </p:nvGrpSpPr>
                        <p:grpSpPr>
                          <a:xfrm>
                            <a:off x="2970212" y="4724400"/>
                            <a:ext cx="731520" cy="365760"/>
                            <a:chOff x="2970212" y="4724400"/>
                            <a:chExt cx="731520" cy="365760"/>
                          </a:xfrm>
                        </p:grpSpPr>
                        <p:sp>
                          <p:nvSpPr>
                            <p:cNvPr id="335" name="Rectangle 334">
                              <a:extLst>
                                <a:ext uri="{FF2B5EF4-FFF2-40B4-BE49-F238E27FC236}">
                                  <a16:creationId xmlns:a16="http://schemas.microsoft.com/office/drawing/2014/main" id="{8BA4ACA3-FAFF-A371-9DB4-0DA8D29A274D}"/>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6" name="Rectangle 335">
                              <a:extLst>
                                <a:ext uri="{FF2B5EF4-FFF2-40B4-BE49-F238E27FC236}">
                                  <a16:creationId xmlns:a16="http://schemas.microsoft.com/office/drawing/2014/main" id="{311E5514-BEB1-7E94-3DDE-01345309A2F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33" name="Rectangle 332">
                            <a:extLst>
                              <a:ext uri="{FF2B5EF4-FFF2-40B4-BE49-F238E27FC236}">
                                <a16:creationId xmlns:a16="http://schemas.microsoft.com/office/drawing/2014/main" id="{46B6A354-D0F9-EE61-98F1-877D769A536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4" name="Rectangle 333">
                            <a:extLst>
                              <a:ext uri="{FF2B5EF4-FFF2-40B4-BE49-F238E27FC236}">
                                <a16:creationId xmlns:a16="http://schemas.microsoft.com/office/drawing/2014/main" id="{268BAD6F-0701-3DDE-52C5-D681153CD02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26" name="Group 325">
                          <a:extLst>
                            <a:ext uri="{FF2B5EF4-FFF2-40B4-BE49-F238E27FC236}">
                              <a16:creationId xmlns:a16="http://schemas.microsoft.com/office/drawing/2014/main" id="{4278590D-3427-D9F7-7BD3-AE8A551498BD}"/>
                            </a:ext>
                          </a:extLst>
                        </p:cNvPr>
                        <p:cNvGrpSpPr/>
                        <p:nvPr/>
                      </p:nvGrpSpPr>
                      <p:grpSpPr>
                        <a:xfrm>
                          <a:off x="3701732" y="4724400"/>
                          <a:ext cx="731520" cy="731520"/>
                          <a:chOff x="2970212" y="4724400"/>
                          <a:chExt cx="731520" cy="731520"/>
                        </a:xfrm>
                      </p:grpSpPr>
                      <p:grpSp>
                        <p:nvGrpSpPr>
                          <p:cNvPr id="327" name="Group 326">
                            <a:extLst>
                              <a:ext uri="{FF2B5EF4-FFF2-40B4-BE49-F238E27FC236}">
                                <a16:creationId xmlns:a16="http://schemas.microsoft.com/office/drawing/2014/main" id="{3B46B4A4-B20E-27E5-B2CE-DE8869109430}"/>
                              </a:ext>
                            </a:extLst>
                          </p:cNvPr>
                          <p:cNvGrpSpPr/>
                          <p:nvPr/>
                        </p:nvGrpSpPr>
                        <p:grpSpPr>
                          <a:xfrm>
                            <a:off x="2970212" y="4724400"/>
                            <a:ext cx="731520" cy="365760"/>
                            <a:chOff x="2970212" y="4724400"/>
                            <a:chExt cx="731520" cy="365760"/>
                          </a:xfrm>
                        </p:grpSpPr>
                        <p:sp>
                          <p:nvSpPr>
                            <p:cNvPr id="330" name="Rectangle 329">
                              <a:extLst>
                                <a:ext uri="{FF2B5EF4-FFF2-40B4-BE49-F238E27FC236}">
                                  <a16:creationId xmlns:a16="http://schemas.microsoft.com/office/drawing/2014/main" id="{3AB71A41-CFBE-DBC6-D0F3-9EB306DCBC6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1" name="Rectangle 330">
                              <a:extLst>
                                <a:ext uri="{FF2B5EF4-FFF2-40B4-BE49-F238E27FC236}">
                                  <a16:creationId xmlns:a16="http://schemas.microsoft.com/office/drawing/2014/main" id="{BF6689A3-CB33-1991-0E03-707B5BD0AEF3}"/>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28" name="Rectangle 327">
                            <a:extLst>
                              <a:ext uri="{FF2B5EF4-FFF2-40B4-BE49-F238E27FC236}">
                                <a16:creationId xmlns:a16="http://schemas.microsoft.com/office/drawing/2014/main" id="{9529BED3-2D6D-60FB-A624-4C87047B1D1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9" name="Rectangle 328">
                            <a:extLst>
                              <a:ext uri="{FF2B5EF4-FFF2-40B4-BE49-F238E27FC236}">
                                <a16:creationId xmlns:a16="http://schemas.microsoft.com/office/drawing/2014/main" id="{C41BA0B4-1B84-E2E5-13DA-BE2D7F997751}"/>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296" name="Group 295">
                      <a:extLst>
                        <a:ext uri="{FF2B5EF4-FFF2-40B4-BE49-F238E27FC236}">
                          <a16:creationId xmlns:a16="http://schemas.microsoft.com/office/drawing/2014/main" id="{DEEB281F-6698-9259-3FBF-C6B8E3AB9938}"/>
                        </a:ext>
                      </a:extLst>
                    </p:cNvPr>
                    <p:cNvGrpSpPr/>
                    <p:nvPr/>
                  </p:nvGrpSpPr>
                  <p:grpSpPr>
                    <a:xfrm>
                      <a:off x="4433252" y="4724400"/>
                      <a:ext cx="1463040" cy="1463040"/>
                      <a:chOff x="2970212" y="4724400"/>
                      <a:chExt cx="1463040" cy="1463040"/>
                    </a:xfrm>
                  </p:grpSpPr>
                  <p:grpSp>
                    <p:nvGrpSpPr>
                      <p:cNvPr id="297" name="Group 296">
                        <a:extLst>
                          <a:ext uri="{FF2B5EF4-FFF2-40B4-BE49-F238E27FC236}">
                            <a16:creationId xmlns:a16="http://schemas.microsoft.com/office/drawing/2014/main" id="{1411D1E4-12C1-D189-77B9-10103FF5A610}"/>
                          </a:ext>
                        </a:extLst>
                      </p:cNvPr>
                      <p:cNvGrpSpPr/>
                      <p:nvPr/>
                    </p:nvGrpSpPr>
                    <p:grpSpPr>
                      <a:xfrm>
                        <a:off x="2970212" y="4724400"/>
                        <a:ext cx="1463040" cy="731520"/>
                        <a:chOff x="2970212" y="4724400"/>
                        <a:chExt cx="1463040" cy="731520"/>
                      </a:xfrm>
                    </p:grpSpPr>
                    <p:grpSp>
                      <p:nvGrpSpPr>
                        <p:cNvPr id="311" name="Group 310">
                          <a:extLst>
                            <a:ext uri="{FF2B5EF4-FFF2-40B4-BE49-F238E27FC236}">
                              <a16:creationId xmlns:a16="http://schemas.microsoft.com/office/drawing/2014/main" id="{BD770330-CF11-5128-C663-F757922E8482}"/>
                            </a:ext>
                          </a:extLst>
                        </p:cNvPr>
                        <p:cNvGrpSpPr/>
                        <p:nvPr/>
                      </p:nvGrpSpPr>
                      <p:grpSpPr>
                        <a:xfrm>
                          <a:off x="2970212" y="4724400"/>
                          <a:ext cx="731520" cy="731520"/>
                          <a:chOff x="2970212" y="4724400"/>
                          <a:chExt cx="731520" cy="731520"/>
                        </a:xfrm>
                      </p:grpSpPr>
                      <p:grpSp>
                        <p:nvGrpSpPr>
                          <p:cNvPr id="318" name="Group 317">
                            <a:extLst>
                              <a:ext uri="{FF2B5EF4-FFF2-40B4-BE49-F238E27FC236}">
                                <a16:creationId xmlns:a16="http://schemas.microsoft.com/office/drawing/2014/main" id="{1C3E6BFB-DCBF-FECB-1336-B1B1C4270490}"/>
                              </a:ext>
                            </a:extLst>
                          </p:cNvPr>
                          <p:cNvGrpSpPr/>
                          <p:nvPr/>
                        </p:nvGrpSpPr>
                        <p:grpSpPr>
                          <a:xfrm>
                            <a:off x="2970212" y="4724400"/>
                            <a:ext cx="731520" cy="365760"/>
                            <a:chOff x="2970212" y="4724400"/>
                            <a:chExt cx="731520" cy="365760"/>
                          </a:xfrm>
                        </p:grpSpPr>
                        <p:sp>
                          <p:nvSpPr>
                            <p:cNvPr id="321" name="Rectangle 320">
                              <a:extLst>
                                <a:ext uri="{FF2B5EF4-FFF2-40B4-BE49-F238E27FC236}">
                                  <a16:creationId xmlns:a16="http://schemas.microsoft.com/office/drawing/2014/main" id="{681E0BC1-D5B1-5DF4-C193-AC8EB532F39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2" name="Rectangle 321">
                              <a:extLst>
                                <a:ext uri="{FF2B5EF4-FFF2-40B4-BE49-F238E27FC236}">
                                  <a16:creationId xmlns:a16="http://schemas.microsoft.com/office/drawing/2014/main" id="{82F0BD83-AB5D-3A34-C4A5-E25F7EC0ED8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19" name="Rectangle 318">
                            <a:extLst>
                              <a:ext uri="{FF2B5EF4-FFF2-40B4-BE49-F238E27FC236}">
                                <a16:creationId xmlns:a16="http://schemas.microsoft.com/office/drawing/2014/main" id="{475EF8B7-6E21-716B-C1E8-1ACDDA05E13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0" name="Rectangle 319">
                            <a:extLst>
                              <a:ext uri="{FF2B5EF4-FFF2-40B4-BE49-F238E27FC236}">
                                <a16:creationId xmlns:a16="http://schemas.microsoft.com/office/drawing/2014/main" id="{0E20E345-1670-F19D-5806-65F8321E7C87}"/>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12" name="Group 311">
                          <a:extLst>
                            <a:ext uri="{FF2B5EF4-FFF2-40B4-BE49-F238E27FC236}">
                              <a16:creationId xmlns:a16="http://schemas.microsoft.com/office/drawing/2014/main" id="{EEBEB632-2CB1-A8BA-C6E1-A637CE50A8DE}"/>
                            </a:ext>
                          </a:extLst>
                        </p:cNvPr>
                        <p:cNvGrpSpPr/>
                        <p:nvPr/>
                      </p:nvGrpSpPr>
                      <p:grpSpPr>
                        <a:xfrm>
                          <a:off x="3701732" y="4724400"/>
                          <a:ext cx="731520" cy="731520"/>
                          <a:chOff x="2970212" y="4724400"/>
                          <a:chExt cx="731520" cy="731520"/>
                        </a:xfrm>
                      </p:grpSpPr>
                      <p:grpSp>
                        <p:nvGrpSpPr>
                          <p:cNvPr id="313" name="Group 312">
                            <a:extLst>
                              <a:ext uri="{FF2B5EF4-FFF2-40B4-BE49-F238E27FC236}">
                                <a16:creationId xmlns:a16="http://schemas.microsoft.com/office/drawing/2014/main" id="{D2C33FBF-5DA0-AD99-B0FB-5859312EAFA3}"/>
                              </a:ext>
                            </a:extLst>
                          </p:cNvPr>
                          <p:cNvGrpSpPr/>
                          <p:nvPr/>
                        </p:nvGrpSpPr>
                        <p:grpSpPr>
                          <a:xfrm>
                            <a:off x="2970212" y="4724400"/>
                            <a:ext cx="731520" cy="365760"/>
                            <a:chOff x="2970212" y="4724400"/>
                            <a:chExt cx="731520" cy="365760"/>
                          </a:xfrm>
                        </p:grpSpPr>
                        <p:sp>
                          <p:nvSpPr>
                            <p:cNvPr id="316" name="Rectangle 315">
                              <a:extLst>
                                <a:ext uri="{FF2B5EF4-FFF2-40B4-BE49-F238E27FC236}">
                                  <a16:creationId xmlns:a16="http://schemas.microsoft.com/office/drawing/2014/main" id="{A4C11039-B6BB-1D78-973D-30C3F2F4853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7" name="Rectangle 316">
                              <a:extLst>
                                <a:ext uri="{FF2B5EF4-FFF2-40B4-BE49-F238E27FC236}">
                                  <a16:creationId xmlns:a16="http://schemas.microsoft.com/office/drawing/2014/main" id="{E0569F04-CC95-6A4E-6930-2BDF71D1F99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14" name="Rectangle 313">
                            <a:extLst>
                              <a:ext uri="{FF2B5EF4-FFF2-40B4-BE49-F238E27FC236}">
                                <a16:creationId xmlns:a16="http://schemas.microsoft.com/office/drawing/2014/main" id="{6DF28B24-88D1-5ED1-A381-77BCF4D9708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5" name="Rectangle 314">
                            <a:extLst>
                              <a:ext uri="{FF2B5EF4-FFF2-40B4-BE49-F238E27FC236}">
                                <a16:creationId xmlns:a16="http://schemas.microsoft.com/office/drawing/2014/main" id="{0C132725-FB26-40D1-4363-2D60DCC47A62}"/>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98" name="Group 297">
                        <a:extLst>
                          <a:ext uri="{FF2B5EF4-FFF2-40B4-BE49-F238E27FC236}">
                            <a16:creationId xmlns:a16="http://schemas.microsoft.com/office/drawing/2014/main" id="{48264E53-F1DA-9973-CEF8-DE33263BBE0F}"/>
                          </a:ext>
                        </a:extLst>
                      </p:cNvPr>
                      <p:cNvGrpSpPr/>
                      <p:nvPr/>
                    </p:nvGrpSpPr>
                    <p:grpSpPr>
                      <a:xfrm>
                        <a:off x="2970212" y="5455920"/>
                        <a:ext cx="1463040" cy="731520"/>
                        <a:chOff x="2970212" y="4724400"/>
                        <a:chExt cx="1463040" cy="731520"/>
                      </a:xfrm>
                    </p:grpSpPr>
                    <p:grpSp>
                      <p:nvGrpSpPr>
                        <p:cNvPr id="299" name="Group 298">
                          <a:extLst>
                            <a:ext uri="{FF2B5EF4-FFF2-40B4-BE49-F238E27FC236}">
                              <a16:creationId xmlns:a16="http://schemas.microsoft.com/office/drawing/2014/main" id="{ED41ABCF-792A-862A-5726-5A7B9F5F6E64}"/>
                            </a:ext>
                          </a:extLst>
                        </p:cNvPr>
                        <p:cNvGrpSpPr/>
                        <p:nvPr/>
                      </p:nvGrpSpPr>
                      <p:grpSpPr>
                        <a:xfrm>
                          <a:off x="2970212" y="4724400"/>
                          <a:ext cx="731520" cy="731520"/>
                          <a:chOff x="2970212" y="4724400"/>
                          <a:chExt cx="731520" cy="731520"/>
                        </a:xfrm>
                      </p:grpSpPr>
                      <p:grpSp>
                        <p:nvGrpSpPr>
                          <p:cNvPr id="306" name="Group 305">
                            <a:extLst>
                              <a:ext uri="{FF2B5EF4-FFF2-40B4-BE49-F238E27FC236}">
                                <a16:creationId xmlns:a16="http://schemas.microsoft.com/office/drawing/2014/main" id="{1AD52840-8332-36FC-0F0E-1597509FF1B6}"/>
                              </a:ext>
                            </a:extLst>
                          </p:cNvPr>
                          <p:cNvGrpSpPr/>
                          <p:nvPr/>
                        </p:nvGrpSpPr>
                        <p:grpSpPr>
                          <a:xfrm>
                            <a:off x="2970212" y="4724400"/>
                            <a:ext cx="731520" cy="365760"/>
                            <a:chOff x="2970212" y="4724400"/>
                            <a:chExt cx="731520" cy="365760"/>
                          </a:xfrm>
                        </p:grpSpPr>
                        <p:sp>
                          <p:nvSpPr>
                            <p:cNvPr id="309" name="Rectangle 308">
                              <a:extLst>
                                <a:ext uri="{FF2B5EF4-FFF2-40B4-BE49-F238E27FC236}">
                                  <a16:creationId xmlns:a16="http://schemas.microsoft.com/office/drawing/2014/main" id="{14D55F2C-4E81-96B4-6F55-6E311A5189B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0" name="Rectangle 309">
                              <a:extLst>
                                <a:ext uri="{FF2B5EF4-FFF2-40B4-BE49-F238E27FC236}">
                                  <a16:creationId xmlns:a16="http://schemas.microsoft.com/office/drawing/2014/main" id="{01F9F6C4-FC46-E227-3944-4CBDA809535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07" name="Rectangle 306">
                            <a:extLst>
                              <a:ext uri="{FF2B5EF4-FFF2-40B4-BE49-F238E27FC236}">
                                <a16:creationId xmlns:a16="http://schemas.microsoft.com/office/drawing/2014/main" id="{854F6AF1-7E81-B774-95AA-C5ECEDAF9DC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8" name="Rectangle 307">
                            <a:extLst>
                              <a:ext uri="{FF2B5EF4-FFF2-40B4-BE49-F238E27FC236}">
                                <a16:creationId xmlns:a16="http://schemas.microsoft.com/office/drawing/2014/main" id="{1F63942F-61D2-DB9C-F0DD-087CF5B56F2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00" name="Group 299">
                          <a:extLst>
                            <a:ext uri="{FF2B5EF4-FFF2-40B4-BE49-F238E27FC236}">
                              <a16:creationId xmlns:a16="http://schemas.microsoft.com/office/drawing/2014/main" id="{4CFE56AF-B608-3A45-E5A6-E401BC7EB744}"/>
                            </a:ext>
                          </a:extLst>
                        </p:cNvPr>
                        <p:cNvGrpSpPr/>
                        <p:nvPr/>
                      </p:nvGrpSpPr>
                      <p:grpSpPr>
                        <a:xfrm>
                          <a:off x="3701732" y="4724400"/>
                          <a:ext cx="731520" cy="731520"/>
                          <a:chOff x="2970212" y="4724400"/>
                          <a:chExt cx="731520" cy="731520"/>
                        </a:xfrm>
                      </p:grpSpPr>
                      <p:grpSp>
                        <p:nvGrpSpPr>
                          <p:cNvPr id="301" name="Group 300">
                            <a:extLst>
                              <a:ext uri="{FF2B5EF4-FFF2-40B4-BE49-F238E27FC236}">
                                <a16:creationId xmlns:a16="http://schemas.microsoft.com/office/drawing/2014/main" id="{DB8E16CF-635D-B96E-5C5B-92F10C826203}"/>
                              </a:ext>
                            </a:extLst>
                          </p:cNvPr>
                          <p:cNvGrpSpPr/>
                          <p:nvPr/>
                        </p:nvGrpSpPr>
                        <p:grpSpPr>
                          <a:xfrm>
                            <a:off x="2970212" y="4724400"/>
                            <a:ext cx="731520" cy="365760"/>
                            <a:chOff x="2970212" y="4724400"/>
                            <a:chExt cx="731520" cy="365760"/>
                          </a:xfrm>
                        </p:grpSpPr>
                        <p:sp>
                          <p:nvSpPr>
                            <p:cNvPr id="304" name="Rectangle 303">
                              <a:extLst>
                                <a:ext uri="{FF2B5EF4-FFF2-40B4-BE49-F238E27FC236}">
                                  <a16:creationId xmlns:a16="http://schemas.microsoft.com/office/drawing/2014/main" id="{C07C0057-0255-DFAD-0A86-9DC63797B38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5" name="Rectangle 304">
                              <a:extLst>
                                <a:ext uri="{FF2B5EF4-FFF2-40B4-BE49-F238E27FC236}">
                                  <a16:creationId xmlns:a16="http://schemas.microsoft.com/office/drawing/2014/main" id="{6A65D2B8-7E4D-64B6-4A84-5B00541736C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02" name="Rectangle 301">
                            <a:extLst>
                              <a:ext uri="{FF2B5EF4-FFF2-40B4-BE49-F238E27FC236}">
                                <a16:creationId xmlns:a16="http://schemas.microsoft.com/office/drawing/2014/main" id="{AEBE97B2-6C3D-DA20-AF5B-0A93B4C8301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3" name="Rectangle 302">
                            <a:extLst>
                              <a:ext uri="{FF2B5EF4-FFF2-40B4-BE49-F238E27FC236}">
                                <a16:creationId xmlns:a16="http://schemas.microsoft.com/office/drawing/2014/main" id="{13C9DF93-7235-F0D8-A785-1B07686747D3}"/>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cxnSp>
            <p:nvCxnSpPr>
              <p:cNvPr id="405" name="Straight Connector 404">
                <a:extLst>
                  <a:ext uri="{FF2B5EF4-FFF2-40B4-BE49-F238E27FC236}">
                    <a16:creationId xmlns:a16="http://schemas.microsoft.com/office/drawing/2014/main" id="{1272C31A-973A-2F6C-E70D-4AD2E8448450}"/>
                  </a:ext>
                </a:extLst>
              </p:cNvPr>
              <p:cNvCxnSpPr>
                <a:cxnSpLocks/>
              </p:cNvCxnSpPr>
              <p:nvPr/>
            </p:nvCxnSpPr>
            <p:spPr>
              <a:xfrm flipV="1">
                <a:off x="2132012" y="4572000"/>
                <a:ext cx="8778240" cy="15240"/>
              </a:xfrm>
              <a:prstGeom prst="line">
                <a:avLst/>
              </a:prstGeom>
            </p:spPr>
            <p:style>
              <a:lnRef idx="3">
                <a:schemeClr val="dk1"/>
              </a:lnRef>
              <a:fillRef idx="0">
                <a:schemeClr val="dk1"/>
              </a:fillRef>
              <a:effectRef idx="2">
                <a:schemeClr val="dk1"/>
              </a:effectRef>
              <a:fontRef idx="minor">
                <a:schemeClr val="tx1"/>
              </a:fontRef>
            </p:style>
          </p:cxnSp>
          <p:cxnSp>
            <p:nvCxnSpPr>
              <p:cNvPr id="409" name="Straight Connector 408">
                <a:extLst>
                  <a:ext uri="{FF2B5EF4-FFF2-40B4-BE49-F238E27FC236}">
                    <a16:creationId xmlns:a16="http://schemas.microsoft.com/office/drawing/2014/main" id="{210A4E37-53AA-A2F6-D12A-5B8A3E602D9C}"/>
                  </a:ext>
                </a:extLst>
              </p:cNvPr>
              <p:cNvCxnSpPr/>
              <p:nvPr/>
            </p:nvCxnSpPr>
            <p:spPr>
              <a:xfrm>
                <a:off x="6537011" y="3124200"/>
                <a:ext cx="0" cy="2971800"/>
              </a:xfrm>
              <a:prstGeom prst="line">
                <a:avLst/>
              </a:prstGeom>
            </p:spPr>
            <p:style>
              <a:lnRef idx="3">
                <a:schemeClr val="dk1"/>
              </a:lnRef>
              <a:fillRef idx="0">
                <a:schemeClr val="dk1"/>
              </a:fillRef>
              <a:effectRef idx="2">
                <a:schemeClr val="dk1"/>
              </a:effectRef>
              <a:fontRef idx="minor">
                <a:schemeClr val="tx1"/>
              </a:fontRef>
            </p:style>
          </p:cxnSp>
        </p:grpSp>
        <p:cxnSp>
          <p:nvCxnSpPr>
            <p:cNvPr id="412" name="Straight Connector 411">
              <a:extLst>
                <a:ext uri="{FF2B5EF4-FFF2-40B4-BE49-F238E27FC236}">
                  <a16:creationId xmlns:a16="http://schemas.microsoft.com/office/drawing/2014/main" id="{F8A5C81F-A37A-E1F8-4B38-2C146ED62806}"/>
                </a:ext>
              </a:extLst>
            </p:cNvPr>
            <p:cNvCxnSpPr>
              <a:cxnSpLocks/>
            </p:cNvCxnSpPr>
            <p:nvPr/>
          </p:nvCxnSpPr>
          <p:spPr>
            <a:xfrm flipV="1">
              <a:off x="2031696" y="3733800"/>
              <a:ext cx="8802356" cy="2225040"/>
            </a:xfrm>
            <a:prstGeom prst="line">
              <a:avLst/>
            </a:prstGeom>
            <a:ln w="38100"/>
          </p:spPr>
          <p:style>
            <a:lnRef idx="3">
              <a:schemeClr val="accent4"/>
            </a:lnRef>
            <a:fillRef idx="0">
              <a:schemeClr val="accent4"/>
            </a:fillRef>
            <a:effectRef idx="2">
              <a:schemeClr val="accent4"/>
            </a:effectRef>
            <a:fontRef idx="minor">
              <a:schemeClr val="tx1"/>
            </a:fontRef>
          </p:style>
        </p:cxnSp>
        <p:sp>
          <p:nvSpPr>
            <p:cNvPr id="2" name="TextBox 1">
              <a:extLst>
                <a:ext uri="{FF2B5EF4-FFF2-40B4-BE49-F238E27FC236}">
                  <a16:creationId xmlns:a16="http://schemas.microsoft.com/office/drawing/2014/main" id="{BEC2A244-326D-1AE4-C330-AB3583817238}"/>
                </a:ext>
              </a:extLst>
            </p:cNvPr>
            <p:cNvSpPr txBox="1"/>
            <p:nvPr/>
          </p:nvSpPr>
          <p:spPr>
            <a:xfrm>
              <a:off x="2055813" y="3240009"/>
              <a:ext cx="8778238" cy="369332"/>
            </a:xfrm>
            <a:prstGeom prst="rect">
              <a:avLst/>
            </a:prstGeom>
            <a:noFill/>
          </p:spPr>
          <p:txBody>
            <a:bodyPr wrap="square" rtlCol="0">
              <a:spAutoFit/>
            </a:bodyPr>
            <a:lstStyle/>
            <a:p>
              <a:pPr algn="ctr"/>
              <a:r>
                <a:rPr lang="en-US" dirty="0">
                  <a:solidFill>
                    <a:schemeClr val="bg1"/>
                  </a:solidFill>
                  <a:latin typeface="Consolas" panose="020B0609020204030204" pitchFamily="49" charset="0"/>
                </a:rPr>
                <a:t>-9 -8 -7 -6 -5 -4 -3 -2 -1 0 +1 +2 +3 +4 +5 +6 +7 +8 +9</a:t>
              </a:r>
            </a:p>
          </p:txBody>
        </p:sp>
        <p:sp>
          <p:nvSpPr>
            <p:cNvPr id="3" name="TextBox 2">
              <a:extLst>
                <a:ext uri="{FF2B5EF4-FFF2-40B4-BE49-F238E27FC236}">
                  <a16:creationId xmlns:a16="http://schemas.microsoft.com/office/drawing/2014/main" id="{A76A89A7-7886-E351-1396-C566B9EFA6DF}"/>
                </a:ext>
              </a:extLst>
            </p:cNvPr>
            <p:cNvSpPr txBox="1"/>
            <p:nvPr/>
          </p:nvSpPr>
          <p:spPr>
            <a:xfrm>
              <a:off x="1516718" y="3412480"/>
              <a:ext cx="527036" cy="3416320"/>
            </a:xfrm>
            <a:prstGeom prst="rect">
              <a:avLst/>
            </a:prstGeom>
            <a:noFill/>
          </p:spPr>
          <p:txBody>
            <a:bodyPr wrap="square" rtlCol="0">
              <a:spAutoFit/>
            </a:bodyPr>
            <a:lstStyle/>
            <a:p>
              <a:pPr algn="r"/>
              <a:r>
                <a:rPr lang="en-US" sz="2400" dirty="0">
                  <a:solidFill>
                    <a:schemeClr val="bg1"/>
                  </a:solidFill>
                  <a:latin typeface="Consolas" panose="020B0609020204030204" pitchFamily="49" charset="0"/>
                </a:rPr>
                <a:t>+4</a:t>
              </a:r>
            </a:p>
            <a:p>
              <a:pPr algn="r"/>
              <a:r>
                <a:rPr lang="en-US" sz="2400" dirty="0">
                  <a:solidFill>
                    <a:schemeClr val="bg1"/>
                  </a:solidFill>
                  <a:latin typeface="Consolas" panose="020B0609020204030204" pitchFamily="49" charset="0"/>
                </a:rPr>
                <a:t>+3</a:t>
              </a:r>
            </a:p>
            <a:p>
              <a:pPr algn="r"/>
              <a:r>
                <a:rPr lang="en-US" sz="2400" dirty="0">
                  <a:solidFill>
                    <a:schemeClr val="bg1"/>
                  </a:solidFill>
                  <a:latin typeface="Consolas" panose="020B0609020204030204" pitchFamily="49" charset="0"/>
                </a:rPr>
                <a:t>+2</a:t>
              </a:r>
            </a:p>
            <a:p>
              <a:pPr algn="r"/>
              <a:r>
                <a:rPr lang="en-US" sz="2400" dirty="0">
                  <a:solidFill>
                    <a:schemeClr val="bg1"/>
                  </a:solidFill>
                  <a:latin typeface="Consolas" panose="020B0609020204030204" pitchFamily="49" charset="0"/>
                </a:rPr>
                <a:t>+1</a:t>
              </a:r>
            </a:p>
            <a:p>
              <a:pPr algn="r"/>
              <a:r>
                <a:rPr lang="en-US" sz="2400" dirty="0">
                  <a:solidFill>
                    <a:schemeClr val="bg1"/>
                  </a:solidFill>
                  <a:latin typeface="Consolas" panose="020B0609020204030204" pitchFamily="49" charset="0"/>
                </a:rPr>
                <a:t>0</a:t>
              </a:r>
            </a:p>
            <a:p>
              <a:pPr algn="r"/>
              <a:r>
                <a:rPr lang="en-US" sz="2400" dirty="0">
                  <a:solidFill>
                    <a:schemeClr val="bg1"/>
                  </a:solidFill>
                  <a:latin typeface="Consolas" panose="020B0609020204030204" pitchFamily="49" charset="0"/>
                </a:rPr>
                <a:t>-1</a:t>
              </a:r>
            </a:p>
            <a:p>
              <a:pPr algn="r"/>
              <a:r>
                <a:rPr lang="en-US" sz="2400" dirty="0">
                  <a:solidFill>
                    <a:schemeClr val="bg1"/>
                  </a:solidFill>
                  <a:latin typeface="Consolas" panose="020B0609020204030204" pitchFamily="49" charset="0"/>
                </a:rPr>
                <a:t>-2</a:t>
              </a:r>
            </a:p>
            <a:p>
              <a:pPr algn="r"/>
              <a:r>
                <a:rPr lang="en-US" sz="2400" dirty="0">
                  <a:solidFill>
                    <a:schemeClr val="bg1"/>
                  </a:solidFill>
                  <a:latin typeface="Consolas" panose="020B0609020204030204" pitchFamily="49" charset="0"/>
                </a:rPr>
                <a:t>-3</a:t>
              </a:r>
            </a:p>
            <a:p>
              <a:pPr algn="r"/>
              <a:r>
                <a:rPr lang="en-US" sz="2400" dirty="0">
                  <a:solidFill>
                    <a:schemeClr val="bg1"/>
                  </a:solidFill>
                  <a:latin typeface="Consolas" panose="020B0609020204030204" pitchFamily="49" charset="0"/>
                </a:rPr>
                <a:t>-4</a:t>
              </a:r>
            </a:p>
          </p:txBody>
        </p:sp>
      </p:grpSp>
      <p:sp>
        <p:nvSpPr>
          <p:cNvPr id="23" name="Freeform: Shape 22">
            <a:extLst>
              <a:ext uri="{FF2B5EF4-FFF2-40B4-BE49-F238E27FC236}">
                <a16:creationId xmlns:a16="http://schemas.microsoft.com/office/drawing/2014/main" id="{FFEFB4E3-7674-6460-81E0-38D7FFCE8CB9}"/>
              </a:ext>
            </a:extLst>
          </p:cNvPr>
          <p:cNvSpPr/>
          <p:nvPr/>
        </p:nvSpPr>
        <p:spPr>
          <a:xfrm>
            <a:off x="2035574" y="3721930"/>
            <a:ext cx="8813162" cy="2862669"/>
          </a:xfrm>
          <a:custGeom>
            <a:avLst/>
            <a:gdLst>
              <a:gd name="connsiteX0" fmla="*/ 8813162 w 8813162"/>
              <a:gd name="connsiteY0" fmla="*/ 0 h 2862669"/>
              <a:gd name="connsiteX1" fmla="*/ 8813162 w 8813162"/>
              <a:gd name="connsiteY1" fmla="*/ 2862669 h 2862669"/>
              <a:gd name="connsiteX2" fmla="*/ 0 w 8813162"/>
              <a:gd name="connsiteY2" fmla="*/ 2862669 h 2862669"/>
              <a:gd name="connsiteX3" fmla="*/ 0 w 8813162"/>
              <a:gd name="connsiteY3" fmla="*/ 2256132 h 2862669"/>
              <a:gd name="connsiteX4" fmla="*/ 8813162 w 8813162"/>
              <a:gd name="connsiteY4" fmla="*/ 0 h 2862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13162" h="2862669">
                <a:moveTo>
                  <a:pt x="8813162" y="0"/>
                </a:moveTo>
                <a:lnTo>
                  <a:pt x="8813162" y="2862669"/>
                </a:lnTo>
                <a:lnTo>
                  <a:pt x="0" y="2862669"/>
                </a:lnTo>
                <a:lnTo>
                  <a:pt x="0" y="2256132"/>
                </a:lnTo>
                <a:lnTo>
                  <a:pt x="8813162" y="0"/>
                </a:lnTo>
                <a:close/>
              </a:path>
            </a:pathLst>
          </a:custGeom>
          <a:solidFill>
            <a:srgbClr val="00FF00">
              <a:alpha val="25098"/>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CBED358B-DD86-E6F4-5143-8E577E18CAE1}"/>
              </a:ext>
            </a:extLst>
          </p:cNvPr>
          <p:cNvSpPr/>
          <p:nvPr/>
        </p:nvSpPr>
        <p:spPr>
          <a:xfrm>
            <a:off x="2306045" y="3862881"/>
            <a:ext cx="5439402"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cs typeface="Arial" panose="020B0604020202020204" pitchFamily="34" charset="0"/>
              </a:rPr>
              <a:t>Similarly, every point from the other side of the line , when testing them against the equation (</a:t>
            </a:r>
            <a:r>
              <a:rPr lang="en-US" dirty="0">
                <a:solidFill>
                  <a:schemeClr val="bg1"/>
                </a:solidFill>
                <a:highlight>
                  <a:srgbClr val="C0C0C0"/>
                </a:highlight>
                <a:latin typeface="Arial" panose="020B0604020202020204" pitchFamily="34" charset="0"/>
                <a:cs typeface="Arial" panose="020B0604020202020204" pitchFamily="34" charset="0"/>
              </a:rPr>
              <a:t>1x-4y+3</a:t>
            </a:r>
            <a:r>
              <a:rPr lang="en-US" dirty="0">
                <a:solidFill>
                  <a:schemeClr val="bg1"/>
                </a:solidFill>
                <a:latin typeface="Arial" panose="020B0604020202020204" pitchFamily="34" charset="0"/>
                <a:cs typeface="Arial" panose="020B0604020202020204" pitchFamily="34" charset="0"/>
              </a:rPr>
              <a:t>) will always result in a </a:t>
            </a:r>
            <a:r>
              <a:rPr lang="en-US" b="1" dirty="0">
                <a:solidFill>
                  <a:schemeClr val="bg1"/>
                </a:solidFill>
                <a:highlight>
                  <a:srgbClr val="C0C0C0"/>
                </a:highlight>
                <a:latin typeface="Arial" panose="020B0604020202020204" pitchFamily="34" charset="0"/>
                <a:cs typeface="Arial" panose="020B0604020202020204" pitchFamily="34" charset="0"/>
              </a:rPr>
              <a:t>positive number</a:t>
            </a:r>
          </a:p>
        </p:txBody>
      </p:sp>
      <p:sp>
        <p:nvSpPr>
          <p:cNvPr id="14" name="Rectangle 13">
            <a:extLst>
              <a:ext uri="{FF2B5EF4-FFF2-40B4-BE49-F238E27FC236}">
                <a16:creationId xmlns:a16="http://schemas.microsoft.com/office/drawing/2014/main" id="{0E545C1F-792A-4CD3-6433-D847B46D1984}"/>
              </a:ext>
            </a:extLst>
          </p:cNvPr>
          <p:cNvSpPr/>
          <p:nvPr/>
        </p:nvSpPr>
        <p:spPr>
          <a:xfrm>
            <a:off x="2238692" y="1908047"/>
            <a:ext cx="6217920" cy="423332"/>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93405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randombar(horizontal)">
                                      <p:cBhvr>
                                        <p:cTn id="7" dur="500"/>
                                        <p:tgtEl>
                                          <p:spTgt spid="23"/>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randombar(horizontal)">
                                      <p:cBhvr>
                                        <p:cTn id="11"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Algorithm</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859001" cy="1676400"/>
          </a:xfrm>
        </p:spPr>
        <p:txBody>
          <a:bodyPr/>
          <a:lstStyle/>
          <a:p>
            <a:pPr marL="0" indent="0">
              <a:buNone/>
            </a:pPr>
            <a:r>
              <a:rPr lang="en-US" b="0" dirty="0">
                <a:latin typeface="Cambria Math" panose="02040503050406030204" pitchFamily="18" charset="0"/>
                <a:cs typeface="Arial" panose="020B0604020202020204" pitchFamily="34" charset="0"/>
              </a:rPr>
              <a:t>This means that the hyper-plane equation can used to separate points (some on one side that result in a positive value, and the other one on the other side that result in a negative value).</a:t>
            </a:r>
          </a:p>
        </p:txBody>
      </p:sp>
      <p:grpSp>
        <p:nvGrpSpPr>
          <p:cNvPr id="7" name="Group 6">
            <a:extLst>
              <a:ext uri="{FF2B5EF4-FFF2-40B4-BE49-F238E27FC236}">
                <a16:creationId xmlns:a16="http://schemas.microsoft.com/office/drawing/2014/main" id="{42B32645-CD4E-18D8-DF6F-45FC0DF5D1D8}"/>
              </a:ext>
            </a:extLst>
          </p:cNvPr>
          <p:cNvGrpSpPr/>
          <p:nvPr/>
        </p:nvGrpSpPr>
        <p:grpSpPr>
          <a:xfrm>
            <a:off x="1516718" y="3240009"/>
            <a:ext cx="9317334" cy="3588791"/>
            <a:chOff x="1516718" y="3240009"/>
            <a:chExt cx="9317334" cy="3588791"/>
          </a:xfrm>
        </p:grpSpPr>
        <p:grpSp>
          <p:nvGrpSpPr>
            <p:cNvPr id="410" name="Group 409">
              <a:extLst>
                <a:ext uri="{FF2B5EF4-FFF2-40B4-BE49-F238E27FC236}">
                  <a16:creationId xmlns:a16="http://schemas.microsoft.com/office/drawing/2014/main" id="{88B3EBF7-C9A2-D9F2-3358-428A949F3CD4}"/>
                </a:ext>
              </a:extLst>
            </p:cNvPr>
            <p:cNvGrpSpPr/>
            <p:nvPr/>
          </p:nvGrpSpPr>
          <p:grpSpPr>
            <a:xfrm>
              <a:off x="2055812" y="3657600"/>
              <a:ext cx="8778240" cy="2971800"/>
              <a:chOff x="2132012" y="3124200"/>
              <a:chExt cx="8778240" cy="2971800"/>
            </a:xfrm>
          </p:grpSpPr>
          <p:grpSp>
            <p:nvGrpSpPr>
              <p:cNvPr id="403" name="Group 402">
                <a:extLst>
                  <a:ext uri="{FF2B5EF4-FFF2-40B4-BE49-F238E27FC236}">
                    <a16:creationId xmlns:a16="http://schemas.microsoft.com/office/drawing/2014/main" id="{17AB6608-F51E-D44B-5D04-5ADBEFBA3C28}"/>
                  </a:ext>
                </a:extLst>
              </p:cNvPr>
              <p:cNvGrpSpPr/>
              <p:nvPr/>
            </p:nvGrpSpPr>
            <p:grpSpPr>
              <a:xfrm>
                <a:off x="2132012" y="3124200"/>
                <a:ext cx="8778240" cy="2926080"/>
                <a:chOff x="2132012" y="3124200"/>
                <a:chExt cx="8778240" cy="2926080"/>
              </a:xfrm>
            </p:grpSpPr>
            <p:grpSp>
              <p:nvGrpSpPr>
                <p:cNvPr id="125" name="Group 124">
                  <a:extLst>
                    <a:ext uri="{FF2B5EF4-FFF2-40B4-BE49-F238E27FC236}">
                      <a16:creationId xmlns:a16="http://schemas.microsoft.com/office/drawing/2014/main" id="{9CBAC667-CF1B-92BF-8137-C3B66C320A63}"/>
                    </a:ext>
                  </a:extLst>
                </p:cNvPr>
                <p:cNvGrpSpPr/>
                <p:nvPr/>
              </p:nvGrpSpPr>
              <p:grpSpPr>
                <a:xfrm>
                  <a:off x="2132012" y="3124200"/>
                  <a:ext cx="2926080" cy="2926080"/>
                  <a:chOff x="2132012" y="3124200"/>
                  <a:chExt cx="2926080" cy="2926080"/>
                </a:xfrm>
              </p:grpSpPr>
              <p:grpSp>
                <p:nvGrpSpPr>
                  <p:cNvPr id="69" name="Group 68">
                    <a:extLst>
                      <a:ext uri="{FF2B5EF4-FFF2-40B4-BE49-F238E27FC236}">
                        <a16:creationId xmlns:a16="http://schemas.microsoft.com/office/drawing/2014/main" id="{57CE3321-BDA9-BC9D-4458-5A9FDFCC9279}"/>
                      </a:ext>
                    </a:extLst>
                  </p:cNvPr>
                  <p:cNvGrpSpPr/>
                  <p:nvPr/>
                </p:nvGrpSpPr>
                <p:grpSpPr>
                  <a:xfrm>
                    <a:off x="2132012" y="3124200"/>
                    <a:ext cx="2926080" cy="1463040"/>
                    <a:chOff x="2970212" y="4724400"/>
                    <a:chExt cx="2926080" cy="1463040"/>
                  </a:xfrm>
                </p:grpSpPr>
                <p:grpSp>
                  <p:nvGrpSpPr>
                    <p:cNvPr id="41" name="Group 40">
                      <a:extLst>
                        <a:ext uri="{FF2B5EF4-FFF2-40B4-BE49-F238E27FC236}">
                          <a16:creationId xmlns:a16="http://schemas.microsoft.com/office/drawing/2014/main" id="{E591D691-764B-040E-1287-F2E1AFEE5A49}"/>
                        </a:ext>
                      </a:extLst>
                    </p:cNvPr>
                    <p:cNvGrpSpPr/>
                    <p:nvPr/>
                  </p:nvGrpSpPr>
                  <p:grpSpPr>
                    <a:xfrm>
                      <a:off x="2970212" y="4724400"/>
                      <a:ext cx="1463040" cy="1463040"/>
                      <a:chOff x="2970212" y="4724400"/>
                      <a:chExt cx="1463040" cy="1463040"/>
                    </a:xfrm>
                  </p:grpSpPr>
                  <p:grpSp>
                    <p:nvGrpSpPr>
                      <p:cNvPr id="21" name="Group 20">
                        <a:extLst>
                          <a:ext uri="{FF2B5EF4-FFF2-40B4-BE49-F238E27FC236}">
                            <a16:creationId xmlns:a16="http://schemas.microsoft.com/office/drawing/2014/main" id="{3FE1A9B0-E26D-384A-8587-D9FB00A3D72B}"/>
                          </a:ext>
                        </a:extLst>
                      </p:cNvPr>
                      <p:cNvGrpSpPr/>
                      <p:nvPr/>
                    </p:nvGrpSpPr>
                    <p:grpSpPr>
                      <a:xfrm>
                        <a:off x="2970212" y="4724400"/>
                        <a:ext cx="1463040" cy="731520"/>
                        <a:chOff x="2970212" y="4724400"/>
                        <a:chExt cx="1463040" cy="731520"/>
                      </a:xfrm>
                    </p:grpSpPr>
                    <p:grpSp>
                      <p:nvGrpSpPr>
                        <p:cNvPr id="12" name="Group 11">
                          <a:extLst>
                            <a:ext uri="{FF2B5EF4-FFF2-40B4-BE49-F238E27FC236}">
                              <a16:creationId xmlns:a16="http://schemas.microsoft.com/office/drawing/2014/main" id="{D8B94FAE-1D6F-221E-9C77-92A447977311}"/>
                            </a:ext>
                          </a:extLst>
                        </p:cNvPr>
                        <p:cNvGrpSpPr/>
                        <p:nvPr/>
                      </p:nvGrpSpPr>
                      <p:grpSpPr>
                        <a:xfrm>
                          <a:off x="2970212" y="4724400"/>
                          <a:ext cx="731520" cy="731520"/>
                          <a:chOff x="2970212" y="4724400"/>
                          <a:chExt cx="731520" cy="731520"/>
                        </a:xfrm>
                      </p:grpSpPr>
                      <p:grpSp>
                        <p:nvGrpSpPr>
                          <p:cNvPr id="9" name="Group 8">
                            <a:extLst>
                              <a:ext uri="{FF2B5EF4-FFF2-40B4-BE49-F238E27FC236}">
                                <a16:creationId xmlns:a16="http://schemas.microsoft.com/office/drawing/2014/main" id="{FDA4200E-7308-5745-D397-42C3A1941F97}"/>
                              </a:ext>
                            </a:extLst>
                          </p:cNvPr>
                          <p:cNvGrpSpPr/>
                          <p:nvPr/>
                        </p:nvGrpSpPr>
                        <p:grpSpPr>
                          <a:xfrm>
                            <a:off x="2970212" y="4724400"/>
                            <a:ext cx="731520" cy="365760"/>
                            <a:chOff x="2970212" y="4724400"/>
                            <a:chExt cx="731520" cy="365760"/>
                          </a:xfrm>
                        </p:grpSpPr>
                        <p:sp>
                          <p:nvSpPr>
                            <p:cNvPr id="4" name="Rectangle 3">
                              <a:extLst>
                                <a:ext uri="{FF2B5EF4-FFF2-40B4-BE49-F238E27FC236}">
                                  <a16:creationId xmlns:a16="http://schemas.microsoft.com/office/drawing/2014/main" id="{40A1CE94-EFD3-2136-E072-F672753A679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AA4C45E6-FCD4-0567-B532-9A52124BA01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 name="Rectangle 9">
                            <a:extLst>
                              <a:ext uri="{FF2B5EF4-FFF2-40B4-BE49-F238E27FC236}">
                                <a16:creationId xmlns:a16="http://schemas.microsoft.com/office/drawing/2014/main" id="{A0B5002B-6CF4-9256-9D80-1757C55991E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 name="Rectangle 10">
                            <a:extLst>
                              <a:ext uri="{FF2B5EF4-FFF2-40B4-BE49-F238E27FC236}">
                                <a16:creationId xmlns:a16="http://schemas.microsoft.com/office/drawing/2014/main" id="{7948705D-8B21-7B36-379C-C3D1BF9047A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F8F5FDF1-4199-1447-6130-7EB6BD3D2F1D}"/>
                            </a:ext>
                          </a:extLst>
                        </p:cNvPr>
                        <p:cNvGrpSpPr/>
                        <p:nvPr/>
                      </p:nvGrpSpPr>
                      <p:grpSpPr>
                        <a:xfrm>
                          <a:off x="3701732" y="4724400"/>
                          <a:ext cx="731520" cy="731520"/>
                          <a:chOff x="2970212" y="4724400"/>
                          <a:chExt cx="731520" cy="731520"/>
                        </a:xfrm>
                      </p:grpSpPr>
                      <p:grpSp>
                        <p:nvGrpSpPr>
                          <p:cNvPr id="16" name="Group 15">
                            <a:extLst>
                              <a:ext uri="{FF2B5EF4-FFF2-40B4-BE49-F238E27FC236}">
                                <a16:creationId xmlns:a16="http://schemas.microsoft.com/office/drawing/2014/main" id="{78EF4743-9A9F-A0A7-0608-53590E58AF48}"/>
                              </a:ext>
                            </a:extLst>
                          </p:cNvPr>
                          <p:cNvGrpSpPr/>
                          <p:nvPr/>
                        </p:nvGrpSpPr>
                        <p:grpSpPr>
                          <a:xfrm>
                            <a:off x="2970212" y="4724400"/>
                            <a:ext cx="731520" cy="365760"/>
                            <a:chOff x="2970212" y="4724400"/>
                            <a:chExt cx="731520" cy="365760"/>
                          </a:xfrm>
                        </p:grpSpPr>
                        <p:sp>
                          <p:nvSpPr>
                            <p:cNvPr id="19" name="Rectangle 18">
                              <a:extLst>
                                <a:ext uri="{FF2B5EF4-FFF2-40B4-BE49-F238E27FC236}">
                                  <a16:creationId xmlns:a16="http://schemas.microsoft.com/office/drawing/2014/main" id="{EA711D48-D6C3-65ED-4089-C8498EEAB111}"/>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 name="Rectangle 19">
                              <a:extLst>
                                <a:ext uri="{FF2B5EF4-FFF2-40B4-BE49-F238E27FC236}">
                                  <a16:creationId xmlns:a16="http://schemas.microsoft.com/office/drawing/2014/main" id="{6F418835-1B9D-65D8-0266-23456CAAF174}"/>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ABFAFC10-8BDA-1167-B0C6-EFB75A83681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8" name="Rectangle 17">
                            <a:extLst>
                              <a:ext uri="{FF2B5EF4-FFF2-40B4-BE49-F238E27FC236}">
                                <a16:creationId xmlns:a16="http://schemas.microsoft.com/office/drawing/2014/main" id="{5C71C587-4D6E-565C-9679-F5FAFD607D0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8" name="Group 27">
                        <a:extLst>
                          <a:ext uri="{FF2B5EF4-FFF2-40B4-BE49-F238E27FC236}">
                            <a16:creationId xmlns:a16="http://schemas.microsoft.com/office/drawing/2014/main" id="{49373B72-7E08-2D1A-F813-2A9786513C90}"/>
                          </a:ext>
                        </a:extLst>
                      </p:cNvPr>
                      <p:cNvGrpSpPr/>
                      <p:nvPr/>
                    </p:nvGrpSpPr>
                    <p:grpSpPr>
                      <a:xfrm>
                        <a:off x="2970212" y="5455920"/>
                        <a:ext cx="1463040" cy="731520"/>
                        <a:chOff x="2970212" y="4724400"/>
                        <a:chExt cx="1463040" cy="731520"/>
                      </a:xfrm>
                    </p:grpSpPr>
                    <p:grpSp>
                      <p:nvGrpSpPr>
                        <p:cNvPr id="29" name="Group 28">
                          <a:extLst>
                            <a:ext uri="{FF2B5EF4-FFF2-40B4-BE49-F238E27FC236}">
                              <a16:creationId xmlns:a16="http://schemas.microsoft.com/office/drawing/2014/main" id="{5718B21C-F6A5-7D68-5C18-101867B9D4A3}"/>
                            </a:ext>
                          </a:extLst>
                        </p:cNvPr>
                        <p:cNvGrpSpPr/>
                        <p:nvPr/>
                      </p:nvGrpSpPr>
                      <p:grpSpPr>
                        <a:xfrm>
                          <a:off x="2970212" y="4724400"/>
                          <a:ext cx="731520" cy="731520"/>
                          <a:chOff x="2970212" y="4724400"/>
                          <a:chExt cx="731520" cy="731520"/>
                        </a:xfrm>
                      </p:grpSpPr>
                      <p:grpSp>
                        <p:nvGrpSpPr>
                          <p:cNvPr id="36" name="Group 35">
                            <a:extLst>
                              <a:ext uri="{FF2B5EF4-FFF2-40B4-BE49-F238E27FC236}">
                                <a16:creationId xmlns:a16="http://schemas.microsoft.com/office/drawing/2014/main" id="{3B278792-A4BC-D4E5-0966-FE8BB6FDDF9B}"/>
                              </a:ext>
                            </a:extLst>
                          </p:cNvPr>
                          <p:cNvGrpSpPr/>
                          <p:nvPr/>
                        </p:nvGrpSpPr>
                        <p:grpSpPr>
                          <a:xfrm>
                            <a:off x="2970212" y="4724400"/>
                            <a:ext cx="731520" cy="365760"/>
                            <a:chOff x="2970212" y="4724400"/>
                            <a:chExt cx="731520" cy="365760"/>
                          </a:xfrm>
                        </p:grpSpPr>
                        <p:sp>
                          <p:nvSpPr>
                            <p:cNvPr id="39" name="Rectangle 38">
                              <a:extLst>
                                <a:ext uri="{FF2B5EF4-FFF2-40B4-BE49-F238E27FC236}">
                                  <a16:creationId xmlns:a16="http://schemas.microsoft.com/office/drawing/2014/main" id="{13A8CF73-5EB4-9A75-6143-563910E97BF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 name="Rectangle 39">
                              <a:extLst>
                                <a:ext uri="{FF2B5EF4-FFF2-40B4-BE49-F238E27FC236}">
                                  <a16:creationId xmlns:a16="http://schemas.microsoft.com/office/drawing/2014/main" id="{9D4E0F80-DD44-E107-7159-2C4A9C649327}"/>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7" name="Rectangle 36">
                            <a:extLst>
                              <a:ext uri="{FF2B5EF4-FFF2-40B4-BE49-F238E27FC236}">
                                <a16:creationId xmlns:a16="http://schemas.microsoft.com/office/drawing/2014/main" id="{260A1155-EDF9-E4A7-6C6C-E9E13E59295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 name="Rectangle 37">
                            <a:extLst>
                              <a:ext uri="{FF2B5EF4-FFF2-40B4-BE49-F238E27FC236}">
                                <a16:creationId xmlns:a16="http://schemas.microsoft.com/office/drawing/2014/main" id="{25B1D993-EE4A-69DE-A5FA-47373AFFE06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2E2EF1A7-9B43-2820-2A53-D0C1CDDEF949}"/>
                            </a:ext>
                          </a:extLst>
                        </p:cNvPr>
                        <p:cNvGrpSpPr/>
                        <p:nvPr/>
                      </p:nvGrpSpPr>
                      <p:grpSpPr>
                        <a:xfrm>
                          <a:off x="3701732" y="4724400"/>
                          <a:ext cx="731520" cy="731520"/>
                          <a:chOff x="2970212" y="4724400"/>
                          <a:chExt cx="731520" cy="731520"/>
                        </a:xfrm>
                      </p:grpSpPr>
                      <p:grpSp>
                        <p:nvGrpSpPr>
                          <p:cNvPr id="31" name="Group 30">
                            <a:extLst>
                              <a:ext uri="{FF2B5EF4-FFF2-40B4-BE49-F238E27FC236}">
                                <a16:creationId xmlns:a16="http://schemas.microsoft.com/office/drawing/2014/main" id="{A18F52D0-B7F7-C731-7DE7-6883F2C935CD}"/>
                              </a:ext>
                            </a:extLst>
                          </p:cNvPr>
                          <p:cNvGrpSpPr/>
                          <p:nvPr/>
                        </p:nvGrpSpPr>
                        <p:grpSpPr>
                          <a:xfrm>
                            <a:off x="2970212" y="4724400"/>
                            <a:ext cx="731520" cy="365760"/>
                            <a:chOff x="2970212" y="4724400"/>
                            <a:chExt cx="731520" cy="365760"/>
                          </a:xfrm>
                        </p:grpSpPr>
                        <p:sp>
                          <p:nvSpPr>
                            <p:cNvPr id="34" name="Rectangle 33">
                              <a:extLst>
                                <a:ext uri="{FF2B5EF4-FFF2-40B4-BE49-F238E27FC236}">
                                  <a16:creationId xmlns:a16="http://schemas.microsoft.com/office/drawing/2014/main" id="{8437F47D-5007-6290-FFE2-C4DEA9740CA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 name="Rectangle 34">
                              <a:extLst>
                                <a:ext uri="{FF2B5EF4-FFF2-40B4-BE49-F238E27FC236}">
                                  <a16:creationId xmlns:a16="http://schemas.microsoft.com/office/drawing/2014/main" id="{036B0E81-F778-8426-B1F3-DFC4B751109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2" name="Rectangle 31">
                            <a:extLst>
                              <a:ext uri="{FF2B5EF4-FFF2-40B4-BE49-F238E27FC236}">
                                <a16:creationId xmlns:a16="http://schemas.microsoft.com/office/drawing/2014/main" id="{DA846111-1FC3-30BC-794A-5430619991D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 name="Rectangle 32">
                            <a:extLst>
                              <a:ext uri="{FF2B5EF4-FFF2-40B4-BE49-F238E27FC236}">
                                <a16:creationId xmlns:a16="http://schemas.microsoft.com/office/drawing/2014/main" id="{948700FF-46EE-7304-FD9E-9ADE26AE2AEB}"/>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42" name="Group 41">
                      <a:extLst>
                        <a:ext uri="{FF2B5EF4-FFF2-40B4-BE49-F238E27FC236}">
                          <a16:creationId xmlns:a16="http://schemas.microsoft.com/office/drawing/2014/main" id="{172ABDE7-1C1D-2911-7658-525298CE9549}"/>
                        </a:ext>
                      </a:extLst>
                    </p:cNvPr>
                    <p:cNvGrpSpPr/>
                    <p:nvPr/>
                  </p:nvGrpSpPr>
                  <p:grpSpPr>
                    <a:xfrm>
                      <a:off x="4433252" y="4724400"/>
                      <a:ext cx="1463040" cy="1463040"/>
                      <a:chOff x="2970212" y="4724400"/>
                      <a:chExt cx="1463040" cy="1463040"/>
                    </a:xfrm>
                  </p:grpSpPr>
                  <p:grpSp>
                    <p:nvGrpSpPr>
                      <p:cNvPr id="43" name="Group 42">
                        <a:extLst>
                          <a:ext uri="{FF2B5EF4-FFF2-40B4-BE49-F238E27FC236}">
                            <a16:creationId xmlns:a16="http://schemas.microsoft.com/office/drawing/2014/main" id="{0B454B95-6AED-5998-C509-C0BAC8087CE0}"/>
                          </a:ext>
                        </a:extLst>
                      </p:cNvPr>
                      <p:cNvGrpSpPr/>
                      <p:nvPr/>
                    </p:nvGrpSpPr>
                    <p:grpSpPr>
                      <a:xfrm>
                        <a:off x="2970212" y="4724400"/>
                        <a:ext cx="1463040" cy="731520"/>
                        <a:chOff x="2970212" y="4724400"/>
                        <a:chExt cx="1463040" cy="731520"/>
                      </a:xfrm>
                    </p:grpSpPr>
                    <p:grpSp>
                      <p:nvGrpSpPr>
                        <p:cNvPr id="57" name="Group 56">
                          <a:extLst>
                            <a:ext uri="{FF2B5EF4-FFF2-40B4-BE49-F238E27FC236}">
                              <a16:creationId xmlns:a16="http://schemas.microsoft.com/office/drawing/2014/main" id="{CE03F92E-45A3-4EB2-EC57-2A11F3AE20CF}"/>
                            </a:ext>
                          </a:extLst>
                        </p:cNvPr>
                        <p:cNvGrpSpPr/>
                        <p:nvPr/>
                      </p:nvGrpSpPr>
                      <p:grpSpPr>
                        <a:xfrm>
                          <a:off x="2970212" y="4724400"/>
                          <a:ext cx="731520" cy="731520"/>
                          <a:chOff x="2970212" y="4724400"/>
                          <a:chExt cx="731520" cy="731520"/>
                        </a:xfrm>
                      </p:grpSpPr>
                      <p:grpSp>
                        <p:nvGrpSpPr>
                          <p:cNvPr id="64" name="Group 63">
                            <a:extLst>
                              <a:ext uri="{FF2B5EF4-FFF2-40B4-BE49-F238E27FC236}">
                                <a16:creationId xmlns:a16="http://schemas.microsoft.com/office/drawing/2014/main" id="{B1920F4D-A5A2-27FE-AEB3-9AD7FC1BAED2}"/>
                              </a:ext>
                            </a:extLst>
                          </p:cNvPr>
                          <p:cNvGrpSpPr/>
                          <p:nvPr/>
                        </p:nvGrpSpPr>
                        <p:grpSpPr>
                          <a:xfrm>
                            <a:off x="2970212" y="4724400"/>
                            <a:ext cx="731520" cy="365760"/>
                            <a:chOff x="2970212" y="4724400"/>
                            <a:chExt cx="731520" cy="365760"/>
                          </a:xfrm>
                        </p:grpSpPr>
                        <p:sp>
                          <p:nvSpPr>
                            <p:cNvPr id="67" name="Rectangle 66">
                              <a:extLst>
                                <a:ext uri="{FF2B5EF4-FFF2-40B4-BE49-F238E27FC236}">
                                  <a16:creationId xmlns:a16="http://schemas.microsoft.com/office/drawing/2014/main" id="{1B96144B-3BC7-5C9C-7EA3-9C021A70CB7F}"/>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8" name="Rectangle 67">
                              <a:extLst>
                                <a:ext uri="{FF2B5EF4-FFF2-40B4-BE49-F238E27FC236}">
                                  <a16:creationId xmlns:a16="http://schemas.microsoft.com/office/drawing/2014/main" id="{05B0656E-5999-0B70-7CE7-274773257D6E}"/>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65" name="Rectangle 64">
                            <a:extLst>
                              <a:ext uri="{FF2B5EF4-FFF2-40B4-BE49-F238E27FC236}">
                                <a16:creationId xmlns:a16="http://schemas.microsoft.com/office/drawing/2014/main" id="{5F464F21-5061-D038-E819-C7DF0BE7261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6" name="Rectangle 65">
                            <a:extLst>
                              <a:ext uri="{FF2B5EF4-FFF2-40B4-BE49-F238E27FC236}">
                                <a16:creationId xmlns:a16="http://schemas.microsoft.com/office/drawing/2014/main" id="{933FEF85-2585-0566-D089-AD52D2C61DC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58" name="Group 57">
                          <a:extLst>
                            <a:ext uri="{FF2B5EF4-FFF2-40B4-BE49-F238E27FC236}">
                              <a16:creationId xmlns:a16="http://schemas.microsoft.com/office/drawing/2014/main" id="{6EE20B55-F3DE-4BA5-4002-4C8F7847D116}"/>
                            </a:ext>
                          </a:extLst>
                        </p:cNvPr>
                        <p:cNvGrpSpPr/>
                        <p:nvPr/>
                      </p:nvGrpSpPr>
                      <p:grpSpPr>
                        <a:xfrm>
                          <a:off x="3701732" y="4724400"/>
                          <a:ext cx="731520" cy="731520"/>
                          <a:chOff x="2970212" y="4724400"/>
                          <a:chExt cx="731520" cy="731520"/>
                        </a:xfrm>
                      </p:grpSpPr>
                      <p:grpSp>
                        <p:nvGrpSpPr>
                          <p:cNvPr id="59" name="Group 58">
                            <a:extLst>
                              <a:ext uri="{FF2B5EF4-FFF2-40B4-BE49-F238E27FC236}">
                                <a16:creationId xmlns:a16="http://schemas.microsoft.com/office/drawing/2014/main" id="{3255FB4D-5554-8B8E-0C7A-28F863B6B67B}"/>
                              </a:ext>
                            </a:extLst>
                          </p:cNvPr>
                          <p:cNvGrpSpPr/>
                          <p:nvPr/>
                        </p:nvGrpSpPr>
                        <p:grpSpPr>
                          <a:xfrm>
                            <a:off x="2970212" y="4724400"/>
                            <a:ext cx="731520" cy="365760"/>
                            <a:chOff x="2970212" y="4724400"/>
                            <a:chExt cx="731520" cy="365760"/>
                          </a:xfrm>
                        </p:grpSpPr>
                        <p:sp>
                          <p:nvSpPr>
                            <p:cNvPr id="62" name="Rectangle 61">
                              <a:extLst>
                                <a:ext uri="{FF2B5EF4-FFF2-40B4-BE49-F238E27FC236}">
                                  <a16:creationId xmlns:a16="http://schemas.microsoft.com/office/drawing/2014/main" id="{6387A1E8-475B-82DC-CC51-10242640AF9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3" name="Rectangle 62">
                              <a:extLst>
                                <a:ext uri="{FF2B5EF4-FFF2-40B4-BE49-F238E27FC236}">
                                  <a16:creationId xmlns:a16="http://schemas.microsoft.com/office/drawing/2014/main" id="{E1262F7B-14BA-BC08-8254-4E74B858383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60" name="Rectangle 59">
                            <a:extLst>
                              <a:ext uri="{FF2B5EF4-FFF2-40B4-BE49-F238E27FC236}">
                                <a16:creationId xmlns:a16="http://schemas.microsoft.com/office/drawing/2014/main" id="{251DA5CD-9A2C-1716-7390-4CF9F7FE5FA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1" name="Rectangle 60">
                            <a:extLst>
                              <a:ext uri="{FF2B5EF4-FFF2-40B4-BE49-F238E27FC236}">
                                <a16:creationId xmlns:a16="http://schemas.microsoft.com/office/drawing/2014/main" id="{563E7A1D-EA89-29BD-301D-3385197B513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44" name="Group 43">
                        <a:extLst>
                          <a:ext uri="{FF2B5EF4-FFF2-40B4-BE49-F238E27FC236}">
                            <a16:creationId xmlns:a16="http://schemas.microsoft.com/office/drawing/2014/main" id="{3F03E808-9C24-C334-856A-3AF613303F02}"/>
                          </a:ext>
                        </a:extLst>
                      </p:cNvPr>
                      <p:cNvGrpSpPr/>
                      <p:nvPr/>
                    </p:nvGrpSpPr>
                    <p:grpSpPr>
                      <a:xfrm>
                        <a:off x="2970212" y="5455920"/>
                        <a:ext cx="1463040" cy="731520"/>
                        <a:chOff x="2970212" y="4724400"/>
                        <a:chExt cx="1463040" cy="731520"/>
                      </a:xfrm>
                    </p:grpSpPr>
                    <p:grpSp>
                      <p:nvGrpSpPr>
                        <p:cNvPr id="45" name="Group 44">
                          <a:extLst>
                            <a:ext uri="{FF2B5EF4-FFF2-40B4-BE49-F238E27FC236}">
                              <a16:creationId xmlns:a16="http://schemas.microsoft.com/office/drawing/2014/main" id="{F7A39F38-820C-4B63-0005-B627346FCF22}"/>
                            </a:ext>
                          </a:extLst>
                        </p:cNvPr>
                        <p:cNvGrpSpPr/>
                        <p:nvPr/>
                      </p:nvGrpSpPr>
                      <p:grpSpPr>
                        <a:xfrm>
                          <a:off x="2970212" y="4724400"/>
                          <a:ext cx="731520" cy="731520"/>
                          <a:chOff x="2970212" y="4724400"/>
                          <a:chExt cx="731520" cy="731520"/>
                        </a:xfrm>
                      </p:grpSpPr>
                      <p:grpSp>
                        <p:nvGrpSpPr>
                          <p:cNvPr id="52" name="Group 51">
                            <a:extLst>
                              <a:ext uri="{FF2B5EF4-FFF2-40B4-BE49-F238E27FC236}">
                                <a16:creationId xmlns:a16="http://schemas.microsoft.com/office/drawing/2014/main" id="{F1758ADC-828F-B3B2-3659-EBD8EC5426E7}"/>
                              </a:ext>
                            </a:extLst>
                          </p:cNvPr>
                          <p:cNvGrpSpPr/>
                          <p:nvPr/>
                        </p:nvGrpSpPr>
                        <p:grpSpPr>
                          <a:xfrm>
                            <a:off x="2970212" y="4724400"/>
                            <a:ext cx="731520" cy="365760"/>
                            <a:chOff x="2970212" y="4724400"/>
                            <a:chExt cx="731520" cy="365760"/>
                          </a:xfrm>
                        </p:grpSpPr>
                        <p:sp>
                          <p:nvSpPr>
                            <p:cNvPr id="55" name="Rectangle 54">
                              <a:extLst>
                                <a:ext uri="{FF2B5EF4-FFF2-40B4-BE49-F238E27FC236}">
                                  <a16:creationId xmlns:a16="http://schemas.microsoft.com/office/drawing/2014/main" id="{5F54D3B5-1228-CD52-8DE6-24916633AC3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6" name="Rectangle 55">
                              <a:extLst>
                                <a:ext uri="{FF2B5EF4-FFF2-40B4-BE49-F238E27FC236}">
                                  <a16:creationId xmlns:a16="http://schemas.microsoft.com/office/drawing/2014/main" id="{297F7C33-C433-C621-F5EF-CB8A73500DB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53" name="Rectangle 52">
                            <a:extLst>
                              <a:ext uri="{FF2B5EF4-FFF2-40B4-BE49-F238E27FC236}">
                                <a16:creationId xmlns:a16="http://schemas.microsoft.com/office/drawing/2014/main" id="{041D8961-5A58-EAC7-4F60-37E2F065010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4" name="Rectangle 53">
                            <a:extLst>
                              <a:ext uri="{FF2B5EF4-FFF2-40B4-BE49-F238E27FC236}">
                                <a16:creationId xmlns:a16="http://schemas.microsoft.com/office/drawing/2014/main" id="{43D832B5-98C0-9773-46AC-B4F4808D74EC}"/>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46" name="Group 45">
                          <a:extLst>
                            <a:ext uri="{FF2B5EF4-FFF2-40B4-BE49-F238E27FC236}">
                              <a16:creationId xmlns:a16="http://schemas.microsoft.com/office/drawing/2014/main" id="{CE22E725-4FAF-F456-61B3-1AD9FD78B673}"/>
                            </a:ext>
                          </a:extLst>
                        </p:cNvPr>
                        <p:cNvGrpSpPr/>
                        <p:nvPr/>
                      </p:nvGrpSpPr>
                      <p:grpSpPr>
                        <a:xfrm>
                          <a:off x="3701732" y="4724400"/>
                          <a:ext cx="731520" cy="731520"/>
                          <a:chOff x="2970212" y="4724400"/>
                          <a:chExt cx="731520" cy="731520"/>
                        </a:xfrm>
                      </p:grpSpPr>
                      <p:grpSp>
                        <p:nvGrpSpPr>
                          <p:cNvPr id="47" name="Group 46">
                            <a:extLst>
                              <a:ext uri="{FF2B5EF4-FFF2-40B4-BE49-F238E27FC236}">
                                <a16:creationId xmlns:a16="http://schemas.microsoft.com/office/drawing/2014/main" id="{299BEFDF-8275-E8F6-6CD0-5064A6D17B4C}"/>
                              </a:ext>
                            </a:extLst>
                          </p:cNvPr>
                          <p:cNvGrpSpPr/>
                          <p:nvPr/>
                        </p:nvGrpSpPr>
                        <p:grpSpPr>
                          <a:xfrm>
                            <a:off x="2970212" y="4724400"/>
                            <a:ext cx="731520" cy="365760"/>
                            <a:chOff x="2970212" y="4724400"/>
                            <a:chExt cx="731520" cy="365760"/>
                          </a:xfrm>
                        </p:grpSpPr>
                        <p:sp>
                          <p:nvSpPr>
                            <p:cNvPr id="50" name="Rectangle 49">
                              <a:extLst>
                                <a:ext uri="{FF2B5EF4-FFF2-40B4-BE49-F238E27FC236}">
                                  <a16:creationId xmlns:a16="http://schemas.microsoft.com/office/drawing/2014/main" id="{0A617FE3-F397-5B24-3183-B268F92FC3E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1" name="Rectangle 50">
                              <a:extLst>
                                <a:ext uri="{FF2B5EF4-FFF2-40B4-BE49-F238E27FC236}">
                                  <a16:creationId xmlns:a16="http://schemas.microsoft.com/office/drawing/2014/main" id="{683B4162-9B1A-98EB-80B3-CCAB33FFE7D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48" name="Rectangle 47">
                            <a:extLst>
                              <a:ext uri="{FF2B5EF4-FFF2-40B4-BE49-F238E27FC236}">
                                <a16:creationId xmlns:a16="http://schemas.microsoft.com/office/drawing/2014/main" id="{AC91D1CB-EDC8-AE8C-73C6-97463B4845F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9" name="Rectangle 48">
                            <a:extLst>
                              <a:ext uri="{FF2B5EF4-FFF2-40B4-BE49-F238E27FC236}">
                                <a16:creationId xmlns:a16="http://schemas.microsoft.com/office/drawing/2014/main" id="{CF654491-3515-DDCB-8697-EBAD8A13ECE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70" name="Group 69">
                    <a:extLst>
                      <a:ext uri="{FF2B5EF4-FFF2-40B4-BE49-F238E27FC236}">
                        <a16:creationId xmlns:a16="http://schemas.microsoft.com/office/drawing/2014/main" id="{E95469E0-711B-401E-894B-91041B2AF119}"/>
                      </a:ext>
                    </a:extLst>
                  </p:cNvPr>
                  <p:cNvGrpSpPr/>
                  <p:nvPr/>
                </p:nvGrpSpPr>
                <p:grpSpPr>
                  <a:xfrm>
                    <a:off x="2132012" y="4587240"/>
                    <a:ext cx="2926080" cy="1463040"/>
                    <a:chOff x="2970212" y="4724400"/>
                    <a:chExt cx="2926080" cy="1463040"/>
                  </a:xfrm>
                </p:grpSpPr>
                <p:grpSp>
                  <p:nvGrpSpPr>
                    <p:cNvPr id="71" name="Group 70">
                      <a:extLst>
                        <a:ext uri="{FF2B5EF4-FFF2-40B4-BE49-F238E27FC236}">
                          <a16:creationId xmlns:a16="http://schemas.microsoft.com/office/drawing/2014/main" id="{6063D257-015D-E24A-EA83-C81CD94D8E19}"/>
                        </a:ext>
                      </a:extLst>
                    </p:cNvPr>
                    <p:cNvGrpSpPr/>
                    <p:nvPr/>
                  </p:nvGrpSpPr>
                  <p:grpSpPr>
                    <a:xfrm>
                      <a:off x="2970212" y="4724400"/>
                      <a:ext cx="1463040" cy="1463040"/>
                      <a:chOff x="2970212" y="4724400"/>
                      <a:chExt cx="1463040" cy="1463040"/>
                    </a:xfrm>
                  </p:grpSpPr>
                  <p:grpSp>
                    <p:nvGrpSpPr>
                      <p:cNvPr id="99" name="Group 98">
                        <a:extLst>
                          <a:ext uri="{FF2B5EF4-FFF2-40B4-BE49-F238E27FC236}">
                            <a16:creationId xmlns:a16="http://schemas.microsoft.com/office/drawing/2014/main" id="{3EDDBEC6-7846-E653-FD8E-B3C71DCC2E4D}"/>
                          </a:ext>
                        </a:extLst>
                      </p:cNvPr>
                      <p:cNvGrpSpPr/>
                      <p:nvPr/>
                    </p:nvGrpSpPr>
                    <p:grpSpPr>
                      <a:xfrm>
                        <a:off x="2970212" y="4724400"/>
                        <a:ext cx="1463040" cy="731520"/>
                        <a:chOff x="2970212" y="4724400"/>
                        <a:chExt cx="1463040" cy="731520"/>
                      </a:xfrm>
                    </p:grpSpPr>
                    <p:grpSp>
                      <p:nvGrpSpPr>
                        <p:cNvPr id="113" name="Group 112">
                          <a:extLst>
                            <a:ext uri="{FF2B5EF4-FFF2-40B4-BE49-F238E27FC236}">
                              <a16:creationId xmlns:a16="http://schemas.microsoft.com/office/drawing/2014/main" id="{A3F75599-EAA3-FFBF-E7B8-D987A8832813}"/>
                            </a:ext>
                          </a:extLst>
                        </p:cNvPr>
                        <p:cNvGrpSpPr/>
                        <p:nvPr/>
                      </p:nvGrpSpPr>
                      <p:grpSpPr>
                        <a:xfrm>
                          <a:off x="2970212" y="4724400"/>
                          <a:ext cx="731520" cy="731520"/>
                          <a:chOff x="2970212" y="4724400"/>
                          <a:chExt cx="731520" cy="731520"/>
                        </a:xfrm>
                      </p:grpSpPr>
                      <p:grpSp>
                        <p:nvGrpSpPr>
                          <p:cNvPr id="120" name="Group 119">
                            <a:extLst>
                              <a:ext uri="{FF2B5EF4-FFF2-40B4-BE49-F238E27FC236}">
                                <a16:creationId xmlns:a16="http://schemas.microsoft.com/office/drawing/2014/main" id="{CDE596BE-B4E6-1733-084F-28E76F7CA6F9}"/>
                              </a:ext>
                            </a:extLst>
                          </p:cNvPr>
                          <p:cNvGrpSpPr/>
                          <p:nvPr/>
                        </p:nvGrpSpPr>
                        <p:grpSpPr>
                          <a:xfrm>
                            <a:off x="2970212" y="4724400"/>
                            <a:ext cx="731520" cy="365760"/>
                            <a:chOff x="2970212" y="4724400"/>
                            <a:chExt cx="731520" cy="365760"/>
                          </a:xfrm>
                        </p:grpSpPr>
                        <p:sp>
                          <p:nvSpPr>
                            <p:cNvPr id="123" name="Rectangle 122">
                              <a:extLst>
                                <a:ext uri="{FF2B5EF4-FFF2-40B4-BE49-F238E27FC236}">
                                  <a16:creationId xmlns:a16="http://schemas.microsoft.com/office/drawing/2014/main" id="{B0D96188-04A0-22D5-D874-095A052F9AB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4" name="Rectangle 123">
                              <a:extLst>
                                <a:ext uri="{FF2B5EF4-FFF2-40B4-BE49-F238E27FC236}">
                                  <a16:creationId xmlns:a16="http://schemas.microsoft.com/office/drawing/2014/main" id="{BC6B740B-A72F-B611-6CF9-D4CBE8D9054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21" name="Rectangle 120">
                            <a:extLst>
                              <a:ext uri="{FF2B5EF4-FFF2-40B4-BE49-F238E27FC236}">
                                <a16:creationId xmlns:a16="http://schemas.microsoft.com/office/drawing/2014/main" id="{B507DF56-15B3-21BF-23DF-27625BC533B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2" name="Rectangle 121">
                            <a:extLst>
                              <a:ext uri="{FF2B5EF4-FFF2-40B4-BE49-F238E27FC236}">
                                <a16:creationId xmlns:a16="http://schemas.microsoft.com/office/drawing/2014/main" id="{A15750D7-5656-46D8-7720-FE6AE66AAD7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14" name="Group 113">
                          <a:extLst>
                            <a:ext uri="{FF2B5EF4-FFF2-40B4-BE49-F238E27FC236}">
                              <a16:creationId xmlns:a16="http://schemas.microsoft.com/office/drawing/2014/main" id="{167AE103-F7A8-D8EE-786D-03E04FDEC31A}"/>
                            </a:ext>
                          </a:extLst>
                        </p:cNvPr>
                        <p:cNvGrpSpPr/>
                        <p:nvPr/>
                      </p:nvGrpSpPr>
                      <p:grpSpPr>
                        <a:xfrm>
                          <a:off x="3701732" y="4724400"/>
                          <a:ext cx="731520" cy="731520"/>
                          <a:chOff x="2970212" y="4724400"/>
                          <a:chExt cx="731520" cy="731520"/>
                        </a:xfrm>
                      </p:grpSpPr>
                      <p:grpSp>
                        <p:nvGrpSpPr>
                          <p:cNvPr id="115" name="Group 114">
                            <a:extLst>
                              <a:ext uri="{FF2B5EF4-FFF2-40B4-BE49-F238E27FC236}">
                                <a16:creationId xmlns:a16="http://schemas.microsoft.com/office/drawing/2014/main" id="{6848AAFC-3591-A12C-4B2F-CF6C1ACA0D30}"/>
                              </a:ext>
                            </a:extLst>
                          </p:cNvPr>
                          <p:cNvGrpSpPr/>
                          <p:nvPr/>
                        </p:nvGrpSpPr>
                        <p:grpSpPr>
                          <a:xfrm>
                            <a:off x="2970212" y="4724400"/>
                            <a:ext cx="731520" cy="365760"/>
                            <a:chOff x="2970212" y="4724400"/>
                            <a:chExt cx="731520" cy="365760"/>
                          </a:xfrm>
                        </p:grpSpPr>
                        <p:sp>
                          <p:nvSpPr>
                            <p:cNvPr id="118" name="Rectangle 117">
                              <a:extLst>
                                <a:ext uri="{FF2B5EF4-FFF2-40B4-BE49-F238E27FC236}">
                                  <a16:creationId xmlns:a16="http://schemas.microsoft.com/office/drawing/2014/main" id="{2F4780AA-FB05-B79A-D9E9-DD6E1A217F3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9" name="Rectangle 118">
                              <a:extLst>
                                <a:ext uri="{FF2B5EF4-FFF2-40B4-BE49-F238E27FC236}">
                                  <a16:creationId xmlns:a16="http://schemas.microsoft.com/office/drawing/2014/main" id="{EEABC3C4-7E4E-0B81-F1B1-C3F11EA2DD96}"/>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16" name="Rectangle 115">
                            <a:extLst>
                              <a:ext uri="{FF2B5EF4-FFF2-40B4-BE49-F238E27FC236}">
                                <a16:creationId xmlns:a16="http://schemas.microsoft.com/office/drawing/2014/main" id="{BF7B9303-2F8C-3562-0912-D58F5147790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7" name="Rectangle 116">
                            <a:extLst>
                              <a:ext uri="{FF2B5EF4-FFF2-40B4-BE49-F238E27FC236}">
                                <a16:creationId xmlns:a16="http://schemas.microsoft.com/office/drawing/2014/main" id="{D4A37911-CC9A-07C1-0DB1-DC3FA199BCEA}"/>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100" name="Group 99">
                        <a:extLst>
                          <a:ext uri="{FF2B5EF4-FFF2-40B4-BE49-F238E27FC236}">
                            <a16:creationId xmlns:a16="http://schemas.microsoft.com/office/drawing/2014/main" id="{CF544DE0-89E8-BAC0-9C76-D7FA94F9E538}"/>
                          </a:ext>
                        </a:extLst>
                      </p:cNvPr>
                      <p:cNvGrpSpPr/>
                      <p:nvPr/>
                    </p:nvGrpSpPr>
                    <p:grpSpPr>
                      <a:xfrm>
                        <a:off x="2970212" y="5455920"/>
                        <a:ext cx="1463040" cy="731520"/>
                        <a:chOff x="2970212" y="4724400"/>
                        <a:chExt cx="1463040" cy="731520"/>
                      </a:xfrm>
                    </p:grpSpPr>
                    <p:grpSp>
                      <p:nvGrpSpPr>
                        <p:cNvPr id="101" name="Group 100">
                          <a:extLst>
                            <a:ext uri="{FF2B5EF4-FFF2-40B4-BE49-F238E27FC236}">
                              <a16:creationId xmlns:a16="http://schemas.microsoft.com/office/drawing/2014/main" id="{4FC06795-F10A-E9E6-F495-F56590495C49}"/>
                            </a:ext>
                          </a:extLst>
                        </p:cNvPr>
                        <p:cNvGrpSpPr/>
                        <p:nvPr/>
                      </p:nvGrpSpPr>
                      <p:grpSpPr>
                        <a:xfrm>
                          <a:off x="2970212" y="4724400"/>
                          <a:ext cx="731520" cy="731520"/>
                          <a:chOff x="2970212" y="4724400"/>
                          <a:chExt cx="731520" cy="731520"/>
                        </a:xfrm>
                      </p:grpSpPr>
                      <p:grpSp>
                        <p:nvGrpSpPr>
                          <p:cNvPr id="108" name="Group 107">
                            <a:extLst>
                              <a:ext uri="{FF2B5EF4-FFF2-40B4-BE49-F238E27FC236}">
                                <a16:creationId xmlns:a16="http://schemas.microsoft.com/office/drawing/2014/main" id="{1C19B01F-A570-89E8-C3CC-59F0A0FBCE7B}"/>
                              </a:ext>
                            </a:extLst>
                          </p:cNvPr>
                          <p:cNvGrpSpPr/>
                          <p:nvPr/>
                        </p:nvGrpSpPr>
                        <p:grpSpPr>
                          <a:xfrm>
                            <a:off x="2970212" y="4724400"/>
                            <a:ext cx="731520" cy="365760"/>
                            <a:chOff x="2970212" y="4724400"/>
                            <a:chExt cx="731520" cy="365760"/>
                          </a:xfrm>
                        </p:grpSpPr>
                        <p:sp>
                          <p:nvSpPr>
                            <p:cNvPr id="111" name="Rectangle 110">
                              <a:extLst>
                                <a:ext uri="{FF2B5EF4-FFF2-40B4-BE49-F238E27FC236}">
                                  <a16:creationId xmlns:a16="http://schemas.microsoft.com/office/drawing/2014/main" id="{0475172F-A701-179F-3590-7EA1E0E9F06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2" name="Rectangle 111">
                              <a:extLst>
                                <a:ext uri="{FF2B5EF4-FFF2-40B4-BE49-F238E27FC236}">
                                  <a16:creationId xmlns:a16="http://schemas.microsoft.com/office/drawing/2014/main" id="{2A9B2116-36D4-2C79-5539-EF359C79CCC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9" name="Rectangle 108">
                            <a:extLst>
                              <a:ext uri="{FF2B5EF4-FFF2-40B4-BE49-F238E27FC236}">
                                <a16:creationId xmlns:a16="http://schemas.microsoft.com/office/drawing/2014/main" id="{67F3D780-72E5-E985-7072-9223AFB5490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0" name="Rectangle 109">
                            <a:extLst>
                              <a:ext uri="{FF2B5EF4-FFF2-40B4-BE49-F238E27FC236}">
                                <a16:creationId xmlns:a16="http://schemas.microsoft.com/office/drawing/2014/main" id="{5C5EE404-8C54-E591-73AD-0E202A91E85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02" name="Group 101">
                          <a:extLst>
                            <a:ext uri="{FF2B5EF4-FFF2-40B4-BE49-F238E27FC236}">
                              <a16:creationId xmlns:a16="http://schemas.microsoft.com/office/drawing/2014/main" id="{718540D2-5A18-4A15-6DBF-EC61EA8079A2}"/>
                            </a:ext>
                          </a:extLst>
                        </p:cNvPr>
                        <p:cNvGrpSpPr/>
                        <p:nvPr/>
                      </p:nvGrpSpPr>
                      <p:grpSpPr>
                        <a:xfrm>
                          <a:off x="3701732" y="4724400"/>
                          <a:ext cx="731520" cy="731520"/>
                          <a:chOff x="2970212" y="4724400"/>
                          <a:chExt cx="731520" cy="731520"/>
                        </a:xfrm>
                      </p:grpSpPr>
                      <p:grpSp>
                        <p:nvGrpSpPr>
                          <p:cNvPr id="103" name="Group 102">
                            <a:extLst>
                              <a:ext uri="{FF2B5EF4-FFF2-40B4-BE49-F238E27FC236}">
                                <a16:creationId xmlns:a16="http://schemas.microsoft.com/office/drawing/2014/main" id="{121E8F8B-F587-E153-9DE3-FF09F3CD7ACA}"/>
                              </a:ext>
                            </a:extLst>
                          </p:cNvPr>
                          <p:cNvGrpSpPr/>
                          <p:nvPr/>
                        </p:nvGrpSpPr>
                        <p:grpSpPr>
                          <a:xfrm>
                            <a:off x="2970212" y="4724400"/>
                            <a:ext cx="731520" cy="365760"/>
                            <a:chOff x="2970212" y="4724400"/>
                            <a:chExt cx="731520" cy="365760"/>
                          </a:xfrm>
                        </p:grpSpPr>
                        <p:sp>
                          <p:nvSpPr>
                            <p:cNvPr id="106" name="Rectangle 105">
                              <a:extLst>
                                <a:ext uri="{FF2B5EF4-FFF2-40B4-BE49-F238E27FC236}">
                                  <a16:creationId xmlns:a16="http://schemas.microsoft.com/office/drawing/2014/main" id="{59A0CDD8-3D30-ABC2-A14D-78C57C4E64F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7" name="Rectangle 106">
                              <a:extLst>
                                <a:ext uri="{FF2B5EF4-FFF2-40B4-BE49-F238E27FC236}">
                                  <a16:creationId xmlns:a16="http://schemas.microsoft.com/office/drawing/2014/main" id="{58B50FA8-F41E-47C8-8DA1-923FEB3C4336}"/>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4" name="Rectangle 103">
                            <a:extLst>
                              <a:ext uri="{FF2B5EF4-FFF2-40B4-BE49-F238E27FC236}">
                                <a16:creationId xmlns:a16="http://schemas.microsoft.com/office/drawing/2014/main" id="{D438CEEF-1996-ED72-0079-0828AABF86A7}"/>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5" name="Rectangle 104">
                            <a:extLst>
                              <a:ext uri="{FF2B5EF4-FFF2-40B4-BE49-F238E27FC236}">
                                <a16:creationId xmlns:a16="http://schemas.microsoft.com/office/drawing/2014/main" id="{DCBEBCE6-0EB8-FE07-2688-30DF0F9E07BA}"/>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72" name="Group 71">
                      <a:extLst>
                        <a:ext uri="{FF2B5EF4-FFF2-40B4-BE49-F238E27FC236}">
                          <a16:creationId xmlns:a16="http://schemas.microsoft.com/office/drawing/2014/main" id="{4C278C3C-E639-0FF7-0766-5BD33506231E}"/>
                        </a:ext>
                      </a:extLst>
                    </p:cNvPr>
                    <p:cNvGrpSpPr/>
                    <p:nvPr/>
                  </p:nvGrpSpPr>
                  <p:grpSpPr>
                    <a:xfrm>
                      <a:off x="4433252" y="4724400"/>
                      <a:ext cx="1463040" cy="1463040"/>
                      <a:chOff x="2970212" y="4724400"/>
                      <a:chExt cx="1463040" cy="1463040"/>
                    </a:xfrm>
                  </p:grpSpPr>
                  <p:grpSp>
                    <p:nvGrpSpPr>
                      <p:cNvPr id="73" name="Group 72">
                        <a:extLst>
                          <a:ext uri="{FF2B5EF4-FFF2-40B4-BE49-F238E27FC236}">
                            <a16:creationId xmlns:a16="http://schemas.microsoft.com/office/drawing/2014/main" id="{9836511F-9DD3-BD97-D57A-6C2193911599}"/>
                          </a:ext>
                        </a:extLst>
                      </p:cNvPr>
                      <p:cNvGrpSpPr/>
                      <p:nvPr/>
                    </p:nvGrpSpPr>
                    <p:grpSpPr>
                      <a:xfrm>
                        <a:off x="2970212" y="4724400"/>
                        <a:ext cx="1463040" cy="731520"/>
                        <a:chOff x="2970212" y="4724400"/>
                        <a:chExt cx="1463040" cy="731520"/>
                      </a:xfrm>
                    </p:grpSpPr>
                    <p:grpSp>
                      <p:nvGrpSpPr>
                        <p:cNvPr id="87" name="Group 86">
                          <a:extLst>
                            <a:ext uri="{FF2B5EF4-FFF2-40B4-BE49-F238E27FC236}">
                              <a16:creationId xmlns:a16="http://schemas.microsoft.com/office/drawing/2014/main" id="{1632F4D5-DFCB-BD94-A7E3-3D952CEDCE88}"/>
                            </a:ext>
                          </a:extLst>
                        </p:cNvPr>
                        <p:cNvGrpSpPr/>
                        <p:nvPr/>
                      </p:nvGrpSpPr>
                      <p:grpSpPr>
                        <a:xfrm>
                          <a:off x="2970212" y="4724400"/>
                          <a:ext cx="731520" cy="731520"/>
                          <a:chOff x="2970212" y="4724400"/>
                          <a:chExt cx="731520" cy="731520"/>
                        </a:xfrm>
                      </p:grpSpPr>
                      <p:grpSp>
                        <p:nvGrpSpPr>
                          <p:cNvPr id="94" name="Group 93">
                            <a:extLst>
                              <a:ext uri="{FF2B5EF4-FFF2-40B4-BE49-F238E27FC236}">
                                <a16:creationId xmlns:a16="http://schemas.microsoft.com/office/drawing/2014/main" id="{33544E49-7FAE-172F-4B0F-D0640360A780}"/>
                              </a:ext>
                            </a:extLst>
                          </p:cNvPr>
                          <p:cNvGrpSpPr/>
                          <p:nvPr/>
                        </p:nvGrpSpPr>
                        <p:grpSpPr>
                          <a:xfrm>
                            <a:off x="2970212" y="4724400"/>
                            <a:ext cx="731520" cy="365760"/>
                            <a:chOff x="2970212" y="4724400"/>
                            <a:chExt cx="731520" cy="365760"/>
                          </a:xfrm>
                        </p:grpSpPr>
                        <p:sp>
                          <p:nvSpPr>
                            <p:cNvPr id="97" name="Rectangle 96">
                              <a:extLst>
                                <a:ext uri="{FF2B5EF4-FFF2-40B4-BE49-F238E27FC236}">
                                  <a16:creationId xmlns:a16="http://schemas.microsoft.com/office/drawing/2014/main" id="{D63F5653-3FDF-6652-227C-DC33EB042D6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8" name="Rectangle 97">
                              <a:extLst>
                                <a:ext uri="{FF2B5EF4-FFF2-40B4-BE49-F238E27FC236}">
                                  <a16:creationId xmlns:a16="http://schemas.microsoft.com/office/drawing/2014/main" id="{65619C36-BEA1-4657-12B7-CEC8A1EA805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95" name="Rectangle 94">
                            <a:extLst>
                              <a:ext uri="{FF2B5EF4-FFF2-40B4-BE49-F238E27FC236}">
                                <a16:creationId xmlns:a16="http://schemas.microsoft.com/office/drawing/2014/main" id="{694E9D81-48B5-8521-BBEC-C690EE038CC7}"/>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6" name="Rectangle 95">
                            <a:extLst>
                              <a:ext uri="{FF2B5EF4-FFF2-40B4-BE49-F238E27FC236}">
                                <a16:creationId xmlns:a16="http://schemas.microsoft.com/office/drawing/2014/main" id="{CA2C897E-11CA-5E93-05EF-17A51BF39A6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88" name="Group 87">
                          <a:extLst>
                            <a:ext uri="{FF2B5EF4-FFF2-40B4-BE49-F238E27FC236}">
                              <a16:creationId xmlns:a16="http://schemas.microsoft.com/office/drawing/2014/main" id="{4D913862-B20B-01D7-BA7A-23DF0FC8A023}"/>
                            </a:ext>
                          </a:extLst>
                        </p:cNvPr>
                        <p:cNvGrpSpPr/>
                        <p:nvPr/>
                      </p:nvGrpSpPr>
                      <p:grpSpPr>
                        <a:xfrm>
                          <a:off x="3701732" y="4724400"/>
                          <a:ext cx="731520" cy="731520"/>
                          <a:chOff x="2970212" y="4724400"/>
                          <a:chExt cx="731520" cy="731520"/>
                        </a:xfrm>
                      </p:grpSpPr>
                      <p:grpSp>
                        <p:nvGrpSpPr>
                          <p:cNvPr id="89" name="Group 88">
                            <a:extLst>
                              <a:ext uri="{FF2B5EF4-FFF2-40B4-BE49-F238E27FC236}">
                                <a16:creationId xmlns:a16="http://schemas.microsoft.com/office/drawing/2014/main" id="{8FE2F16A-FBA6-3715-9FAF-DA5B91918AC5}"/>
                              </a:ext>
                            </a:extLst>
                          </p:cNvPr>
                          <p:cNvGrpSpPr/>
                          <p:nvPr/>
                        </p:nvGrpSpPr>
                        <p:grpSpPr>
                          <a:xfrm>
                            <a:off x="2970212" y="4724400"/>
                            <a:ext cx="731520" cy="365760"/>
                            <a:chOff x="2970212" y="4724400"/>
                            <a:chExt cx="731520" cy="365760"/>
                          </a:xfrm>
                        </p:grpSpPr>
                        <p:sp>
                          <p:nvSpPr>
                            <p:cNvPr id="92" name="Rectangle 91">
                              <a:extLst>
                                <a:ext uri="{FF2B5EF4-FFF2-40B4-BE49-F238E27FC236}">
                                  <a16:creationId xmlns:a16="http://schemas.microsoft.com/office/drawing/2014/main" id="{7C349BBE-B81B-E489-1F04-39B66BA09B8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3" name="Rectangle 92">
                              <a:extLst>
                                <a:ext uri="{FF2B5EF4-FFF2-40B4-BE49-F238E27FC236}">
                                  <a16:creationId xmlns:a16="http://schemas.microsoft.com/office/drawing/2014/main" id="{9A19E765-3F13-4EA2-D03C-B67F297007D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90" name="Rectangle 89">
                            <a:extLst>
                              <a:ext uri="{FF2B5EF4-FFF2-40B4-BE49-F238E27FC236}">
                                <a16:creationId xmlns:a16="http://schemas.microsoft.com/office/drawing/2014/main" id="{51623074-FD5A-5EDB-3E7F-3D6C29E935A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1" name="Rectangle 90">
                            <a:extLst>
                              <a:ext uri="{FF2B5EF4-FFF2-40B4-BE49-F238E27FC236}">
                                <a16:creationId xmlns:a16="http://schemas.microsoft.com/office/drawing/2014/main" id="{11CD845C-BA43-1456-DD19-FF5C701D362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74" name="Group 73">
                        <a:extLst>
                          <a:ext uri="{FF2B5EF4-FFF2-40B4-BE49-F238E27FC236}">
                            <a16:creationId xmlns:a16="http://schemas.microsoft.com/office/drawing/2014/main" id="{2B9F4068-F64E-9A70-0942-B4FAC9D7D943}"/>
                          </a:ext>
                        </a:extLst>
                      </p:cNvPr>
                      <p:cNvGrpSpPr/>
                      <p:nvPr/>
                    </p:nvGrpSpPr>
                    <p:grpSpPr>
                      <a:xfrm>
                        <a:off x="2970212" y="5455920"/>
                        <a:ext cx="1463040" cy="731520"/>
                        <a:chOff x="2970212" y="4724400"/>
                        <a:chExt cx="1463040" cy="731520"/>
                      </a:xfrm>
                    </p:grpSpPr>
                    <p:grpSp>
                      <p:nvGrpSpPr>
                        <p:cNvPr id="75" name="Group 74">
                          <a:extLst>
                            <a:ext uri="{FF2B5EF4-FFF2-40B4-BE49-F238E27FC236}">
                              <a16:creationId xmlns:a16="http://schemas.microsoft.com/office/drawing/2014/main" id="{D05932E0-B12B-BF27-A4A8-8D2D063F6019}"/>
                            </a:ext>
                          </a:extLst>
                        </p:cNvPr>
                        <p:cNvGrpSpPr/>
                        <p:nvPr/>
                      </p:nvGrpSpPr>
                      <p:grpSpPr>
                        <a:xfrm>
                          <a:off x="2970212" y="4724400"/>
                          <a:ext cx="731520" cy="731520"/>
                          <a:chOff x="2970212" y="4724400"/>
                          <a:chExt cx="731520" cy="731520"/>
                        </a:xfrm>
                      </p:grpSpPr>
                      <p:grpSp>
                        <p:nvGrpSpPr>
                          <p:cNvPr id="82" name="Group 81">
                            <a:extLst>
                              <a:ext uri="{FF2B5EF4-FFF2-40B4-BE49-F238E27FC236}">
                                <a16:creationId xmlns:a16="http://schemas.microsoft.com/office/drawing/2014/main" id="{F84CB894-33FE-A944-BCC7-B251CCA6ACA0}"/>
                              </a:ext>
                            </a:extLst>
                          </p:cNvPr>
                          <p:cNvGrpSpPr/>
                          <p:nvPr/>
                        </p:nvGrpSpPr>
                        <p:grpSpPr>
                          <a:xfrm>
                            <a:off x="2970212" y="4724400"/>
                            <a:ext cx="731520" cy="365760"/>
                            <a:chOff x="2970212" y="4724400"/>
                            <a:chExt cx="731520" cy="365760"/>
                          </a:xfrm>
                        </p:grpSpPr>
                        <p:sp>
                          <p:nvSpPr>
                            <p:cNvPr id="85" name="Rectangle 84">
                              <a:extLst>
                                <a:ext uri="{FF2B5EF4-FFF2-40B4-BE49-F238E27FC236}">
                                  <a16:creationId xmlns:a16="http://schemas.microsoft.com/office/drawing/2014/main" id="{2FC057C4-C309-A93E-094C-71B40536744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6" name="Rectangle 85">
                              <a:extLst>
                                <a:ext uri="{FF2B5EF4-FFF2-40B4-BE49-F238E27FC236}">
                                  <a16:creationId xmlns:a16="http://schemas.microsoft.com/office/drawing/2014/main" id="{800F61F2-C59A-0FE9-1E91-693D88C10F3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83" name="Rectangle 82">
                            <a:extLst>
                              <a:ext uri="{FF2B5EF4-FFF2-40B4-BE49-F238E27FC236}">
                                <a16:creationId xmlns:a16="http://schemas.microsoft.com/office/drawing/2014/main" id="{61CFD236-CD48-896A-9EAB-7C866808564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4" name="Rectangle 83">
                            <a:extLst>
                              <a:ext uri="{FF2B5EF4-FFF2-40B4-BE49-F238E27FC236}">
                                <a16:creationId xmlns:a16="http://schemas.microsoft.com/office/drawing/2014/main" id="{8344BEDB-3286-D01F-7BCA-DD23A6A2337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76" name="Group 75">
                          <a:extLst>
                            <a:ext uri="{FF2B5EF4-FFF2-40B4-BE49-F238E27FC236}">
                              <a16:creationId xmlns:a16="http://schemas.microsoft.com/office/drawing/2014/main" id="{7EC9B7F6-C063-F80F-8D0C-AF776D5C6DFD}"/>
                            </a:ext>
                          </a:extLst>
                        </p:cNvPr>
                        <p:cNvGrpSpPr/>
                        <p:nvPr/>
                      </p:nvGrpSpPr>
                      <p:grpSpPr>
                        <a:xfrm>
                          <a:off x="3701732" y="4724400"/>
                          <a:ext cx="731520" cy="731520"/>
                          <a:chOff x="2970212" y="4724400"/>
                          <a:chExt cx="731520" cy="731520"/>
                        </a:xfrm>
                      </p:grpSpPr>
                      <p:grpSp>
                        <p:nvGrpSpPr>
                          <p:cNvPr id="77" name="Group 76">
                            <a:extLst>
                              <a:ext uri="{FF2B5EF4-FFF2-40B4-BE49-F238E27FC236}">
                                <a16:creationId xmlns:a16="http://schemas.microsoft.com/office/drawing/2014/main" id="{A7DE8B47-9940-81D4-7876-55E49B9E78DD}"/>
                              </a:ext>
                            </a:extLst>
                          </p:cNvPr>
                          <p:cNvGrpSpPr/>
                          <p:nvPr/>
                        </p:nvGrpSpPr>
                        <p:grpSpPr>
                          <a:xfrm>
                            <a:off x="2970212" y="4724400"/>
                            <a:ext cx="731520" cy="365760"/>
                            <a:chOff x="2970212" y="4724400"/>
                            <a:chExt cx="731520" cy="365760"/>
                          </a:xfrm>
                        </p:grpSpPr>
                        <p:sp>
                          <p:nvSpPr>
                            <p:cNvPr id="80" name="Rectangle 79">
                              <a:extLst>
                                <a:ext uri="{FF2B5EF4-FFF2-40B4-BE49-F238E27FC236}">
                                  <a16:creationId xmlns:a16="http://schemas.microsoft.com/office/drawing/2014/main" id="{BFCFA2A4-EB6B-5304-F901-6BC569403A2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1" name="Rectangle 80">
                              <a:extLst>
                                <a:ext uri="{FF2B5EF4-FFF2-40B4-BE49-F238E27FC236}">
                                  <a16:creationId xmlns:a16="http://schemas.microsoft.com/office/drawing/2014/main" id="{D8E8473B-5331-52DD-3334-6863996B64F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78" name="Rectangle 77">
                            <a:extLst>
                              <a:ext uri="{FF2B5EF4-FFF2-40B4-BE49-F238E27FC236}">
                                <a16:creationId xmlns:a16="http://schemas.microsoft.com/office/drawing/2014/main" id="{541AA220-D7DC-C29F-8842-8D4920CB6CA0}"/>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9" name="Rectangle 78">
                            <a:extLst>
                              <a:ext uri="{FF2B5EF4-FFF2-40B4-BE49-F238E27FC236}">
                                <a16:creationId xmlns:a16="http://schemas.microsoft.com/office/drawing/2014/main" id="{804BD431-E88F-82F7-5245-C271B0D2D15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nvGrpSpPr>
                <p:cNvPr id="181" name="Group 180">
                  <a:extLst>
                    <a:ext uri="{FF2B5EF4-FFF2-40B4-BE49-F238E27FC236}">
                      <a16:creationId xmlns:a16="http://schemas.microsoft.com/office/drawing/2014/main" id="{DC3D0616-E758-97E1-EE77-8AD5F2BBC1A3}"/>
                    </a:ext>
                  </a:extLst>
                </p:cNvPr>
                <p:cNvGrpSpPr/>
                <p:nvPr/>
              </p:nvGrpSpPr>
              <p:grpSpPr>
                <a:xfrm>
                  <a:off x="5058092" y="3124200"/>
                  <a:ext cx="2926080" cy="2926080"/>
                  <a:chOff x="2132012" y="3124200"/>
                  <a:chExt cx="2926080" cy="2926080"/>
                </a:xfrm>
              </p:grpSpPr>
              <p:grpSp>
                <p:nvGrpSpPr>
                  <p:cNvPr id="182" name="Group 181">
                    <a:extLst>
                      <a:ext uri="{FF2B5EF4-FFF2-40B4-BE49-F238E27FC236}">
                        <a16:creationId xmlns:a16="http://schemas.microsoft.com/office/drawing/2014/main" id="{F06B89F4-01E6-A43C-2504-750C1E31021A}"/>
                      </a:ext>
                    </a:extLst>
                  </p:cNvPr>
                  <p:cNvGrpSpPr/>
                  <p:nvPr/>
                </p:nvGrpSpPr>
                <p:grpSpPr>
                  <a:xfrm>
                    <a:off x="2132012" y="3124200"/>
                    <a:ext cx="2926080" cy="1463040"/>
                    <a:chOff x="2970212" y="4724400"/>
                    <a:chExt cx="2926080" cy="1463040"/>
                  </a:xfrm>
                </p:grpSpPr>
                <p:grpSp>
                  <p:nvGrpSpPr>
                    <p:cNvPr id="238" name="Group 237">
                      <a:extLst>
                        <a:ext uri="{FF2B5EF4-FFF2-40B4-BE49-F238E27FC236}">
                          <a16:creationId xmlns:a16="http://schemas.microsoft.com/office/drawing/2014/main" id="{78C991A3-893D-D3CD-A7DC-B34F40F69B61}"/>
                        </a:ext>
                      </a:extLst>
                    </p:cNvPr>
                    <p:cNvGrpSpPr/>
                    <p:nvPr/>
                  </p:nvGrpSpPr>
                  <p:grpSpPr>
                    <a:xfrm>
                      <a:off x="2970212" y="4724400"/>
                      <a:ext cx="1463040" cy="1463040"/>
                      <a:chOff x="2970212" y="4724400"/>
                      <a:chExt cx="1463040" cy="1463040"/>
                    </a:xfrm>
                  </p:grpSpPr>
                  <p:grpSp>
                    <p:nvGrpSpPr>
                      <p:cNvPr id="266" name="Group 265">
                        <a:extLst>
                          <a:ext uri="{FF2B5EF4-FFF2-40B4-BE49-F238E27FC236}">
                            <a16:creationId xmlns:a16="http://schemas.microsoft.com/office/drawing/2014/main" id="{2787BC15-B479-CF21-7757-4CBB886A24A5}"/>
                          </a:ext>
                        </a:extLst>
                      </p:cNvPr>
                      <p:cNvGrpSpPr/>
                      <p:nvPr/>
                    </p:nvGrpSpPr>
                    <p:grpSpPr>
                      <a:xfrm>
                        <a:off x="2970212" y="4724400"/>
                        <a:ext cx="1463040" cy="731520"/>
                        <a:chOff x="2970212" y="4724400"/>
                        <a:chExt cx="1463040" cy="731520"/>
                      </a:xfrm>
                    </p:grpSpPr>
                    <p:grpSp>
                      <p:nvGrpSpPr>
                        <p:cNvPr id="280" name="Group 279">
                          <a:extLst>
                            <a:ext uri="{FF2B5EF4-FFF2-40B4-BE49-F238E27FC236}">
                              <a16:creationId xmlns:a16="http://schemas.microsoft.com/office/drawing/2014/main" id="{876C5508-5B98-848C-CDF0-F370F117916D}"/>
                            </a:ext>
                          </a:extLst>
                        </p:cNvPr>
                        <p:cNvGrpSpPr/>
                        <p:nvPr/>
                      </p:nvGrpSpPr>
                      <p:grpSpPr>
                        <a:xfrm>
                          <a:off x="2970212" y="4724400"/>
                          <a:ext cx="731520" cy="731520"/>
                          <a:chOff x="2970212" y="4724400"/>
                          <a:chExt cx="731520" cy="731520"/>
                        </a:xfrm>
                      </p:grpSpPr>
                      <p:grpSp>
                        <p:nvGrpSpPr>
                          <p:cNvPr id="287" name="Group 286">
                            <a:extLst>
                              <a:ext uri="{FF2B5EF4-FFF2-40B4-BE49-F238E27FC236}">
                                <a16:creationId xmlns:a16="http://schemas.microsoft.com/office/drawing/2014/main" id="{07144071-E423-9C4E-9470-4C6BD293EB40}"/>
                              </a:ext>
                            </a:extLst>
                          </p:cNvPr>
                          <p:cNvGrpSpPr/>
                          <p:nvPr/>
                        </p:nvGrpSpPr>
                        <p:grpSpPr>
                          <a:xfrm>
                            <a:off x="2970212" y="4724400"/>
                            <a:ext cx="731520" cy="365760"/>
                            <a:chOff x="2970212" y="4724400"/>
                            <a:chExt cx="731520" cy="365760"/>
                          </a:xfrm>
                        </p:grpSpPr>
                        <p:sp>
                          <p:nvSpPr>
                            <p:cNvPr id="290" name="Rectangle 289">
                              <a:extLst>
                                <a:ext uri="{FF2B5EF4-FFF2-40B4-BE49-F238E27FC236}">
                                  <a16:creationId xmlns:a16="http://schemas.microsoft.com/office/drawing/2014/main" id="{B010B432-2113-B26F-24B6-7208657D33C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91" name="Rectangle 290">
                              <a:extLst>
                                <a:ext uri="{FF2B5EF4-FFF2-40B4-BE49-F238E27FC236}">
                                  <a16:creationId xmlns:a16="http://schemas.microsoft.com/office/drawing/2014/main" id="{E19D5EA8-43A0-79E1-D937-EA62E5322CA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88" name="Rectangle 287">
                            <a:extLst>
                              <a:ext uri="{FF2B5EF4-FFF2-40B4-BE49-F238E27FC236}">
                                <a16:creationId xmlns:a16="http://schemas.microsoft.com/office/drawing/2014/main" id="{A5058DF3-5E54-4859-1A63-7872E210CC1C}"/>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9" name="Rectangle 288">
                            <a:extLst>
                              <a:ext uri="{FF2B5EF4-FFF2-40B4-BE49-F238E27FC236}">
                                <a16:creationId xmlns:a16="http://schemas.microsoft.com/office/drawing/2014/main" id="{8565FE7E-7DC7-5AF4-DEFA-07F709EDB6E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81" name="Group 280">
                          <a:extLst>
                            <a:ext uri="{FF2B5EF4-FFF2-40B4-BE49-F238E27FC236}">
                              <a16:creationId xmlns:a16="http://schemas.microsoft.com/office/drawing/2014/main" id="{49C2ED1B-3F1F-4C1E-C7E7-31CD0D519B1F}"/>
                            </a:ext>
                          </a:extLst>
                        </p:cNvPr>
                        <p:cNvGrpSpPr/>
                        <p:nvPr/>
                      </p:nvGrpSpPr>
                      <p:grpSpPr>
                        <a:xfrm>
                          <a:off x="3701732" y="4724400"/>
                          <a:ext cx="731520" cy="731520"/>
                          <a:chOff x="2970212" y="4724400"/>
                          <a:chExt cx="731520" cy="731520"/>
                        </a:xfrm>
                      </p:grpSpPr>
                      <p:grpSp>
                        <p:nvGrpSpPr>
                          <p:cNvPr id="282" name="Group 281">
                            <a:extLst>
                              <a:ext uri="{FF2B5EF4-FFF2-40B4-BE49-F238E27FC236}">
                                <a16:creationId xmlns:a16="http://schemas.microsoft.com/office/drawing/2014/main" id="{2978EB4B-0DC1-7DBD-F1A0-1547A4D4F64B}"/>
                              </a:ext>
                            </a:extLst>
                          </p:cNvPr>
                          <p:cNvGrpSpPr/>
                          <p:nvPr/>
                        </p:nvGrpSpPr>
                        <p:grpSpPr>
                          <a:xfrm>
                            <a:off x="2970212" y="4724400"/>
                            <a:ext cx="731520" cy="365760"/>
                            <a:chOff x="2970212" y="4724400"/>
                            <a:chExt cx="731520" cy="365760"/>
                          </a:xfrm>
                        </p:grpSpPr>
                        <p:sp>
                          <p:nvSpPr>
                            <p:cNvPr id="285" name="Rectangle 284">
                              <a:extLst>
                                <a:ext uri="{FF2B5EF4-FFF2-40B4-BE49-F238E27FC236}">
                                  <a16:creationId xmlns:a16="http://schemas.microsoft.com/office/drawing/2014/main" id="{FAFC5B12-716C-477A-36AC-ADB5F86E879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6" name="Rectangle 285">
                              <a:extLst>
                                <a:ext uri="{FF2B5EF4-FFF2-40B4-BE49-F238E27FC236}">
                                  <a16:creationId xmlns:a16="http://schemas.microsoft.com/office/drawing/2014/main" id="{E7B48678-0225-5359-AA4A-B137C846BBC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83" name="Rectangle 282">
                            <a:extLst>
                              <a:ext uri="{FF2B5EF4-FFF2-40B4-BE49-F238E27FC236}">
                                <a16:creationId xmlns:a16="http://schemas.microsoft.com/office/drawing/2014/main" id="{BD8B3835-0D6A-1174-47EE-AFEA62BA53E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4" name="Rectangle 283">
                            <a:extLst>
                              <a:ext uri="{FF2B5EF4-FFF2-40B4-BE49-F238E27FC236}">
                                <a16:creationId xmlns:a16="http://schemas.microsoft.com/office/drawing/2014/main" id="{EFEB1AE6-BE0E-A801-5A18-467AD824F5D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67" name="Group 266">
                        <a:extLst>
                          <a:ext uri="{FF2B5EF4-FFF2-40B4-BE49-F238E27FC236}">
                            <a16:creationId xmlns:a16="http://schemas.microsoft.com/office/drawing/2014/main" id="{071986B0-447A-921E-557A-6CCA97D14542}"/>
                          </a:ext>
                        </a:extLst>
                      </p:cNvPr>
                      <p:cNvGrpSpPr/>
                      <p:nvPr/>
                    </p:nvGrpSpPr>
                    <p:grpSpPr>
                      <a:xfrm>
                        <a:off x="2970212" y="5455920"/>
                        <a:ext cx="1463040" cy="731520"/>
                        <a:chOff x="2970212" y="4724400"/>
                        <a:chExt cx="1463040" cy="731520"/>
                      </a:xfrm>
                    </p:grpSpPr>
                    <p:grpSp>
                      <p:nvGrpSpPr>
                        <p:cNvPr id="268" name="Group 267">
                          <a:extLst>
                            <a:ext uri="{FF2B5EF4-FFF2-40B4-BE49-F238E27FC236}">
                              <a16:creationId xmlns:a16="http://schemas.microsoft.com/office/drawing/2014/main" id="{EFB211DF-2A08-6CB9-C86F-6F2DCEDB4685}"/>
                            </a:ext>
                          </a:extLst>
                        </p:cNvPr>
                        <p:cNvGrpSpPr/>
                        <p:nvPr/>
                      </p:nvGrpSpPr>
                      <p:grpSpPr>
                        <a:xfrm>
                          <a:off x="2970212" y="4724400"/>
                          <a:ext cx="731520" cy="731520"/>
                          <a:chOff x="2970212" y="4724400"/>
                          <a:chExt cx="731520" cy="731520"/>
                        </a:xfrm>
                      </p:grpSpPr>
                      <p:grpSp>
                        <p:nvGrpSpPr>
                          <p:cNvPr id="275" name="Group 274">
                            <a:extLst>
                              <a:ext uri="{FF2B5EF4-FFF2-40B4-BE49-F238E27FC236}">
                                <a16:creationId xmlns:a16="http://schemas.microsoft.com/office/drawing/2014/main" id="{A85EE5F4-E22E-E8F8-EF12-5F8315CF9889}"/>
                              </a:ext>
                            </a:extLst>
                          </p:cNvPr>
                          <p:cNvGrpSpPr/>
                          <p:nvPr/>
                        </p:nvGrpSpPr>
                        <p:grpSpPr>
                          <a:xfrm>
                            <a:off x="2970212" y="4724400"/>
                            <a:ext cx="731520" cy="365760"/>
                            <a:chOff x="2970212" y="4724400"/>
                            <a:chExt cx="731520" cy="365760"/>
                          </a:xfrm>
                        </p:grpSpPr>
                        <p:sp>
                          <p:nvSpPr>
                            <p:cNvPr id="278" name="Rectangle 277">
                              <a:extLst>
                                <a:ext uri="{FF2B5EF4-FFF2-40B4-BE49-F238E27FC236}">
                                  <a16:creationId xmlns:a16="http://schemas.microsoft.com/office/drawing/2014/main" id="{6C611188-8953-97A4-ED6F-178BB5FA7E07}"/>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9" name="Rectangle 278">
                              <a:extLst>
                                <a:ext uri="{FF2B5EF4-FFF2-40B4-BE49-F238E27FC236}">
                                  <a16:creationId xmlns:a16="http://schemas.microsoft.com/office/drawing/2014/main" id="{F5A46E83-135B-D62B-2B16-C122280AB6C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76" name="Rectangle 275">
                            <a:extLst>
                              <a:ext uri="{FF2B5EF4-FFF2-40B4-BE49-F238E27FC236}">
                                <a16:creationId xmlns:a16="http://schemas.microsoft.com/office/drawing/2014/main" id="{19B23F0B-B8D1-B662-D1C4-69672FBE502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7" name="Rectangle 276">
                            <a:extLst>
                              <a:ext uri="{FF2B5EF4-FFF2-40B4-BE49-F238E27FC236}">
                                <a16:creationId xmlns:a16="http://schemas.microsoft.com/office/drawing/2014/main" id="{2A5A7DDF-F545-16FB-C728-A746B195758B}"/>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69" name="Group 268">
                          <a:extLst>
                            <a:ext uri="{FF2B5EF4-FFF2-40B4-BE49-F238E27FC236}">
                              <a16:creationId xmlns:a16="http://schemas.microsoft.com/office/drawing/2014/main" id="{588BE228-6797-A1E0-A456-B24B6C4BD76D}"/>
                            </a:ext>
                          </a:extLst>
                        </p:cNvPr>
                        <p:cNvGrpSpPr/>
                        <p:nvPr/>
                      </p:nvGrpSpPr>
                      <p:grpSpPr>
                        <a:xfrm>
                          <a:off x="3701732" y="4724400"/>
                          <a:ext cx="731520" cy="731520"/>
                          <a:chOff x="2970212" y="4724400"/>
                          <a:chExt cx="731520" cy="731520"/>
                        </a:xfrm>
                      </p:grpSpPr>
                      <p:grpSp>
                        <p:nvGrpSpPr>
                          <p:cNvPr id="270" name="Group 269">
                            <a:extLst>
                              <a:ext uri="{FF2B5EF4-FFF2-40B4-BE49-F238E27FC236}">
                                <a16:creationId xmlns:a16="http://schemas.microsoft.com/office/drawing/2014/main" id="{78054DE0-5E3B-8153-258D-6ED6DE5EE80E}"/>
                              </a:ext>
                            </a:extLst>
                          </p:cNvPr>
                          <p:cNvGrpSpPr/>
                          <p:nvPr/>
                        </p:nvGrpSpPr>
                        <p:grpSpPr>
                          <a:xfrm>
                            <a:off x="2970212" y="4724400"/>
                            <a:ext cx="731520" cy="365760"/>
                            <a:chOff x="2970212" y="4724400"/>
                            <a:chExt cx="731520" cy="365760"/>
                          </a:xfrm>
                        </p:grpSpPr>
                        <p:sp>
                          <p:nvSpPr>
                            <p:cNvPr id="273" name="Rectangle 272">
                              <a:extLst>
                                <a:ext uri="{FF2B5EF4-FFF2-40B4-BE49-F238E27FC236}">
                                  <a16:creationId xmlns:a16="http://schemas.microsoft.com/office/drawing/2014/main" id="{8B63F195-FC93-799F-4E9C-666188BF1DB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4" name="Rectangle 273">
                              <a:extLst>
                                <a:ext uri="{FF2B5EF4-FFF2-40B4-BE49-F238E27FC236}">
                                  <a16:creationId xmlns:a16="http://schemas.microsoft.com/office/drawing/2014/main" id="{34280049-4FA0-A093-3E18-56589B332D1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71" name="Rectangle 270">
                            <a:extLst>
                              <a:ext uri="{FF2B5EF4-FFF2-40B4-BE49-F238E27FC236}">
                                <a16:creationId xmlns:a16="http://schemas.microsoft.com/office/drawing/2014/main" id="{31788E8B-0114-0C7B-6F3F-067CCFD242D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2" name="Rectangle 271">
                            <a:extLst>
                              <a:ext uri="{FF2B5EF4-FFF2-40B4-BE49-F238E27FC236}">
                                <a16:creationId xmlns:a16="http://schemas.microsoft.com/office/drawing/2014/main" id="{B6C959A2-ABE6-8432-B404-7622E173C18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239" name="Group 238">
                      <a:extLst>
                        <a:ext uri="{FF2B5EF4-FFF2-40B4-BE49-F238E27FC236}">
                          <a16:creationId xmlns:a16="http://schemas.microsoft.com/office/drawing/2014/main" id="{B3D34467-F1B7-985F-034E-1992C3D0F268}"/>
                        </a:ext>
                      </a:extLst>
                    </p:cNvPr>
                    <p:cNvGrpSpPr/>
                    <p:nvPr/>
                  </p:nvGrpSpPr>
                  <p:grpSpPr>
                    <a:xfrm>
                      <a:off x="4433252" y="4724400"/>
                      <a:ext cx="1463040" cy="1463040"/>
                      <a:chOff x="2970212" y="4724400"/>
                      <a:chExt cx="1463040" cy="1463040"/>
                    </a:xfrm>
                  </p:grpSpPr>
                  <p:grpSp>
                    <p:nvGrpSpPr>
                      <p:cNvPr id="240" name="Group 239">
                        <a:extLst>
                          <a:ext uri="{FF2B5EF4-FFF2-40B4-BE49-F238E27FC236}">
                            <a16:creationId xmlns:a16="http://schemas.microsoft.com/office/drawing/2014/main" id="{5E87856B-EC4C-4781-5205-4DE446506F41}"/>
                          </a:ext>
                        </a:extLst>
                      </p:cNvPr>
                      <p:cNvGrpSpPr/>
                      <p:nvPr/>
                    </p:nvGrpSpPr>
                    <p:grpSpPr>
                      <a:xfrm>
                        <a:off x="2970212" y="4724400"/>
                        <a:ext cx="1463040" cy="731520"/>
                        <a:chOff x="2970212" y="4724400"/>
                        <a:chExt cx="1463040" cy="731520"/>
                      </a:xfrm>
                    </p:grpSpPr>
                    <p:grpSp>
                      <p:nvGrpSpPr>
                        <p:cNvPr id="254" name="Group 253">
                          <a:extLst>
                            <a:ext uri="{FF2B5EF4-FFF2-40B4-BE49-F238E27FC236}">
                              <a16:creationId xmlns:a16="http://schemas.microsoft.com/office/drawing/2014/main" id="{2587CCBD-7E3A-042B-1109-9E3186989C92}"/>
                            </a:ext>
                          </a:extLst>
                        </p:cNvPr>
                        <p:cNvGrpSpPr/>
                        <p:nvPr/>
                      </p:nvGrpSpPr>
                      <p:grpSpPr>
                        <a:xfrm>
                          <a:off x="2970212" y="4724400"/>
                          <a:ext cx="731520" cy="731520"/>
                          <a:chOff x="2970212" y="4724400"/>
                          <a:chExt cx="731520" cy="731520"/>
                        </a:xfrm>
                      </p:grpSpPr>
                      <p:grpSp>
                        <p:nvGrpSpPr>
                          <p:cNvPr id="261" name="Group 260">
                            <a:extLst>
                              <a:ext uri="{FF2B5EF4-FFF2-40B4-BE49-F238E27FC236}">
                                <a16:creationId xmlns:a16="http://schemas.microsoft.com/office/drawing/2014/main" id="{CBBA38B7-68D9-19A7-4CA7-9A09F38A8015}"/>
                              </a:ext>
                            </a:extLst>
                          </p:cNvPr>
                          <p:cNvGrpSpPr/>
                          <p:nvPr/>
                        </p:nvGrpSpPr>
                        <p:grpSpPr>
                          <a:xfrm>
                            <a:off x="2970212" y="4724400"/>
                            <a:ext cx="731520" cy="365760"/>
                            <a:chOff x="2970212" y="4724400"/>
                            <a:chExt cx="731520" cy="365760"/>
                          </a:xfrm>
                        </p:grpSpPr>
                        <p:sp>
                          <p:nvSpPr>
                            <p:cNvPr id="264" name="Rectangle 263">
                              <a:extLst>
                                <a:ext uri="{FF2B5EF4-FFF2-40B4-BE49-F238E27FC236}">
                                  <a16:creationId xmlns:a16="http://schemas.microsoft.com/office/drawing/2014/main" id="{264446B1-6D98-F141-7F43-56954B2B053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5" name="Rectangle 264">
                              <a:extLst>
                                <a:ext uri="{FF2B5EF4-FFF2-40B4-BE49-F238E27FC236}">
                                  <a16:creationId xmlns:a16="http://schemas.microsoft.com/office/drawing/2014/main" id="{B4D1F769-4F9C-E829-0648-D371699F6B9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62" name="Rectangle 261">
                            <a:extLst>
                              <a:ext uri="{FF2B5EF4-FFF2-40B4-BE49-F238E27FC236}">
                                <a16:creationId xmlns:a16="http://schemas.microsoft.com/office/drawing/2014/main" id="{DB1FB918-DE23-E60E-8F80-FC468EDC14A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3" name="Rectangle 262">
                            <a:extLst>
                              <a:ext uri="{FF2B5EF4-FFF2-40B4-BE49-F238E27FC236}">
                                <a16:creationId xmlns:a16="http://schemas.microsoft.com/office/drawing/2014/main" id="{8E7ADF55-AA35-5432-2576-C5030A649C1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55" name="Group 254">
                          <a:extLst>
                            <a:ext uri="{FF2B5EF4-FFF2-40B4-BE49-F238E27FC236}">
                              <a16:creationId xmlns:a16="http://schemas.microsoft.com/office/drawing/2014/main" id="{C8755F6E-1C89-C9EA-E55A-435864B688A1}"/>
                            </a:ext>
                          </a:extLst>
                        </p:cNvPr>
                        <p:cNvGrpSpPr/>
                        <p:nvPr/>
                      </p:nvGrpSpPr>
                      <p:grpSpPr>
                        <a:xfrm>
                          <a:off x="3701732" y="4724400"/>
                          <a:ext cx="731520" cy="731520"/>
                          <a:chOff x="2970212" y="4724400"/>
                          <a:chExt cx="731520" cy="731520"/>
                        </a:xfrm>
                      </p:grpSpPr>
                      <p:grpSp>
                        <p:nvGrpSpPr>
                          <p:cNvPr id="256" name="Group 255">
                            <a:extLst>
                              <a:ext uri="{FF2B5EF4-FFF2-40B4-BE49-F238E27FC236}">
                                <a16:creationId xmlns:a16="http://schemas.microsoft.com/office/drawing/2014/main" id="{8A86C341-AE0C-5902-E7B9-39E4850134E8}"/>
                              </a:ext>
                            </a:extLst>
                          </p:cNvPr>
                          <p:cNvGrpSpPr/>
                          <p:nvPr/>
                        </p:nvGrpSpPr>
                        <p:grpSpPr>
                          <a:xfrm>
                            <a:off x="2970212" y="4724400"/>
                            <a:ext cx="731520" cy="365760"/>
                            <a:chOff x="2970212" y="4724400"/>
                            <a:chExt cx="731520" cy="365760"/>
                          </a:xfrm>
                        </p:grpSpPr>
                        <p:sp>
                          <p:nvSpPr>
                            <p:cNvPr id="259" name="Rectangle 258">
                              <a:extLst>
                                <a:ext uri="{FF2B5EF4-FFF2-40B4-BE49-F238E27FC236}">
                                  <a16:creationId xmlns:a16="http://schemas.microsoft.com/office/drawing/2014/main" id="{FA21437E-DDA2-F45F-072A-5FD0E6D35B09}"/>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0" name="Rectangle 259">
                              <a:extLst>
                                <a:ext uri="{FF2B5EF4-FFF2-40B4-BE49-F238E27FC236}">
                                  <a16:creationId xmlns:a16="http://schemas.microsoft.com/office/drawing/2014/main" id="{FCDD2D23-B866-0163-ABE1-503089837F87}"/>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57" name="Rectangle 256">
                            <a:extLst>
                              <a:ext uri="{FF2B5EF4-FFF2-40B4-BE49-F238E27FC236}">
                                <a16:creationId xmlns:a16="http://schemas.microsoft.com/office/drawing/2014/main" id="{023012C2-AB95-0B97-A2A9-12C9A91CC68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8" name="Rectangle 257">
                            <a:extLst>
                              <a:ext uri="{FF2B5EF4-FFF2-40B4-BE49-F238E27FC236}">
                                <a16:creationId xmlns:a16="http://schemas.microsoft.com/office/drawing/2014/main" id="{F34BFE23-5358-5F1E-5B8D-38AC7CA7800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41" name="Group 240">
                        <a:extLst>
                          <a:ext uri="{FF2B5EF4-FFF2-40B4-BE49-F238E27FC236}">
                            <a16:creationId xmlns:a16="http://schemas.microsoft.com/office/drawing/2014/main" id="{79CB21ED-3D2B-116E-BA79-56BF88E306AF}"/>
                          </a:ext>
                        </a:extLst>
                      </p:cNvPr>
                      <p:cNvGrpSpPr/>
                      <p:nvPr/>
                    </p:nvGrpSpPr>
                    <p:grpSpPr>
                      <a:xfrm>
                        <a:off x="2970212" y="5455920"/>
                        <a:ext cx="1463040" cy="731520"/>
                        <a:chOff x="2970212" y="4724400"/>
                        <a:chExt cx="1463040" cy="731520"/>
                      </a:xfrm>
                    </p:grpSpPr>
                    <p:grpSp>
                      <p:nvGrpSpPr>
                        <p:cNvPr id="242" name="Group 241">
                          <a:extLst>
                            <a:ext uri="{FF2B5EF4-FFF2-40B4-BE49-F238E27FC236}">
                              <a16:creationId xmlns:a16="http://schemas.microsoft.com/office/drawing/2014/main" id="{8652529F-CAC1-1CBE-0797-BD3366C518E3}"/>
                            </a:ext>
                          </a:extLst>
                        </p:cNvPr>
                        <p:cNvGrpSpPr/>
                        <p:nvPr/>
                      </p:nvGrpSpPr>
                      <p:grpSpPr>
                        <a:xfrm>
                          <a:off x="2970212" y="4724400"/>
                          <a:ext cx="731520" cy="731520"/>
                          <a:chOff x="2970212" y="4724400"/>
                          <a:chExt cx="731520" cy="731520"/>
                        </a:xfrm>
                      </p:grpSpPr>
                      <p:grpSp>
                        <p:nvGrpSpPr>
                          <p:cNvPr id="249" name="Group 248">
                            <a:extLst>
                              <a:ext uri="{FF2B5EF4-FFF2-40B4-BE49-F238E27FC236}">
                                <a16:creationId xmlns:a16="http://schemas.microsoft.com/office/drawing/2014/main" id="{8582BD87-C3B3-4A0F-8BDC-FA0EF67D0CDB}"/>
                              </a:ext>
                            </a:extLst>
                          </p:cNvPr>
                          <p:cNvGrpSpPr/>
                          <p:nvPr/>
                        </p:nvGrpSpPr>
                        <p:grpSpPr>
                          <a:xfrm>
                            <a:off x="2970212" y="4724400"/>
                            <a:ext cx="731520" cy="365760"/>
                            <a:chOff x="2970212" y="4724400"/>
                            <a:chExt cx="731520" cy="365760"/>
                          </a:xfrm>
                        </p:grpSpPr>
                        <p:sp>
                          <p:nvSpPr>
                            <p:cNvPr id="252" name="Rectangle 251">
                              <a:extLst>
                                <a:ext uri="{FF2B5EF4-FFF2-40B4-BE49-F238E27FC236}">
                                  <a16:creationId xmlns:a16="http://schemas.microsoft.com/office/drawing/2014/main" id="{AF5C351D-5C0B-7366-6F34-6DE343D6851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3" name="Rectangle 252">
                              <a:extLst>
                                <a:ext uri="{FF2B5EF4-FFF2-40B4-BE49-F238E27FC236}">
                                  <a16:creationId xmlns:a16="http://schemas.microsoft.com/office/drawing/2014/main" id="{10122B2F-5E40-32E1-D434-AFE4D68650B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50" name="Rectangle 249">
                            <a:extLst>
                              <a:ext uri="{FF2B5EF4-FFF2-40B4-BE49-F238E27FC236}">
                                <a16:creationId xmlns:a16="http://schemas.microsoft.com/office/drawing/2014/main" id="{D073A017-3A2F-28A8-4FCD-D2CF2341C32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1" name="Rectangle 250">
                            <a:extLst>
                              <a:ext uri="{FF2B5EF4-FFF2-40B4-BE49-F238E27FC236}">
                                <a16:creationId xmlns:a16="http://schemas.microsoft.com/office/drawing/2014/main" id="{4BFB7C9F-3F8B-359D-8FE3-FED6F53A1E7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43" name="Group 242">
                          <a:extLst>
                            <a:ext uri="{FF2B5EF4-FFF2-40B4-BE49-F238E27FC236}">
                              <a16:creationId xmlns:a16="http://schemas.microsoft.com/office/drawing/2014/main" id="{8EA054F7-FBB2-7B72-FC80-92E5A2E04E55}"/>
                            </a:ext>
                          </a:extLst>
                        </p:cNvPr>
                        <p:cNvGrpSpPr/>
                        <p:nvPr/>
                      </p:nvGrpSpPr>
                      <p:grpSpPr>
                        <a:xfrm>
                          <a:off x="3701732" y="4724400"/>
                          <a:ext cx="731520" cy="731520"/>
                          <a:chOff x="2970212" y="4724400"/>
                          <a:chExt cx="731520" cy="731520"/>
                        </a:xfrm>
                      </p:grpSpPr>
                      <p:grpSp>
                        <p:nvGrpSpPr>
                          <p:cNvPr id="244" name="Group 243">
                            <a:extLst>
                              <a:ext uri="{FF2B5EF4-FFF2-40B4-BE49-F238E27FC236}">
                                <a16:creationId xmlns:a16="http://schemas.microsoft.com/office/drawing/2014/main" id="{FEA67C01-F60F-F1C9-ABAF-495746A53636}"/>
                              </a:ext>
                            </a:extLst>
                          </p:cNvPr>
                          <p:cNvGrpSpPr/>
                          <p:nvPr/>
                        </p:nvGrpSpPr>
                        <p:grpSpPr>
                          <a:xfrm>
                            <a:off x="2970212" y="4724400"/>
                            <a:ext cx="731520" cy="365760"/>
                            <a:chOff x="2970212" y="4724400"/>
                            <a:chExt cx="731520" cy="365760"/>
                          </a:xfrm>
                        </p:grpSpPr>
                        <p:sp>
                          <p:nvSpPr>
                            <p:cNvPr id="247" name="Rectangle 246">
                              <a:extLst>
                                <a:ext uri="{FF2B5EF4-FFF2-40B4-BE49-F238E27FC236}">
                                  <a16:creationId xmlns:a16="http://schemas.microsoft.com/office/drawing/2014/main" id="{2BF4B444-D457-6117-CCCD-FA1277B3AEC1}"/>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48" name="Rectangle 247">
                              <a:extLst>
                                <a:ext uri="{FF2B5EF4-FFF2-40B4-BE49-F238E27FC236}">
                                  <a16:creationId xmlns:a16="http://schemas.microsoft.com/office/drawing/2014/main" id="{119EB92C-3BC8-071A-F148-B82ECA1B755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45" name="Rectangle 244">
                            <a:extLst>
                              <a:ext uri="{FF2B5EF4-FFF2-40B4-BE49-F238E27FC236}">
                                <a16:creationId xmlns:a16="http://schemas.microsoft.com/office/drawing/2014/main" id="{BCBADC26-9D47-0A93-CA59-9FEF5F5BF10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46" name="Rectangle 245">
                            <a:extLst>
                              <a:ext uri="{FF2B5EF4-FFF2-40B4-BE49-F238E27FC236}">
                                <a16:creationId xmlns:a16="http://schemas.microsoft.com/office/drawing/2014/main" id="{E2612721-7B41-CB38-C157-F01E3420D10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183" name="Group 182">
                    <a:extLst>
                      <a:ext uri="{FF2B5EF4-FFF2-40B4-BE49-F238E27FC236}">
                        <a16:creationId xmlns:a16="http://schemas.microsoft.com/office/drawing/2014/main" id="{53397187-12D2-E839-0DCD-8DE5AA7EE8FC}"/>
                      </a:ext>
                    </a:extLst>
                  </p:cNvPr>
                  <p:cNvGrpSpPr/>
                  <p:nvPr/>
                </p:nvGrpSpPr>
                <p:grpSpPr>
                  <a:xfrm>
                    <a:off x="2132012" y="4587240"/>
                    <a:ext cx="2926080" cy="1463040"/>
                    <a:chOff x="2970212" y="4724400"/>
                    <a:chExt cx="2926080" cy="1463040"/>
                  </a:xfrm>
                </p:grpSpPr>
                <p:grpSp>
                  <p:nvGrpSpPr>
                    <p:cNvPr id="184" name="Group 183">
                      <a:extLst>
                        <a:ext uri="{FF2B5EF4-FFF2-40B4-BE49-F238E27FC236}">
                          <a16:creationId xmlns:a16="http://schemas.microsoft.com/office/drawing/2014/main" id="{D9783632-CE2F-9CFB-5302-316C089447DA}"/>
                        </a:ext>
                      </a:extLst>
                    </p:cNvPr>
                    <p:cNvGrpSpPr/>
                    <p:nvPr/>
                  </p:nvGrpSpPr>
                  <p:grpSpPr>
                    <a:xfrm>
                      <a:off x="2970212" y="4724400"/>
                      <a:ext cx="1463040" cy="1463040"/>
                      <a:chOff x="2970212" y="4724400"/>
                      <a:chExt cx="1463040" cy="1463040"/>
                    </a:xfrm>
                  </p:grpSpPr>
                  <p:grpSp>
                    <p:nvGrpSpPr>
                      <p:cNvPr id="212" name="Group 211">
                        <a:extLst>
                          <a:ext uri="{FF2B5EF4-FFF2-40B4-BE49-F238E27FC236}">
                            <a16:creationId xmlns:a16="http://schemas.microsoft.com/office/drawing/2014/main" id="{88F3AB9A-D1BA-9EFB-3EC2-AD6424327E57}"/>
                          </a:ext>
                        </a:extLst>
                      </p:cNvPr>
                      <p:cNvGrpSpPr/>
                      <p:nvPr/>
                    </p:nvGrpSpPr>
                    <p:grpSpPr>
                      <a:xfrm>
                        <a:off x="2970212" y="4724400"/>
                        <a:ext cx="1463040" cy="731520"/>
                        <a:chOff x="2970212" y="4724400"/>
                        <a:chExt cx="1463040" cy="731520"/>
                      </a:xfrm>
                    </p:grpSpPr>
                    <p:grpSp>
                      <p:nvGrpSpPr>
                        <p:cNvPr id="226" name="Group 225">
                          <a:extLst>
                            <a:ext uri="{FF2B5EF4-FFF2-40B4-BE49-F238E27FC236}">
                              <a16:creationId xmlns:a16="http://schemas.microsoft.com/office/drawing/2014/main" id="{C5CE6062-4693-19CA-850B-68013B9FED14}"/>
                            </a:ext>
                          </a:extLst>
                        </p:cNvPr>
                        <p:cNvGrpSpPr/>
                        <p:nvPr/>
                      </p:nvGrpSpPr>
                      <p:grpSpPr>
                        <a:xfrm>
                          <a:off x="2970212" y="4724400"/>
                          <a:ext cx="731520" cy="731520"/>
                          <a:chOff x="2970212" y="4724400"/>
                          <a:chExt cx="731520" cy="731520"/>
                        </a:xfrm>
                      </p:grpSpPr>
                      <p:grpSp>
                        <p:nvGrpSpPr>
                          <p:cNvPr id="233" name="Group 232">
                            <a:extLst>
                              <a:ext uri="{FF2B5EF4-FFF2-40B4-BE49-F238E27FC236}">
                                <a16:creationId xmlns:a16="http://schemas.microsoft.com/office/drawing/2014/main" id="{6FB93103-0740-5159-5CA2-33FEA2B7CE5D}"/>
                              </a:ext>
                            </a:extLst>
                          </p:cNvPr>
                          <p:cNvGrpSpPr/>
                          <p:nvPr/>
                        </p:nvGrpSpPr>
                        <p:grpSpPr>
                          <a:xfrm>
                            <a:off x="2970212" y="4724400"/>
                            <a:ext cx="731520" cy="365760"/>
                            <a:chOff x="2970212" y="4724400"/>
                            <a:chExt cx="731520" cy="365760"/>
                          </a:xfrm>
                        </p:grpSpPr>
                        <p:sp>
                          <p:nvSpPr>
                            <p:cNvPr id="236" name="Rectangle 235">
                              <a:extLst>
                                <a:ext uri="{FF2B5EF4-FFF2-40B4-BE49-F238E27FC236}">
                                  <a16:creationId xmlns:a16="http://schemas.microsoft.com/office/drawing/2014/main" id="{9B23085A-5D9D-43F4-A871-33929DA9143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7" name="Rectangle 236">
                              <a:extLst>
                                <a:ext uri="{FF2B5EF4-FFF2-40B4-BE49-F238E27FC236}">
                                  <a16:creationId xmlns:a16="http://schemas.microsoft.com/office/drawing/2014/main" id="{3C569825-E9AF-BD58-22F9-B3376D0FCE2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34" name="Rectangle 233">
                            <a:extLst>
                              <a:ext uri="{FF2B5EF4-FFF2-40B4-BE49-F238E27FC236}">
                                <a16:creationId xmlns:a16="http://schemas.microsoft.com/office/drawing/2014/main" id="{32DD5094-1839-7863-90A6-5C54DAFCAF0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5" name="Rectangle 234">
                            <a:extLst>
                              <a:ext uri="{FF2B5EF4-FFF2-40B4-BE49-F238E27FC236}">
                                <a16:creationId xmlns:a16="http://schemas.microsoft.com/office/drawing/2014/main" id="{667A3AD8-919C-5DCC-6995-CF00B088D7A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27" name="Group 226">
                          <a:extLst>
                            <a:ext uri="{FF2B5EF4-FFF2-40B4-BE49-F238E27FC236}">
                              <a16:creationId xmlns:a16="http://schemas.microsoft.com/office/drawing/2014/main" id="{6310A9CE-891B-A044-D7FB-4A05CC1DE5BB}"/>
                            </a:ext>
                          </a:extLst>
                        </p:cNvPr>
                        <p:cNvGrpSpPr/>
                        <p:nvPr/>
                      </p:nvGrpSpPr>
                      <p:grpSpPr>
                        <a:xfrm>
                          <a:off x="3701732" y="4724400"/>
                          <a:ext cx="731520" cy="731520"/>
                          <a:chOff x="2970212" y="4724400"/>
                          <a:chExt cx="731520" cy="731520"/>
                        </a:xfrm>
                      </p:grpSpPr>
                      <p:grpSp>
                        <p:nvGrpSpPr>
                          <p:cNvPr id="228" name="Group 227">
                            <a:extLst>
                              <a:ext uri="{FF2B5EF4-FFF2-40B4-BE49-F238E27FC236}">
                                <a16:creationId xmlns:a16="http://schemas.microsoft.com/office/drawing/2014/main" id="{8D14F848-A6F6-A13B-559B-44C868AA023B}"/>
                              </a:ext>
                            </a:extLst>
                          </p:cNvPr>
                          <p:cNvGrpSpPr/>
                          <p:nvPr/>
                        </p:nvGrpSpPr>
                        <p:grpSpPr>
                          <a:xfrm>
                            <a:off x="2970212" y="4724400"/>
                            <a:ext cx="731520" cy="365760"/>
                            <a:chOff x="2970212" y="4724400"/>
                            <a:chExt cx="731520" cy="365760"/>
                          </a:xfrm>
                        </p:grpSpPr>
                        <p:sp>
                          <p:nvSpPr>
                            <p:cNvPr id="231" name="Rectangle 230">
                              <a:extLst>
                                <a:ext uri="{FF2B5EF4-FFF2-40B4-BE49-F238E27FC236}">
                                  <a16:creationId xmlns:a16="http://schemas.microsoft.com/office/drawing/2014/main" id="{33BBFF7B-9262-4C56-9DDC-E4F52DFAFE3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2" name="Rectangle 231">
                              <a:extLst>
                                <a:ext uri="{FF2B5EF4-FFF2-40B4-BE49-F238E27FC236}">
                                  <a16:creationId xmlns:a16="http://schemas.microsoft.com/office/drawing/2014/main" id="{CB191756-6C7E-3B3B-B768-A8358D54DB8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29" name="Rectangle 228">
                            <a:extLst>
                              <a:ext uri="{FF2B5EF4-FFF2-40B4-BE49-F238E27FC236}">
                                <a16:creationId xmlns:a16="http://schemas.microsoft.com/office/drawing/2014/main" id="{DAD1F42B-0A07-4FB6-3498-34AF0AD00A5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0" name="Rectangle 229">
                            <a:extLst>
                              <a:ext uri="{FF2B5EF4-FFF2-40B4-BE49-F238E27FC236}">
                                <a16:creationId xmlns:a16="http://schemas.microsoft.com/office/drawing/2014/main" id="{E6812FF4-3FCC-DCAC-1550-E31712AFA57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13" name="Group 212">
                        <a:extLst>
                          <a:ext uri="{FF2B5EF4-FFF2-40B4-BE49-F238E27FC236}">
                            <a16:creationId xmlns:a16="http://schemas.microsoft.com/office/drawing/2014/main" id="{98B1FC35-4864-03A9-8334-F027498F005A}"/>
                          </a:ext>
                        </a:extLst>
                      </p:cNvPr>
                      <p:cNvGrpSpPr/>
                      <p:nvPr/>
                    </p:nvGrpSpPr>
                    <p:grpSpPr>
                      <a:xfrm>
                        <a:off x="2970212" y="5455920"/>
                        <a:ext cx="1463040" cy="731520"/>
                        <a:chOff x="2970212" y="4724400"/>
                        <a:chExt cx="1463040" cy="731520"/>
                      </a:xfrm>
                    </p:grpSpPr>
                    <p:grpSp>
                      <p:nvGrpSpPr>
                        <p:cNvPr id="214" name="Group 213">
                          <a:extLst>
                            <a:ext uri="{FF2B5EF4-FFF2-40B4-BE49-F238E27FC236}">
                              <a16:creationId xmlns:a16="http://schemas.microsoft.com/office/drawing/2014/main" id="{E42E776E-00A3-3BFF-1E2F-F6AF972BAFC4}"/>
                            </a:ext>
                          </a:extLst>
                        </p:cNvPr>
                        <p:cNvGrpSpPr/>
                        <p:nvPr/>
                      </p:nvGrpSpPr>
                      <p:grpSpPr>
                        <a:xfrm>
                          <a:off x="2970212" y="4724400"/>
                          <a:ext cx="731520" cy="731520"/>
                          <a:chOff x="2970212" y="4724400"/>
                          <a:chExt cx="731520" cy="731520"/>
                        </a:xfrm>
                      </p:grpSpPr>
                      <p:grpSp>
                        <p:nvGrpSpPr>
                          <p:cNvPr id="221" name="Group 220">
                            <a:extLst>
                              <a:ext uri="{FF2B5EF4-FFF2-40B4-BE49-F238E27FC236}">
                                <a16:creationId xmlns:a16="http://schemas.microsoft.com/office/drawing/2014/main" id="{CAF35A9E-EB52-B741-69DE-89548F783E22}"/>
                              </a:ext>
                            </a:extLst>
                          </p:cNvPr>
                          <p:cNvGrpSpPr/>
                          <p:nvPr/>
                        </p:nvGrpSpPr>
                        <p:grpSpPr>
                          <a:xfrm>
                            <a:off x="2970212" y="4724400"/>
                            <a:ext cx="731520" cy="365760"/>
                            <a:chOff x="2970212" y="4724400"/>
                            <a:chExt cx="731520" cy="365760"/>
                          </a:xfrm>
                        </p:grpSpPr>
                        <p:sp>
                          <p:nvSpPr>
                            <p:cNvPr id="224" name="Rectangle 223">
                              <a:extLst>
                                <a:ext uri="{FF2B5EF4-FFF2-40B4-BE49-F238E27FC236}">
                                  <a16:creationId xmlns:a16="http://schemas.microsoft.com/office/drawing/2014/main" id="{1EF638FF-A509-B8FE-426B-79B50BFA808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5" name="Rectangle 224">
                              <a:extLst>
                                <a:ext uri="{FF2B5EF4-FFF2-40B4-BE49-F238E27FC236}">
                                  <a16:creationId xmlns:a16="http://schemas.microsoft.com/office/drawing/2014/main" id="{93BE3AD1-DA43-84BC-E8B3-F8B0CC4F5B1F}"/>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22" name="Rectangle 221">
                            <a:extLst>
                              <a:ext uri="{FF2B5EF4-FFF2-40B4-BE49-F238E27FC236}">
                                <a16:creationId xmlns:a16="http://schemas.microsoft.com/office/drawing/2014/main" id="{927A241D-C740-B28B-B2B3-65205FB5B5A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3" name="Rectangle 222">
                            <a:extLst>
                              <a:ext uri="{FF2B5EF4-FFF2-40B4-BE49-F238E27FC236}">
                                <a16:creationId xmlns:a16="http://schemas.microsoft.com/office/drawing/2014/main" id="{310BB661-784E-E9A6-4432-03C7A7D7EAA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15" name="Group 214">
                          <a:extLst>
                            <a:ext uri="{FF2B5EF4-FFF2-40B4-BE49-F238E27FC236}">
                              <a16:creationId xmlns:a16="http://schemas.microsoft.com/office/drawing/2014/main" id="{70485CB6-EE14-332D-AB07-99341F4FE5B8}"/>
                            </a:ext>
                          </a:extLst>
                        </p:cNvPr>
                        <p:cNvGrpSpPr/>
                        <p:nvPr/>
                      </p:nvGrpSpPr>
                      <p:grpSpPr>
                        <a:xfrm>
                          <a:off x="3701732" y="4724400"/>
                          <a:ext cx="731520" cy="731520"/>
                          <a:chOff x="2970212" y="4724400"/>
                          <a:chExt cx="731520" cy="731520"/>
                        </a:xfrm>
                      </p:grpSpPr>
                      <p:grpSp>
                        <p:nvGrpSpPr>
                          <p:cNvPr id="216" name="Group 215">
                            <a:extLst>
                              <a:ext uri="{FF2B5EF4-FFF2-40B4-BE49-F238E27FC236}">
                                <a16:creationId xmlns:a16="http://schemas.microsoft.com/office/drawing/2014/main" id="{3CE3202D-95F9-DA61-8A6D-A63E7416ACD1}"/>
                              </a:ext>
                            </a:extLst>
                          </p:cNvPr>
                          <p:cNvGrpSpPr/>
                          <p:nvPr/>
                        </p:nvGrpSpPr>
                        <p:grpSpPr>
                          <a:xfrm>
                            <a:off x="2970212" y="4724400"/>
                            <a:ext cx="731520" cy="365760"/>
                            <a:chOff x="2970212" y="4724400"/>
                            <a:chExt cx="731520" cy="365760"/>
                          </a:xfrm>
                        </p:grpSpPr>
                        <p:sp>
                          <p:nvSpPr>
                            <p:cNvPr id="219" name="Rectangle 218">
                              <a:extLst>
                                <a:ext uri="{FF2B5EF4-FFF2-40B4-BE49-F238E27FC236}">
                                  <a16:creationId xmlns:a16="http://schemas.microsoft.com/office/drawing/2014/main" id="{DC04123A-4526-25B3-75B9-3408BAF3349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0" name="Rectangle 219">
                              <a:extLst>
                                <a:ext uri="{FF2B5EF4-FFF2-40B4-BE49-F238E27FC236}">
                                  <a16:creationId xmlns:a16="http://schemas.microsoft.com/office/drawing/2014/main" id="{10F7056C-63D6-7EB1-7A85-00D35573BCC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17" name="Rectangle 216">
                            <a:extLst>
                              <a:ext uri="{FF2B5EF4-FFF2-40B4-BE49-F238E27FC236}">
                                <a16:creationId xmlns:a16="http://schemas.microsoft.com/office/drawing/2014/main" id="{7F2F2FAF-E672-FE6D-001E-577D103F6D8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18" name="Rectangle 217">
                            <a:extLst>
                              <a:ext uri="{FF2B5EF4-FFF2-40B4-BE49-F238E27FC236}">
                                <a16:creationId xmlns:a16="http://schemas.microsoft.com/office/drawing/2014/main" id="{06318D3F-157E-57C4-775C-612E8AE426D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185" name="Group 184">
                      <a:extLst>
                        <a:ext uri="{FF2B5EF4-FFF2-40B4-BE49-F238E27FC236}">
                          <a16:creationId xmlns:a16="http://schemas.microsoft.com/office/drawing/2014/main" id="{60E248E5-6AC8-BD4D-060A-F470234BE41E}"/>
                        </a:ext>
                      </a:extLst>
                    </p:cNvPr>
                    <p:cNvGrpSpPr/>
                    <p:nvPr/>
                  </p:nvGrpSpPr>
                  <p:grpSpPr>
                    <a:xfrm>
                      <a:off x="4433252" y="4724400"/>
                      <a:ext cx="1463040" cy="1463040"/>
                      <a:chOff x="2970212" y="4724400"/>
                      <a:chExt cx="1463040" cy="1463040"/>
                    </a:xfrm>
                  </p:grpSpPr>
                  <p:grpSp>
                    <p:nvGrpSpPr>
                      <p:cNvPr id="186" name="Group 185">
                        <a:extLst>
                          <a:ext uri="{FF2B5EF4-FFF2-40B4-BE49-F238E27FC236}">
                            <a16:creationId xmlns:a16="http://schemas.microsoft.com/office/drawing/2014/main" id="{C12CCAB5-445F-F567-7524-8F2EA703405B}"/>
                          </a:ext>
                        </a:extLst>
                      </p:cNvPr>
                      <p:cNvGrpSpPr/>
                      <p:nvPr/>
                    </p:nvGrpSpPr>
                    <p:grpSpPr>
                      <a:xfrm>
                        <a:off x="2970212" y="4724400"/>
                        <a:ext cx="1463040" cy="731520"/>
                        <a:chOff x="2970212" y="4724400"/>
                        <a:chExt cx="1463040" cy="731520"/>
                      </a:xfrm>
                    </p:grpSpPr>
                    <p:grpSp>
                      <p:nvGrpSpPr>
                        <p:cNvPr id="200" name="Group 199">
                          <a:extLst>
                            <a:ext uri="{FF2B5EF4-FFF2-40B4-BE49-F238E27FC236}">
                              <a16:creationId xmlns:a16="http://schemas.microsoft.com/office/drawing/2014/main" id="{C5CB87FC-005A-7549-FD4D-4137C9228AE5}"/>
                            </a:ext>
                          </a:extLst>
                        </p:cNvPr>
                        <p:cNvGrpSpPr/>
                        <p:nvPr/>
                      </p:nvGrpSpPr>
                      <p:grpSpPr>
                        <a:xfrm>
                          <a:off x="2970212" y="4724400"/>
                          <a:ext cx="731520" cy="731520"/>
                          <a:chOff x="2970212" y="4724400"/>
                          <a:chExt cx="731520" cy="731520"/>
                        </a:xfrm>
                      </p:grpSpPr>
                      <p:grpSp>
                        <p:nvGrpSpPr>
                          <p:cNvPr id="207" name="Group 206">
                            <a:extLst>
                              <a:ext uri="{FF2B5EF4-FFF2-40B4-BE49-F238E27FC236}">
                                <a16:creationId xmlns:a16="http://schemas.microsoft.com/office/drawing/2014/main" id="{DCA11C85-3325-E478-62C3-A0A903955368}"/>
                              </a:ext>
                            </a:extLst>
                          </p:cNvPr>
                          <p:cNvGrpSpPr/>
                          <p:nvPr/>
                        </p:nvGrpSpPr>
                        <p:grpSpPr>
                          <a:xfrm>
                            <a:off x="2970212" y="4724400"/>
                            <a:ext cx="731520" cy="365760"/>
                            <a:chOff x="2970212" y="4724400"/>
                            <a:chExt cx="731520" cy="365760"/>
                          </a:xfrm>
                        </p:grpSpPr>
                        <p:sp>
                          <p:nvSpPr>
                            <p:cNvPr id="210" name="Rectangle 209">
                              <a:extLst>
                                <a:ext uri="{FF2B5EF4-FFF2-40B4-BE49-F238E27FC236}">
                                  <a16:creationId xmlns:a16="http://schemas.microsoft.com/office/drawing/2014/main" id="{AE78BA34-6FBA-85C9-3C2A-D2646C117796}"/>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11" name="Rectangle 210">
                              <a:extLst>
                                <a:ext uri="{FF2B5EF4-FFF2-40B4-BE49-F238E27FC236}">
                                  <a16:creationId xmlns:a16="http://schemas.microsoft.com/office/drawing/2014/main" id="{1EB005B4-D971-FA3B-7289-F002D23846A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08" name="Rectangle 207">
                            <a:extLst>
                              <a:ext uri="{FF2B5EF4-FFF2-40B4-BE49-F238E27FC236}">
                                <a16:creationId xmlns:a16="http://schemas.microsoft.com/office/drawing/2014/main" id="{51C0C08B-0833-B7A2-9E34-7DE7439D209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9" name="Rectangle 208">
                            <a:extLst>
                              <a:ext uri="{FF2B5EF4-FFF2-40B4-BE49-F238E27FC236}">
                                <a16:creationId xmlns:a16="http://schemas.microsoft.com/office/drawing/2014/main" id="{2CAF787D-5D64-E453-3538-F677EA6F842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01" name="Group 200">
                          <a:extLst>
                            <a:ext uri="{FF2B5EF4-FFF2-40B4-BE49-F238E27FC236}">
                              <a16:creationId xmlns:a16="http://schemas.microsoft.com/office/drawing/2014/main" id="{7BF417C7-BEE9-2D2B-8DAA-A91B4BC4B8D3}"/>
                            </a:ext>
                          </a:extLst>
                        </p:cNvPr>
                        <p:cNvGrpSpPr/>
                        <p:nvPr/>
                      </p:nvGrpSpPr>
                      <p:grpSpPr>
                        <a:xfrm>
                          <a:off x="3701732" y="4724400"/>
                          <a:ext cx="731520" cy="731520"/>
                          <a:chOff x="2970212" y="4724400"/>
                          <a:chExt cx="731520" cy="731520"/>
                        </a:xfrm>
                      </p:grpSpPr>
                      <p:grpSp>
                        <p:nvGrpSpPr>
                          <p:cNvPr id="202" name="Group 201">
                            <a:extLst>
                              <a:ext uri="{FF2B5EF4-FFF2-40B4-BE49-F238E27FC236}">
                                <a16:creationId xmlns:a16="http://schemas.microsoft.com/office/drawing/2014/main" id="{17C1BCDC-53E9-3687-1FE1-DB03A610FCB5}"/>
                              </a:ext>
                            </a:extLst>
                          </p:cNvPr>
                          <p:cNvGrpSpPr/>
                          <p:nvPr/>
                        </p:nvGrpSpPr>
                        <p:grpSpPr>
                          <a:xfrm>
                            <a:off x="2970212" y="4724400"/>
                            <a:ext cx="731520" cy="365760"/>
                            <a:chOff x="2970212" y="4724400"/>
                            <a:chExt cx="731520" cy="365760"/>
                          </a:xfrm>
                        </p:grpSpPr>
                        <p:sp>
                          <p:nvSpPr>
                            <p:cNvPr id="205" name="Rectangle 204">
                              <a:extLst>
                                <a:ext uri="{FF2B5EF4-FFF2-40B4-BE49-F238E27FC236}">
                                  <a16:creationId xmlns:a16="http://schemas.microsoft.com/office/drawing/2014/main" id="{B68B986C-4063-B479-9585-9DEFF2B1ED5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6" name="Rectangle 205">
                              <a:extLst>
                                <a:ext uri="{FF2B5EF4-FFF2-40B4-BE49-F238E27FC236}">
                                  <a16:creationId xmlns:a16="http://schemas.microsoft.com/office/drawing/2014/main" id="{BC09C458-4FEC-A50C-6937-0FD9E6869E4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03" name="Rectangle 202">
                            <a:extLst>
                              <a:ext uri="{FF2B5EF4-FFF2-40B4-BE49-F238E27FC236}">
                                <a16:creationId xmlns:a16="http://schemas.microsoft.com/office/drawing/2014/main" id="{921106FE-F12E-5E15-FA37-2B9396FC4A0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4" name="Rectangle 203">
                            <a:extLst>
                              <a:ext uri="{FF2B5EF4-FFF2-40B4-BE49-F238E27FC236}">
                                <a16:creationId xmlns:a16="http://schemas.microsoft.com/office/drawing/2014/main" id="{35331B61-0F33-C8DD-E89C-D5DF3D555957}"/>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187" name="Group 186">
                        <a:extLst>
                          <a:ext uri="{FF2B5EF4-FFF2-40B4-BE49-F238E27FC236}">
                            <a16:creationId xmlns:a16="http://schemas.microsoft.com/office/drawing/2014/main" id="{0AE928AE-CE2D-9E83-87AA-61C9C8704C00}"/>
                          </a:ext>
                        </a:extLst>
                      </p:cNvPr>
                      <p:cNvGrpSpPr/>
                      <p:nvPr/>
                    </p:nvGrpSpPr>
                    <p:grpSpPr>
                      <a:xfrm>
                        <a:off x="2970212" y="5455920"/>
                        <a:ext cx="1463040" cy="731520"/>
                        <a:chOff x="2970212" y="4724400"/>
                        <a:chExt cx="1463040" cy="731520"/>
                      </a:xfrm>
                    </p:grpSpPr>
                    <p:grpSp>
                      <p:nvGrpSpPr>
                        <p:cNvPr id="188" name="Group 187">
                          <a:extLst>
                            <a:ext uri="{FF2B5EF4-FFF2-40B4-BE49-F238E27FC236}">
                              <a16:creationId xmlns:a16="http://schemas.microsoft.com/office/drawing/2014/main" id="{AEBF79D0-D4B6-EA37-F87D-A71FC386F019}"/>
                            </a:ext>
                          </a:extLst>
                        </p:cNvPr>
                        <p:cNvGrpSpPr/>
                        <p:nvPr/>
                      </p:nvGrpSpPr>
                      <p:grpSpPr>
                        <a:xfrm>
                          <a:off x="2970212" y="4724400"/>
                          <a:ext cx="731520" cy="731520"/>
                          <a:chOff x="2970212" y="4724400"/>
                          <a:chExt cx="731520" cy="731520"/>
                        </a:xfrm>
                      </p:grpSpPr>
                      <p:grpSp>
                        <p:nvGrpSpPr>
                          <p:cNvPr id="195" name="Group 194">
                            <a:extLst>
                              <a:ext uri="{FF2B5EF4-FFF2-40B4-BE49-F238E27FC236}">
                                <a16:creationId xmlns:a16="http://schemas.microsoft.com/office/drawing/2014/main" id="{431D042F-A84F-CA68-88CA-0AD3A36590DC}"/>
                              </a:ext>
                            </a:extLst>
                          </p:cNvPr>
                          <p:cNvGrpSpPr/>
                          <p:nvPr/>
                        </p:nvGrpSpPr>
                        <p:grpSpPr>
                          <a:xfrm>
                            <a:off x="2970212" y="4724400"/>
                            <a:ext cx="731520" cy="365760"/>
                            <a:chOff x="2970212" y="4724400"/>
                            <a:chExt cx="731520" cy="365760"/>
                          </a:xfrm>
                        </p:grpSpPr>
                        <p:sp>
                          <p:nvSpPr>
                            <p:cNvPr id="198" name="Rectangle 197">
                              <a:extLst>
                                <a:ext uri="{FF2B5EF4-FFF2-40B4-BE49-F238E27FC236}">
                                  <a16:creationId xmlns:a16="http://schemas.microsoft.com/office/drawing/2014/main" id="{CC2DEEA2-3C2C-B5FE-1EC3-1B7202F1DBA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9" name="Rectangle 198">
                              <a:extLst>
                                <a:ext uri="{FF2B5EF4-FFF2-40B4-BE49-F238E27FC236}">
                                  <a16:creationId xmlns:a16="http://schemas.microsoft.com/office/drawing/2014/main" id="{1017E713-0627-DEAD-B247-2E4AEB8C4F6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96" name="Rectangle 195">
                            <a:extLst>
                              <a:ext uri="{FF2B5EF4-FFF2-40B4-BE49-F238E27FC236}">
                                <a16:creationId xmlns:a16="http://schemas.microsoft.com/office/drawing/2014/main" id="{A97A5EC1-CCC0-FF66-87CF-011BF6811F5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7" name="Rectangle 196">
                            <a:extLst>
                              <a:ext uri="{FF2B5EF4-FFF2-40B4-BE49-F238E27FC236}">
                                <a16:creationId xmlns:a16="http://schemas.microsoft.com/office/drawing/2014/main" id="{E2A63448-01BF-F7A2-4095-E5ABBCC3E0EC}"/>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89" name="Group 188">
                          <a:extLst>
                            <a:ext uri="{FF2B5EF4-FFF2-40B4-BE49-F238E27FC236}">
                              <a16:creationId xmlns:a16="http://schemas.microsoft.com/office/drawing/2014/main" id="{4A707F49-16A4-0C88-EE34-107A4B1EEA5C}"/>
                            </a:ext>
                          </a:extLst>
                        </p:cNvPr>
                        <p:cNvGrpSpPr/>
                        <p:nvPr/>
                      </p:nvGrpSpPr>
                      <p:grpSpPr>
                        <a:xfrm>
                          <a:off x="3701732" y="4724400"/>
                          <a:ext cx="731520" cy="731520"/>
                          <a:chOff x="2970212" y="4724400"/>
                          <a:chExt cx="731520" cy="731520"/>
                        </a:xfrm>
                      </p:grpSpPr>
                      <p:grpSp>
                        <p:nvGrpSpPr>
                          <p:cNvPr id="190" name="Group 189">
                            <a:extLst>
                              <a:ext uri="{FF2B5EF4-FFF2-40B4-BE49-F238E27FC236}">
                                <a16:creationId xmlns:a16="http://schemas.microsoft.com/office/drawing/2014/main" id="{C93437FD-810A-D71F-E7CA-C296E74AF877}"/>
                              </a:ext>
                            </a:extLst>
                          </p:cNvPr>
                          <p:cNvGrpSpPr/>
                          <p:nvPr/>
                        </p:nvGrpSpPr>
                        <p:grpSpPr>
                          <a:xfrm>
                            <a:off x="2970212" y="4724400"/>
                            <a:ext cx="731520" cy="365760"/>
                            <a:chOff x="2970212" y="4724400"/>
                            <a:chExt cx="731520" cy="365760"/>
                          </a:xfrm>
                        </p:grpSpPr>
                        <p:sp>
                          <p:nvSpPr>
                            <p:cNvPr id="193" name="Rectangle 192">
                              <a:extLst>
                                <a:ext uri="{FF2B5EF4-FFF2-40B4-BE49-F238E27FC236}">
                                  <a16:creationId xmlns:a16="http://schemas.microsoft.com/office/drawing/2014/main" id="{16601E4F-752C-67A7-9203-F21ED3F49F2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4" name="Rectangle 193">
                              <a:extLst>
                                <a:ext uri="{FF2B5EF4-FFF2-40B4-BE49-F238E27FC236}">
                                  <a16:creationId xmlns:a16="http://schemas.microsoft.com/office/drawing/2014/main" id="{EFA43D22-31DC-83B0-C0B3-3E8C77A1781D}"/>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91" name="Rectangle 190">
                            <a:extLst>
                              <a:ext uri="{FF2B5EF4-FFF2-40B4-BE49-F238E27FC236}">
                                <a16:creationId xmlns:a16="http://schemas.microsoft.com/office/drawing/2014/main" id="{2F2B9DD5-4336-DEF7-8B49-8150F6272C2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2" name="Rectangle 191">
                            <a:extLst>
                              <a:ext uri="{FF2B5EF4-FFF2-40B4-BE49-F238E27FC236}">
                                <a16:creationId xmlns:a16="http://schemas.microsoft.com/office/drawing/2014/main" id="{B52364F4-A4B9-A06E-9F6F-FC2250A327B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nvGrpSpPr>
                <p:cNvPr id="292" name="Group 291">
                  <a:extLst>
                    <a:ext uri="{FF2B5EF4-FFF2-40B4-BE49-F238E27FC236}">
                      <a16:creationId xmlns:a16="http://schemas.microsoft.com/office/drawing/2014/main" id="{9A6CA6B9-AA75-0505-799F-E25C7B1B8AD0}"/>
                    </a:ext>
                  </a:extLst>
                </p:cNvPr>
                <p:cNvGrpSpPr/>
                <p:nvPr/>
              </p:nvGrpSpPr>
              <p:grpSpPr>
                <a:xfrm>
                  <a:off x="7984172" y="3124200"/>
                  <a:ext cx="2926080" cy="2926080"/>
                  <a:chOff x="2132012" y="3124200"/>
                  <a:chExt cx="2926080" cy="2926080"/>
                </a:xfrm>
              </p:grpSpPr>
              <p:grpSp>
                <p:nvGrpSpPr>
                  <p:cNvPr id="293" name="Group 292">
                    <a:extLst>
                      <a:ext uri="{FF2B5EF4-FFF2-40B4-BE49-F238E27FC236}">
                        <a16:creationId xmlns:a16="http://schemas.microsoft.com/office/drawing/2014/main" id="{BE73FA84-4F6B-A398-FEB9-8BF7CD332373}"/>
                      </a:ext>
                    </a:extLst>
                  </p:cNvPr>
                  <p:cNvGrpSpPr/>
                  <p:nvPr/>
                </p:nvGrpSpPr>
                <p:grpSpPr>
                  <a:xfrm>
                    <a:off x="2132012" y="3124200"/>
                    <a:ext cx="2926080" cy="1463040"/>
                    <a:chOff x="2970212" y="4724400"/>
                    <a:chExt cx="2926080" cy="1463040"/>
                  </a:xfrm>
                </p:grpSpPr>
                <p:grpSp>
                  <p:nvGrpSpPr>
                    <p:cNvPr id="349" name="Group 348">
                      <a:extLst>
                        <a:ext uri="{FF2B5EF4-FFF2-40B4-BE49-F238E27FC236}">
                          <a16:creationId xmlns:a16="http://schemas.microsoft.com/office/drawing/2014/main" id="{5BDCFEAC-65E5-AC9D-FC54-D921B8B50B47}"/>
                        </a:ext>
                      </a:extLst>
                    </p:cNvPr>
                    <p:cNvGrpSpPr/>
                    <p:nvPr/>
                  </p:nvGrpSpPr>
                  <p:grpSpPr>
                    <a:xfrm>
                      <a:off x="2970212" y="4724400"/>
                      <a:ext cx="1463040" cy="1463040"/>
                      <a:chOff x="2970212" y="4724400"/>
                      <a:chExt cx="1463040" cy="1463040"/>
                    </a:xfrm>
                  </p:grpSpPr>
                  <p:grpSp>
                    <p:nvGrpSpPr>
                      <p:cNvPr id="377" name="Group 376">
                        <a:extLst>
                          <a:ext uri="{FF2B5EF4-FFF2-40B4-BE49-F238E27FC236}">
                            <a16:creationId xmlns:a16="http://schemas.microsoft.com/office/drawing/2014/main" id="{B8A4190C-5F72-3BC2-DCDD-A52C26582A76}"/>
                          </a:ext>
                        </a:extLst>
                      </p:cNvPr>
                      <p:cNvGrpSpPr/>
                      <p:nvPr/>
                    </p:nvGrpSpPr>
                    <p:grpSpPr>
                      <a:xfrm>
                        <a:off x="2970212" y="4724400"/>
                        <a:ext cx="1463040" cy="731520"/>
                        <a:chOff x="2970212" y="4724400"/>
                        <a:chExt cx="1463040" cy="731520"/>
                      </a:xfrm>
                    </p:grpSpPr>
                    <p:grpSp>
                      <p:nvGrpSpPr>
                        <p:cNvPr id="391" name="Group 390">
                          <a:extLst>
                            <a:ext uri="{FF2B5EF4-FFF2-40B4-BE49-F238E27FC236}">
                              <a16:creationId xmlns:a16="http://schemas.microsoft.com/office/drawing/2014/main" id="{2DAF74F5-B8ED-4C8C-D3F4-BCA6A6CAB990}"/>
                            </a:ext>
                          </a:extLst>
                        </p:cNvPr>
                        <p:cNvGrpSpPr/>
                        <p:nvPr/>
                      </p:nvGrpSpPr>
                      <p:grpSpPr>
                        <a:xfrm>
                          <a:off x="2970212" y="4724400"/>
                          <a:ext cx="731520" cy="731520"/>
                          <a:chOff x="2970212" y="4724400"/>
                          <a:chExt cx="731520" cy="731520"/>
                        </a:xfrm>
                      </p:grpSpPr>
                      <p:grpSp>
                        <p:nvGrpSpPr>
                          <p:cNvPr id="398" name="Group 397">
                            <a:extLst>
                              <a:ext uri="{FF2B5EF4-FFF2-40B4-BE49-F238E27FC236}">
                                <a16:creationId xmlns:a16="http://schemas.microsoft.com/office/drawing/2014/main" id="{13FF7777-03CD-BE93-EDCE-ADE3B51B783B}"/>
                              </a:ext>
                            </a:extLst>
                          </p:cNvPr>
                          <p:cNvGrpSpPr/>
                          <p:nvPr/>
                        </p:nvGrpSpPr>
                        <p:grpSpPr>
                          <a:xfrm>
                            <a:off x="2970212" y="4724400"/>
                            <a:ext cx="731520" cy="365760"/>
                            <a:chOff x="2970212" y="4724400"/>
                            <a:chExt cx="731520" cy="365760"/>
                          </a:xfrm>
                        </p:grpSpPr>
                        <p:sp>
                          <p:nvSpPr>
                            <p:cNvPr id="401" name="Rectangle 400">
                              <a:extLst>
                                <a:ext uri="{FF2B5EF4-FFF2-40B4-BE49-F238E27FC236}">
                                  <a16:creationId xmlns:a16="http://schemas.microsoft.com/office/drawing/2014/main" id="{F316A1F2-8BAE-6B56-346A-6FC89A018E0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2" name="Rectangle 401">
                              <a:extLst>
                                <a:ext uri="{FF2B5EF4-FFF2-40B4-BE49-F238E27FC236}">
                                  <a16:creationId xmlns:a16="http://schemas.microsoft.com/office/drawing/2014/main" id="{36A571F7-B78E-96BC-6864-5899B4B86FF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99" name="Rectangle 398">
                            <a:extLst>
                              <a:ext uri="{FF2B5EF4-FFF2-40B4-BE49-F238E27FC236}">
                                <a16:creationId xmlns:a16="http://schemas.microsoft.com/office/drawing/2014/main" id="{60505AAF-5D19-BBD8-3F97-4BFC04A395B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0" name="Rectangle 399">
                            <a:extLst>
                              <a:ext uri="{FF2B5EF4-FFF2-40B4-BE49-F238E27FC236}">
                                <a16:creationId xmlns:a16="http://schemas.microsoft.com/office/drawing/2014/main" id="{E0BEE075-9657-665A-829B-B43D45A9890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92" name="Group 391">
                          <a:extLst>
                            <a:ext uri="{FF2B5EF4-FFF2-40B4-BE49-F238E27FC236}">
                              <a16:creationId xmlns:a16="http://schemas.microsoft.com/office/drawing/2014/main" id="{C3D63536-57E3-D868-63B8-0791ACC52D2E}"/>
                            </a:ext>
                          </a:extLst>
                        </p:cNvPr>
                        <p:cNvGrpSpPr/>
                        <p:nvPr/>
                      </p:nvGrpSpPr>
                      <p:grpSpPr>
                        <a:xfrm>
                          <a:off x="3701732" y="4724400"/>
                          <a:ext cx="731520" cy="731520"/>
                          <a:chOff x="2970212" y="4724400"/>
                          <a:chExt cx="731520" cy="731520"/>
                        </a:xfrm>
                      </p:grpSpPr>
                      <p:grpSp>
                        <p:nvGrpSpPr>
                          <p:cNvPr id="393" name="Group 392">
                            <a:extLst>
                              <a:ext uri="{FF2B5EF4-FFF2-40B4-BE49-F238E27FC236}">
                                <a16:creationId xmlns:a16="http://schemas.microsoft.com/office/drawing/2014/main" id="{F822152E-34A9-1241-EA83-2C799FAC253F}"/>
                              </a:ext>
                            </a:extLst>
                          </p:cNvPr>
                          <p:cNvGrpSpPr/>
                          <p:nvPr/>
                        </p:nvGrpSpPr>
                        <p:grpSpPr>
                          <a:xfrm>
                            <a:off x="2970212" y="4724400"/>
                            <a:ext cx="731520" cy="365760"/>
                            <a:chOff x="2970212" y="4724400"/>
                            <a:chExt cx="731520" cy="365760"/>
                          </a:xfrm>
                        </p:grpSpPr>
                        <p:sp>
                          <p:nvSpPr>
                            <p:cNvPr id="396" name="Rectangle 395">
                              <a:extLst>
                                <a:ext uri="{FF2B5EF4-FFF2-40B4-BE49-F238E27FC236}">
                                  <a16:creationId xmlns:a16="http://schemas.microsoft.com/office/drawing/2014/main" id="{2DC70C7C-B482-A82F-281F-8A76FA53D48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7" name="Rectangle 396">
                              <a:extLst>
                                <a:ext uri="{FF2B5EF4-FFF2-40B4-BE49-F238E27FC236}">
                                  <a16:creationId xmlns:a16="http://schemas.microsoft.com/office/drawing/2014/main" id="{AF9CFDD6-53BE-D84F-651A-E1A2AA27155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94" name="Rectangle 393">
                            <a:extLst>
                              <a:ext uri="{FF2B5EF4-FFF2-40B4-BE49-F238E27FC236}">
                                <a16:creationId xmlns:a16="http://schemas.microsoft.com/office/drawing/2014/main" id="{9A4C9636-090F-430B-B70A-CF02D3D2788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5" name="Rectangle 394">
                            <a:extLst>
                              <a:ext uri="{FF2B5EF4-FFF2-40B4-BE49-F238E27FC236}">
                                <a16:creationId xmlns:a16="http://schemas.microsoft.com/office/drawing/2014/main" id="{A0CC7B8E-F661-4EC0-D85F-98828284FD6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78" name="Group 377">
                        <a:extLst>
                          <a:ext uri="{FF2B5EF4-FFF2-40B4-BE49-F238E27FC236}">
                            <a16:creationId xmlns:a16="http://schemas.microsoft.com/office/drawing/2014/main" id="{F4A11FD2-21BA-D543-3022-338CB20E8BE2}"/>
                          </a:ext>
                        </a:extLst>
                      </p:cNvPr>
                      <p:cNvGrpSpPr/>
                      <p:nvPr/>
                    </p:nvGrpSpPr>
                    <p:grpSpPr>
                      <a:xfrm>
                        <a:off x="2970212" y="5455920"/>
                        <a:ext cx="1463040" cy="731520"/>
                        <a:chOff x="2970212" y="4724400"/>
                        <a:chExt cx="1463040" cy="731520"/>
                      </a:xfrm>
                    </p:grpSpPr>
                    <p:grpSp>
                      <p:nvGrpSpPr>
                        <p:cNvPr id="379" name="Group 378">
                          <a:extLst>
                            <a:ext uri="{FF2B5EF4-FFF2-40B4-BE49-F238E27FC236}">
                              <a16:creationId xmlns:a16="http://schemas.microsoft.com/office/drawing/2014/main" id="{BA6EB5DA-66E0-0998-25BD-5287BBE4F5D3}"/>
                            </a:ext>
                          </a:extLst>
                        </p:cNvPr>
                        <p:cNvGrpSpPr/>
                        <p:nvPr/>
                      </p:nvGrpSpPr>
                      <p:grpSpPr>
                        <a:xfrm>
                          <a:off x="2970212" y="4724400"/>
                          <a:ext cx="731520" cy="731520"/>
                          <a:chOff x="2970212" y="4724400"/>
                          <a:chExt cx="731520" cy="731520"/>
                        </a:xfrm>
                      </p:grpSpPr>
                      <p:grpSp>
                        <p:nvGrpSpPr>
                          <p:cNvPr id="386" name="Group 385">
                            <a:extLst>
                              <a:ext uri="{FF2B5EF4-FFF2-40B4-BE49-F238E27FC236}">
                                <a16:creationId xmlns:a16="http://schemas.microsoft.com/office/drawing/2014/main" id="{5D069E1C-B0CB-B7E8-F740-1224A3294B86}"/>
                              </a:ext>
                            </a:extLst>
                          </p:cNvPr>
                          <p:cNvGrpSpPr/>
                          <p:nvPr/>
                        </p:nvGrpSpPr>
                        <p:grpSpPr>
                          <a:xfrm>
                            <a:off x="2970212" y="4724400"/>
                            <a:ext cx="731520" cy="365760"/>
                            <a:chOff x="2970212" y="4724400"/>
                            <a:chExt cx="731520" cy="365760"/>
                          </a:xfrm>
                        </p:grpSpPr>
                        <p:sp>
                          <p:nvSpPr>
                            <p:cNvPr id="389" name="Rectangle 388">
                              <a:extLst>
                                <a:ext uri="{FF2B5EF4-FFF2-40B4-BE49-F238E27FC236}">
                                  <a16:creationId xmlns:a16="http://schemas.microsoft.com/office/drawing/2014/main" id="{6607725D-D756-3920-5FA8-095D78E37AC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0" name="Rectangle 389">
                              <a:extLst>
                                <a:ext uri="{FF2B5EF4-FFF2-40B4-BE49-F238E27FC236}">
                                  <a16:creationId xmlns:a16="http://schemas.microsoft.com/office/drawing/2014/main" id="{9275EBFB-26D0-091F-53C9-30512CD7461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87" name="Rectangle 386">
                            <a:extLst>
                              <a:ext uri="{FF2B5EF4-FFF2-40B4-BE49-F238E27FC236}">
                                <a16:creationId xmlns:a16="http://schemas.microsoft.com/office/drawing/2014/main" id="{560F52C2-B682-86CA-B2F8-4FB5A512B193}"/>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8" name="Rectangle 387">
                            <a:extLst>
                              <a:ext uri="{FF2B5EF4-FFF2-40B4-BE49-F238E27FC236}">
                                <a16:creationId xmlns:a16="http://schemas.microsoft.com/office/drawing/2014/main" id="{C943F446-36F0-27DC-95A4-2EACD181801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80" name="Group 379">
                          <a:extLst>
                            <a:ext uri="{FF2B5EF4-FFF2-40B4-BE49-F238E27FC236}">
                              <a16:creationId xmlns:a16="http://schemas.microsoft.com/office/drawing/2014/main" id="{7D6BCE38-1A21-0331-B86F-377FCDFE9287}"/>
                            </a:ext>
                          </a:extLst>
                        </p:cNvPr>
                        <p:cNvGrpSpPr/>
                        <p:nvPr/>
                      </p:nvGrpSpPr>
                      <p:grpSpPr>
                        <a:xfrm>
                          <a:off x="3701732" y="4724400"/>
                          <a:ext cx="731520" cy="731520"/>
                          <a:chOff x="2970212" y="4724400"/>
                          <a:chExt cx="731520" cy="731520"/>
                        </a:xfrm>
                      </p:grpSpPr>
                      <p:grpSp>
                        <p:nvGrpSpPr>
                          <p:cNvPr id="381" name="Group 380">
                            <a:extLst>
                              <a:ext uri="{FF2B5EF4-FFF2-40B4-BE49-F238E27FC236}">
                                <a16:creationId xmlns:a16="http://schemas.microsoft.com/office/drawing/2014/main" id="{1859EC56-9B41-69AD-6D9B-DB7BBB37E567}"/>
                              </a:ext>
                            </a:extLst>
                          </p:cNvPr>
                          <p:cNvGrpSpPr/>
                          <p:nvPr/>
                        </p:nvGrpSpPr>
                        <p:grpSpPr>
                          <a:xfrm>
                            <a:off x="2970212" y="4724400"/>
                            <a:ext cx="731520" cy="365760"/>
                            <a:chOff x="2970212" y="4724400"/>
                            <a:chExt cx="731520" cy="365760"/>
                          </a:xfrm>
                        </p:grpSpPr>
                        <p:sp>
                          <p:nvSpPr>
                            <p:cNvPr id="384" name="Rectangle 383">
                              <a:extLst>
                                <a:ext uri="{FF2B5EF4-FFF2-40B4-BE49-F238E27FC236}">
                                  <a16:creationId xmlns:a16="http://schemas.microsoft.com/office/drawing/2014/main" id="{5BB634CA-CB51-74D5-9389-6E20167AA89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5" name="Rectangle 384">
                              <a:extLst>
                                <a:ext uri="{FF2B5EF4-FFF2-40B4-BE49-F238E27FC236}">
                                  <a16:creationId xmlns:a16="http://schemas.microsoft.com/office/drawing/2014/main" id="{416B7B37-87B6-651D-3521-BEE2C3587E8F}"/>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82" name="Rectangle 381">
                            <a:extLst>
                              <a:ext uri="{FF2B5EF4-FFF2-40B4-BE49-F238E27FC236}">
                                <a16:creationId xmlns:a16="http://schemas.microsoft.com/office/drawing/2014/main" id="{8E4DB480-2577-37FD-5E5F-7AA80551929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3" name="Rectangle 382">
                            <a:extLst>
                              <a:ext uri="{FF2B5EF4-FFF2-40B4-BE49-F238E27FC236}">
                                <a16:creationId xmlns:a16="http://schemas.microsoft.com/office/drawing/2014/main" id="{E2294DD4-93DB-C6A2-3A77-73802302BCF3}"/>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350" name="Group 349">
                      <a:extLst>
                        <a:ext uri="{FF2B5EF4-FFF2-40B4-BE49-F238E27FC236}">
                          <a16:creationId xmlns:a16="http://schemas.microsoft.com/office/drawing/2014/main" id="{453F4548-23AC-F4DB-F10B-796F61381B20}"/>
                        </a:ext>
                      </a:extLst>
                    </p:cNvPr>
                    <p:cNvGrpSpPr/>
                    <p:nvPr/>
                  </p:nvGrpSpPr>
                  <p:grpSpPr>
                    <a:xfrm>
                      <a:off x="4433252" y="4724400"/>
                      <a:ext cx="1463040" cy="1463040"/>
                      <a:chOff x="2970212" y="4724400"/>
                      <a:chExt cx="1463040" cy="1463040"/>
                    </a:xfrm>
                  </p:grpSpPr>
                  <p:grpSp>
                    <p:nvGrpSpPr>
                      <p:cNvPr id="351" name="Group 350">
                        <a:extLst>
                          <a:ext uri="{FF2B5EF4-FFF2-40B4-BE49-F238E27FC236}">
                            <a16:creationId xmlns:a16="http://schemas.microsoft.com/office/drawing/2014/main" id="{7ACF60A2-B443-8C6F-EE3E-46EC70F2990D}"/>
                          </a:ext>
                        </a:extLst>
                      </p:cNvPr>
                      <p:cNvGrpSpPr/>
                      <p:nvPr/>
                    </p:nvGrpSpPr>
                    <p:grpSpPr>
                      <a:xfrm>
                        <a:off x="2970212" y="4724400"/>
                        <a:ext cx="1463040" cy="731520"/>
                        <a:chOff x="2970212" y="4724400"/>
                        <a:chExt cx="1463040" cy="731520"/>
                      </a:xfrm>
                    </p:grpSpPr>
                    <p:grpSp>
                      <p:nvGrpSpPr>
                        <p:cNvPr id="365" name="Group 364">
                          <a:extLst>
                            <a:ext uri="{FF2B5EF4-FFF2-40B4-BE49-F238E27FC236}">
                              <a16:creationId xmlns:a16="http://schemas.microsoft.com/office/drawing/2014/main" id="{17E3139F-1247-8F81-B35F-02E061C4DAD9}"/>
                            </a:ext>
                          </a:extLst>
                        </p:cNvPr>
                        <p:cNvGrpSpPr/>
                        <p:nvPr/>
                      </p:nvGrpSpPr>
                      <p:grpSpPr>
                        <a:xfrm>
                          <a:off x="2970212" y="4724400"/>
                          <a:ext cx="731520" cy="731520"/>
                          <a:chOff x="2970212" y="4724400"/>
                          <a:chExt cx="731520" cy="731520"/>
                        </a:xfrm>
                      </p:grpSpPr>
                      <p:grpSp>
                        <p:nvGrpSpPr>
                          <p:cNvPr id="372" name="Group 371">
                            <a:extLst>
                              <a:ext uri="{FF2B5EF4-FFF2-40B4-BE49-F238E27FC236}">
                                <a16:creationId xmlns:a16="http://schemas.microsoft.com/office/drawing/2014/main" id="{88E53927-6D2F-7585-98A1-04FD2DC6F5A1}"/>
                              </a:ext>
                            </a:extLst>
                          </p:cNvPr>
                          <p:cNvGrpSpPr/>
                          <p:nvPr/>
                        </p:nvGrpSpPr>
                        <p:grpSpPr>
                          <a:xfrm>
                            <a:off x="2970212" y="4724400"/>
                            <a:ext cx="731520" cy="365760"/>
                            <a:chOff x="2970212" y="4724400"/>
                            <a:chExt cx="731520" cy="365760"/>
                          </a:xfrm>
                        </p:grpSpPr>
                        <p:sp>
                          <p:nvSpPr>
                            <p:cNvPr id="375" name="Rectangle 374">
                              <a:extLst>
                                <a:ext uri="{FF2B5EF4-FFF2-40B4-BE49-F238E27FC236}">
                                  <a16:creationId xmlns:a16="http://schemas.microsoft.com/office/drawing/2014/main" id="{7DC2E484-268E-BD11-63A2-A309CC8FAAFA}"/>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6" name="Rectangle 375">
                              <a:extLst>
                                <a:ext uri="{FF2B5EF4-FFF2-40B4-BE49-F238E27FC236}">
                                  <a16:creationId xmlns:a16="http://schemas.microsoft.com/office/drawing/2014/main" id="{235834B4-4132-5003-FFB6-D6109A87DF8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73" name="Rectangle 372">
                            <a:extLst>
                              <a:ext uri="{FF2B5EF4-FFF2-40B4-BE49-F238E27FC236}">
                                <a16:creationId xmlns:a16="http://schemas.microsoft.com/office/drawing/2014/main" id="{52CEE0EC-F4DE-F72F-5528-C4C7A9764660}"/>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4" name="Rectangle 373">
                            <a:extLst>
                              <a:ext uri="{FF2B5EF4-FFF2-40B4-BE49-F238E27FC236}">
                                <a16:creationId xmlns:a16="http://schemas.microsoft.com/office/drawing/2014/main" id="{F3580D2A-9868-C365-6AC8-0C9BF9D1AE5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66" name="Group 365">
                          <a:extLst>
                            <a:ext uri="{FF2B5EF4-FFF2-40B4-BE49-F238E27FC236}">
                              <a16:creationId xmlns:a16="http://schemas.microsoft.com/office/drawing/2014/main" id="{98275637-279B-BE65-398B-1AA77DD9ED96}"/>
                            </a:ext>
                          </a:extLst>
                        </p:cNvPr>
                        <p:cNvGrpSpPr/>
                        <p:nvPr/>
                      </p:nvGrpSpPr>
                      <p:grpSpPr>
                        <a:xfrm>
                          <a:off x="3701732" y="4724400"/>
                          <a:ext cx="731520" cy="731520"/>
                          <a:chOff x="2970212" y="4724400"/>
                          <a:chExt cx="731520" cy="731520"/>
                        </a:xfrm>
                      </p:grpSpPr>
                      <p:grpSp>
                        <p:nvGrpSpPr>
                          <p:cNvPr id="367" name="Group 366">
                            <a:extLst>
                              <a:ext uri="{FF2B5EF4-FFF2-40B4-BE49-F238E27FC236}">
                                <a16:creationId xmlns:a16="http://schemas.microsoft.com/office/drawing/2014/main" id="{0D8E0C1A-AF3A-642E-A58D-AD40A8AB4D09}"/>
                              </a:ext>
                            </a:extLst>
                          </p:cNvPr>
                          <p:cNvGrpSpPr/>
                          <p:nvPr/>
                        </p:nvGrpSpPr>
                        <p:grpSpPr>
                          <a:xfrm>
                            <a:off x="2970212" y="4724400"/>
                            <a:ext cx="731520" cy="365760"/>
                            <a:chOff x="2970212" y="4724400"/>
                            <a:chExt cx="731520" cy="365760"/>
                          </a:xfrm>
                        </p:grpSpPr>
                        <p:sp>
                          <p:nvSpPr>
                            <p:cNvPr id="370" name="Rectangle 369">
                              <a:extLst>
                                <a:ext uri="{FF2B5EF4-FFF2-40B4-BE49-F238E27FC236}">
                                  <a16:creationId xmlns:a16="http://schemas.microsoft.com/office/drawing/2014/main" id="{BFF05082-E114-63E9-8FE7-4AAF69AD70B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1" name="Rectangle 370">
                              <a:extLst>
                                <a:ext uri="{FF2B5EF4-FFF2-40B4-BE49-F238E27FC236}">
                                  <a16:creationId xmlns:a16="http://schemas.microsoft.com/office/drawing/2014/main" id="{07B88583-F2EF-79A6-03D2-F8644FC0189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68" name="Rectangle 367">
                            <a:extLst>
                              <a:ext uri="{FF2B5EF4-FFF2-40B4-BE49-F238E27FC236}">
                                <a16:creationId xmlns:a16="http://schemas.microsoft.com/office/drawing/2014/main" id="{DE9577D5-D7A0-578F-F831-C1866C6FA1B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9" name="Rectangle 368">
                            <a:extLst>
                              <a:ext uri="{FF2B5EF4-FFF2-40B4-BE49-F238E27FC236}">
                                <a16:creationId xmlns:a16="http://schemas.microsoft.com/office/drawing/2014/main" id="{3AE89D77-6E20-D332-8A1C-3AB80B9E223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52" name="Group 351">
                        <a:extLst>
                          <a:ext uri="{FF2B5EF4-FFF2-40B4-BE49-F238E27FC236}">
                            <a16:creationId xmlns:a16="http://schemas.microsoft.com/office/drawing/2014/main" id="{C6FAB756-3C0B-33CD-7F1F-F0495C5196AB}"/>
                          </a:ext>
                        </a:extLst>
                      </p:cNvPr>
                      <p:cNvGrpSpPr/>
                      <p:nvPr/>
                    </p:nvGrpSpPr>
                    <p:grpSpPr>
                      <a:xfrm>
                        <a:off x="2970212" y="5455920"/>
                        <a:ext cx="1463040" cy="731520"/>
                        <a:chOff x="2970212" y="4724400"/>
                        <a:chExt cx="1463040" cy="731520"/>
                      </a:xfrm>
                    </p:grpSpPr>
                    <p:grpSp>
                      <p:nvGrpSpPr>
                        <p:cNvPr id="353" name="Group 352">
                          <a:extLst>
                            <a:ext uri="{FF2B5EF4-FFF2-40B4-BE49-F238E27FC236}">
                              <a16:creationId xmlns:a16="http://schemas.microsoft.com/office/drawing/2014/main" id="{02A84719-1F98-74E3-82DB-C4B7E2096DDB}"/>
                            </a:ext>
                          </a:extLst>
                        </p:cNvPr>
                        <p:cNvGrpSpPr/>
                        <p:nvPr/>
                      </p:nvGrpSpPr>
                      <p:grpSpPr>
                        <a:xfrm>
                          <a:off x="2970212" y="4724400"/>
                          <a:ext cx="731520" cy="731520"/>
                          <a:chOff x="2970212" y="4724400"/>
                          <a:chExt cx="731520" cy="731520"/>
                        </a:xfrm>
                      </p:grpSpPr>
                      <p:grpSp>
                        <p:nvGrpSpPr>
                          <p:cNvPr id="360" name="Group 359">
                            <a:extLst>
                              <a:ext uri="{FF2B5EF4-FFF2-40B4-BE49-F238E27FC236}">
                                <a16:creationId xmlns:a16="http://schemas.microsoft.com/office/drawing/2014/main" id="{C21AD923-A8C0-8EC9-389F-729BD1EFAAA5}"/>
                              </a:ext>
                            </a:extLst>
                          </p:cNvPr>
                          <p:cNvGrpSpPr/>
                          <p:nvPr/>
                        </p:nvGrpSpPr>
                        <p:grpSpPr>
                          <a:xfrm>
                            <a:off x="2970212" y="4724400"/>
                            <a:ext cx="731520" cy="365760"/>
                            <a:chOff x="2970212" y="4724400"/>
                            <a:chExt cx="731520" cy="365760"/>
                          </a:xfrm>
                        </p:grpSpPr>
                        <p:sp>
                          <p:nvSpPr>
                            <p:cNvPr id="363" name="Rectangle 362">
                              <a:extLst>
                                <a:ext uri="{FF2B5EF4-FFF2-40B4-BE49-F238E27FC236}">
                                  <a16:creationId xmlns:a16="http://schemas.microsoft.com/office/drawing/2014/main" id="{4B964868-AD90-F1A2-79BE-AB54B0275EE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4" name="Rectangle 363">
                              <a:extLst>
                                <a:ext uri="{FF2B5EF4-FFF2-40B4-BE49-F238E27FC236}">
                                  <a16:creationId xmlns:a16="http://schemas.microsoft.com/office/drawing/2014/main" id="{CC9ABC8F-7EBA-53FC-E452-9DFD63819AC4}"/>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61" name="Rectangle 360">
                            <a:extLst>
                              <a:ext uri="{FF2B5EF4-FFF2-40B4-BE49-F238E27FC236}">
                                <a16:creationId xmlns:a16="http://schemas.microsoft.com/office/drawing/2014/main" id="{9AE2B285-E514-6E6A-1A0B-110053E7950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2" name="Rectangle 361">
                            <a:extLst>
                              <a:ext uri="{FF2B5EF4-FFF2-40B4-BE49-F238E27FC236}">
                                <a16:creationId xmlns:a16="http://schemas.microsoft.com/office/drawing/2014/main" id="{5B431E27-5DA0-62CD-4C40-FDA68E264B6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54" name="Group 353">
                          <a:extLst>
                            <a:ext uri="{FF2B5EF4-FFF2-40B4-BE49-F238E27FC236}">
                              <a16:creationId xmlns:a16="http://schemas.microsoft.com/office/drawing/2014/main" id="{0A36CF56-80CA-9082-5040-81CA79E367D1}"/>
                            </a:ext>
                          </a:extLst>
                        </p:cNvPr>
                        <p:cNvGrpSpPr/>
                        <p:nvPr/>
                      </p:nvGrpSpPr>
                      <p:grpSpPr>
                        <a:xfrm>
                          <a:off x="3701732" y="4724400"/>
                          <a:ext cx="731520" cy="731520"/>
                          <a:chOff x="2970212" y="4724400"/>
                          <a:chExt cx="731520" cy="731520"/>
                        </a:xfrm>
                      </p:grpSpPr>
                      <p:grpSp>
                        <p:nvGrpSpPr>
                          <p:cNvPr id="355" name="Group 354">
                            <a:extLst>
                              <a:ext uri="{FF2B5EF4-FFF2-40B4-BE49-F238E27FC236}">
                                <a16:creationId xmlns:a16="http://schemas.microsoft.com/office/drawing/2014/main" id="{FDE87C27-78E5-F363-BBD1-26D2D62C7146}"/>
                              </a:ext>
                            </a:extLst>
                          </p:cNvPr>
                          <p:cNvGrpSpPr/>
                          <p:nvPr/>
                        </p:nvGrpSpPr>
                        <p:grpSpPr>
                          <a:xfrm>
                            <a:off x="2970212" y="4724400"/>
                            <a:ext cx="731520" cy="365760"/>
                            <a:chOff x="2970212" y="4724400"/>
                            <a:chExt cx="731520" cy="365760"/>
                          </a:xfrm>
                        </p:grpSpPr>
                        <p:sp>
                          <p:nvSpPr>
                            <p:cNvPr id="358" name="Rectangle 357">
                              <a:extLst>
                                <a:ext uri="{FF2B5EF4-FFF2-40B4-BE49-F238E27FC236}">
                                  <a16:creationId xmlns:a16="http://schemas.microsoft.com/office/drawing/2014/main" id="{69A22D26-EBFA-567F-D5F6-C330536859B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9" name="Rectangle 358">
                              <a:extLst>
                                <a:ext uri="{FF2B5EF4-FFF2-40B4-BE49-F238E27FC236}">
                                  <a16:creationId xmlns:a16="http://schemas.microsoft.com/office/drawing/2014/main" id="{34316F32-3A27-5E17-F713-4EC9085168E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56" name="Rectangle 355">
                            <a:extLst>
                              <a:ext uri="{FF2B5EF4-FFF2-40B4-BE49-F238E27FC236}">
                                <a16:creationId xmlns:a16="http://schemas.microsoft.com/office/drawing/2014/main" id="{FE2C0F78-456E-0051-D42D-86A0B1A2255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7" name="Rectangle 356">
                            <a:extLst>
                              <a:ext uri="{FF2B5EF4-FFF2-40B4-BE49-F238E27FC236}">
                                <a16:creationId xmlns:a16="http://schemas.microsoft.com/office/drawing/2014/main" id="{C22C50E3-881B-86FA-2F2B-0D98B3F7250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294" name="Group 293">
                    <a:extLst>
                      <a:ext uri="{FF2B5EF4-FFF2-40B4-BE49-F238E27FC236}">
                        <a16:creationId xmlns:a16="http://schemas.microsoft.com/office/drawing/2014/main" id="{5451AC70-07A6-B65D-B13C-E69A7F9742E3}"/>
                      </a:ext>
                    </a:extLst>
                  </p:cNvPr>
                  <p:cNvGrpSpPr/>
                  <p:nvPr/>
                </p:nvGrpSpPr>
                <p:grpSpPr>
                  <a:xfrm>
                    <a:off x="2132012" y="4587240"/>
                    <a:ext cx="2926080" cy="1463040"/>
                    <a:chOff x="2970212" y="4724400"/>
                    <a:chExt cx="2926080" cy="1463040"/>
                  </a:xfrm>
                </p:grpSpPr>
                <p:grpSp>
                  <p:nvGrpSpPr>
                    <p:cNvPr id="295" name="Group 294">
                      <a:extLst>
                        <a:ext uri="{FF2B5EF4-FFF2-40B4-BE49-F238E27FC236}">
                          <a16:creationId xmlns:a16="http://schemas.microsoft.com/office/drawing/2014/main" id="{06173395-B9A0-3C95-FFF3-F148C19A8B25}"/>
                        </a:ext>
                      </a:extLst>
                    </p:cNvPr>
                    <p:cNvGrpSpPr/>
                    <p:nvPr/>
                  </p:nvGrpSpPr>
                  <p:grpSpPr>
                    <a:xfrm>
                      <a:off x="2970212" y="4724400"/>
                      <a:ext cx="1463040" cy="1463040"/>
                      <a:chOff x="2970212" y="4724400"/>
                      <a:chExt cx="1463040" cy="1463040"/>
                    </a:xfrm>
                  </p:grpSpPr>
                  <p:grpSp>
                    <p:nvGrpSpPr>
                      <p:cNvPr id="323" name="Group 322">
                        <a:extLst>
                          <a:ext uri="{FF2B5EF4-FFF2-40B4-BE49-F238E27FC236}">
                            <a16:creationId xmlns:a16="http://schemas.microsoft.com/office/drawing/2014/main" id="{2455AEB1-56BC-CEBC-665B-2614B79DE65C}"/>
                          </a:ext>
                        </a:extLst>
                      </p:cNvPr>
                      <p:cNvGrpSpPr/>
                      <p:nvPr/>
                    </p:nvGrpSpPr>
                    <p:grpSpPr>
                      <a:xfrm>
                        <a:off x="2970212" y="4724400"/>
                        <a:ext cx="1463040" cy="731520"/>
                        <a:chOff x="2970212" y="4724400"/>
                        <a:chExt cx="1463040" cy="731520"/>
                      </a:xfrm>
                    </p:grpSpPr>
                    <p:grpSp>
                      <p:nvGrpSpPr>
                        <p:cNvPr id="337" name="Group 336">
                          <a:extLst>
                            <a:ext uri="{FF2B5EF4-FFF2-40B4-BE49-F238E27FC236}">
                              <a16:creationId xmlns:a16="http://schemas.microsoft.com/office/drawing/2014/main" id="{2701E8B9-D83E-E01A-23A7-AAC933CFCCB1}"/>
                            </a:ext>
                          </a:extLst>
                        </p:cNvPr>
                        <p:cNvGrpSpPr/>
                        <p:nvPr/>
                      </p:nvGrpSpPr>
                      <p:grpSpPr>
                        <a:xfrm>
                          <a:off x="2970212" y="4724400"/>
                          <a:ext cx="731520" cy="731520"/>
                          <a:chOff x="2970212" y="4724400"/>
                          <a:chExt cx="731520" cy="731520"/>
                        </a:xfrm>
                      </p:grpSpPr>
                      <p:grpSp>
                        <p:nvGrpSpPr>
                          <p:cNvPr id="344" name="Group 343">
                            <a:extLst>
                              <a:ext uri="{FF2B5EF4-FFF2-40B4-BE49-F238E27FC236}">
                                <a16:creationId xmlns:a16="http://schemas.microsoft.com/office/drawing/2014/main" id="{5458F26F-F6A9-690D-1DD5-AEBF39CA03A9}"/>
                              </a:ext>
                            </a:extLst>
                          </p:cNvPr>
                          <p:cNvGrpSpPr/>
                          <p:nvPr/>
                        </p:nvGrpSpPr>
                        <p:grpSpPr>
                          <a:xfrm>
                            <a:off x="2970212" y="4724400"/>
                            <a:ext cx="731520" cy="365760"/>
                            <a:chOff x="2970212" y="4724400"/>
                            <a:chExt cx="731520" cy="365760"/>
                          </a:xfrm>
                        </p:grpSpPr>
                        <p:sp>
                          <p:nvSpPr>
                            <p:cNvPr id="347" name="Rectangle 346">
                              <a:extLst>
                                <a:ext uri="{FF2B5EF4-FFF2-40B4-BE49-F238E27FC236}">
                                  <a16:creationId xmlns:a16="http://schemas.microsoft.com/office/drawing/2014/main" id="{EB02430E-D1ED-67E1-8F5A-65020847896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8" name="Rectangle 347">
                              <a:extLst>
                                <a:ext uri="{FF2B5EF4-FFF2-40B4-BE49-F238E27FC236}">
                                  <a16:creationId xmlns:a16="http://schemas.microsoft.com/office/drawing/2014/main" id="{F6D154C0-AC3C-9F20-02B3-D7F4D91F630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45" name="Rectangle 344">
                            <a:extLst>
                              <a:ext uri="{FF2B5EF4-FFF2-40B4-BE49-F238E27FC236}">
                                <a16:creationId xmlns:a16="http://schemas.microsoft.com/office/drawing/2014/main" id="{0B70A6CC-4B35-0AA0-E8C9-EB22FF46F89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6" name="Rectangle 345">
                            <a:extLst>
                              <a:ext uri="{FF2B5EF4-FFF2-40B4-BE49-F238E27FC236}">
                                <a16:creationId xmlns:a16="http://schemas.microsoft.com/office/drawing/2014/main" id="{756B6BF9-D4BB-D4C2-7F11-CED8E5FF50B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38" name="Group 337">
                          <a:extLst>
                            <a:ext uri="{FF2B5EF4-FFF2-40B4-BE49-F238E27FC236}">
                              <a16:creationId xmlns:a16="http://schemas.microsoft.com/office/drawing/2014/main" id="{1D9A6073-B6CA-B769-1D4E-28A35F9B428C}"/>
                            </a:ext>
                          </a:extLst>
                        </p:cNvPr>
                        <p:cNvGrpSpPr/>
                        <p:nvPr/>
                      </p:nvGrpSpPr>
                      <p:grpSpPr>
                        <a:xfrm>
                          <a:off x="3701732" y="4724400"/>
                          <a:ext cx="731520" cy="731520"/>
                          <a:chOff x="2970212" y="4724400"/>
                          <a:chExt cx="731520" cy="731520"/>
                        </a:xfrm>
                      </p:grpSpPr>
                      <p:grpSp>
                        <p:nvGrpSpPr>
                          <p:cNvPr id="339" name="Group 338">
                            <a:extLst>
                              <a:ext uri="{FF2B5EF4-FFF2-40B4-BE49-F238E27FC236}">
                                <a16:creationId xmlns:a16="http://schemas.microsoft.com/office/drawing/2014/main" id="{A4466672-A05A-3222-6E18-B5BA17A2AA49}"/>
                              </a:ext>
                            </a:extLst>
                          </p:cNvPr>
                          <p:cNvGrpSpPr/>
                          <p:nvPr/>
                        </p:nvGrpSpPr>
                        <p:grpSpPr>
                          <a:xfrm>
                            <a:off x="2970212" y="4724400"/>
                            <a:ext cx="731520" cy="365760"/>
                            <a:chOff x="2970212" y="4724400"/>
                            <a:chExt cx="731520" cy="365760"/>
                          </a:xfrm>
                        </p:grpSpPr>
                        <p:sp>
                          <p:nvSpPr>
                            <p:cNvPr id="342" name="Rectangle 341">
                              <a:extLst>
                                <a:ext uri="{FF2B5EF4-FFF2-40B4-BE49-F238E27FC236}">
                                  <a16:creationId xmlns:a16="http://schemas.microsoft.com/office/drawing/2014/main" id="{A6501194-9B2A-E124-7C59-A6FE53CAD23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3" name="Rectangle 342">
                              <a:extLst>
                                <a:ext uri="{FF2B5EF4-FFF2-40B4-BE49-F238E27FC236}">
                                  <a16:creationId xmlns:a16="http://schemas.microsoft.com/office/drawing/2014/main" id="{CFB1315C-90B4-99BC-BF07-2BFCCA3BC28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40" name="Rectangle 339">
                            <a:extLst>
                              <a:ext uri="{FF2B5EF4-FFF2-40B4-BE49-F238E27FC236}">
                                <a16:creationId xmlns:a16="http://schemas.microsoft.com/office/drawing/2014/main" id="{85516523-061D-EA21-8320-01804C9E638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1" name="Rectangle 340">
                            <a:extLst>
                              <a:ext uri="{FF2B5EF4-FFF2-40B4-BE49-F238E27FC236}">
                                <a16:creationId xmlns:a16="http://schemas.microsoft.com/office/drawing/2014/main" id="{D320154C-8C11-B490-91F5-2D081A1260C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24" name="Group 323">
                        <a:extLst>
                          <a:ext uri="{FF2B5EF4-FFF2-40B4-BE49-F238E27FC236}">
                            <a16:creationId xmlns:a16="http://schemas.microsoft.com/office/drawing/2014/main" id="{A9D98002-DBBB-A9BC-4B62-9C7B8B1FB5A3}"/>
                          </a:ext>
                        </a:extLst>
                      </p:cNvPr>
                      <p:cNvGrpSpPr/>
                      <p:nvPr/>
                    </p:nvGrpSpPr>
                    <p:grpSpPr>
                      <a:xfrm>
                        <a:off x="2970212" y="5455920"/>
                        <a:ext cx="1463040" cy="731520"/>
                        <a:chOff x="2970212" y="4724400"/>
                        <a:chExt cx="1463040" cy="731520"/>
                      </a:xfrm>
                    </p:grpSpPr>
                    <p:grpSp>
                      <p:nvGrpSpPr>
                        <p:cNvPr id="325" name="Group 324">
                          <a:extLst>
                            <a:ext uri="{FF2B5EF4-FFF2-40B4-BE49-F238E27FC236}">
                              <a16:creationId xmlns:a16="http://schemas.microsoft.com/office/drawing/2014/main" id="{BDD5C11D-2433-684C-553A-3E7DBDFA009B}"/>
                            </a:ext>
                          </a:extLst>
                        </p:cNvPr>
                        <p:cNvGrpSpPr/>
                        <p:nvPr/>
                      </p:nvGrpSpPr>
                      <p:grpSpPr>
                        <a:xfrm>
                          <a:off x="2970212" y="4724400"/>
                          <a:ext cx="731520" cy="731520"/>
                          <a:chOff x="2970212" y="4724400"/>
                          <a:chExt cx="731520" cy="731520"/>
                        </a:xfrm>
                      </p:grpSpPr>
                      <p:grpSp>
                        <p:nvGrpSpPr>
                          <p:cNvPr id="332" name="Group 331">
                            <a:extLst>
                              <a:ext uri="{FF2B5EF4-FFF2-40B4-BE49-F238E27FC236}">
                                <a16:creationId xmlns:a16="http://schemas.microsoft.com/office/drawing/2014/main" id="{FFB74A87-85CA-1E84-8D44-1250D1051DF8}"/>
                              </a:ext>
                            </a:extLst>
                          </p:cNvPr>
                          <p:cNvGrpSpPr/>
                          <p:nvPr/>
                        </p:nvGrpSpPr>
                        <p:grpSpPr>
                          <a:xfrm>
                            <a:off x="2970212" y="4724400"/>
                            <a:ext cx="731520" cy="365760"/>
                            <a:chOff x="2970212" y="4724400"/>
                            <a:chExt cx="731520" cy="365760"/>
                          </a:xfrm>
                        </p:grpSpPr>
                        <p:sp>
                          <p:nvSpPr>
                            <p:cNvPr id="335" name="Rectangle 334">
                              <a:extLst>
                                <a:ext uri="{FF2B5EF4-FFF2-40B4-BE49-F238E27FC236}">
                                  <a16:creationId xmlns:a16="http://schemas.microsoft.com/office/drawing/2014/main" id="{8BA4ACA3-FAFF-A371-9DB4-0DA8D29A274D}"/>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6" name="Rectangle 335">
                              <a:extLst>
                                <a:ext uri="{FF2B5EF4-FFF2-40B4-BE49-F238E27FC236}">
                                  <a16:creationId xmlns:a16="http://schemas.microsoft.com/office/drawing/2014/main" id="{311E5514-BEB1-7E94-3DDE-01345309A2F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33" name="Rectangle 332">
                            <a:extLst>
                              <a:ext uri="{FF2B5EF4-FFF2-40B4-BE49-F238E27FC236}">
                                <a16:creationId xmlns:a16="http://schemas.microsoft.com/office/drawing/2014/main" id="{46B6A354-D0F9-EE61-98F1-877D769A536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4" name="Rectangle 333">
                            <a:extLst>
                              <a:ext uri="{FF2B5EF4-FFF2-40B4-BE49-F238E27FC236}">
                                <a16:creationId xmlns:a16="http://schemas.microsoft.com/office/drawing/2014/main" id="{268BAD6F-0701-3DDE-52C5-D681153CD02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26" name="Group 325">
                          <a:extLst>
                            <a:ext uri="{FF2B5EF4-FFF2-40B4-BE49-F238E27FC236}">
                              <a16:creationId xmlns:a16="http://schemas.microsoft.com/office/drawing/2014/main" id="{4278590D-3427-D9F7-7BD3-AE8A551498BD}"/>
                            </a:ext>
                          </a:extLst>
                        </p:cNvPr>
                        <p:cNvGrpSpPr/>
                        <p:nvPr/>
                      </p:nvGrpSpPr>
                      <p:grpSpPr>
                        <a:xfrm>
                          <a:off x="3701732" y="4724400"/>
                          <a:ext cx="731520" cy="731520"/>
                          <a:chOff x="2970212" y="4724400"/>
                          <a:chExt cx="731520" cy="731520"/>
                        </a:xfrm>
                      </p:grpSpPr>
                      <p:grpSp>
                        <p:nvGrpSpPr>
                          <p:cNvPr id="327" name="Group 326">
                            <a:extLst>
                              <a:ext uri="{FF2B5EF4-FFF2-40B4-BE49-F238E27FC236}">
                                <a16:creationId xmlns:a16="http://schemas.microsoft.com/office/drawing/2014/main" id="{3B46B4A4-B20E-27E5-B2CE-DE8869109430}"/>
                              </a:ext>
                            </a:extLst>
                          </p:cNvPr>
                          <p:cNvGrpSpPr/>
                          <p:nvPr/>
                        </p:nvGrpSpPr>
                        <p:grpSpPr>
                          <a:xfrm>
                            <a:off x="2970212" y="4724400"/>
                            <a:ext cx="731520" cy="365760"/>
                            <a:chOff x="2970212" y="4724400"/>
                            <a:chExt cx="731520" cy="365760"/>
                          </a:xfrm>
                        </p:grpSpPr>
                        <p:sp>
                          <p:nvSpPr>
                            <p:cNvPr id="330" name="Rectangle 329">
                              <a:extLst>
                                <a:ext uri="{FF2B5EF4-FFF2-40B4-BE49-F238E27FC236}">
                                  <a16:creationId xmlns:a16="http://schemas.microsoft.com/office/drawing/2014/main" id="{3AB71A41-CFBE-DBC6-D0F3-9EB306DCBC6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1" name="Rectangle 330">
                              <a:extLst>
                                <a:ext uri="{FF2B5EF4-FFF2-40B4-BE49-F238E27FC236}">
                                  <a16:creationId xmlns:a16="http://schemas.microsoft.com/office/drawing/2014/main" id="{BF6689A3-CB33-1991-0E03-707B5BD0AEF3}"/>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28" name="Rectangle 327">
                            <a:extLst>
                              <a:ext uri="{FF2B5EF4-FFF2-40B4-BE49-F238E27FC236}">
                                <a16:creationId xmlns:a16="http://schemas.microsoft.com/office/drawing/2014/main" id="{9529BED3-2D6D-60FB-A624-4C87047B1D1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9" name="Rectangle 328">
                            <a:extLst>
                              <a:ext uri="{FF2B5EF4-FFF2-40B4-BE49-F238E27FC236}">
                                <a16:creationId xmlns:a16="http://schemas.microsoft.com/office/drawing/2014/main" id="{C41BA0B4-1B84-E2E5-13DA-BE2D7F997751}"/>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296" name="Group 295">
                      <a:extLst>
                        <a:ext uri="{FF2B5EF4-FFF2-40B4-BE49-F238E27FC236}">
                          <a16:creationId xmlns:a16="http://schemas.microsoft.com/office/drawing/2014/main" id="{DEEB281F-6698-9259-3FBF-C6B8E3AB9938}"/>
                        </a:ext>
                      </a:extLst>
                    </p:cNvPr>
                    <p:cNvGrpSpPr/>
                    <p:nvPr/>
                  </p:nvGrpSpPr>
                  <p:grpSpPr>
                    <a:xfrm>
                      <a:off x="4433252" y="4724400"/>
                      <a:ext cx="1463040" cy="1463040"/>
                      <a:chOff x="2970212" y="4724400"/>
                      <a:chExt cx="1463040" cy="1463040"/>
                    </a:xfrm>
                  </p:grpSpPr>
                  <p:grpSp>
                    <p:nvGrpSpPr>
                      <p:cNvPr id="297" name="Group 296">
                        <a:extLst>
                          <a:ext uri="{FF2B5EF4-FFF2-40B4-BE49-F238E27FC236}">
                            <a16:creationId xmlns:a16="http://schemas.microsoft.com/office/drawing/2014/main" id="{1411D1E4-12C1-D189-77B9-10103FF5A610}"/>
                          </a:ext>
                        </a:extLst>
                      </p:cNvPr>
                      <p:cNvGrpSpPr/>
                      <p:nvPr/>
                    </p:nvGrpSpPr>
                    <p:grpSpPr>
                      <a:xfrm>
                        <a:off x="2970212" y="4724400"/>
                        <a:ext cx="1463040" cy="731520"/>
                        <a:chOff x="2970212" y="4724400"/>
                        <a:chExt cx="1463040" cy="731520"/>
                      </a:xfrm>
                    </p:grpSpPr>
                    <p:grpSp>
                      <p:nvGrpSpPr>
                        <p:cNvPr id="311" name="Group 310">
                          <a:extLst>
                            <a:ext uri="{FF2B5EF4-FFF2-40B4-BE49-F238E27FC236}">
                              <a16:creationId xmlns:a16="http://schemas.microsoft.com/office/drawing/2014/main" id="{BD770330-CF11-5128-C663-F757922E8482}"/>
                            </a:ext>
                          </a:extLst>
                        </p:cNvPr>
                        <p:cNvGrpSpPr/>
                        <p:nvPr/>
                      </p:nvGrpSpPr>
                      <p:grpSpPr>
                        <a:xfrm>
                          <a:off x="2970212" y="4724400"/>
                          <a:ext cx="731520" cy="731520"/>
                          <a:chOff x="2970212" y="4724400"/>
                          <a:chExt cx="731520" cy="731520"/>
                        </a:xfrm>
                      </p:grpSpPr>
                      <p:grpSp>
                        <p:nvGrpSpPr>
                          <p:cNvPr id="318" name="Group 317">
                            <a:extLst>
                              <a:ext uri="{FF2B5EF4-FFF2-40B4-BE49-F238E27FC236}">
                                <a16:creationId xmlns:a16="http://schemas.microsoft.com/office/drawing/2014/main" id="{1C3E6BFB-DCBF-FECB-1336-B1B1C4270490}"/>
                              </a:ext>
                            </a:extLst>
                          </p:cNvPr>
                          <p:cNvGrpSpPr/>
                          <p:nvPr/>
                        </p:nvGrpSpPr>
                        <p:grpSpPr>
                          <a:xfrm>
                            <a:off x="2970212" y="4724400"/>
                            <a:ext cx="731520" cy="365760"/>
                            <a:chOff x="2970212" y="4724400"/>
                            <a:chExt cx="731520" cy="365760"/>
                          </a:xfrm>
                        </p:grpSpPr>
                        <p:sp>
                          <p:nvSpPr>
                            <p:cNvPr id="321" name="Rectangle 320">
                              <a:extLst>
                                <a:ext uri="{FF2B5EF4-FFF2-40B4-BE49-F238E27FC236}">
                                  <a16:creationId xmlns:a16="http://schemas.microsoft.com/office/drawing/2014/main" id="{681E0BC1-D5B1-5DF4-C193-AC8EB532F39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2" name="Rectangle 321">
                              <a:extLst>
                                <a:ext uri="{FF2B5EF4-FFF2-40B4-BE49-F238E27FC236}">
                                  <a16:creationId xmlns:a16="http://schemas.microsoft.com/office/drawing/2014/main" id="{82F0BD83-AB5D-3A34-C4A5-E25F7EC0ED8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19" name="Rectangle 318">
                            <a:extLst>
                              <a:ext uri="{FF2B5EF4-FFF2-40B4-BE49-F238E27FC236}">
                                <a16:creationId xmlns:a16="http://schemas.microsoft.com/office/drawing/2014/main" id="{475EF8B7-6E21-716B-C1E8-1ACDDA05E13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0" name="Rectangle 319">
                            <a:extLst>
                              <a:ext uri="{FF2B5EF4-FFF2-40B4-BE49-F238E27FC236}">
                                <a16:creationId xmlns:a16="http://schemas.microsoft.com/office/drawing/2014/main" id="{0E20E345-1670-F19D-5806-65F8321E7C87}"/>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12" name="Group 311">
                          <a:extLst>
                            <a:ext uri="{FF2B5EF4-FFF2-40B4-BE49-F238E27FC236}">
                              <a16:creationId xmlns:a16="http://schemas.microsoft.com/office/drawing/2014/main" id="{EEBEB632-2CB1-A8BA-C6E1-A637CE50A8DE}"/>
                            </a:ext>
                          </a:extLst>
                        </p:cNvPr>
                        <p:cNvGrpSpPr/>
                        <p:nvPr/>
                      </p:nvGrpSpPr>
                      <p:grpSpPr>
                        <a:xfrm>
                          <a:off x="3701732" y="4724400"/>
                          <a:ext cx="731520" cy="731520"/>
                          <a:chOff x="2970212" y="4724400"/>
                          <a:chExt cx="731520" cy="731520"/>
                        </a:xfrm>
                      </p:grpSpPr>
                      <p:grpSp>
                        <p:nvGrpSpPr>
                          <p:cNvPr id="313" name="Group 312">
                            <a:extLst>
                              <a:ext uri="{FF2B5EF4-FFF2-40B4-BE49-F238E27FC236}">
                                <a16:creationId xmlns:a16="http://schemas.microsoft.com/office/drawing/2014/main" id="{D2C33FBF-5DA0-AD99-B0FB-5859312EAFA3}"/>
                              </a:ext>
                            </a:extLst>
                          </p:cNvPr>
                          <p:cNvGrpSpPr/>
                          <p:nvPr/>
                        </p:nvGrpSpPr>
                        <p:grpSpPr>
                          <a:xfrm>
                            <a:off x="2970212" y="4724400"/>
                            <a:ext cx="731520" cy="365760"/>
                            <a:chOff x="2970212" y="4724400"/>
                            <a:chExt cx="731520" cy="365760"/>
                          </a:xfrm>
                        </p:grpSpPr>
                        <p:sp>
                          <p:nvSpPr>
                            <p:cNvPr id="316" name="Rectangle 315">
                              <a:extLst>
                                <a:ext uri="{FF2B5EF4-FFF2-40B4-BE49-F238E27FC236}">
                                  <a16:creationId xmlns:a16="http://schemas.microsoft.com/office/drawing/2014/main" id="{A4C11039-B6BB-1D78-973D-30C3F2F4853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7" name="Rectangle 316">
                              <a:extLst>
                                <a:ext uri="{FF2B5EF4-FFF2-40B4-BE49-F238E27FC236}">
                                  <a16:creationId xmlns:a16="http://schemas.microsoft.com/office/drawing/2014/main" id="{E0569F04-CC95-6A4E-6930-2BDF71D1F99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14" name="Rectangle 313">
                            <a:extLst>
                              <a:ext uri="{FF2B5EF4-FFF2-40B4-BE49-F238E27FC236}">
                                <a16:creationId xmlns:a16="http://schemas.microsoft.com/office/drawing/2014/main" id="{6DF28B24-88D1-5ED1-A381-77BCF4D9708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5" name="Rectangle 314">
                            <a:extLst>
                              <a:ext uri="{FF2B5EF4-FFF2-40B4-BE49-F238E27FC236}">
                                <a16:creationId xmlns:a16="http://schemas.microsoft.com/office/drawing/2014/main" id="{0C132725-FB26-40D1-4363-2D60DCC47A62}"/>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98" name="Group 297">
                        <a:extLst>
                          <a:ext uri="{FF2B5EF4-FFF2-40B4-BE49-F238E27FC236}">
                            <a16:creationId xmlns:a16="http://schemas.microsoft.com/office/drawing/2014/main" id="{48264E53-F1DA-9973-CEF8-DE33263BBE0F}"/>
                          </a:ext>
                        </a:extLst>
                      </p:cNvPr>
                      <p:cNvGrpSpPr/>
                      <p:nvPr/>
                    </p:nvGrpSpPr>
                    <p:grpSpPr>
                      <a:xfrm>
                        <a:off x="2970212" y="5455920"/>
                        <a:ext cx="1463040" cy="731520"/>
                        <a:chOff x="2970212" y="4724400"/>
                        <a:chExt cx="1463040" cy="731520"/>
                      </a:xfrm>
                    </p:grpSpPr>
                    <p:grpSp>
                      <p:nvGrpSpPr>
                        <p:cNvPr id="299" name="Group 298">
                          <a:extLst>
                            <a:ext uri="{FF2B5EF4-FFF2-40B4-BE49-F238E27FC236}">
                              <a16:creationId xmlns:a16="http://schemas.microsoft.com/office/drawing/2014/main" id="{ED41ABCF-792A-862A-5726-5A7B9F5F6E64}"/>
                            </a:ext>
                          </a:extLst>
                        </p:cNvPr>
                        <p:cNvGrpSpPr/>
                        <p:nvPr/>
                      </p:nvGrpSpPr>
                      <p:grpSpPr>
                        <a:xfrm>
                          <a:off x="2970212" y="4724400"/>
                          <a:ext cx="731520" cy="731520"/>
                          <a:chOff x="2970212" y="4724400"/>
                          <a:chExt cx="731520" cy="731520"/>
                        </a:xfrm>
                      </p:grpSpPr>
                      <p:grpSp>
                        <p:nvGrpSpPr>
                          <p:cNvPr id="306" name="Group 305">
                            <a:extLst>
                              <a:ext uri="{FF2B5EF4-FFF2-40B4-BE49-F238E27FC236}">
                                <a16:creationId xmlns:a16="http://schemas.microsoft.com/office/drawing/2014/main" id="{1AD52840-8332-36FC-0F0E-1597509FF1B6}"/>
                              </a:ext>
                            </a:extLst>
                          </p:cNvPr>
                          <p:cNvGrpSpPr/>
                          <p:nvPr/>
                        </p:nvGrpSpPr>
                        <p:grpSpPr>
                          <a:xfrm>
                            <a:off x="2970212" y="4724400"/>
                            <a:ext cx="731520" cy="365760"/>
                            <a:chOff x="2970212" y="4724400"/>
                            <a:chExt cx="731520" cy="365760"/>
                          </a:xfrm>
                        </p:grpSpPr>
                        <p:sp>
                          <p:nvSpPr>
                            <p:cNvPr id="309" name="Rectangle 308">
                              <a:extLst>
                                <a:ext uri="{FF2B5EF4-FFF2-40B4-BE49-F238E27FC236}">
                                  <a16:creationId xmlns:a16="http://schemas.microsoft.com/office/drawing/2014/main" id="{14D55F2C-4E81-96B4-6F55-6E311A5189B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0" name="Rectangle 309">
                              <a:extLst>
                                <a:ext uri="{FF2B5EF4-FFF2-40B4-BE49-F238E27FC236}">
                                  <a16:creationId xmlns:a16="http://schemas.microsoft.com/office/drawing/2014/main" id="{01F9F6C4-FC46-E227-3944-4CBDA809535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07" name="Rectangle 306">
                            <a:extLst>
                              <a:ext uri="{FF2B5EF4-FFF2-40B4-BE49-F238E27FC236}">
                                <a16:creationId xmlns:a16="http://schemas.microsoft.com/office/drawing/2014/main" id="{854F6AF1-7E81-B774-95AA-C5ECEDAF9DC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8" name="Rectangle 307">
                            <a:extLst>
                              <a:ext uri="{FF2B5EF4-FFF2-40B4-BE49-F238E27FC236}">
                                <a16:creationId xmlns:a16="http://schemas.microsoft.com/office/drawing/2014/main" id="{1F63942F-61D2-DB9C-F0DD-087CF5B56F2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00" name="Group 299">
                          <a:extLst>
                            <a:ext uri="{FF2B5EF4-FFF2-40B4-BE49-F238E27FC236}">
                              <a16:creationId xmlns:a16="http://schemas.microsoft.com/office/drawing/2014/main" id="{4CFE56AF-B608-3A45-E5A6-E401BC7EB744}"/>
                            </a:ext>
                          </a:extLst>
                        </p:cNvPr>
                        <p:cNvGrpSpPr/>
                        <p:nvPr/>
                      </p:nvGrpSpPr>
                      <p:grpSpPr>
                        <a:xfrm>
                          <a:off x="3701732" y="4724400"/>
                          <a:ext cx="731520" cy="731520"/>
                          <a:chOff x="2970212" y="4724400"/>
                          <a:chExt cx="731520" cy="731520"/>
                        </a:xfrm>
                      </p:grpSpPr>
                      <p:grpSp>
                        <p:nvGrpSpPr>
                          <p:cNvPr id="301" name="Group 300">
                            <a:extLst>
                              <a:ext uri="{FF2B5EF4-FFF2-40B4-BE49-F238E27FC236}">
                                <a16:creationId xmlns:a16="http://schemas.microsoft.com/office/drawing/2014/main" id="{DB8E16CF-635D-B96E-5C5B-92F10C826203}"/>
                              </a:ext>
                            </a:extLst>
                          </p:cNvPr>
                          <p:cNvGrpSpPr/>
                          <p:nvPr/>
                        </p:nvGrpSpPr>
                        <p:grpSpPr>
                          <a:xfrm>
                            <a:off x="2970212" y="4724400"/>
                            <a:ext cx="731520" cy="365760"/>
                            <a:chOff x="2970212" y="4724400"/>
                            <a:chExt cx="731520" cy="365760"/>
                          </a:xfrm>
                        </p:grpSpPr>
                        <p:sp>
                          <p:nvSpPr>
                            <p:cNvPr id="304" name="Rectangle 303">
                              <a:extLst>
                                <a:ext uri="{FF2B5EF4-FFF2-40B4-BE49-F238E27FC236}">
                                  <a16:creationId xmlns:a16="http://schemas.microsoft.com/office/drawing/2014/main" id="{C07C0057-0255-DFAD-0A86-9DC63797B38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5" name="Rectangle 304">
                              <a:extLst>
                                <a:ext uri="{FF2B5EF4-FFF2-40B4-BE49-F238E27FC236}">
                                  <a16:creationId xmlns:a16="http://schemas.microsoft.com/office/drawing/2014/main" id="{6A65D2B8-7E4D-64B6-4A84-5B00541736C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02" name="Rectangle 301">
                            <a:extLst>
                              <a:ext uri="{FF2B5EF4-FFF2-40B4-BE49-F238E27FC236}">
                                <a16:creationId xmlns:a16="http://schemas.microsoft.com/office/drawing/2014/main" id="{AEBE97B2-6C3D-DA20-AF5B-0A93B4C8301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3" name="Rectangle 302">
                            <a:extLst>
                              <a:ext uri="{FF2B5EF4-FFF2-40B4-BE49-F238E27FC236}">
                                <a16:creationId xmlns:a16="http://schemas.microsoft.com/office/drawing/2014/main" id="{13C9DF93-7235-F0D8-A785-1B07686747D3}"/>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cxnSp>
            <p:nvCxnSpPr>
              <p:cNvPr id="405" name="Straight Connector 404">
                <a:extLst>
                  <a:ext uri="{FF2B5EF4-FFF2-40B4-BE49-F238E27FC236}">
                    <a16:creationId xmlns:a16="http://schemas.microsoft.com/office/drawing/2014/main" id="{1272C31A-973A-2F6C-E70D-4AD2E8448450}"/>
                  </a:ext>
                </a:extLst>
              </p:cNvPr>
              <p:cNvCxnSpPr>
                <a:cxnSpLocks/>
              </p:cNvCxnSpPr>
              <p:nvPr/>
            </p:nvCxnSpPr>
            <p:spPr>
              <a:xfrm flipV="1">
                <a:off x="2132012" y="4572000"/>
                <a:ext cx="8778240" cy="15240"/>
              </a:xfrm>
              <a:prstGeom prst="line">
                <a:avLst/>
              </a:prstGeom>
            </p:spPr>
            <p:style>
              <a:lnRef idx="3">
                <a:schemeClr val="dk1"/>
              </a:lnRef>
              <a:fillRef idx="0">
                <a:schemeClr val="dk1"/>
              </a:fillRef>
              <a:effectRef idx="2">
                <a:schemeClr val="dk1"/>
              </a:effectRef>
              <a:fontRef idx="minor">
                <a:schemeClr val="tx1"/>
              </a:fontRef>
            </p:style>
          </p:cxnSp>
          <p:cxnSp>
            <p:nvCxnSpPr>
              <p:cNvPr id="409" name="Straight Connector 408">
                <a:extLst>
                  <a:ext uri="{FF2B5EF4-FFF2-40B4-BE49-F238E27FC236}">
                    <a16:creationId xmlns:a16="http://schemas.microsoft.com/office/drawing/2014/main" id="{210A4E37-53AA-A2F6-D12A-5B8A3E602D9C}"/>
                  </a:ext>
                </a:extLst>
              </p:cNvPr>
              <p:cNvCxnSpPr/>
              <p:nvPr/>
            </p:nvCxnSpPr>
            <p:spPr>
              <a:xfrm>
                <a:off x="6537011" y="3124200"/>
                <a:ext cx="0" cy="2971800"/>
              </a:xfrm>
              <a:prstGeom prst="line">
                <a:avLst/>
              </a:prstGeom>
            </p:spPr>
            <p:style>
              <a:lnRef idx="3">
                <a:schemeClr val="dk1"/>
              </a:lnRef>
              <a:fillRef idx="0">
                <a:schemeClr val="dk1"/>
              </a:fillRef>
              <a:effectRef idx="2">
                <a:schemeClr val="dk1"/>
              </a:effectRef>
              <a:fontRef idx="minor">
                <a:schemeClr val="tx1"/>
              </a:fontRef>
            </p:style>
          </p:cxnSp>
        </p:grpSp>
        <p:cxnSp>
          <p:nvCxnSpPr>
            <p:cNvPr id="412" name="Straight Connector 411">
              <a:extLst>
                <a:ext uri="{FF2B5EF4-FFF2-40B4-BE49-F238E27FC236}">
                  <a16:creationId xmlns:a16="http://schemas.microsoft.com/office/drawing/2014/main" id="{F8A5C81F-A37A-E1F8-4B38-2C146ED62806}"/>
                </a:ext>
              </a:extLst>
            </p:cNvPr>
            <p:cNvCxnSpPr>
              <a:cxnSpLocks/>
            </p:cNvCxnSpPr>
            <p:nvPr/>
          </p:nvCxnSpPr>
          <p:spPr>
            <a:xfrm flipV="1">
              <a:off x="2031696" y="3733800"/>
              <a:ext cx="8802356" cy="2225040"/>
            </a:xfrm>
            <a:prstGeom prst="line">
              <a:avLst/>
            </a:prstGeom>
            <a:ln w="38100"/>
          </p:spPr>
          <p:style>
            <a:lnRef idx="3">
              <a:schemeClr val="accent4"/>
            </a:lnRef>
            <a:fillRef idx="0">
              <a:schemeClr val="accent4"/>
            </a:fillRef>
            <a:effectRef idx="2">
              <a:schemeClr val="accent4"/>
            </a:effectRef>
            <a:fontRef idx="minor">
              <a:schemeClr val="tx1"/>
            </a:fontRef>
          </p:style>
        </p:cxnSp>
        <p:sp>
          <p:nvSpPr>
            <p:cNvPr id="2" name="TextBox 1">
              <a:extLst>
                <a:ext uri="{FF2B5EF4-FFF2-40B4-BE49-F238E27FC236}">
                  <a16:creationId xmlns:a16="http://schemas.microsoft.com/office/drawing/2014/main" id="{BEC2A244-326D-1AE4-C330-AB3583817238}"/>
                </a:ext>
              </a:extLst>
            </p:cNvPr>
            <p:cNvSpPr txBox="1"/>
            <p:nvPr/>
          </p:nvSpPr>
          <p:spPr>
            <a:xfrm>
              <a:off x="2055813" y="3240009"/>
              <a:ext cx="8778238" cy="369332"/>
            </a:xfrm>
            <a:prstGeom prst="rect">
              <a:avLst/>
            </a:prstGeom>
            <a:noFill/>
          </p:spPr>
          <p:txBody>
            <a:bodyPr wrap="square" rtlCol="0">
              <a:spAutoFit/>
            </a:bodyPr>
            <a:lstStyle/>
            <a:p>
              <a:pPr algn="ctr"/>
              <a:r>
                <a:rPr lang="en-US" dirty="0">
                  <a:solidFill>
                    <a:schemeClr val="bg1"/>
                  </a:solidFill>
                  <a:latin typeface="Consolas" panose="020B0609020204030204" pitchFamily="49" charset="0"/>
                </a:rPr>
                <a:t>-9 -8 -7 -6 -5 -4 -3 -2 -1 0 +1 +2 +3 +4 +5 +6 +7 +8 +9</a:t>
              </a:r>
            </a:p>
          </p:txBody>
        </p:sp>
        <p:sp>
          <p:nvSpPr>
            <p:cNvPr id="3" name="TextBox 2">
              <a:extLst>
                <a:ext uri="{FF2B5EF4-FFF2-40B4-BE49-F238E27FC236}">
                  <a16:creationId xmlns:a16="http://schemas.microsoft.com/office/drawing/2014/main" id="{A76A89A7-7886-E351-1396-C566B9EFA6DF}"/>
                </a:ext>
              </a:extLst>
            </p:cNvPr>
            <p:cNvSpPr txBox="1"/>
            <p:nvPr/>
          </p:nvSpPr>
          <p:spPr>
            <a:xfrm>
              <a:off x="1516718" y="3412480"/>
              <a:ext cx="527036" cy="3416320"/>
            </a:xfrm>
            <a:prstGeom prst="rect">
              <a:avLst/>
            </a:prstGeom>
            <a:noFill/>
          </p:spPr>
          <p:txBody>
            <a:bodyPr wrap="square" rtlCol="0">
              <a:spAutoFit/>
            </a:bodyPr>
            <a:lstStyle/>
            <a:p>
              <a:pPr algn="r"/>
              <a:r>
                <a:rPr lang="en-US" sz="2400" dirty="0">
                  <a:solidFill>
                    <a:schemeClr val="bg1"/>
                  </a:solidFill>
                  <a:latin typeface="Consolas" panose="020B0609020204030204" pitchFamily="49" charset="0"/>
                </a:rPr>
                <a:t>+4</a:t>
              </a:r>
            </a:p>
            <a:p>
              <a:pPr algn="r"/>
              <a:r>
                <a:rPr lang="en-US" sz="2400" dirty="0">
                  <a:solidFill>
                    <a:schemeClr val="bg1"/>
                  </a:solidFill>
                  <a:latin typeface="Consolas" panose="020B0609020204030204" pitchFamily="49" charset="0"/>
                </a:rPr>
                <a:t>+3</a:t>
              </a:r>
            </a:p>
            <a:p>
              <a:pPr algn="r"/>
              <a:r>
                <a:rPr lang="en-US" sz="2400" dirty="0">
                  <a:solidFill>
                    <a:schemeClr val="bg1"/>
                  </a:solidFill>
                  <a:latin typeface="Consolas" panose="020B0609020204030204" pitchFamily="49" charset="0"/>
                </a:rPr>
                <a:t>+2</a:t>
              </a:r>
            </a:p>
            <a:p>
              <a:pPr algn="r"/>
              <a:r>
                <a:rPr lang="en-US" sz="2400" dirty="0">
                  <a:solidFill>
                    <a:schemeClr val="bg1"/>
                  </a:solidFill>
                  <a:latin typeface="Consolas" panose="020B0609020204030204" pitchFamily="49" charset="0"/>
                </a:rPr>
                <a:t>+1</a:t>
              </a:r>
            </a:p>
            <a:p>
              <a:pPr algn="r"/>
              <a:r>
                <a:rPr lang="en-US" sz="2400" dirty="0">
                  <a:solidFill>
                    <a:schemeClr val="bg1"/>
                  </a:solidFill>
                  <a:latin typeface="Consolas" panose="020B0609020204030204" pitchFamily="49" charset="0"/>
                </a:rPr>
                <a:t>0</a:t>
              </a:r>
            </a:p>
            <a:p>
              <a:pPr algn="r"/>
              <a:r>
                <a:rPr lang="en-US" sz="2400" dirty="0">
                  <a:solidFill>
                    <a:schemeClr val="bg1"/>
                  </a:solidFill>
                  <a:latin typeface="Consolas" panose="020B0609020204030204" pitchFamily="49" charset="0"/>
                </a:rPr>
                <a:t>-1</a:t>
              </a:r>
            </a:p>
            <a:p>
              <a:pPr algn="r"/>
              <a:r>
                <a:rPr lang="en-US" sz="2400" dirty="0">
                  <a:solidFill>
                    <a:schemeClr val="bg1"/>
                  </a:solidFill>
                  <a:latin typeface="Consolas" panose="020B0609020204030204" pitchFamily="49" charset="0"/>
                </a:rPr>
                <a:t>-2</a:t>
              </a:r>
            </a:p>
            <a:p>
              <a:pPr algn="r"/>
              <a:r>
                <a:rPr lang="en-US" sz="2400" dirty="0">
                  <a:solidFill>
                    <a:schemeClr val="bg1"/>
                  </a:solidFill>
                  <a:latin typeface="Consolas" panose="020B0609020204030204" pitchFamily="49" charset="0"/>
                </a:rPr>
                <a:t>-3</a:t>
              </a:r>
            </a:p>
            <a:p>
              <a:pPr algn="r"/>
              <a:r>
                <a:rPr lang="en-US" sz="2400" dirty="0">
                  <a:solidFill>
                    <a:schemeClr val="bg1"/>
                  </a:solidFill>
                  <a:latin typeface="Consolas" panose="020B0609020204030204" pitchFamily="49" charset="0"/>
                </a:rPr>
                <a:t>-4</a:t>
              </a:r>
            </a:p>
          </p:txBody>
        </p:sp>
      </p:grpSp>
      <p:sp>
        <p:nvSpPr>
          <p:cNvPr id="23" name="Freeform: Shape 22">
            <a:extLst>
              <a:ext uri="{FF2B5EF4-FFF2-40B4-BE49-F238E27FC236}">
                <a16:creationId xmlns:a16="http://schemas.microsoft.com/office/drawing/2014/main" id="{FFEFB4E3-7674-6460-81E0-38D7FFCE8CB9}"/>
              </a:ext>
            </a:extLst>
          </p:cNvPr>
          <p:cNvSpPr/>
          <p:nvPr/>
        </p:nvSpPr>
        <p:spPr>
          <a:xfrm>
            <a:off x="2035574" y="3721930"/>
            <a:ext cx="8813162" cy="2862669"/>
          </a:xfrm>
          <a:custGeom>
            <a:avLst/>
            <a:gdLst>
              <a:gd name="connsiteX0" fmla="*/ 8813162 w 8813162"/>
              <a:gd name="connsiteY0" fmla="*/ 0 h 2862669"/>
              <a:gd name="connsiteX1" fmla="*/ 8813162 w 8813162"/>
              <a:gd name="connsiteY1" fmla="*/ 2862669 h 2862669"/>
              <a:gd name="connsiteX2" fmla="*/ 0 w 8813162"/>
              <a:gd name="connsiteY2" fmla="*/ 2862669 h 2862669"/>
              <a:gd name="connsiteX3" fmla="*/ 0 w 8813162"/>
              <a:gd name="connsiteY3" fmla="*/ 2256132 h 2862669"/>
              <a:gd name="connsiteX4" fmla="*/ 8813162 w 8813162"/>
              <a:gd name="connsiteY4" fmla="*/ 0 h 2862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13162" h="2862669">
                <a:moveTo>
                  <a:pt x="8813162" y="0"/>
                </a:moveTo>
                <a:lnTo>
                  <a:pt x="8813162" y="2862669"/>
                </a:lnTo>
                <a:lnTo>
                  <a:pt x="0" y="2862669"/>
                </a:lnTo>
                <a:lnTo>
                  <a:pt x="0" y="2256132"/>
                </a:lnTo>
                <a:lnTo>
                  <a:pt x="8813162" y="0"/>
                </a:lnTo>
                <a:close/>
              </a:path>
            </a:pathLst>
          </a:custGeom>
          <a:solidFill>
            <a:srgbClr val="00FF00">
              <a:alpha val="25098"/>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5792F6A5-AADD-F3DE-E53C-C796480E04D3}"/>
              </a:ext>
            </a:extLst>
          </p:cNvPr>
          <p:cNvSpPr/>
          <p:nvPr/>
        </p:nvSpPr>
        <p:spPr>
          <a:xfrm>
            <a:off x="2040169" y="3653005"/>
            <a:ext cx="8790187" cy="2297487"/>
          </a:xfrm>
          <a:custGeom>
            <a:avLst/>
            <a:gdLst>
              <a:gd name="connsiteX0" fmla="*/ 0 w 8790187"/>
              <a:gd name="connsiteY0" fmla="*/ 2297487 h 2297487"/>
              <a:gd name="connsiteX1" fmla="*/ 0 w 8790187"/>
              <a:gd name="connsiteY1" fmla="*/ 0 h 2297487"/>
              <a:gd name="connsiteX2" fmla="*/ 8790187 w 8790187"/>
              <a:gd name="connsiteY2" fmla="*/ 0 h 2297487"/>
              <a:gd name="connsiteX3" fmla="*/ 8790187 w 8790187"/>
              <a:gd name="connsiteY3" fmla="*/ 96494 h 2297487"/>
              <a:gd name="connsiteX4" fmla="*/ 0 w 8790187"/>
              <a:gd name="connsiteY4" fmla="*/ 2297487 h 22974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0187" h="2297487">
                <a:moveTo>
                  <a:pt x="0" y="2297487"/>
                </a:moveTo>
                <a:lnTo>
                  <a:pt x="0" y="0"/>
                </a:lnTo>
                <a:lnTo>
                  <a:pt x="8790187" y="0"/>
                </a:lnTo>
                <a:lnTo>
                  <a:pt x="8790187" y="96494"/>
                </a:lnTo>
                <a:lnTo>
                  <a:pt x="0" y="2297487"/>
                </a:lnTo>
                <a:close/>
              </a:path>
            </a:pathLst>
          </a:custGeom>
          <a:solidFill>
            <a:srgbClr val="FF0000">
              <a:alpha val="25098"/>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2257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randombar(horizontal)">
                                      <p:cBhvr>
                                        <p:cTn id="7" dur="500"/>
                                        <p:tgtEl>
                                          <p:spTgt spid="23"/>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randombar(horizontal)">
                                      <p:cBhvr>
                                        <p:cTn id="1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1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Algorithm</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859001" cy="2925044"/>
          </a:xfrm>
        </p:spPr>
        <p:txBody>
          <a:bodyPr>
            <a:normAutofit/>
          </a:bodyPr>
          <a:lstStyle/>
          <a:p>
            <a:pPr marL="0" indent="0">
              <a:buNone/>
            </a:pPr>
            <a:r>
              <a:rPr lang="en-US" b="0" dirty="0">
                <a:latin typeface="Cambria Math" panose="02040503050406030204" pitchFamily="18" charset="0"/>
                <a:cs typeface="Arial" panose="020B0604020202020204" pitchFamily="34" charset="0"/>
              </a:rPr>
              <a:t>It is important to understand that the assignment of those two zones (red and green) is dictated by how we want to interpret the label with value 1. We can consider that:</a:t>
            </a:r>
          </a:p>
          <a:p>
            <a:pPr lvl="1"/>
            <a:r>
              <a:rPr lang="en-US" b="0" dirty="0">
                <a:latin typeface="Cambria Math" panose="02040503050406030204" pitchFamily="18" charset="0"/>
                <a:cs typeface="Arial" panose="020B0604020202020204" pitchFamily="34" charset="0"/>
              </a:rPr>
              <a:t>the class we are trying to classify corresponds to label 1, and everything else </a:t>
            </a:r>
            <a:r>
              <a:rPr lang="en-US" dirty="0">
                <a:latin typeface="Cambria Math" panose="02040503050406030204" pitchFamily="18" charset="0"/>
                <a:cs typeface="Arial" panose="020B0604020202020204" pitchFamily="34" charset="0"/>
              </a:rPr>
              <a:t>has the label -1</a:t>
            </a:r>
          </a:p>
          <a:p>
            <a:pPr lvl="1"/>
            <a:r>
              <a:rPr lang="en-US" b="0" dirty="0">
                <a:latin typeface="Cambria Math" panose="02040503050406030204" pitchFamily="18" charset="0"/>
                <a:cs typeface="Arial" panose="020B0604020202020204" pitchFamily="34" charset="0"/>
              </a:rPr>
              <a:t>the class we are trying to classify corresponds to </a:t>
            </a:r>
            <a:r>
              <a:rPr lang="en-US" b="0">
                <a:latin typeface="Cambria Math" panose="02040503050406030204" pitchFamily="18" charset="0"/>
                <a:cs typeface="Arial" panose="020B0604020202020204" pitchFamily="34" charset="0"/>
              </a:rPr>
              <a:t>label -1</a:t>
            </a:r>
            <a:r>
              <a:rPr lang="en-US" b="0" dirty="0">
                <a:latin typeface="Cambria Math" panose="02040503050406030204" pitchFamily="18" charset="0"/>
                <a:cs typeface="Arial" panose="020B0604020202020204" pitchFamily="34" charset="0"/>
              </a:rPr>
              <a:t>, and everything else </a:t>
            </a:r>
            <a:r>
              <a:rPr lang="en-US" dirty="0">
                <a:latin typeface="Cambria Math" panose="02040503050406030204" pitchFamily="18" charset="0"/>
                <a:cs typeface="Arial" panose="020B0604020202020204" pitchFamily="34" charset="0"/>
              </a:rPr>
              <a:t>has the </a:t>
            </a:r>
            <a:r>
              <a:rPr lang="en-US">
                <a:latin typeface="Cambria Math" panose="02040503050406030204" pitchFamily="18" charset="0"/>
                <a:cs typeface="Arial" panose="020B0604020202020204" pitchFamily="34" charset="0"/>
              </a:rPr>
              <a:t>label 1</a:t>
            </a:r>
            <a:endParaRPr lang="en-US" dirty="0">
              <a:latin typeface="Cambria Math" panose="02040503050406030204" pitchFamily="18" charset="0"/>
              <a:cs typeface="Arial" panose="020B0604020202020204" pitchFamily="34" charset="0"/>
            </a:endParaRPr>
          </a:p>
          <a:p>
            <a:pPr lvl="1"/>
            <a:endParaRPr lang="en-US" dirty="0">
              <a:latin typeface="Cambria Math" panose="02040503050406030204" pitchFamily="18" charset="0"/>
              <a:cs typeface="Arial" panose="020B0604020202020204" pitchFamily="34" charset="0"/>
            </a:endParaRPr>
          </a:p>
        </p:txBody>
      </p:sp>
      <p:grpSp>
        <p:nvGrpSpPr>
          <p:cNvPr id="13" name="Group 12">
            <a:extLst>
              <a:ext uri="{FF2B5EF4-FFF2-40B4-BE49-F238E27FC236}">
                <a16:creationId xmlns:a16="http://schemas.microsoft.com/office/drawing/2014/main" id="{ECF2B0A4-E8EB-082D-C65C-B38FC9C7E35E}"/>
              </a:ext>
            </a:extLst>
          </p:cNvPr>
          <p:cNvGrpSpPr/>
          <p:nvPr/>
        </p:nvGrpSpPr>
        <p:grpSpPr>
          <a:xfrm>
            <a:off x="1751012" y="4343400"/>
            <a:ext cx="4613058" cy="2052655"/>
            <a:chOff x="2031696" y="3653005"/>
            <a:chExt cx="8817040" cy="2976395"/>
          </a:xfrm>
        </p:grpSpPr>
        <p:grpSp>
          <p:nvGrpSpPr>
            <p:cNvPr id="7" name="Group 6">
              <a:extLst>
                <a:ext uri="{FF2B5EF4-FFF2-40B4-BE49-F238E27FC236}">
                  <a16:creationId xmlns:a16="http://schemas.microsoft.com/office/drawing/2014/main" id="{42B32645-CD4E-18D8-DF6F-45FC0DF5D1D8}"/>
                </a:ext>
              </a:extLst>
            </p:cNvPr>
            <p:cNvGrpSpPr/>
            <p:nvPr/>
          </p:nvGrpSpPr>
          <p:grpSpPr>
            <a:xfrm>
              <a:off x="2031696" y="3657600"/>
              <a:ext cx="8802356" cy="2971800"/>
              <a:chOff x="2031696" y="3657600"/>
              <a:chExt cx="8802356" cy="2971800"/>
            </a:xfrm>
          </p:grpSpPr>
          <p:grpSp>
            <p:nvGrpSpPr>
              <p:cNvPr id="410" name="Group 409">
                <a:extLst>
                  <a:ext uri="{FF2B5EF4-FFF2-40B4-BE49-F238E27FC236}">
                    <a16:creationId xmlns:a16="http://schemas.microsoft.com/office/drawing/2014/main" id="{88B3EBF7-C9A2-D9F2-3358-428A949F3CD4}"/>
                  </a:ext>
                </a:extLst>
              </p:cNvPr>
              <p:cNvGrpSpPr/>
              <p:nvPr/>
            </p:nvGrpSpPr>
            <p:grpSpPr>
              <a:xfrm>
                <a:off x="2055812" y="3657600"/>
                <a:ext cx="8778240" cy="2971800"/>
                <a:chOff x="2132012" y="3124200"/>
                <a:chExt cx="8778240" cy="2971800"/>
              </a:xfrm>
            </p:grpSpPr>
            <p:grpSp>
              <p:nvGrpSpPr>
                <p:cNvPr id="403" name="Group 402">
                  <a:extLst>
                    <a:ext uri="{FF2B5EF4-FFF2-40B4-BE49-F238E27FC236}">
                      <a16:creationId xmlns:a16="http://schemas.microsoft.com/office/drawing/2014/main" id="{17AB6608-F51E-D44B-5D04-5ADBEFBA3C28}"/>
                    </a:ext>
                  </a:extLst>
                </p:cNvPr>
                <p:cNvGrpSpPr/>
                <p:nvPr/>
              </p:nvGrpSpPr>
              <p:grpSpPr>
                <a:xfrm>
                  <a:off x="2132012" y="3124200"/>
                  <a:ext cx="8778240" cy="2926080"/>
                  <a:chOff x="2132012" y="3124200"/>
                  <a:chExt cx="8778240" cy="2926080"/>
                </a:xfrm>
              </p:grpSpPr>
              <p:grpSp>
                <p:nvGrpSpPr>
                  <p:cNvPr id="125" name="Group 124">
                    <a:extLst>
                      <a:ext uri="{FF2B5EF4-FFF2-40B4-BE49-F238E27FC236}">
                        <a16:creationId xmlns:a16="http://schemas.microsoft.com/office/drawing/2014/main" id="{9CBAC667-CF1B-92BF-8137-C3B66C320A63}"/>
                      </a:ext>
                    </a:extLst>
                  </p:cNvPr>
                  <p:cNvGrpSpPr/>
                  <p:nvPr/>
                </p:nvGrpSpPr>
                <p:grpSpPr>
                  <a:xfrm>
                    <a:off x="2132012" y="3124200"/>
                    <a:ext cx="2926080" cy="2926080"/>
                    <a:chOff x="2132012" y="3124200"/>
                    <a:chExt cx="2926080" cy="2926080"/>
                  </a:xfrm>
                </p:grpSpPr>
                <p:grpSp>
                  <p:nvGrpSpPr>
                    <p:cNvPr id="69" name="Group 68">
                      <a:extLst>
                        <a:ext uri="{FF2B5EF4-FFF2-40B4-BE49-F238E27FC236}">
                          <a16:creationId xmlns:a16="http://schemas.microsoft.com/office/drawing/2014/main" id="{57CE3321-BDA9-BC9D-4458-5A9FDFCC9279}"/>
                        </a:ext>
                      </a:extLst>
                    </p:cNvPr>
                    <p:cNvGrpSpPr/>
                    <p:nvPr/>
                  </p:nvGrpSpPr>
                  <p:grpSpPr>
                    <a:xfrm>
                      <a:off x="2132012" y="3124200"/>
                      <a:ext cx="2926080" cy="1463040"/>
                      <a:chOff x="2970212" y="4724400"/>
                      <a:chExt cx="2926080" cy="1463040"/>
                    </a:xfrm>
                  </p:grpSpPr>
                  <p:grpSp>
                    <p:nvGrpSpPr>
                      <p:cNvPr id="41" name="Group 40">
                        <a:extLst>
                          <a:ext uri="{FF2B5EF4-FFF2-40B4-BE49-F238E27FC236}">
                            <a16:creationId xmlns:a16="http://schemas.microsoft.com/office/drawing/2014/main" id="{E591D691-764B-040E-1287-F2E1AFEE5A49}"/>
                          </a:ext>
                        </a:extLst>
                      </p:cNvPr>
                      <p:cNvGrpSpPr/>
                      <p:nvPr/>
                    </p:nvGrpSpPr>
                    <p:grpSpPr>
                      <a:xfrm>
                        <a:off x="2970212" y="4724400"/>
                        <a:ext cx="1463040" cy="1463040"/>
                        <a:chOff x="2970212" y="4724400"/>
                        <a:chExt cx="1463040" cy="1463040"/>
                      </a:xfrm>
                    </p:grpSpPr>
                    <p:grpSp>
                      <p:nvGrpSpPr>
                        <p:cNvPr id="21" name="Group 20">
                          <a:extLst>
                            <a:ext uri="{FF2B5EF4-FFF2-40B4-BE49-F238E27FC236}">
                              <a16:creationId xmlns:a16="http://schemas.microsoft.com/office/drawing/2014/main" id="{3FE1A9B0-E26D-384A-8587-D9FB00A3D72B}"/>
                            </a:ext>
                          </a:extLst>
                        </p:cNvPr>
                        <p:cNvGrpSpPr/>
                        <p:nvPr/>
                      </p:nvGrpSpPr>
                      <p:grpSpPr>
                        <a:xfrm>
                          <a:off x="2970212" y="4724400"/>
                          <a:ext cx="1463040" cy="731520"/>
                          <a:chOff x="2970212" y="4724400"/>
                          <a:chExt cx="1463040" cy="731520"/>
                        </a:xfrm>
                      </p:grpSpPr>
                      <p:grpSp>
                        <p:nvGrpSpPr>
                          <p:cNvPr id="12" name="Group 11">
                            <a:extLst>
                              <a:ext uri="{FF2B5EF4-FFF2-40B4-BE49-F238E27FC236}">
                                <a16:creationId xmlns:a16="http://schemas.microsoft.com/office/drawing/2014/main" id="{D8B94FAE-1D6F-221E-9C77-92A447977311}"/>
                              </a:ext>
                            </a:extLst>
                          </p:cNvPr>
                          <p:cNvGrpSpPr/>
                          <p:nvPr/>
                        </p:nvGrpSpPr>
                        <p:grpSpPr>
                          <a:xfrm>
                            <a:off x="2970212" y="4724400"/>
                            <a:ext cx="731520" cy="731520"/>
                            <a:chOff x="2970212" y="4724400"/>
                            <a:chExt cx="731520" cy="731520"/>
                          </a:xfrm>
                        </p:grpSpPr>
                        <p:grpSp>
                          <p:nvGrpSpPr>
                            <p:cNvPr id="9" name="Group 8">
                              <a:extLst>
                                <a:ext uri="{FF2B5EF4-FFF2-40B4-BE49-F238E27FC236}">
                                  <a16:creationId xmlns:a16="http://schemas.microsoft.com/office/drawing/2014/main" id="{FDA4200E-7308-5745-D397-42C3A1941F97}"/>
                                </a:ext>
                              </a:extLst>
                            </p:cNvPr>
                            <p:cNvGrpSpPr/>
                            <p:nvPr/>
                          </p:nvGrpSpPr>
                          <p:grpSpPr>
                            <a:xfrm>
                              <a:off x="2970212" y="4724400"/>
                              <a:ext cx="731520" cy="365760"/>
                              <a:chOff x="2970212" y="4724400"/>
                              <a:chExt cx="731520" cy="365760"/>
                            </a:xfrm>
                          </p:grpSpPr>
                          <p:sp>
                            <p:nvSpPr>
                              <p:cNvPr id="4" name="Rectangle 3">
                                <a:extLst>
                                  <a:ext uri="{FF2B5EF4-FFF2-40B4-BE49-F238E27FC236}">
                                    <a16:creationId xmlns:a16="http://schemas.microsoft.com/office/drawing/2014/main" id="{40A1CE94-EFD3-2136-E072-F672753A679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8" name="Rectangle 7">
                                <a:extLst>
                                  <a:ext uri="{FF2B5EF4-FFF2-40B4-BE49-F238E27FC236}">
                                    <a16:creationId xmlns:a16="http://schemas.microsoft.com/office/drawing/2014/main" id="{AA4C45E6-FCD4-0567-B532-9A52124BA01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10" name="Rectangle 9">
                              <a:extLst>
                                <a:ext uri="{FF2B5EF4-FFF2-40B4-BE49-F238E27FC236}">
                                  <a16:creationId xmlns:a16="http://schemas.microsoft.com/office/drawing/2014/main" id="{A0B5002B-6CF4-9256-9D80-1757C55991E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11" name="Rectangle 10">
                              <a:extLst>
                                <a:ext uri="{FF2B5EF4-FFF2-40B4-BE49-F238E27FC236}">
                                  <a16:creationId xmlns:a16="http://schemas.microsoft.com/office/drawing/2014/main" id="{7948705D-8B21-7B36-379C-C3D1BF9047A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15" name="Group 14">
                            <a:extLst>
                              <a:ext uri="{FF2B5EF4-FFF2-40B4-BE49-F238E27FC236}">
                                <a16:creationId xmlns:a16="http://schemas.microsoft.com/office/drawing/2014/main" id="{F8F5FDF1-4199-1447-6130-7EB6BD3D2F1D}"/>
                              </a:ext>
                            </a:extLst>
                          </p:cNvPr>
                          <p:cNvGrpSpPr/>
                          <p:nvPr/>
                        </p:nvGrpSpPr>
                        <p:grpSpPr>
                          <a:xfrm>
                            <a:off x="3701732" y="4724400"/>
                            <a:ext cx="731520" cy="731520"/>
                            <a:chOff x="2970212" y="4724400"/>
                            <a:chExt cx="731520" cy="731520"/>
                          </a:xfrm>
                        </p:grpSpPr>
                        <p:grpSp>
                          <p:nvGrpSpPr>
                            <p:cNvPr id="16" name="Group 15">
                              <a:extLst>
                                <a:ext uri="{FF2B5EF4-FFF2-40B4-BE49-F238E27FC236}">
                                  <a16:creationId xmlns:a16="http://schemas.microsoft.com/office/drawing/2014/main" id="{78EF4743-9A9F-A0A7-0608-53590E58AF48}"/>
                                </a:ext>
                              </a:extLst>
                            </p:cNvPr>
                            <p:cNvGrpSpPr/>
                            <p:nvPr/>
                          </p:nvGrpSpPr>
                          <p:grpSpPr>
                            <a:xfrm>
                              <a:off x="2970212" y="4724400"/>
                              <a:ext cx="731520" cy="365760"/>
                              <a:chOff x="2970212" y="4724400"/>
                              <a:chExt cx="731520" cy="365760"/>
                            </a:xfrm>
                          </p:grpSpPr>
                          <p:sp>
                            <p:nvSpPr>
                              <p:cNvPr id="19" name="Rectangle 18">
                                <a:extLst>
                                  <a:ext uri="{FF2B5EF4-FFF2-40B4-BE49-F238E27FC236}">
                                    <a16:creationId xmlns:a16="http://schemas.microsoft.com/office/drawing/2014/main" id="{EA711D48-D6C3-65ED-4089-C8498EEAB111}"/>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20" name="Rectangle 19">
                                <a:extLst>
                                  <a:ext uri="{FF2B5EF4-FFF2-40B4-BE49-F238E27FC236}">
                                    <a16:creationId xmlns:a16="http://schemas.microsoft.com/office/drawing/2014/main" id="{6F418835-1B9D-65D8-0266-23456CAAF174}"/>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17" name="Rectangle 16">
                              <a:extLst>
                                <a:ext uri="{FF2B5EF4-FFF2-40B4-BE49-F238E27FC236}">
                                  <a16:creationId xmlns:a16="http://schemas.microsoft.com/office/drawing/2014/main" id="{ABFAFC10-8BDA-1167-B0C6-EFB75A83681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18" name="Rectangle 17">
                              <a:extLst>
                                <a:ext uri="{FF2B5EF4-FFF2-40B4-BE49-F238E27FC236}">
                                  <a16:creationId xmlns:a16="http://schemas.microsoft.com/office/drawing/2014/main" id="{5C71C587-4D6E-565C-9679-F5FAFD607D0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nvGrpSpPr>
                        <p:cNvPr id="28" name="Group 27">
                          <a:extLst>
                            <a:ext uri="{FF2B5EF4-FFF2-40B4-BE49-F238E27FC236}">
                              <a16:creationId xmlns:a16="http://schemas.microsoft.com/office/drawing/2014/main" id="{49373B72-7E08-2D1A-F813-2A9786513C90}"/>
                            </a:ext>
                          </a:extLst>
                        </p:cNvPr>
                        <p:cNvGrpSpPr/>
                        <p:nvPr/>
                      </p:nvGrpSpPr>
                      <p:grpSpPr>
                        <a:xfrm>
                          <a:off x="2970212" y="5455920"/>
                          <a:ext cx="1463040" cy="731520"/>
                          <a:chOff x="2970212" y="4724400"/>
                          <a:chExt cx="1463040" cy="731520"/>
                        </a:xfrm>
                      </p:grpSpPr>
                      <p:grpSp>
                        <p:nvGrpSpPr>
                          <p:cNvPr id="29" name="Group 28">
                            <a:extLst>
                              <a:ext uri="{FF2B5EF4-FFF2-40B4-BE49-F238E27FC236}">
                                <a16:creationId xmlns:a16="http://schemas.microsoft.com/office/drawing/2014/main" id="{5718B21C-F6A5-7D68-5C18-101867B9D4A3}"/>
                              </a:ext>
                            </a:extLst>
                          </p:cNvPr>
                          <p:cNvGrpSpPr/>
                          <p:nvPr/>
                        </p:nvGrpSpPr>
                        <p:grpSpPr>
                          <a:xfrm>
                            <a:off x="2970212" y="4724400"/>
                            <a:ext cx="731520" cy="731520"/>
                            <a:chOff x="2970212" y="4724400"/>
                            <a:chExt cx="731520" cy="731520"/>
                          </a:xfrm>
                        </p:grpSpPr>
                        <p:grpSp>
                          <p:nvGrpSpPr>
                            <p:cNvPr id="36" name="Group 35">
                              <a:extLst>
                                <a:ext uri="{FF2B5EF4-FFF2-40B4-BE49-F238E27FC236}">
                                  <a16:creationId xmlns:a16="http://schemas.microsoft.com/office/drawing/2014/main" id="{3B278792-A4BC-D4E5-0966-FE8BB6FDDF9B}"/>
                                </a:ext>
                              </a:extLst>
                            </p:cNvPr>
                            <p:cNvGrpSpPr/>
                            <p:nvPr/>
                          </p:nvGrpSpPr>
                          <p:grpSpPr>
                            <a:xfrm>
                              <a:off x="2970212" y="4724400"/>
                              <a:ext cx="731520" cy="365760"/>
                              <a:chOff x="2970212" y="4724400"/>
                              <a:chExt cx="731520" cy="365760"/>
                            </a:xfrm>
                          </p:grpSpPr>
                          <p:sp>
                            <p:nvSpPr>
                              <p:cNvPr id="39" name="Rectangle 38">
                                <a:extLst>
                                  <a:ext uri="{FF2B5EF4-FFF2-40B4-BE49-F238E27FC236}">
                                    <a16:creationId xmlns:a16="http://schemas.microsoft.com/office/drawing/2014/main" id="{13A8CF73-5EB4-9A75-6143-563910E97BF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40" name="Rectangle 39">
                                <a:extLst>
                                  <a:ext uri="{FF2B5EF4-FFF2-40B4-BE49-F238E27FC236}">
                                    <a16:creationId xmlns:a16="http://schemas.microsoft.com/office/drawing/2014/main" id="{9D4E0F80-DD44-E107-7159-2C4A9C649327}"/>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37" name="Rectangle 36">
                              <a:extLst>
                                <a:ext uri="{FF2B5EF4-FFF2-40B4-BE49-F238E27FC236}">
                                  <a16:creationId xmlns:a16="http://schemas.microsoft.com/office/drawing/2014/main" id="{260A1155-EDF9-E4A7-6C6C-E9E13E59295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38" name="Rectangle 37">
                              <a:extLst>
                                <a:ext uri="{FF2B5EF4-FFF2-40B4-BE49-F238E27FC236}">
                                  <a16:creationId xmlns:a16="http://schemas.microsoft.com/office/drawing/2014/main" id="{25B1D993-EE4A-69DE-A5FA-47373AFFE06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30" name="Group 29">
                            <a:extLst>
                              <a:ext uri="{FF2B5EF4-FFF2-40B4-BE49-F238E27FC236}">
                                <a16:creationId xmlns:a16="http://schemas.microsoft.com/office/drawing/2014/main" id="{2E2EF1A7-9B43-2820-2A53-D0C1CDDEF949}"/>
                              </a:ext>
                            </a:extLst>
                          </p:cNvPr>
                          <p:cNvGrpSpPr/>
                          <p:nvPr/>
                        </p:nvGrpSpPr>
                        <p:grpSpPr>
                          <a:xfrm>
                            <a:off x="3701732" y="4724400"/>
                            <a:ext cx="731520" cy="731520"/>
                            <a:chOff x="2970212" y="4724400"/>
                            <a:chExt cx="731520" cy="731520"/>
                          </a:xfrm>
                        </p:grpSpPr>
                        <p:grpSp>
                          <p:nvGrpSpPr>
                            <p:cNvPr id="31" name="Group 30">
                              <a:extLst>
                                <a:ext uri="{FF2B5EF4-FFF2-40B4-BE49-F238E27FC236}">
                                  <a16:creationId xmlns:a16="http://schemas.microsoft.com/office/drawing/2014/main" id="{A18F52D0-B7F7-C731-7DE7-6883F2C935CD}"/>
                                </a:ext>
                              </a:extLst>
                            </p:cNvPr>
                            <p:cNvGrpSpPr/>
                            <p:nvPr/>
                          </p:nvGrpSpPr>
                          <p:grpSpPr>
                            <a:xfrm>
                              <a:off x="2970212" y="4724400"/>
                              <a:ext cx="731520" cy="365760"/>
                              <a:chOff x="2970212" y="4724400"/>
                              <a:chExt cx="731520" cy="365760"/>
                            </a:xfrm>
                          </p:grpSpPr>
                          <p:sp>
                            <p:nvSpPr>
                              <p:cNvPr id="34" name="Rectangle 33">
                                <a:extLst>
                                  <a:ext uri="{FF2B5EF4-FFF2-40B4-BE49-F238E27FC236}">
                                    <a16:creationId xmlns:a16="http://schemas.microsoft.com/office/drawing/2014/main" id="{8437F47D-5007-6290-FFE2-C4DEA9740CA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35" name="Rectangle 34">
                                <a:extLst>
                                  <a:ext uri="{FF2B5EF4-FFF2-40B4-BE49-F238E27FC236}">
                                    <a16:creationId xmlns:a16="http://schemas.microsoft.com/office/drawing/2014/main" id="{036B0E81-F778-8426-B1F3-DFC4B751109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32" name="Rectangle 31">
                              <a:extLst>
                                <a:ext uri="{FF2B5EF4-FFF2-40B4-BE49-F238E27FC236}">
                                  <a16:creationId xmlns:a16="http://schemas.microsoft.com/office/drawing/2014/main" id="{DA846111-1FC3-30BC-794A-5430619991D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33" name="Rectangle 32">
                              <a:extLst>
                                <a:ext uri="{FF2B5EF4-FFF2-40B4-BE49-F238E27FC236}">
                                  <a16:creationId xmlns:a16="http://schemas.microsoft.com/office/drawing/2014/main" id="{948700FF-46EE-7304-FD9E-9ADE26AE2AEB}"/>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grpSp>
                    <p:nvGrpSpPr>
                      <p:cNvPr id="42" name="Group 41">
                        <a:extLst>
                          <a:ext uri="{FF2B5EF4-FFF2-40B4-BE49-F238E27FC236}">
                            <a16:creationId xmlns:a16="http://schemas.microsoft.com/office/drawing/2014/main" id="{172ABDE7-1C1D-2911-7658-525298CE9549}"/>
                          </a:ext>
                        </a:extLst>
                      </p:cNvPr>
                      <p:cNvGrpSpPr/>
                      <p:nvPr/>
                    </p:nvGrpSpPr>
                    <p:grpSpPr>
                      <a:xfrm>
                        <a:off x="4433252" y="4724400"/>
                        <a:ext cx="1463040" cy="1463040"/>
                        <a:chOff x="2970212" y="4724400"/>
                        <a:chExt cx="1463040" cy="1463040"/>
                      </a:xfrm>
                    </p:grpSpPr>
                    <p:grpSp>
                      <p:nvGrpSpPr>
                        <p:cNvPr id="43" name="Group 42">
                          <a:extLst>
                            <a:ext uri="{FF2B5EF4-FFF2-40B4-BE49-F238E27FC236}">
                              <a16:creationId xmlns:a16="http://schemas.microsoft.com/office/drawing/2014/main" id="{0B454B95-6AED-5998-C509-C0BAC8087CE0}"/>
                            </a:ext>
                          </a:extLst>
                        </p:cNvPr>
                        <p:cNvGrpSpPr/>
                        <p:nvPr/>
                      </p:nvGrpSpPr>
                      <p:grpSpPr>
                        <a:xfrm>
                          <a:off x="2970212" y="4724400"/>
                          <a:ext cx="1463040" cy="731520"/>
                          <a:chOff x="2970212" y="4724400"/>
                          <a:chExt cx="1463040" cy="731520"/>
                        </a:xfrm>
                      </p:grpSpPr>
                      <p:grpSp>
                        <p:nvGrpSpPr>
                          <p:cNvPr id="57" name="Group 56">
                            <a:extLst>
                              <a:ext uri="{FF2B5EF4-FFF2-40B4-BE49-F238E27FC236}">
                                <a16:creationId xmlns:a16="http://schemas.microsoft.com/office/drawing/2014/main" id="{CE03F92E-45A3-4EB2-EC57-2A11F3AE20CF}"/>
                              </a:ext>
                            </a:extLst>
                          </p:cNvPr>
                          <p:cNvGrpSpPr/>
                          <p:nvPr/>
                        </p:nvGrpSpPr>
                        <p:grpSpPr>
                          <a:xfrm>
                            <a:off x="2970212" y="4724400"/>
                            <a:ext cx="731520" cy="731520"/>
                            <a:chOff x="2970212" y="4724400"/>
                            <a:chExt cx="731520" cy="731520"/>
                          </a:xfrm>
                        </p:grpSpPr>
                        <p:grpSp>
                          <p:nvGrpSpPr>
                            <p:cNvPr id="64" name="Group 63">
                              <a:extLst>
                                <a:ext uri="{FF2B5EF4-FFF2-40B4-BE49-F238E27FC236}">
                                  <a16:creationId xmlns:a16="http://schemas.microsoft.com/office/drawing/2014/main" id="{B1920F4D-A5A2-27FE-AEB3-9AD7FC1BAED2}"/>
                                </a:ext>
                              </a:extLst>
                            </p:cNvPr>
                            <p:cNvGrpSpPr/>
                            <p:nvPr/>
                          </p:nvGrpSpPr>
                          <p:grpSpPr>
                            <a:xfrm>
                              <a:off x="2970212" y="4724400"/>
                              <a:ext cx="731520" cy="365760"/>
                              <a:chOff x="2970212" y="4724400"/>
                              <a:chExt cx="731520" cy="365760"/>
                            </a:xfrm>
                          </p:grpSpPr>
                          <p:sp>
                            <p:nvSpPr>
                              <p:cNvPr id="67" name="Rectangle 66">
                                <a:extLst>
                                  <a:ext uri="{FF2B5EF4-FFF2-40B4-BE49-F238E27FC236}">
                                    <a16:creationId xmlns:a16="http://schemas.microsoft.com/office/drawing/2014/main" id="{1B96144B-3BC7-5C9C-7EA3-9C021A70CB7F}"/>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68" name="Rectangle 67">
                                <a:extLst>
                                  <a:ext uri="{FF2B5EF4-FFF2-40B4-BE49-F238E27FC236}">
                                    <a16:creationId xmlns:a16="http://schemas.microsoft.com/office/drawing/2014/main" id="{05B0656E-5999-0B70-7CE7-274773257D6E}"/>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65" name="Rectangle 64">
                              <a:extLst>
                                <a:ext uri="{FF2B5EF4-FFF2-40B4-BE49-F238E27FC236}">
                                  <a16:creationId xmlns:a16="http://schemas.microsoft.com/office/drawing/2014/main" id="{5F464F21-5061-D038-E819-C7DF0BE7261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66" name="Rectangle 65">
                              <a:extLst>
                                <a:ext uri="{FF2B5EF4-FFF2-40B4-BE49-F238E27FC236}">
                                  <a16:creationId xmlns:a16="http://schemas.microsoft.com/office/drawing/2014/main" id="{933FEF85-2585-0566-D089-AD52D2C61DC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58" name="Group 57">
                            <a:extLst>
                              <a:ext uri="{FF2B5EF4-FFF2-40B4-BE49-F238E27FC236}">
                                <a16:creationId xmlns:a16="http://schemas.microsoft.com/office/drawing/2014/main" id="{6EE20B55-F3DE-4BA5-4002-4C8F7847D116}"/>
                              </a:ext>
                            </a:extLst>
                          </p:cNvPr>
                          <p:cNvGrpSpPr/>
                          <p:nvPr/>
                        </p:nvGrpSpPr>
                        <p:grpSpPr>
                          <a:xfrm>
                            <a:off x="3701732" y="4724400"/>
                            <a:ext cx="731520" cy="731520"/>
                            <a:chOff x="2970212" y="4724400"/>
                            <a:chExt cx="731520" cy="731520"/>
                          </a:xfrm>
                        </p:grpSpPr>
                        <p:grpSp>
                          <p:nvGrpSpPr>
                            <p:cNvPr id="59" name="Group 58">
                              <a:extLst>
                                <a:ext uri="{FF2B5EF4-FFF2-40B4-BE49-F238E27FC236}">
                                  <a16:creationId xmlns:a16="http://schemas.microsoft.com/office/drawing/2014/main" id="{3255FB4D-5554-8B8E-0C7A-28F863B6B67B}"/>
                                </a:ext>
                              </a:extLst>
                            </p:cNvPr>
                            <p:cNvGrpSpPr/>
                            <p:nvPr/>
                          </p:nvGrpSpPr>
                          <p:grpSpPr>
                            <a:xfrm>
                              <a:off x="2970212" y="4724400"/>
                              <a:ext cx="731520" cy="365760"/>
                              <a:chOff x="2970212" y="4724400"/>
                              <a:chExt cx="731520" cy="365760"/>
                            </a:xfrm>
                          </p:grpSpPr>
                          <p:sp>
                            <p:nvSpPr>
                              <p:cNvPr id="62" name="Rectangle 61">
                                <a:extLst>
                                  <a:ext uri="{FF2B5EF4-FFF2-40B4-BE49-F238E27FC236}">
                                    <a16:creationId xmlns:a16="http://schemas.microsoft.com/office/drawing/2014/main" id="{6387A1E8-475B-82DC-CC51-10242640AF9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63" name="Rectangle 62">
                                <a:extLst>
                                  <a:ext uri="{FF2B5EF4-FFF2-40B4-BE49-F238E27FC236}">
                                    <a16:creationId xmlns:a16="http://schemas.microsoft.com/office/drawing/2014/main" id="{E1262F7B-14BA-BC08-8254-4E74B858383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60" name="Rectangle 59">
                              <a:extLst>
                                <a:ext uri="{FF2B5EF4-FFF2-40B4-BE49-F238E27FC236}">
                                  <a16:creationId xmlns:a16="http://schemas.microsoft.com/office/drawing/2014/main" id="{251DA5CD-9A2C-1716-7390-4CF9F7FE5FA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61" name="Rectangle 60">
                              <a:extLst>
                                <a:ext uri="{FF2B5EF4-FFF2-40B4-BE49-F238E27FC236}">
                                  <a16:creationId xmlns:a16="http://schemas.microsoft.com/office/drawing/2014/main" id="{563E7A1D-EA89-29BD-301D-3385197B513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nvGrpSpPr>
                        <p:cNvPr id="44" name="Group 43">
                          <a:extLst>
                            <a:ext uri="{FF2B5EF4-FFF2-40B4-BE49-F238E27FC236}">
                              <a16:creationId xmlns:a16="http://schemas.microsoft.com/office/drawing/2014/main" id="{3F03E808-9C24-C334-856A-3AF613303F02}"/>
                            </a:ext>
                          </a:extLst>
                        </p:cNvPr>
                        <p:cNvGrpSpPr/>
                        <p:nvPr/>
                      </p:nvGrpSpPr>
                      <p:grpSpPr>
                        <a:xfrm>
                          <a:off x="2970212" y="5455920"/>
                          <a:ext cx="1463040" cy="731520"/>
                          <a:chOff x="2970212" y="4724400"/>
                          <a:chExt cx="1463040" cy="731520"/>
                        </a:xfrm>
                      </p:grpSpPr>
                      <p:grpSp>
                        <p:nvGrpSpPr>
                          <p:cNvPr id="45" name="Group 44">
                            <a:extLst>
                              <a:ext uri="{FF2B5EF4-FFF2-40B4-BE49-F238E27FC236}">
                                <a16:creationId xmlns:a16="http://schemas.microsoft.com/office/drawing/2014/main" id="{F7A39F38-820C-4B63-0005-B627346FCF22}"/>
                              </a:ext>
                            </a:extLst>
                          </p:cNvPr>
                          <p:cNvGrpSpPr/>
                          <p:nvPr/>
                        </p:nvGrpSpPr>
                        <p:grpSpPr>
                          <a:xfrm>
                            <a:off x="2970212" y="4724400"/>
                            <a:ext cx="731520" cy="731520"/>
                            <a:chOff x="2970212" y="4724400"/>
                            <a:chExt cx="731520" cy="731520"/>
                          </a:xfrm>
                        </p:grpSpPr>
                        <p:grpSp>
                          <p:nvGrpSpPr>
                            <p:cNvPr id="52" name="Group 51">
                              <a:extLst>
                                <a:ext uri="{FF2B5EF4-FFF2-40B4-BE49-F238E27FC236}">
                                  <a16:creationId xmlns:a16="http://schemas.microsoft.com/office/drawing/2014/main" id="{F1758ADC-828F-B3B2-3659-EBD8EC5426E7}"/>
                                </a:ext>
                              </a:extLst>
                            </p:cNvPr>
                            <p:cNvGrpSpPr/>
                            <p:nvPr/>
                          </p:nvGrpSpPr>
                          <p:grpSpPr>
                            <a:xfrm>
                              <a:off x="2970212" y="4724400"/>
                              <a:ext cx="731520" cy="365760"/>
                              <a:chOff x="2970212" y="4724400"/>
                              <a:chExt cx="731520" cy="365760"/>
                            </a:xfrm>
                          </p:grpSpPr>
                          <p:sp>
                            <p:nvSpPr>
                              <p:cNvPr id="55" name="Rectangle 54">
                                <a:extLst>
                                  <a:ext uri="{FF2B5EF4-FFF2-40B4-BE49-F238E27FC236}">
                                    <a16:creationId xmlns:a16="http://schemas.microsoft.com/office/drawing/2014/main" id="{5F54D3B5-1228-CD52-8DE6-24916633AC3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56" name="Rectangle 55">
                                <a:extLst>
                                  <a:ext uri="{FF2B5EF4-FFF2-40B4-BE49-F238E27FC236}">
                                    <a16:creationId xmlns:a16="http://schemas.microsoft.com/office/drawing/2014/main" id="{297F7C33-C433-C621-F5EF-CB8A73500DB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53" name="Rectangle 52">
                              <a:extLst>
                                <a:ext uri="{FF2B5EF4-FFF2-40B4-BE49-F238E27FC236}">
                                  <a16:creationId xmlns:a16="http://schemas.microsoft.com/office/drawing/2014/main" id="{041D8961-5A58-EAC7-4F60-37E2F065010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54" name="Rectangle 53">
                              <a:extLst>
                                <a:ext uri="{FF2B5EF4-FFF2-40B4-BE49-F238E27FC236}">
                                  <a16:creationId xmlns:a16="http://schemas.microsoft.com/office/drawing/2014/main" id="{43D832B5-98C0-9773-46AC-B4F4808D74EC}"/>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46" name="Group 45">
                            <a:extLst>
                              <a:ext uri="{FF2B5EF4-FFF2-40B4-BE49-F238E27FC236}">
                                <a16:creationId xmlns:a16="http://schemas.microsoft.com/office/drawing/2014/main" id="{CE22E725-4FAF-F456-61B3-1AD9FD78B673}"/>
                              </a:ext>
                            </a:extLst>
                          </p:cNvPr>
                          <p:cNvGrpSpPr/>
                          <p:nvPr/>
                        </p:nvGrpSpPr>
                        <p:grpSpPr>
                          <a:xfrm>
                            <a:off x="3701732" y="4724400"/>
                            <a:ext cx="731520" cy="731520"/>
                            <a:chOff x="2970212" y="4724400"/>
                            <a:chExt cx="731520" cy="731520"/>
                          </a:xfrm>
                        </p:grpSpPr>
                        <p:grpSp>
                          <p:nvGrpSpPr>
                            <p:cNvPr id="47" name="Group 46">
                              <a:extLst>
                                <a:ext uri="{FF2B5EF4-FFF2-40B4-BE49-F238E27FC236}">
                                  <a16:creationId xmlns:a16="http://schemas.microsoft.com/office/drawing/2014/main" id="{299BEFDF-8275-E8F6-6CD0-5064A6D17B4C}"/>
                                </a:ext>
                              </a:extLst>
                            </p:cNvPr>
                            <p:cNvGrpSpPr/>
                            <p:nvPr/>
                          </p:nvGrpSpPr>
                          <p:grpSpPr>
                            <a:xfrm>
                              <a:off x="2970212" y="4724400"/>
                              <a:ext cx="731520" cy="365760"/>
                              <a:chOff x="2970212" y="4724400"/>
                              <a:chExt cx="731520" cy="365760"/>
                            </a:xfrm>
                          </p:grpSpPr>
                          <p:sp>
                            <p:nvSpPr>
                              <p:cNvPr id="50" name="Rectangle 49">
                                <a:extLst>
                                  <a:ext uri="{FF2B5EF4-FFF2-40B4-BE49-F238E27FC236}">
                                    <a16:creationId xmlns:a16="http://schemas.microsoft.com/office/drawing/2014/main" id="{0A617FE3-F397-5B24-3183-B268F92FC3E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51" name="Rectangle 50">
                                <a:extLst>
                                  <a:ext uri="{FF2B5EF4-FFF2-40B4-BE49-F238E27FC236}">
                                    <a16:creationId xmlns:a16="http://schemas.microsoft.com/office/drawing/2014/main" id="{683B4162-9B1A-98EB-80B3-CCAB33FFE7D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48" name="Rectangle 47">
                              <a:extLst>
                                <a:ext uri="{FF2B5EF4-FFF2-40B4-BE49-F238E27FC236}">
                                  <a16:creationId xmlns:a16="http://schemas.microsoft.com/office/drawing/2014/main" id="{AC91D1CB-EDC8-AE8C-73C6-97463B4845F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49" name="Rectangle 48">
                              <a:extLst>
                                <a:ext uri="{FF2B5EF4-FFF2-40B4-BE49-F238E27FC236}">
                                  <a16:creationId xmlns:a16="http://schemas.microsoft.com/office/drawing/2014/main" id="{CF654491-3515-DDCB-8697-EBAD8A13ECE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grpSp>
                <p:grpSp>
                  <p:nvGrpSpPr>
                    <p:cNvPr id="70" name="Group 69">
                      <a:extLst>
                        <a:ext uri="{FF2B5EF4-FFF2-40B4-BE49-F238E27FC236}">
                          <a16:creationId xmlns:a16="http://schemas.microsoft.com/office/drawing/2014/main" id="{E95469E0-711B-401E-894B-91041B2AF119}"/>
                        </a:ext>
                      </a:extLst>
                    </p:cNvPr>
                    <p:cNvGrpSpPr/>
                    <p:nvPr/>
                  </p:nvGrpSpPr>
                  <p:grpSpPr>
                    <a:xfrm>
                      <a:off x="2132012" y="4587240"/>
                      <a:ext cx="2926080" cy="1463040"/>
                      <a:chOff x="2970212" y="4724400"/>
                      <a:chExt cx="2926080" cy="1463040"/>
                    </a:xfrm>
                  </p:grpSpPr>
                  <p:grpSp>
                    <p:nvGrpSpPr>
                      <p:cNvPr id="71" name="Group 70">
                        <a:extLst>
                          <a:ext uri="{FF2B5EF4-FFF2-40B4-BE49-F238E27FC236}">
                            <a16:creationId xmlns:a16="http://schemas.microsoft.com/office/drawing/2014/main" id="{6063D257-015D-E24A-EA83-C81CD94D8E19}"/>
                          </a:ext>
                        </a:extLst>
                      </p:cNvPr>
                      <p:cNvGrpSpPr/>
                      <p:nvPr/>
                    </p:nvGrpSpPr>
                    <p:grpSpPr>
                      <a:xfrm>
                        <a:off x="2970212" y="4724400"/>
                        <a:ext cx="1463040" cy="1463040"/>
                        <a:chOff x="2970212" y="4724400"/>
                        <a:chExt cx="1463040" cy="1463040"/>
                      </a:xfrm>
                    </p:grpSpPr>
                    <p:grpSp>
                      <p:nvGrpSpPr>
                        <p:cNvPr id="99" name="Group 98">
                          <a:extLst>
                            <a:ext uri="{FF2B5EF4-FFF2-40B4-BE49-F238E27FC236}">
                              <a16:creationId xmlns:a16="http://schemas.microsoft.com/office/drawing/2014/main" id="{3EDDBEC6-7846-E653-FD8E-B3C71DCC2E4D}"/>
                            </a:ext>
                          </a:extLst>
                        </p:cNvPr>
                        <p:cNvGrpSpPr/>
                        <p:nvPr/>
                      </p:nvGrpSpPr>
                      <p:grpSpPr>
                        <a:xfrm>
                          <a:off x="2970212" y="4724400"/>
                          <a:ext cx="1463040" cy="731520"/>
                          <a:chOff x="2970212" y="4724400"/>
                          <a:chExt cx="1463040" cy="731520"/>
                        </a:xfrm>
                      </p:grpSpPr>
                      <p:grpSp>
                        <p:nvGrpSpPr>
                          <p:cNvPr id="113" name="Group 112">
                            <a:extLst>
                              <a:ext uri="{FF2B5EF4-FFF2-40B4-BE49-F238E27FC236}">
                                <a16:creationId xmlns:a16="http://schemas.microsoft.com/office/drawing/2014/main" id="{A3F75599-EAA3-FFBF-E7B8-D987A8832813}"/>
                              </a:ext>
                            </a:extLst>
                          </p:cNvPr>
                          <p:cNvGrpSpPr/>
                          <p:nvPr/>
                        </p:nvGrpSpPr>
                        <p:grpSpPr>
                          <a:xfrm>
                            <a:off x="2970212" y="4724400"/>
                            <a:ext cx="731520" cy="731520"/>
                            <a:chOff x="2970212" y="4724400"/>
                            <a:chExt cx="731520" cy="731520"/>
                          </a:xfrm>
                        </p:grpSpPr>
                        <p:grpSp>
                          <p:nvGrpSpPr>
                            <p:cNvPr id="120" name="Group 119">
                              <a:extLst>
                                <a:ext uri="{FF2B5EF4-FFF2-40B4-BE49-F238E27FC236}">
                                  <a16:creationId xmlns:a16="http://schemas.microsoft.com/office/drawing/2014/main" id="{CDE596BE-B4E6-1733-084F-28E76F7CA6F9}"/>
                                </a:ext>
                              </a:extLst>
                            </p:cNvPr>
                            <p:cNvGrpSpPr/>
                            <p:nvPr/>
                          </p:nvGrpSpPr>
                          <p:grpSpPr>
                            <a:xfrm>
                              <a:off x="2970212" y="4724400"/>
                              <a:ext cx="731520" cy="365760"/>
                              <a:chOff x="2970212" y="4724400"/>
                              <a:chExt cx="731520" cy="365760"/>
                            </a:xfrm>
                          </p:grpSpPr>
                          <p:sp>
                            <p:nvSpPr>
                              <p:cNvPr id="123" name="Rectangle 122">
                                <a:extLst>
                                  <a:ext uri="{FF2B5EF4-FFF2-40B4-BE49-F238E27FC236}">
                                    <a16:creationId xmlns:a16="http://schemas.microsoft.com/office/drawing/2014/main" id="{B0D96188-04A0-22D5-D874-095A052F9AB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124" name="Rectangle 123">
                                <a:extLst>
                                  <a:ext uri="{FF2B5EF4-FFF2-40B4-BE49-F238E27FC236}">
                                    <a16:creationId xmlns:a16="http://schemas.microsoft.com/office/drawing/2014/main" id="{BC6B740B-A72F-B611-6CF9-D4CBE8D9054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121" name="Rectangle 120">
                              <a:extLst>
                                <a:ext uri="{FF2B5EF4-FFF2-40B4-BE49-F238E27FC236}">
                                  <a16:creationId xmlns:a16="http://schemas.microsoft.com/office/drawing/2014/main" id="{B507DF56-15B3-21BF-23DF-27625BC533B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122" name="Rectangle 121">
                              <a:extLst>
                                <a:ext uri="{FF2B5EF4-FFF2-40B4-BE49-F238E27FC236}">
                                  <a16:creationId xmlns:a16="http://schemas.microsoft.com/office/drawing/2014/main" id="{A15750D7-5656-46D8-7720-FE6AE66AAD7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114" name="Group 113">
                            <a:extLst>
                              <a:ext uri="{FF2B5EF4-FFF2-40B4-BE49-F238E27FC236}">
                                <a16:creationId xmlns:a16="http://schemas.microsoft.com/office/drawing/2014/main" id="{167AE103-F7A8-D8EE-786D-03E04FDEC31A}"/>
                              </a:ext>
                            </a:extLst>
                          </p:cNvPr>
                          <p:cNvGrpSpPr/>
                          <p:nvPr/>
                        </p:nvGrpSpPr>
                        <p:grpSpPr>
                          <a:xfrm>
                            <a:off x="3701732" y="4724400"/>
                            <a:ext cx="731520" cy="731520"/>
                            <a:chOff x="2970212" y="4724400"/>
                            <a:chExt cx="731520" cy="731520"/>
                          </a:xfrm>
                        </p:grpSpPr>
                        <p:grpSp>
                          <p:nvGrpSpPr>
                            <p:cNvPr id="115" name="Group 114">
                              <a:extLst>
                                <a:ext uri="{FF2B5EF4-FFF2-40B4-BE49-F238E27FC236}">
                                  <a16:creationId xmlns:a16="http://schemas.microsoft.com/office/drawing/2014/main" id="{6848AAFC-3591-A12C-4B2F-CF6C1ACA0D30}"/>
                                </a:ext>
                              </a:extLst>
                            </p:cNvPr>
                            <p:cNvGrpSpPr/>
                            <p:nvPr/>
                          </p:nvGrpSpPr>
                          <p:grpSpPr>
                            <a:xfrm>
                              <a:off x="2970212" y="4724400"/>
                              <a:ext cx="731520" cy="365760"/>
                              <a:chOff x="2970212" y="4724400"/>
                              <a:chExt cx="731520" cy="365760"/>
                            </a:xfrm>
                          </p:grpSpPr>
                          <p:sp>
                            <p:nvSpPr>
                              <p:cNvPr id="118" name="Rectangle 117">
                                <a:extLst>
                                  <a:ext uri="{FF2B5EF4-FFF2-40B4-BE49-F238E27FC236}">
                                    <a16:creationId xmlns:a16="http://schemas.microsoft.com/office/drawing/2014/main" id="{2F4780AA-FB05-B79A-D9E9-DD6E1A217F3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119" name="Rectangle 118">
                                <a:extLst>
                                  <a:ext uri="{FF2B5EF4-FFF2-40B4-BE49-F238E27FC236}">
                                    <a16:creationId xmlns:a16="http://schemas.microsoft.com/office/drawing/2014/main" id="{EEABC3C4-7E4E-0B81-F1B1-C3F11EA2DD96}"/>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116" name="Rectangle 115">
                              <a:extLst>
                                <a:ext uri="{FF2B5EF4-FFF2-40B4-BE49-F238E27FC236}">
                                  <a16:creationId xmlns:a16="http://schemas.microsoft.com/office/drawing/2014/main" id="{BF7B9303-2F8C-3562-0912-D58F5147790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117" name="Rectangle 116">
                              <a:extLst>
                                <a:ext uri="{FF2B5EF4-FFF2-40B4-BE49-F238E27FC236}">
                                  <a16:creationId xmlns:a16="http://schemas.microsoft.com/office/drawing/2014/main" id="{D4A37911-CC9A-07C1-0DB1-DC3FA199BCEA}"/>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nvGrpSpPr>
                        <p:cNvPr id="100" name="Group 99">
                          <a:extLst>
                            <a:ext uri="{FF2B5EF4-FFF2-40B4-BE49-F238E27FC236}">
                              <a16:creationId xmlns:a16="http://schemas.microsoft.com/office/drawing/2014/main" id="{CF544DE0-89E8-BAC0-9C76-D7FA94F9E538}"/>
                            </a:ext>
                          </a:extLst>
                        </p:cNvPr>
                        <p:cNvGrpSpPr/>
                        <p:nvPr/>
                      </p:nvGrpSpPr>
                      <p:grpSpPr>
                        <a:xfrm>
                          <a:off x="2970212" y="5455920"/>
                          <a:ext cx="1463040" cy="731520"/>
                          <a:chOff x="2970212" y="4724400"/>
                          <a:chExt cx="1463040" cy="731520"/>
                        </a:xfrm>
                      </p:grpSpPr>
                      <p:grpSp>
                        <p:nvGrpSpPr>
                          <p:cNvPr id="101" name="Group 100">
                            <a:extLst>
                              <a:ext uri="{FF2B5EF4-FFF2-40B4-BE49-F238E27FC236}">
                                <a16:creationId xmlns:a16="http://schemas.microsoft.com/office/drawing/2014/main" id="{4FC06795-F10A-E9E6-F495-F56590495C49}"/>
                              </a:ext>
                            </a:extLst>
                          </p:cNvPr>
                          <p:cNvGrpSpPr/>
                          <p:nvPr/>
                        </p:nvGrpSpPr>
                        <p:grpSpPr>
                          <a:xfrm>
                            <a:off x="2970212" y="4724400"/>
                            <a:ext cx="731520" cy="731520"/>
                            <a:chOff x="2970212" y="4724400"/>
                            <a:chExt cx="731520" cy="731520"/>
                          </a:xfrm>
                        </p:grpSpPr>
                        <p:grpSp>
                          <p:nvGrpSpPr>
                            <p:cNvPr id="108" name="Group 107">
                              <a:extLst>
                                <a:ext uri="{FF2B5EF4-FFF2-40B4-BE49-F238E27FC236}">
                                  <a16:creationId xmlns:a16="http://schemas.microsoft.com/office/drawing/2014/main" id="{1C19B01F-A570-89E8-C3CC-59F0A0FBCE7B}"/>
                                </a:ext>
                              </a:extLst>
                            </p:cNvPr>
                            <p:cNvGrpSpPr/>
                            <p:nvPr/>
                          </p:nvGrpSpPr>
                          <p:grpSpPr>
                            <a:xfrm>
                              <a:off x="2970212" y="4724400"/>
                              <a:ext cx="731520" cy="365760"/>
                              <a:chOff x="2970212" y="4724400"/>
                              <a:chExt cx="731520" cy="365760"/>
                            </a:xfrm>
                          </p:grpSpPr>
                          <p:sp>
                            <p:nvSpPr>
                              <p:cNvPr id="111" name="Rectangle 110">
                                <a:extLst>
                                  <a:ext uri="{FF2B5EF4-FFF2-40B4-BE49-F238E27FC236}">
                                    <a16:creationId xmlns:a16="http://schemas.microsoft.com/office/drawing/2014/main" id="{0475172F-A701-179F-3590-7EA1E0E9F06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112" name="Rectangle 111">
                                <a:extLst>
                                  <a:ext uri="{FF2B5EF4-FFF2-40B4-BE49-F238E27FC236}">
                                    <a16:creationId xmlns:a16="http://schemas.microsoft.com/office/drawing/2014/main" id="{2A9B2116-36D4-2C79-5539-EF359C79CCC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109" name="Rectangle 108">
                              <a:extLst>
                                <a:ext uri="{FF2B5EF4-FFF2-40B4-BE49-F238E27FC236}">
                                  <a16:creationId xmlns:a16="http://schemas.microsoft.com/office/drawing/2014/main" id="{67F3D780-72E5-E985-7072-9223AFB5490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110" name="Rectangle 109">
                              <a:extLst>
                                <a:ext uri="{FF2B5EF4-FFF2-40B4-BE49-F238E27FC236}">
                                  <a16:creationId xmlns:a16="http://schemas.microsoft.com/office/drawing/2014/main" id="{5C5EE404-8C54-E591-73AD-0E202A91E85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102" name="Group 101">
                            <a:extLst>
                              <a:ext uri="{FF2B5EF4-FFF2-40B4-BE49-F238E27FC236}">
                                <a16:creationId xmlns:a16="http://schemas.microsoft.com/office/drawing/2014/main" id="{718540D2-5A18-4A15-6DBF-EC61EA8079A2}"/>
                              </a:ext>
                            </a:extLst>
                          </p:cNvPr>
                          <p:cNvGrpSpPr/>
                          <p:nvPr/>
                        </p:nvGrpSpPr>
                        <p:grpSpPr>
                          <a:xfrm>
                            <a:off x="3701732" y="4724400"/>
                            <a:ext cx="731520" cy="731520"/>
                            <a:chOff x="2970212" y="4724400"/>
                            <a:chExt cx="731520" cy="731520"/>
                          </a:xfrm>
                        </p:grpSpPr>
                        <p:grpSp>
                          <p:nvGrpSpPr>
                            <p:cNvPr id="103" name="Group 102">
                              <a:extLst>
                                <a:ext uri="{FF2B5EF4-FFF2-40B4-BE49-F238E27FC236}">
                                  <a16:creationId xmlns:a16="http://schemas.microsoft.com/office/drawing/2014/main" id="{121E8F8B-F587-E153-9DE3-FF09F3CD7ACA}"/>
                                </a:ext>
                              </a:extLst>
                            </p:cNvPr>
                            <p:cNvGrpSpPr/>
                            <p:nvPr/>
                          </p:nvGrpSpPr>
                          <p:grpSpPr>
                            <a:xfrm>
                              <a:off x="2970212" y="4724400"/>
                              <a:ext cx="731520" cy="365760"/>
                              <a:chOff x="2970212" y="4724400"/>
                              <a:chExt cx="731520" cy="365760"/>
                            </a:xfrm>
                          </p:grpSpPr>
                          <p:sp>
                            <p:nvSpPr>
                              <p:cNvPr id="106" name="Rectangle 105">
                                <a:extLst>
                                  <a:ext uri="{FF2B5EF4-FFF2-40B4-BE49-F238E27FC236}">
                                    <a16:creationId xmlns:a16="http://schemas.microsoft.com/office/drawing/2014/main" id="{59A0CDD8-3D30-ABC2-A14D-78C57C4E64F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107" name="Rectangle 106">
                                <a:extLst>
                                  <a:ext uri="{FF2B5EF4-FFF2-40B4-BE49-F238E27FC236}">
                                    <a16:creationId xmlns:a16="http://schemas.microsoft.com/office/drawing/2014/main" id="{58B50FA8-F41E-47C8-8DA1-923FEB3C4336}"/>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104" name="Rectangle 103">
                              <a:extLst>
                                <a:ext uri="{FF2B5EF4-FFF2-40B4-BE49-F238E27FC236}">
                                  <a16:creationId xmlns:a16="http://schemas.microsoft.com/office/drawing/2014/main" id="{D438CEEF-1996-ED72-0079-0828AABF86A7}"/>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105" name="Rectangle 104">
                              <a:extLst>
                                <a:ext uri="{FF2B5EF4-FFF2-40B4-BE49-F238E27FC236}">
                                  <a16:creationId xmlns:a16="http://schemas.microsoft.com/office/drawing/2014/main" id="{DCBEBCE6-0EB8-FE07-2688-30DF0F9E07BA}"/>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grpSp>
                    <p:nvGrpSpPr>
                      <p:cNvPr id="72" name="Group 71">
                        <a:extLst>
                          <a:ext uri="{FF2B5EF4-FFF2-40B4-BE49-F238E27FC236}">
                            <a16:creationId xmlns:a16="http://schemas.microsoft.com/office/drawing/2014/main" id="{4C278C3C-E639-0FF7-0766-5BD33506231E}"/>
                          </a:ext>
                        </a:extLst>
                      </p:cNvPr>
                      <p:cNvGrpSpPr/>
                      <p:nvPr/>
                    </p:nvGrpSpPr>
                    <p:grpSpPr>
                      <a:xfrm>
                        <a:off x="4433252" y="4724400"/>
                        <a:ext cx="1463040" cy="1463040"/>
                        <a:chOff x="2970212" y="4724400"/>
                        <a:chExt cx="1463040" cy="1463040"/>
                      </a:xfrm>
                    </p:grpSpPr>
                    <p:grpSp>
                      <p:nvGrpSpPr>
                        <p:cNvPr id="73" name="Group 72">
                          <a:extLst>
                            <a:ext uri="{FF2B5EF4-FFF2-40B4-BE49-F238E27FC236}">
                              <a16:creationId xmlns:a16="http://schemas.microsoft.com/office/drawing/2014/main" id="{9836511F-9DD3-BD97-D57A-6C2193911599}"/>
                            </a:ext>
                          </a:extLst>
                        </p:cNvPr>
                        <p:cNvGrpSpPr/>
                        <p:nvPr/>
                      </p:nvGrpSpPr>
                      <p:grpSpPr>
                        <a:xfrm>
                          <a:off x="2970212" y="4724400"/>
                          <a:ext cx="1463040" cy="731520"/>
                          <a:chOff x="2970212" y="4724400"/>
                          <a:chExt cx="1463040" cy="731520"/>
                        </a:xfrm>
                      </p:grpSpPr>
                      <p:grpSp>
                        <p:nvGrpSpPr>
                          <p:cNvPr id="87" name="Group 86">
                            <a:extLst>
                              <a:ext uri="{FF2B5EF4-FFF2-40B4-BE49-F238E27FC236}">
                                <a16:creationId xmlns:a16="http://schemas.microsoft.com/office/drawing/2014/main" id="{1632F4D5-DFCB-BD94-A7E3-3D952CEDCE88}"/>
                              </a:ext>
                            </a:extLst>
                          </p:cNvPr>
                          <p:cNvGrpSpPr/>
                          <p:nvPr/>
                        </p:nvGrpSpPr>
                        <p:grpSpPr>
                          <a:xfrm>
                            <a:off x="2970212" y="4724400"/>
                            <a:ext cx="731520" cy="731520"/>
                            <a:chOff x="2970212" y="4724400"/>
                            <a:chExt cx="731520" cy="731520"/>
                          </a:xfrm>
                        </p:grpSpPr>
                        <p:grpSp>
                          <p:nvGrpSpPr>
                            <p:cNvPr id="94" name="Group 93">
                              <a:extLst>
                                <a:ext uri="{FF2B5EF4-FFF2-40B4-BE49-F238E27FC236}">
                                  <a16:creationId xmlns:a16="http://schemas.microsoft.com/office/drawing/2014/main" id="{33544E49-7FAE-172F-4B0F-D0640360A780}"/>
                                </a:ext>
                              </a:extLst>
                            </p:cNvPr>
                            <p:cNvGrpSpPr/>
                            <p:nvPr/>
                          </p:nvGrpSpPr>
                          <p:grpSpPr>
                            <a:xfrm>
                              <a:off x="2970212" y="4724400"/>
                              <a:ext cx="731520" cy="365760"/>
                              <a:chOff x="2970212" y="4724400"/>
                              <a:chExt cx="731520" cy="365760"/>
                            </a:xfrm>
                          </p:grpSpPr>
                          <p:sp>
                            <p:nvSpPr>
                              <p:cNvPr id="97" name="Rectangle 96">
                                <a:extLst>
                                  <a:ext uri="{FF2B5EF4-FFF2-40B4-BE49-F238E27FC236}">
                                    <a16:creationId xmlns:a16="http://schemas.microsoft.com/office/drawing/2014/main" id="{D63F5653-3FDF-6652-227C-DC33EB042D6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98" name="Rectangle 97">
                                <a:extLst>
                                  <a:ext uri="{FF2B5EF4-FFF2-40B4-BE49-F238E27FC236}">
                                    <a16:creationId xmlns:a16="http://schemas.microsoft.com/office/drawing/2014/main" id="{65619C36-BEA1-4657-12B7-CEC8A1EA805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95" name="Rectangle 94">
                              <a:extLst>
                                <a:ext uri="{FF2B5EF4-FFF2-40B4-BE49-F238E27FC236}">
                                  <a16:creationId xmlns:a16="http://schemas.microsoft.com/office/drawing/2014/main" id="{694E9D81-48B5-8521-BBEC-C690EE038CC7}"/>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96" name="Rectangle 95">
                              <a:extLst>
                                <a:ext uri="{FF2B5EF4-FFF2-40B4-BE49-F238E27FC236}">
                                  <a16:creationId xmlns:a16="http://schemas.microsoft.com/office/drawing/2014/main" id="{CA2C897E-11CA-5E93-05EF-17A51BF39A6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88" name="Group 87">
                            <a:extLst>
                              <a:ext uri="{FF2B5EF4-FFF2-40B4-BE49-F238E27FC236}">
                                <a16:creationId xmlns:a16="http://schemas.microsoft.com/office/drawing/2014/main" id="{4D913862-B20B-01D7-BA7A-23DF0FC8A023}"/>
                              </a:ext>
                            </a:extLst>
                          </p:cNvPr>
                          <p:cNvGrpSpPr/>
                          <p:nvPr/>
                        </p:nvGrpSpPr>
                        <p:grpSpPr>
                          <a:xfrm>
                            <a:off x="3701732" y="4724400"/>
                            <a:ext cx="731520" cy="731520"/>
                            <a:chOff x="2970212" y="4724400"/>
                            <a:chExt cx="731520" cy="731520"/>
                          </a:xfrm>
                        </p:grpSpPr>
                        <p:grpSp>
                          <p:nvGrpSpPr>
                            <p:cNvPr id="89" name="Group 88">
                              <a:extLst>
                                <a:ext uri="{FF2B5EF4-FFF2-40B4-BE49-F238E27FC236}">
                                  <a16:creationId xmlns:a16="http://schemas.microsoft.com/office/drawing/2014/main" id="{8FE2F16A-FBA6-3715-9FAF-DA5B91918AC5}"/>
                                </a:ext>
                              </a:extLst>
                            </p:cNvPr>
                            <p:cNvGrpSpPr/>
                            <p:nvPr/>
                          </p:nvGrpSpPr>
                          <p:grpSpPr>
                            <a:xfrm>
                              <a:off x="2970212" y="4724400"/>
                              <a:ext cx="731520" cy="365760"/>
                              <a:chOff x="2970212" y="4724400"/>
                              <a:chExt cx="731520" cy="365760"/>
                            </a:xfrm>
                          </p:grpSpPr>
                          <p:sp>
                            <p:nvSpPr>
                              <p:cNvPr id="92" name="Rectangle 91">
                                <a:extLst>
                                  <a:ext uri="{FF2B5EF4-FFF2-40B4-BE49-F238E27FC236}">
                                    <a16:creationId xmlns:a16="http://schemas.microsoft.com/office/drawing/2014/main" id="{7C349BBE-B81B-E489-1F04-39B66BA09B8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93" name="Rectangle 92">
                                <a:extLst>
                                  <a:ext uri="{FF2B5EF4-FFF2-40B4-BE49-F238E27FC236}">
                                    <a16:creationId xmlns:a16="http://schemas.microsoft.com/office/drawing/2014/main" id="{9A19E765-3F13-4EA2-D03C-B67F297007D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90" name="Rectangle 89">
                              <a:extLst>
                                <a:ext uri="{FF2B5EF4-FFF2-40B4-BE49-F238E27FC236}">
                                  <a16:creationId xmlns:a16="http://schemas.microsoft.com/office/drawing/2014/main" id="{51623074-FD5A-5EDB-3E7F-3D6C29E935A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91" name="Rectangle 90">
                              <a:extLst>
                                <a:ext uri="{FF2B5EF4-FFF2-40B4-BE49-F238E27FC236}">
                                  <a16:creationId xmlns:a16="http://schemas.microsoft.com/office/drawing/2014/main" id="{11CD845C-BA43-1456-DD19-FF5C701D362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nvGrpSpPr>
                        <p:cNvPr id="74" name="Group 73">
                          <a:extLst>
                            <a:ext uri="{FF2B5EF4-FFF2-40B4-BE49-F238E27FC236}">
                              <a16:creationId xmlns:a16="http://schemas.microsoft.com/office/drawing/2014/main" id="{2B9F4068-F64E-9A70-0942-B4FAC9D7D943}"/>
                            </a:ext>
                          </a:extLst>
                        </p:cNvPr>
                        <p:cNvGrpSpPr/>
                        <p:nvPr/>
                      </p:nvGrpSpPr>
                      <p:grpSpPr>
                        <a:xfrm>
                          <a:off x="2970212" y="5455920"/>
                          <a:ext cx="1463040" cy="731520"/>
                          <a:chOff x="2970212" y="4724400"/>
                          <a:chExt cx="1463040" cy="731520"/>
                        </a:xfrm>
                      </p:grpSpPr>
                      <p:grpSp>
                        <p:nvGrpSpPr>
                          <p:cNvPr id="75" name="Group 74">
                            <a:extLst>
                              <a:ext uri="{FF2B5EF4-FFF2-40B4-BE49-F238E27FC236}">
                                <a16:creationId xmlns:a16="http://schemas.microsoft.com/office/drawing/2014/main" id="{D05932E0-B12B-BF27-A4A8-8D2D063F6019}"/>
                              </a:ext>
                            </a:extLst>
                          </p:cNvPr>
                          <p:cNvGrpSpPr/>
                          <p:nvPr/>
                        </p:nvGrpSpPr>
                        <p:grpSpPr>
                          <a:xfrm>
                            <a:off x="2970212" y="4724400"/>
                            <a:ext cx="731520" cy="731520"/>
                            <a:chOff x="2970212" y="4724400"/>
                            <a:chExt cx="731520" cy="731520"/>
                          </a:xfrm>
                        </p:grpSpPr>
                        <p:grpSp>
                          <p:nvGrpSpPr>
                            <p:cNvPr id="82" name="Group 81">
                              <a:extLst>
                                <a:ext uri="{FF2B5EF4-FFF2-40B4-BE49-F238E27FC236}">
                                  <a16:creationId xmlns:a16="http://schemas.microsoft.com/office/drawing/2014/main" id="{F84CB894-33FE-A944-BCC7-B251CCA6ACA0}"/>
                                </a:ext>
                              </a:extLst>
                            </p:cNvPr>
                            <p:cNvGrpSpPr/>
                            <p:nvPr/>
                          </p:nvGrpSpPr>
                          <p:grpSpPr>
                            <a:xfrm>
                              <a:off x="2970212" y="4724400"/>
                              <a:ext cx="731520" cy="365760"/>
                              <a:chOff x="2970212" y="4724400"/>
                              <a:chExt cx="731520" cy="365760"/>
                            </a:xfrm>
                          </p:grpSpPr>
                          <p:sp>
                            <p:nvSpPr>
                              <p:cNvPr id="85" name="Rectangle 84">
                                <a:extLst>
                                  <a:ext uri="{FF2B5EF4-FFF2-40B4-BE49-F238E27FC236}">
                                    <a16:creationId xmlns:a16="http://schemas.microsoft.com/office/drawing/2014/main" id="{2FC057C4-C309-A93E-094C-71B40536744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86" name="Rectangle 85">
                                <a:extLst>
                                  <a:ext uri="{FF2B5EF4-FFF2-40B4-BE49-F238E27FC236}">
                                    <a16:creationId xmlns:a16="http://schemas.microsoft.com/office/drawing/2014/main" id="{800F61F2-C59A-0FE9-1E91-693D88C10F3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83" name="Rectangle 82">
                              <a:extLst>
                                <a:ext uri="{FF2B5EF4-FFF2-40B4-BE49-F238E27FC236}">
                                  <a16:creationId xmlns:a16="http://schemas.microsoft.com/office/drawing/2014/main" id="{61CFD236-CD48-896A-9EAB-7C866808564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84" name="Rectangle 83">
                              <a:extLst>
                                <a:ext uri="{FF2B5EF4-FFF2-40B4-BE49-F238E27FC236}">
                                  <a16:creationId xmlns:a16="http://schemas.microsoft.com/office/drawing/2014/main" id="{8344BEDB-3286-D01F-7BCA-DD23A6A2337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76" name="Group 75">
                            <a:extLst>
                              <a:ext uri="{FF2B5EF4-FFF2-40B4-BE49-F238E27FC236}">
                                <a16:creationId xmlns:a16="http://schemas.microsoft.com/office/drawing/2014/main" id="{7EC9B7F6-C063-F80F-8D0C-AF776D5C6DFD}"/>
                              </a:ext>
                            </a:extLst>
                          </p:cNvPr>
                          <p:cNvGrpSpPr/>
                          <p:nvPr/>
                        </p:nvGrpSpPr>
                        <p:grpSpPr>
                          <a:xfrm>
                            <a:off x="3701732" y="4724400"/>
                            <a:ext cx="731520" cy="731520"/>
                            <a:chOff x="2970212" y="4724400"/>
                            <a:chExt cx="731520" cy="731520"/>
                          </a:xfrm>
                        </p:grpSpPr>
                        <p:grpSp>
                          <p:nvGrpSpPr>
                            <p:cNvPr id="77" name="Group 76">
                              <a:extLst>
                                <a:ext uri="{FF2B5EF4-FFF2-40B4-BE49-F238E27FC236}">
                                  <a16:creationId xmlns:a16="http://schemas.microsoft.com/office/drawing/2014/main" id="{A7DE8B47-9940-81D4-7876-55E49B9E78DD}"/>
                                </a:ext>
                              </a:extLst>
                            </p:cNvPr>
                            <p:cNvGrpSpPr/>
                            <p:nvPr/>
                          </p:nvGrpSpPr>
                          <p:grpSpPr>
                            <a:xfrm>
                              <a:off x="2970212" y="4724400"/>
                              <a:ext cx="731520" cy="365760"/>
                              <a:chOff x="2970212" y="4724400"/>
                              <a:chExt cx="731520" cy="365760"/>
                            </a:xfrm>
                          </p:grpSpPr>
                          <p:sp>
                            <p:nvSpPr>
                              <p:cNvPr id="80" name="Rectangle 79">
                                <a:extLst>
                                  <a:ext uri="{FF2B5EF4-FFF2-40B4-BE49-F238E27FC236}">
                                    <a16:creationId xmlns:a16="http://schemas.microsoft.com/office/drawing/2014/main" id="{BFCFA2A4-EB6B-5304-F901-6BC569403A2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81" name="Rectangle 80">
                                <a:extLst>
                                  <a:ext uri="{FF2B5EF4-FFF2-40B4-BE49-F238E27FC236}">
                                    <a16:creationId xmlns:a16="http://schemas.microsoft.com/office/drawing/2014/main" id="{D8E8473B-5331-52DD-3334-6863996B64F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78" name="Rectangle 77">
                              <a:extLst>
                                <a:ext uri="{FF2B5EF4-FFF2-40B4-BE49-F238E27FC236}">
                                  <a16:creationId xmlns:a16="http://schemas.microsoft.com/office/drawing/2014/main" id="{541AA220-D7DC-C29F-8842-8D4920CB6CA0}"/>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79" name="Rectangle 78">
                              <a:extLst>
                                <a:ext uri="{FF2B5EF4-FFF2-40B4-BE49-F238E27FC236}">
                                  <a16:creationId xmlns:a16="http://schemas.microsoft.com/office/drawing/2014/main" id="{804BD431-E88F-82F7-5245-C271B0D2D15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grpSp>
              </p:grpSp>
              <p:grpSp>
                <p:nvGrpSpPr>
                  <p:cNvPr id="181" name="Group 180">
                    <a:extLst>
                      <a:ext uri="{FF2B5EF4-FFF2-40B4-BE49-F238E27FC236}">
                        <a16:creationId xmlns:a16="http://schemas.microsoft.com/office/drawing/2014/main" id="{DC3D0616-E758-97E1-EE77-8AD5F2BBC1A3}"/>
                      </a:ext>
                    </a:extLst>
                  </p:cNvPr>
                  <p:cNvGrpSpPr/>
                  <p:nvPr/>
                </p:nvGrpSpPr>
                <p:grpSpPr>
                  <a:xfrm>
                    <a:off x="5058092" y="3124200"/>
                    <a:ext cx="2926080" cy="2926080"/>
                    <a:chOff x="2132012" y="3124200"/>
                    <a:chExt cx="2926080" cy="2926080"/>
                  </a:xfrm>
                </p:grpSpPr>
                <p:grpSp>
                  <p:nvGrpSpPr>
                    <p:cNvPr id="182" name="Group 181">
                      <a:extLst>
                        <a:ext uri="{FF2B5EF4-FFF2-40B4-BE49-F238E27FC236}">
                          <a16:creationId xmlns:a16="http://schemas.microsoft.com/office/drawing/2014/main" id="{F06B89F4-01E6-A43C-2504-750C1E31021A}"/>
                        </a:ext>
                      </a:extLst>
                    </p:cNvPr>
                    <p:cNvGrpSpPr/>
                    <p:nvPr/>
                  </p:nvGrpSpPr>
                  <p:grpSpPr>
                    <a:xfrm>
                      <a:off x="2132012" y="3124200"/>
                      <a:ext cx="2926080" cy="1463040"/>
                      <a:chOff x="2970212" y="4724400"/>
                      <a:chExt cx="2926080" cy="1463040"/>
                    </a:xfrm>
                  </p:grpSpPr>
                  <p:grpSp>
                    <p:nvGrpSpPr>
                      <p:cNvPr id="238" name="Group 237">
                        <a:extLst>
                          <a:ext uri="{FF2B5EF4-FFF2-40B4-BE49-F238E27FC236}">
                            <a16:creationId xmlns:a16="http://schemas.microsoft.com/office/drawing/2014/main" id="{78C991A3-893D-D3CD-A7DC-B34F40F69B61}"/>
                          </a:ext>
                        </a:extLst>
                      </p:cNvPr>
                      <p:cNvGrpSpPr/>
                      <p:nvPr/>
                    </p:nvGrpSpPr>
                    <p:grpSpPr>
                      <a:xfrm>
                        <a:off x="2970212" y="4724400"/>
                        <a:ext cx="1463040" cy="1463040"/>
                        <a:chOff x="2970212" y="4724400"/>
                        <a:chExt cx="1463040" cy="1463040"/>
                      </a:xfrm>
                    </p:grpSpPr>
                    <p:grpSp>
                      <p:nvGrpSpPr>
                        <p:cNvPr id="266" name="Group 265">
                          <a:extLst>
                            <a:ext uri="{FF2B5EF4-FFF2-40B4-BE49-F238E27FC236}">
                              <a16:creationId xmlns:a16="http://schemas.microsoft.com/office/drawing/2014/main" id="{2787BC15-B479-CF21-7757-4CBB886A24A5}"/>
                            </a:ext>
                          </a:extLst>
                        </p:cNvPr>
                        <p:cNvGrpSpPr/>
                        <p:nvPr/>
                      </p:nvGrpSpPr>
                      <p:grpSpPr>
                        <a:xfrm>
                          <a:off x="2970212" y="4724400"/>
                          <a:ext cx="1463040" cy="731520"/>
                          <a:chOff x="2970212" y="4724400"/>
                          <a:chExt cx="1463040" cy="731520"/>
                        </a:xfrm>
                      </p:grpSpPr>
                      <p:grpSp>
                        <p:nvGrpSpPr>
                          <p:cNvPr id="280" name="Group 279">
                            <a:extLst>
                              <a:ext uri="{FF2B5EF4-FFF2-40B4-BE49-F238E27FC236}">
                                <a16:creationId xmlns:a16="http://schemas.microsoft.com/office/drawing/2014/main" id="{876C5508-5B98-848C-CDF0-F370F117916D}"/>
                              </a:ext>
                            </a:extLst>
                          </p:cNvPr>
                          <p:cNvGrpSpPr/>
                          <p:nvPr/>
                        </p:nvGrpSpPr>
                        <p:grpSpPr>
                          <a:xfrm>
                            <a:off x="2970212" y="4724400"/>
                            <a:ext cx="731520" cy="731520"/>
                            <a:chOff x="2970212" y="4724400"/>
                            <a:chExt cx="731520" cy="731520"/>
                          </a:xfrm>
                        </p:grpSpPr>
                        <p:grpSp>
                          <p:nvGrpSpPr>
                            <p:cNvPr id="287" name="Group 286">
                              <a:extLst>
                                <a:ext uri="{FF2B5EF4-FFF2-40B4-BE49-F238E27FC236}">
                                  <a16:creationId xmlns:a16="http://schemas.microsoft.com/office/drawing/2014/main" id="{07144071-E423-9C4E-9470-4C6BD293EB40}"/>
                                </a:ext>
                              </a:extLst>
                            </p:cNvPr>
                            <p:cNvGrpSpPr/>
                            <p:nvPr/>
                          </p:nvGrpSpPr>
                          <p:grpSpPr>
                            <a:xfrm>
                              <a:off x="2970212" y="4724400"/>
                              <a:ext cx="731520" cy="365760"/>
                              <a:chOff x="2970212" y="4724400"/>
                              <a:chExt cx="731520" cy="365760"/>
                            </a:xfrm>
                          </p:grpSpPr>
                          <p:sp>
                            <p:nvSpPr>
                              <p:cNvPr id="290" name="Rectangle 289">
                                <a:extLst>
                                  <a:ext uri="{FF2B5EF4-FFF2-40B4-BE49-F238E27FC236}">
                                    <a16:creationId xmlns:a16="http://schemas.microsoft.com/office/drawing/2014/main" id="{B010B432-2113-B26F-24B6-7208657D33C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291" name="Rectangle 290">
                                <a:extLst>
                                  <a:ext uri="{FF2B5EF4-FFF2-40B4-BE49-F238E27FC236}">
                                    <a16:creationId xmlns:a16="http://schemas.microsoft.com/office/drawing/2014/main" id="{E19D5EA8-43A0-79E1-D937-EA62E5322CA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288" name="Rectangle 287">
                              <a:extLst>
                                <a:ext uri="{FF2B5EF4-FFF2-40B4-BE49-F238E27FC236}">
                                  <a16:creationId xmlns:a16="http://schemas.microsoft.com/office/drawing/2014/main" id="{A5058DF3-5E54-4859-1A63-7872E210CC1C}"/>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289" name="Rectangle 288">
                              <a:extLst>
                                <a:ext uri="{FF2B5EF4-FFF2-40B4-BE49-F238E27FC236}">
                                  <a16:creationId xmlns:a16="http://schemas.microsoft.com/office/drawing/2014/main" id="{8565FE7E-7DC7-5AF4-DEFA-07F709EDB6E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281" name="Group 280">
                            <a:extLst>
                              <a:ext uri="{FF2B5EF4-FFF2-40B4-BE49-F238E27FC236}">
                                <a16:creationId xmlns:a16="http://schemas.microsoft.com/office/drawing/2014/main" id="{49C2ED1B-3F1F-4C1E-C7E7-31CD0D519B1F}"/>
                              </a:ext>
                            </a:extLst>
                          </p:cNvPr>
                          <p:cNvGrpSpPr/>
                          <p:nvPr/>
                        </p:nvGrpSpPr>
                        <p:grpSpPr>
                          <a:xfrm>
                            <a:off x="3701732" y="4724400"/>
                            <a:ext cx="731520" cy="731520"/>
                            <a:chOff x="2970212" y="4724400"/>
                            <a:chExt cx="731520" cy="731520"/>
                          </a:xfrm>
                        </p:grpSpPr>
                        <p:grpSp>
                          <p:nvGrpSpPr>
                            <p:cNvPr id="282" name="Group 281">
                              <a:extLst>
                                <a:ext uri="{FF2B5EF4-FFF2-40B4-BE49-F238E27FC236}">
                                  <a16:creationId xmlns:a16="http://schemas.microsoft.com/office/drawing/2014/main" id="{2978EB4B-0DC1-7DBD-F1A0-1547A4D4F64B}"/>
                                </a:ext>
                              </a:extLst>
                            </p:cNvPr>
                            <p:cNvGrpSpPr/>
                            <p:nvPr/>
                          </p:nvGrpSpPr>
                          <p:grpSpPr>
                            <a:xfrm>
                              <a:off x="2970212" y="4724400"/>
                              <a:ext cx="731520" cy="365760"/>
                              <a:chOff x="2970212" y="4724400"/>
                              <a:chExt cx="731520" cy="365760"/>
                            </a:xfrm>
                          </p:grpSpPr>
                          <p:sp>
                            <p:nvSpPr>
                              <p:cNvPr id="285" name="Rectangle 284">
                                <a:extLst>
                                  <a:ext uri="{FF2B5EF4-FFF2-40B4-BE49-F238E27FC236}">
                                    <a16:creationId xmlns:a16="http://schemas.microsoft.com/office/drawing/2014/main" id="{FAFC5B12-716C-477A-36AC-ADB5F86E879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286" name="Rectangle 285">
                                <a:extLst>
                                  <a:ext uri="{FF2B5EF4-FFF2-40B4-BE49-F238E27FC236}">
                                    <a16:creationId xmlns:a16="http://schemas.microsoft.com/office/drawing/2014/main" id="{E7B48678-0225-5359-AA4A-B137C846BBC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283" name="Rectangle 282">
                              <a:extLst>
                                <a:ext uri="{FF2B5EF4-FFF2-40B4-BE49-F238E27FC236}">
                                  <a16:creationId xmlns:a16="http://schemas.microsoft.com/office/drawing/2014/main" id="{BD8B3835-0D6A-1174-47EE-AFEA62BA53E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284" name="Rectangle 283">
                              <a:extLst>
                                <a:ext uri="{FF2B5EF4-FFF2-40B4-BE49-F238E27FC236}">
                                  <a16:creationId xmlns:a16="http://schemas.microsoft.com/office/drawing/2014/main" id="{EFEB1AE6-BE0E-A801-5A18-467AD824F5D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nvGrpSpPr>
                        <p:cNvPr id="267" name="Group 266">
                          <a:extLst>
                            <a:ext uri="{FF2B5EF4-FFF2-40B4-BE49-F238E27FC236}">
                              <a16:creationId xmlns:a16="http://schemas.microsoft.com/office/drawing/2014/main" id="{071986B0-447A-921E-557A-6CCA97D14542}"/>
                            </a:ext>
                          </a:extLst>
                        </p:cNvPr>
                        <p:cNvGrpSpPr/>
                        <p:nvPr/>
                      </p:nvGrpSpPr>
                      <p:grpSpPr>
                        <a:xfrm>
                          <a:off x="2970212" y="5455920"/>
                          <a:ext cx="1463040" cy="731520"/>
                          <a:chOff x="2970212" y="4724400"/>
                          <a:chExt cx="1463040" cy="731520"/>
                        </a:xfrm>
                      </p:grpSpPr>
                      <p:grpSp>
                        <p:nvGrpSpPr>
                          <p:cNvPr id="268" name="Group 267">
                            <a:extLst>
                              <a:ext uri="{FF2B5EF4-FFF2-40B4-BE49-F238E27FC236}">
                                <a16:creationId xmlns:a16="http://schemas.microsoft.com/office/drawing/2014/main" id="{EFB211DF-2A08-6CB9-C86F-6F2DCEDB4685}"/>
                              </a:ext>
                            </a:extLst>
                          </p:cNvPr>
                          <p:cNvGrpSpPr/>
                          <p:nvPr/>
                        </p:nvGrpSpPr>
                        <p:grpSpPr>
                          <a:xfrm>
                            <a:off x="2970212" y="4724400"/>
                            <a:ext cx="731520" cy="731520"/>
                            <a:chOff x="2970212" y="4724400"/>
                            <a:chExt cx="731520" cy="731520"/>
                          </a:xfrm>
                        </p:grpSpPr>
                        <p:grpSp>
                          <p:nvGrpSpPr>
                            <p:cNvPr id="275" name="Group 274">
                              <a:extLst>
                                <a:ext uri="{FF2B5EF4-FFF2-40B4-BE49-F238E27FC236}">
                                  <a16:creationId xmlns:a16="http://schemas.microsoft.com/office/drawing/2014/main" id="{A85EE5F4-E22E-E8F8-EF12-5F8315CF9889}"/>
                                </a:ext>
                              </a:extLst>
                            </p:cNvPr>
                            <p:cNvGrpSpPr/>
                            <p:nvPr/>
                          </p:nvGrpSpPr>
                          <p:grpSpPr>
                            <a:xfrm>
                              <a:off x="2970212" y="4724400"/>
                              <a:ext cx="731520" cy="365760"/>
                              <a:chOff x="2970212" y="4724400"/>
                              <a:chExt cx="731520" cy="365760"/>
                            </a:xfrm>
                          </p:grpSpPr>
                          <p:sp>
                            <p:nvSpPr>
                              <p:cNvPr id="278" name="Rectangle 277">
                                <a:extLst>
                                  <a:ext uri="{FF2B5EF4-FFF2-40B4-BE49-F238E27FC236}">
                                    <a16:creationId xmlns:a16="http://schemas.microsoft.com/office/drawing/2014/main" id="{6C611188-8953-97A4-ED6F-178BB5FA7E07}"/>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279" name="Rectangle 278">
                                <a:extLst>
                                  <a:ext uri="{FF2B5EF4-FFF2-40B4-BE49-F238E27FC236}">
                                    <a16:creationId xmlns:a16="http://schemas.microsoft.com/office/drawing/2014/main" id="{F5A46E83-135B-D62B-2B16-C122280AB6C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276" name="Rectangle 275">
                              <a:extLst>
                                <a:ext uri="{FF2B5EF4-FFF2-40B4-BE49-F238E27FC236}">
                                  <a16:creationId xmlns:a16="http://schemas.microsoft.com/office/drawing/2014/main" id="{19B23F0B-B8D1-B662-D1C4-69672FBE502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277" name="Rectangle 276">
                              <a:extLst>
                                <a:ext uri="{FF2B5EF4-FFF2-40B4-BE49-F238E27FC236}">
                                  <a16:creationId xmlns:a16="http://schemas.microsoft.com/office/drawing/2014/main" id="{2A5A7DDF-F545-16FB-C728-A746B195758B}"/>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269" name="Group 268">
                            <a:extLst>
                              <a:ext uri="{FF2B5EF4-FFF2-40B4-BE49-F238E27FC236}">
                                <a16:creationId xmlns:a16="http://schemas.microsoft.com/office/drawing/2014/main" id="{588BE228-6797-A1E0-A456-B24B6C4BD76D}"/>
                              </a:ext>
                            </a:extLst>
                          </p:cNvPr>
                          <p:cNvGrpSpPr/>
                          <p:nvPr/>
                        </p:nvGrpSpPr>
                        <p:grpSpPr>
                          <a:xfrm>
                            <a:off x="3701732" y="4724400"/>
                            <a:ext cx="731520" cy="731520"/>
                            <a:chOff x="2970212" y="4724400"/>
                            <a:chExt cx="731520" cy="731520"/>
                          </a:xfrm>
                        </p:grpSpPr>
                        <p:grpSp>
                          <p:nvGrpSpPr>
                            <p:cNvPr id="270" name="Group 269">
                              <a:extLst>
                                <a:ext uri="{FF2B5EF4-FFF2-40B4-BE49-F238E27FC236}">
                                  <a16:creationId xmlns:a16="http://schemas.microsoft.com/office/drawing/2014/main" id="{78054DE0-5E3B-8153-258D-6ED6DE5EE80E}"/>
                                </a:ext>
                              </a:extLst>
                            </p:cNvPr>
                            <p:cNvGrpSpPr/>
                            <p:nvPr/>
                          </p:nvGrpSpPr>
                          <p:grpSpPr>
                            <a:xfrm>
                              <a:off x="2970212" y="4724400"/>
                              <a:ext cx="731520" cy="365760"/>
                              <a:chOff x="2970212" y="4724400"/>
                              <a:chExt cx="731520" cy="365760"/>
                            </a:xfrm>
                          </p:grpSpPr>
                          <p:sp>
                            <p:nvSpPr>
                              <p:cNvPr id="273" name="Rectangle 272">
                                <a:extLst>
                                  <a:ext uri="{FF2B5EF4-FFF2-40B4-BE49-F238E27FC236}">
                                    <a16:creationId xmlns:a16="http://schemas.microsoft.com/office/drawing/2014/main" id="{8B63F195-FC93-799F-4E9C-666188BF1DB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274" name="Rectangle 273">
                                <a:extLst>
                                  <a:ext uri="{FF2B5EF4-FFF2-40B4-BE49-F238E27FC236}">
                                    <a16:creationId xmlns:a16="http://schemas.microsoft.com/office/drawing/2014/main" id="{34280049-4FA0-A093-3E18-56589B332D1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271" name="Rectangle 270">
                              <a:extLst>
                                <a:ext uri="{FF2B5EF4-FFF2-40B4-BE49-F238E27FC236}">
                                  <a16:creationId xmlns:a16="http://schemas.microsoft.com/office/drawing/2014/main" id="{31788E8B-0114-0C7B-6F3F-067CCFD242D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272" name="Rectangle 271">
                              <a:extLst>
                                <a:ext uri="{FF2B5EF4-FFF2-40B4-BE49-F238E27FC236}">
                                  <a16:creationId xmlns:a16="http://schemas.microsoft.com/office/drawing/2014/main" id="{B6C959A2-ABE6-8432-B404-7622E173C18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grpSp>
                    <p:nvGrpSpPr>
                      <p:cNvPr id="239" name="Group 238">
                        <a:extLst>
                          <a:ext uri="{FF2B5EF4-FFF2-40B4-BE49-F238E27FC236}">
                            <a16:creationId xmlns:a16="http://schemas.microsoft.com/office/drawing/2014/main" id="{B3D34467-F1B7-985F-034E-1992C3D0F268}"/>
                          </a:ext>
                        </a:extLst>
                      </p:cNvPr>
                      <p:cNvGrpSpPr/>
                      <p:nvPr/>
                    </p:nvGrpSpPr>
                    <p:grpSpPr>
                      <a:xfrm>
                        <a:off x="4433252" y="4724400"/>
                        <a:ext cx="1463040" cy="1463040"/>
                        <a:chOff x="2970212" y="4724400"/>
                        <a:chExt cx="1463040" cy="1463040"/>
                      </a:xfrm>
                    </p:grpSpPr>
                    <p:grpSp>
                      <p:nvGrpSpPr>
                        <p:cNvPr id="240" name="Group 239">
                          <a:extLst>
                            <a:ext uri="{FF2B5EF4-FFF2-40B4-BE49-F238E27FC236}">
                              <a16:creationId xmlns:a16="http://schemas.microsoft.com/office/drawing/2014/main" id="{5E87856B-EC4C-4781-5205-4DE446506F41}"/>
                            </a:ext>
                          </a:extLst>
                        </p:cNvPr>
                        <p:cNvGrpSpPr/>
                        <p:nvPr/>
                      </p:nvGrpSpPr>
                      <p:grpSpPr>
                        <a:xfrm>
                          <a:off x="2970212" y="4724400"/>
                          <a:ext cx="1463040" cy="731520"/>
                          <a:chOff x="2970212" y="4724400"/>
                          <a:chExt cx="1463040" cy="731520"/>
                        </a:xfrm>
                      </p:grpSpPr>
                      <p:grpSp>
                        <p:nvGrpSpPr>
                          <p:cNvPr id="254" name="Group 253">
                            <a:extLst>
                              <a:ext uri="{FF2B5EF4-FFF2-40B4-BE49-F238E27FC236}">
                                <a16:creationId xmlns:a16="http://schemas.microsoft.com/office/drawing/2014/main" id="{2587CCBD-7E3A-042B-1109-9E3186989C92}"/>
                              </a:ext>
                            </a:extLst>
                          </p:cNvPr>
                          <p:cNvGrpSpPr/>
                          <p:nvPr/>
                        </p:nvGrpSpPr>
                        <p:grpSpPr>
                          <a:xfrm>
                            <a:off x="2970212" y="4724400"/>
                            <a:ext cx="731520" cy="731520"/>
                            <a:chOff x="2970212" y="4724400"/>
                            <a:chExt cx="731520" cy="731520"/>
                          </a:xfrm>
                        </p:grpSpPr>
                        <p:grpSp>
                          <p:nvGrpSpPr>
                            <p:cNvPr id="261" name="Group 260">
                              <a:extLst>
                                <a:ext uri="{FF2B5EF4-FFF2-40B4-BE49-F238E27FC236}">
                                  <a16:creationId xmlns:a16="http://schemas.microsoft.com/office/drawing/2014/main" id="{CBBA38B7-68D9-19A7-4CA7-9A09F38A8015}"/>
                                </a:ext>
                              </a:extLst>
                            </p:cNvPr>
                            <p:cNvGrpSpPr/>
                            <p:nvPr/>
                          </p:nvGrpSpPr>
                          <p:grpSpPr>
                            <a:xfrm>
                              <a:off x="2970212" y="4724400"/>
                              <a:ext cx="731520" cy="365760"/>
                              <a:chOff x="2970212" y="4724400"/>
                              <a:chExt cx="731520" cy="365760"/>
                            </a:xfrm>
                          </p:grpSpPr>
                          <p:sp>
                            <p:nvSpPr>
                              <p:cNvPr id="264" name="Rectangle 263">
                                <a:extLst>
                                  <a:ext uri="{FF2B5EF4-FFF2-40B4-BE49-F238E27FC236}">
                                    <a16:creationId xmlns:a16="http://schemas.microsoft.com/office/drawing/2014/main" id="{264446B1-6D98-F141-7F43-56954B2B053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265" name="Rectangle 264">
                                <a:extLst>
                                  <a:ext uri="{FF2B5EF4-FFF2-40B4-BE49-F238E27FC236}">
                                    <a16:creationId xmlns:a16="http://schemas.microsoft.com/office/drawing/2014/main" id="{B4D1F769-4F9C-E829-0648-D371699F6B9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262" name="Rectangle 261">
                              <a:extLst>
                                <a:ext uri="{FF2B5EF4-FFF2-40B4-BE49-F238E27FC236}">
                                  <a16:creationId xmlns:a16="http://schemas.microsoft.com/office/drawing/2014/main" id="{DB1FB918-DE23-E60E-8F80-FC468EDC14A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263" name="Rectangle 262">
                              <a:extLst>
                                <a:ext uri="{FF2B5EF4-FFF2-40B4-BE49-F238E27FC236}">
                                  <a16:creationId xmlns:a16="http://schemas.microsoft.com/office/drawing/2014/main" id="{8E7ADF55-AA35-5432-2576-C5030A649C1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255" name="Group 254">
                            <a:extLst>
                              <a:ext uri="{FF2B5EF4-FFF2-40B4-BE49-F238E27FC236}">
                                <a16:creationId xmlns:a16="http://schemas.microsoft.com/office/drawing/2014/main" id="{C8755F6E-1C89-C9EA-E55A-435864B688A1}"/>
                              </a:ext>
                            </a:extLst>
                          </p:cNvPr>
                          <p:cNvGrpSpPr/>
                          <p:nvPr/>
                        </p:nvGrpSpPr>
                        <p:grpSpPr>
                          <a:xfrm>
                            <a:off x="3701732" y="4724400"/>
                            <a:ext cx="731520" cy="731520"/>
                            <a:chOff x="2970212" y="4724400"/>
                            <a:chExt cx="731520" cy="731520"/>
                          </a:xfrm>
                        </p:grpSpPr>
                        <p:grpSp>
                          <p:nvGrpSpPr>
                            <p:cNvPr id="256" name="Group 255">
                              <a:extLst>
                                <a:ext uri="{FF2B5EF4-FFF2-40B4-BE49-F238E27FC236}">
                                  <a16:creationId xmlns:a16="http://schemas.microsoft.com/office/drawing/2014/main" id="{8A86C341-AE0C-5902-E7B9-39E4850134E8}"/>
                                </a:ext>
                              </a:extLst>
                            </p:cNvPr>
                            <p:cNvGrpSpPr/>
                            <p:nvPr/>
                          </p:nvGrpSpPr>
                          <p:grpSpPr>
                            <a:xfrm>
                              <a:off x="2970212" y="4724400"/>
                              <a:ext cx="731520" cy="365760"/>
                              <a:chOff x="2970212" y="4724400"/>
                              <a:chExt cx="731520" cy="365760"/>
                            </a:xfrm>
                          </p:grpSpPr>
                          <p:sp>
                            <p:nvSpPr>
                              <p:cNvPr id="259" name="Rectangle 258">
                                <a:extLst>
                                  <a:ext uri="{FF2B5EF4-FFF2-40B4-BE49-F238E27FC236}">
                                    <a16:creationId xmlns:a16="http://schemas.microsoft.com/office/drawing/2014/main" id="{FA21437E-DDA2-F45F-072A-5FD0E6D35B09}"/>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260" name="Rectangle 259">
                                <a:extLst>
                                  <a:ext uri="{FF2B5EF4-FFF2-40B4-BE49-F238E27FC236}">
                                    <a16:creationId xmlns:a16="http://schemas.microsoft.com/office/drawing/2014/main" id="{FCDD2D23-B866-0163-ABE1-503089837F87}"/>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257" name="Rectangle 256">
                              <a:extLst>
                                <a:ext uri="{FF2B5EF4-FFF2-40B4-BE49-F238E27FC236}">
                                  <a16:creationId xmlns:a16="http://schemas.microsoft.com/office/drawing/2014/main" id="{023012C2-AB95-0B97-A2A9-12C9A91CC68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258" name="Rectangle 257">
                              <a:extLst>
                                <a:ext uri="{FF2B5EF4-FFF2-40B4-BE49-F238E27FC236}">
                                  <a16:creationId xmlns:a16="http://schemas.microsoft.com/office/drawing/2014/main" id="{F34BFE23-5358-5F1E-5B8D-38AC7CA7800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nvGrpSpPr>
                        <p:cNvPr id="241" name="Group 240">
                          <a:extLst>
                            <a:ext uri="{FF2B5EF4-FFF2-40B4-BE49-F238E27FC236}">
                              <a16:creationId xmlns:a16="http://schemas.microsoft.com/office/drawing/2014/main" id="{79CB21ED-3D2B-116E-BA79-56BF88E306AF}"/>
                            </a:ext>
                          </a:extLst>
                        </p:cNvPr>
                        <p:cNvGrpSpPr/>
                        <p:nvPr/>
                      </p:nvGrpSpPr>
                      <p:grpSpPr>
                        <a:xfrm>
                          <a:off x="2970212" y="5455920"/>
                          <a:ext cx="1463040" cy="731520"/>
                          <a:chOff x="2970212" y="4724400"/>
                          <a:chExt cx="1463040" cy="731520"/>
                        </a:xfrm>
                      </p:grpSpPr>
                      <p:grpSp>
                        <p:nvGrpSpPr>
                          <p:cNvPr id="242" name="Group 241">
                            <a:extLst>
                              <a:ext uri="{FF2B5EF4-FFF2-40B4-BE49-F238E27FC236}">
                                <a16:creationId xmlns:a16="http://schemas.microsoft.com/office/drawing/2014/main" id="{8652529F-CAC1-1CBE-0797-BD3366C518E3}"/>
                              </a:ext>
                            </a:extLst>
                          </p:cNvPr>
                          <p:cNvGrpSpPr/>
                          <p:nvPr/>
                        </p:nvGrpSpPr>
                        <p:grpSpPr>
                          <a:xfrm>
                            <a:off x="2970212" y="4724400"/>
                            <a:ext cx="731520" cy="731520"/>
                            <a:chOff x="2970212" y="4724400"/>
                            <a:chExt cx="731520" cy="731520"/>
                          </a:xfrm>
                        </p:grpSpPr>
                        <p:grpSp>
                          <p:nvGrpSpPr>
                            <p:cNvPr id="249" name="Group 248">
                              <a:extLst>
                                <a:ext uri="{FF2B5EF4-FFF2-40B4-BE49-F238E27FC236}">
                                  <a16:creationId xmlns:a16="http://schemas.microsoft.com/office/drawing/2014/main" id="{8582BD87-C3B3-4A0F-8BDC-FA0EF67D0CDB}"/>
                                </a:ext>
                              </a:extLst>
                            </p:cNvPr>
                            <p:cNvGrpSpPr/>
                            <p:nvPr/>
                          </p:nvGrpSpPr>
                          <p:grpSpPr>
                            <a:xfrm>
                              <a:off x="2970212" y="4724400"/>
                              <a:ext cx="731520" cy="365760"/>
                              <a:chOff x="2970212" y="4724400"/>
                              <a:chExt cx="731520" cy="365760"/>
                            </a:xfrm>
                          </p:grpSpPr>
                          <p:sp>
                            <p:nvSpPr>
                              <p:cNvPr id="252" name="Rectangle 251">
                                <a:extLst>
                                  <a:ext uri="{FF2B5EF4-FFF2-40B4-BE49-F238E27FC236}">
                                    <a16:creationId xmlns:a16="http://schemas.microsoft.com/office/drawing/2014/main" id="{AF5C351D-5C0B-7366-6F34-6DE343D6851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253" name="Rectangle 252">
                                <a:extLst>
                                  <a:ext uri="{FF2B5EF4-FFF2-40B4-BE49-F238E27FC236}">
                                    <a16:creationId xmlns:a16="http://schemas.microsoft.com/office/drawing/2014/main" id="{10122B2F-5E40-32E1-D434-AFE4D68650B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250" name="Rectangle 249">
                              <a:extLst>
                                <a:ext uri="{FF2B5EF4-FFF2-40B4-BE49-F238E27FC236}">
                                  <a16:creationId xmlns:a16="http://schemas.microsoft.com/office/drawing/2014/main" id="{D073A017-3A2F-28A8-4FCD-D2CF2341C32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251" name="Rectangle 250">
                              <a:extLst>
                                <a:ext uri="{FF2B5EF4-FFF2-40B4-BE49-F238E27FC236}">
                                  <a16:creationId xmlns:a16="http://schemas.microsoft.com/office/drawing/2014/main" id="{4BFB7C9F-3F8B-359D-8FE3-FED6F53A1E7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243" name="Group 242">
                            <a:extLst>
                              <a:ext uri="{FF2B5EF4-FFF2-40B4-BE49-F238E27FC236}">
                                <a16:creationId xmlns:a16="http://schemas.microsoft.com/office/drawing/2014/main" id="{8EA054F7-FBB2-7B72-FC80-92E5A2E04E55}"/>
                              </a:ext>
                            </a:extLst>
                          </p:cNvPr>
                          <p:cNvGrpSpPr/>
                          <p:nvPr/>
                        </p:nvGrpSpPr>
                        <p:grpSpPr>
                          <a:xfrm>
                            <a:off x="3701732" y="4724400"/>
                            <a:ext cx="731520" cy="731520"/>
                            <a:chOff x="2970212" y="4724400"/>
                            <a:chExt cx="731520" cy="731520"/>
                          </a:xfrm>
                        </p:grpSpPr>
                        <p:grpSp>
                          <p:nvGrpSpPr>
                            <p:cNvPr id="244" name="Group 243">
                              <a:extLst>
                                <a:ext uri="{FF2B5EF4-FFF2-40B4-BE49-F238E27FC236}">
                                  <a16:creationId xmlns:a16="http://schemas.microsoft.com/office/drawing/2014/main" id="{FEA67C01-F60F-F1C9-ABAF-495746A53636}"/>
                                </a:ext>
                              </a:extLst>
                            </p:cNvPr>
                            <p:cNvGrpSpPr/>
                            <p:nvPr/>
                          </p:nvGrpSpPr>
                          <p:grpSpPr>
                            <a:xfrm>
                              <a:off x="2970212" y="4724400"/>
                              <a:ext cx="731520" cy="365760"/>
                              <a:chOff x="2970212" y="4724400"/>
                              <a:chExt cx="731520" cy="365760"/>
                            </a:xfrm>
                          </p:grpSpPr>
                          <p:sp>
                            <p:nvSpPr>
                              <p:cNvPr id="247" name="Rectangle 246">
                                <a:extLst>
                                  <a:ext uri="{FF2B5EF4-FFF2-40B4-BE49-F238E27FC236}">
                                    <a16:creationId xmlns:a16="http://schemas.microsoft.com/office/drawing/2014/main" id="{2BF4B444-D457-6117-CCCD-FA1277B3AEC1}"/>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248" name="Rectangle 247">
                                <a:extLst>
                                  <a:ext uri="{FF2B5EF4-FFF2-40B4-BE49-F238E27FC236}">
                                    <a16:creationId xmlns:a16="http://schemas.microsoft.com/office/drawing/2014/main" id="{119EB92C-3BC8-071A-F148-B82ECA1B755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245" name="Rectangle 244">
                              <a:extLst>
                                <a:ext uri="{FF2B5EF4-FFF2-40B4-BE49-F238E27FC236}">
                                  <a16:creationId xmlns:a16="http://schemas.microsoft.com/office/drawing/2014/main" id="{BCBADC26-9D47-0A93-CA59-9FEF5F5BF10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246" name="Rectangle 245">
                              <a:extLst>
                                <a:ext uri="{FF2B5EF4-FFF2-40B4-BE49-F238E27FC236}">
                                  <a16:creationId xmlns:a16="http://schemas.microsoft.com/office/drawing/2014/main" id="{E2612721-7B41-CB38-C157-F01E3420D10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grpSp>
                <p:grpSp>
                  <p:nvGrpSpPr>
                    <p:cNvPr id="183" name="Group 182">
                      <a:extLst>
                        <a:ext uri="{FF2B5EF4-FFF2-40B4-BE49-F238E27FC236}">
                          <a16:creationId xmlns:a16="http://schemas.microsoft.com/office/drawing/2014/main" id="{53397187-12D2-E839-0DCD-8DE5AA7EE8FC}"/>
                        </a:ext>
                      </a:extLst>
                    </p:cNvPr>
                    <p:cNvGrpSpPr/>
                    <p:nvPr/>
                  </p:nvGrpSpPr>
                  <p:grpSpPr>
                    <a:xfrm>
                      <a:off x="2132012" y="4587240"/>
                      <a:ext cx="2926080" cy="1463040"/>
                      <a:chOff x="2970212" y="4724400"/>
                      <a:chExt cx="2926080" cy="1463040"/>
                    </a:xfrm>
                  </p:grpSpPr>
                  <p:grpSp>
                    <p:nvGrpSpPr>
                      <p:cNvPr id="184" name="Group 183">
                        <a:extLst>
                          <a:ext uri="{FF2B5EF4-FFF2-40B4-BE49-F238E27FC236}">
                            <a16:creationId xmlns:a16="http://schemas.microsoft.com/office/drawing/2014/main" id="{D9783632-CE2F-9CFB-5302-316C089447DA}"/>
                          </a:ext>
                        </a:extLst>
                      </p:cNvPr>
                      <p:cNvGrpSpPr/>
                      <p:nvPr/>
                    </p:nvGrpSpPr>
                    <p:grpSpPr>
                      <a:xfrm>
                        <a:off x="2970212" y="4724400"/>
                        <a:ext cx="1463040" cy="1463040"/>
                        <a:chOff x="2970212" y="4724400"/>
                        <a:chExt cx="1463040" cy="1463040"/>
                      </a:xfrm>
                    </p:grpSpPr>
                    <p:grpSp>
                      <p:nvGrpSpPr>
                        <p:cNvPr id="212" name="Group 211">
                          <a:extLst>
                            <a:ext uri="{FF2B5EF4-FFF2-40B4-BE49-F238E27FC236}">
                              <a16:creationId xmlns:a16="http://schemas.microsoft.com/office/drawing/2014/main" id="{88F3AB9A-D1BA-9EFB-3EC2-AD6424327E57}"/>
                            </a:ext>
                          </a:extLst>
                        </p:cNvPr>
                        <p:cNvGrpSpPr/>
                        <p:nvPr/>
                      </p:nvGrpSpPr>
                      <p:grpSpPr>
                        <a:xfrm>
                          <a:off x="2970212" y="4724400"/>
                          <a:ext cx="1463040" cy="731520"/>
                          <a:chOff x="2970212" y="4724400"/>
                          <a:chExt cx="1463040" cy="731520"/>
                        </a:xfrm>
                      </p:grpSpPr>
                      <p:grpSp>
                        <p:nvGrpSpPr>
                          <p:cNvPr id="226" name="Group 225">
                            <a:extLst>
                              <a:ext uri="{FF2B5EF4-FFF2-40B4-BE49-F238E27FC236}">
                                <a16:creationId xmlns:a16="http://schemas.microsoft.com/office/drawing/2014/main" id="{C5CE6062-4693-19CA-850B-68013B9FED14}"/>
                              </a:ext>
                            </a:extLst>
                          </p:cNvPr>
                          <p:cNvGrpSpPr/>
                          <p:nvPr/>
                        </p:nvGrpSpPr>
                        <p:grpSpPr>
                          <a:xfrm>
                            <a:off x="2970212" y="4724400"/>
                            <a:ext cx="731520" cy="731520"/>
                            <a:chOff x="2970212" y="4724400"/>
                            <a:chExt cx="731520" cy="731520"/>
                          </a:xfrm>
                        </p:grpSpPr>
                        <p:grpSp>
                          <p:nvGrpSpPr>
                            <p:cNvPr id="233" name="Group 232">
                              <a:extLst>
                                <a:ext uri="{FF2B5EF4-FFF2-40B4-BE49-F238E27FC236}">
                                  <a16:creationId xmlns:a16="http://schemas.microsoft.com/office/drawing/2014/main" id="{6FB93103-0740-5159-5CA2-33FEA2B7CE5D}"/>
                                </a:ext>
                              </a:extLst>
                            </p:cNvPr>
                            <p:cNvGrpSpPr/>
                            <p:nvPr/>
                          </p:nvGrpSpPr>
                          <p:grpSpPr>
                            <a:xfrm>
                              <a:off x="2970212" y="4724400"/>
                              <a:ext cx="731520" cy="365760"/>
                              <a:chOff x="2970212" y="4724400"/>
                              <a:chExt cx="731520" cy="365760"/>
                            </a:xfrm>
                          </p:grpSpPr>
                          <p:sp>
                            <p:nvSpPr>
                              <p:cNvPr id="236" name="Rectangle 235">
                                <a:extLst>
                                  <a:ext uri="{FF2B5EF4-FFF2-40B4-BE49-F238E27FC236}">
                                    <a16:creationId xmlns:a16="http://schemas.microsoft.com/office/drawing/2014/main" id="{9B23085A-5D9D-43F4-A871-33929DA9143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237" name="Rectangle 236">
                                <a:extLst>
                                  <a:ext uri="{FF2B5EF4-FFF2-40B4-BE49-F238E27FC236}">
                                    <a16:creationId xmlns:a16="http://schemas.microsoft.com/office/drawing/2014/main" id="{3C569825-E9AF-BD58-22F9-B3376D0FCE2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234" name="Rectangle 233">
                              <a:extLst>
                                <a:ext uri="{FF2B5EF4-FFF2-40B4-BE49-F238E27FC236}">
                                  <a16:creationId xmlns:a16="http://schemas.microsoft.com/office/drawing/2014/main" id="{32DD5094-1839-7863-90A6-5C54DAFCAF0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235" name="Rectangle 234">
                              <a:extLst>
                                <a:ext uri="{FF2B5EF4-FFF2-40B4-BE49-F238E27FC236}">
                                  <a16:creationId xmlns:a16="http://schemas.microsoft.com/office/drawing/2014/main" id="{667A3AD8-919C-5DCC-6995-CF00B088D7A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227" name="Group 226">
                            <a:extLst>
                              <a:ext uri="{FF2B5EF4-FFF2-40B4-BE49-F238E27FC236}">
                                <a16:creationId xmlns:a16="http://schemas.microsoft.com/office/drawing/2014/main" id="{6310A9CE-891B-A044-D7FB-4A05CC1DE5BB}"/>
                              </a:ext>
                            </a:extLst>
                          </p:cNvPr>
                          <p:cNvGrpSpPr/>
                          <p:nvPr/>
                        </p:nvGrpSpPr>
                        <p:grpSpPr>
                          <a:xfrm>
                            <a:off x="3701732" y="4724400"/>
                            <a:ext cx="731520" cy="731520"/>
                            <a:chOff x="2970212" y="4724400"/>
                            <a:chExt cx="731520" cy="731520"/>
                          </a:xfrm>
                        </p:grpSpPr>
                        <p:grpSp>
                          <p:nvGrpSpPr>
                            <p:cNvPr id="228" name="Group 227">
                              <a:extLst>
                                <a:ext uri="{FF2B5EF4-FFF2-40B4-BE49-F238E27FC236}">
                                  <a16:creationId xmlns:a16="http://schemas.microsoft.com/office/drawing/2014/main" id="{8D14F848-A6F6-A13B-559B-44C868AA023B}"/>
                                </a:ext>
                              </a:extLst>
                            </p:cNvPr>
                            <p:cNvGrpSpPr/>
                            <p:nvPr/>
                          </p:nvGrpSpPr>
                          <p:grpSpPr>
                            <a:xfrm>
                              <a:off x="2970212" y="4724400"/>
                              <a:ext cx="731520" cy="365760"/>
                              <a:chOff x="2970212" y="4724400"/>
                              <a:chExt cx="731520" cy="365760"/>
                            </a:xfrm>
                          </p:grpSpPr>
                          <p:sp>
                            <p:nvSpPr>
                              <p:cNvPr id="231" name="Rectangle 230">
                                <a:extLst>
                                  <a:ext uri="{FF2B5EF4-FFF2-40B4-BE49-F238E27FC236}">
                                    <a16:creationId xmlns:a16="http://schemas.microsoft.com/office/drawing/2014/main" id="{33BBFF7B-9262-4C56-9DDC-E4F52DFAFE3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232" name="Rectangle 231">
                                <a:extLst>
                                  <a:ext uri="{FF2B5EF4-FFF2-40B4-BE49-F238E27FC236}">
                                    <a16:creationId xmlns:a16="http://schemas.microsoft.com/office/drawing/2014/main" id="{CB191756-6C7E-3B3B-B768-A8358D54DB8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229" name="Rectangle 228">
                              <a:extLst>
                                <a:ext uri="{FF2B5EF4-FFF2-40B4-BE49-F238E27FC236}">
                                  <a16:creationId xmlns:a16="http://schemas.microsoft.com/office/drawing/2014/main" id="{DAD1F42B-0A07-4FB6-3498-34AF0AD00A5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230" name="Rectangle 229">
                              <a:extLst>
                                <a:ext uri="{FF2B5EF4-FFF2-40B4-BE49-F238E27FC236}">
                                  <a16:creationId xmlns:a16="http://schemas.microsoft.com/office/drawing/2014/main" id="{E6812FF4-3FCC-DCAC-1550-E31712AFA57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nvGrpSpPr>
                        <p:cNvPr id="213" name="Group 212">
                          <a:extLst>
                            <a:ext uri="{FF2B5EF4-FFF2-40B4-BE49-F238E27FC236}">
                              <a16:creationId xmlns:a16="http://schemas.microsoft.com/office/drawing/2014/main" id="{98B1FC35-4864-03A9-8334-F027498F005A}"/>
                            </a:ext>
                          </a:extLst>
                        </p:cNvPr>
                        <p:cNvGrpSpPr/>
                        <p:nvPr/>
                      </p:nvGrpSpPr>
                      <p:grpSpPr>
                        <a:xfrm>
                          <a:off x="2970212" y="5455920"/>
                          <a:ext cx="1463040" cy="731520"/>
                          <a:chOff x="2970212" y="4724400"/>
                          <a:chExt cx="1463040" cy="731520"/>
                        </a:xfrm>
                      </p:grpSpPr>
                      <p:grpSp>
                        <p:nvGrpSpPr>
                          <p:cNvPr id="214" name="Group 213">
                            <a:extLst>
                              <a:ext uri="{FF2B5EF4-FFF2-40B4-BE49-F238E27FC236}">
                                <a16:creationId xmlns:a16="http://schemas.microsoft.com/office/drawing/2014/main" id="{E42E776E-00A3-3BFF-1E2F-F6AF972BAFC4}"/>
                              </a:ext>
                            </a:extLst>
                          </p:cNvPr>
                          <p:cNvGrpSpPr/>
                          <p:nvPr/>
                        </p:nvGrpSpPr>
                        <p:grpSpPr>
                          <a:xfrm>
                            <a:off x="2970212" y="4724400"/>
                            <a:ext cx="731520" cy="731520"/>
                            <a:chOff x="2970212" y="4724400"/>
                            <a:chExt cx="731520" cy="731520"/>
                          </a:xfrm>
                        </p:grpSpPr>
                        <p:grpSp>
                          <p:nvGrpSpPr>
                            <p:cNvPr id="221" name="Group 220">
                              <a:extLst>
                                <a:ext uri="{FF2B5EF4-FFF2-40B4-BE49-F238E27FC236}">
                                  <a16:creationId xmlns:a16="http://schemas.microsoft.com/office/drawing/2014/main" id="{CAF35A9E-EB52-B741-69DE-89548F783E22}"/>
                                </a:ext>
                              </a:extLst>
                            </p:cNvPr>
                            <p:cNvGrpSpPr/>
                            <p:nvPr/>
                          </p:nvGrpSpPr>
                          <p:grpSpPr>
                            <a:xfrm>
                              <a:off x="2970212" y="4724400"/>
                              <a:ext cx="731520" cy="365760"/>
                              <a:chOff x="2970212" y="4724400"/>
                              <a:chExt cx="731520" cy="365760"/>
                            </a:xfrm>
                          </p:grpSpPr>
                          <p:sp>
                            <p:nvSpPr>
                              <p:cNvPr id="224" name="Rectangle 223">
                                <a:extLst>
                                  <a:ext uri="{FF2B5EF4-FFF2-40B4-BE49-F238E27FC236}">
                                    <a16:creationId xmlns:a16="http://schemas.microsoft.com/office/drawing/2014/main" id="{1EF638FF-A509-B8FE-426B-79B50BFA808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225" name="Rectangle 224">
                                <a:extLst>
                                  <a:ext uri="{FF2B5EF4-FFF2-40B4-BE49-F238E27FC236}">
                                    <a16:creationId xmlns:a16="http://schemas.microsoft.com/office/drawing/2014/main" id="{93BE3AD1-DA43-84BC-E8B3-F8B0CC4F5B1F}"/>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222" name="Rectangle 221">
                              <a:extLst>
                                <a:ext uri="{FF2B5EF4-FFF2-40B4-BE49-F238E27FC236}">
                                  <a16:creationId xmlns:a16="http://schemas.microsoft.com/office/drawing/2014/main" id="{927A241D-C740-B28B-B2B3-65205FB5B5A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223" name="Rectangle 222">
                              <a:extLst>
                                <a:ext uri="{FF2B5EF4-FFF2-40B4-BE49-F238E27FC236}">
                                  <a16:creationId xmlns:a16="http://schemas.microsoft.com/office/drawing/2014/main" id="{310BB661-784E-E9A6-4432-03C7A7D7EAA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215" name="Group 214">
                            <a:extLst>
                              <a:ext uri="{FF2B5EF4-FFF2-40B4-BE49-F238E27FC236}">
                                <a16:creationId xmlns:a16="http://schemas.microsoft.com/office/drawing/2014/main" id="{70485CB6-EE14-332D-AB07-99341F4FE5B8}"/>
                              </a:ext>
                            </a:extLst>
                          </p:cNvPr>
                          <p:cNvGrpSpPr/>
                          <p:nvPr/>
                        </p:nvGrpSpPr>
                        <p:grpSpPr>
                          <a:xfrm>
                            <a:off x="3701732" y="4724400"/>
                            <a:ext cx="731520" cy="731520"/>
                            <a:chOff x="2970212" y="4724400"/>
                            <a:chExt cx="731520" cy="731520"/>
                          </a:xfrm>
                        </p:grpSpPr>
                        <p:grpSp>
                          <p:nvGrpSpPr>
                            <p:cNvPr id="216" name="Group 215">
                              <a:extLst>
                                <a:ext uri="{FF2B5EF4-FFF2-40B4-BE49-F238E27FC236}">
                                  <a16:creationId xmlns:a16="http://schemas.microsoft.com/office/drawing/2014/main" id="{3CE3202D-95F9-DA61-8A6D-A63E7416ACD1}"/>
                                </a:ext>
                              </a:extLst>
                            </p:cNvPr>
                            <p:cNvGrpSpPr/>
                            <p:nvPr/>
                          </p:nvGrpSpPr>
                          <p:grpSpPr>
                            <a:xfrm>
                              <a:off x="2970212" y="4724400"/>
                              <a:ext cx="731520" cy="365760"/>
                              <a:chOff x="2970212" y="4724400"/>
                              <a:chExt cx="731520" cy="365760"/>
                            </a:xfrm>
                          </p:grpSpPr>
                          <p:sp>
                            <p:nvSpPr>
                              <p:cNvPr id="219" name="Rectangle 218">
                                <a:extLst>
                                  <a:ext uri="{FF2B5EF4-FFF2-40B4-BE49-F238E27FC236}">
                                    <a16:creationId xmlns:a16="http://schemas.microsoft.com/office/drawing/2014/main" id="{DC04123A-4526-25B3-75B9-3408BAF3349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220" name="Rectangle 219">
                                <a:extLst>
                                  <a:ext uri="{FF2B5EF4-FFF2-40B4-BE49-F238E27FC236}">
                                    <a16:creationId xmlns:a16="http://schemas.microsoft.com/office/drawing/2014/main" id="{10F7056C-63D6-7EB1-7A85-00D35573BCC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217" name="Rectangle 216">
                              <a:extLst>
                                <a:ext uri="{FF2B5EF4-FFF2-40B4-BE49-F238E27FC236}">
                                  <a16:creationId xmlns:a16="http://schemas.microsoft.com/office/drawing/2014/main" id="{7F2F2FAF-E672-FE6D-001E-577D103F6D8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218" name="Rectangle 217">
                              <a:extLst>
                                <a:ext uri="{FF2B5EF4-FFF2-40B4-BE49-F238E27FC236}">
                                  <a16:creationId xmlns:a16="http://schemas.microsoft.com/office/drawing/2014/main" id="{06318D3F-157E-57C4-775C-612E8AE426D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grpSp>
                    <p:nvGrpSpPr>
                      <p:cNvPr id="185" name="Group 184">
                        <a:extLst>
                          <a:ext uri="{FF2B5EF4-FFF2-40B4-BE49-F238E27FC236}">
                            <a16:creationId xmlns:a16="http://schemas.microsoft.com/office/drawing/2014/main" id="{60E248E5-6AC8-BD4D-060A-F470234BE41E}"/>
                          </a:ext>
                        </a:extLst>
                      </p:cNvPr>
                      <p:cNvGrpSpPr/>
                      <p:nvPr/>
                    </p:nvGrpSpPr>
                    <p:grpSpPr>
                      <a:xfrm>
                        <a:off x="4433252" y="4724400"/>
                        <a:ext cx="1463040" cy="1463040"/>
                        <a:chOff x="2970212" y="4724400"/>
                        <a:chExt cx="1463040" cy="1463040"/>
                      </a:xfrm>
                    </p:grpSpPr>
                    <p:grpSp>
                      <p:nvGrpSpPr>
                        <p:cNvPr id="186" name="Group 185">
                          <a:extLst>
                            <a:ext uri="{FF2B5EF4-FFF2-40B4-BE49-F238E27FC236}">
                              <a16:creationId xmlns:a16="http://schemas.microsoft.com/office/drawing/2014/main" id="{C12CCAB5-445F-F567-7524-8F2EA703405B}"/>
                            </a:ext>
                          </a:extLst>
                        </p:cNvPr>
                        <p:cNvGrpSpPr/>
                        <p:nvPr/>
                      </p:nvGrpSpPr>
                      <p:grpSpPr>
                        <a:xfrm>
                          <a:off x="2970212" y="4724400"/>
                          <a:ext cx="1463040" cy="731520"/>
                          <a:chOff x="2970212" y="4724400"/>
                          <a:chExt cx="1463040" cy="731520"/>
                        </a:xfrm>
                      </p:grpSpPr>
                      <p:grpSp>
                        <p:nvGrpSpPr>
                          <p:cNvPr id="200" name="Group 199">
                            <a:extLst>
                              <a:ext uri="{FF2B5EF4-FFF2-40B4-BE49-F238E27FC236}">
                                <a16:creationId xmlns:a16="http://schemas.microsoft.com/office/drawing/2014/main" id="{C5CB87FC-005A-7549-FD4D-4137C9228AE5}"/>
                              </a:ext>
                            </a:extLst>
                          </p:cNvPr>
                          <p:cNvGrpSpPr/>
                          <p:nvPr/>
                        </p:nvGrpSpPr>
                        <p:grpSpPr>
                          <a:xfrm>
                            <a:off x="2970212" y="4724400"/>
                            <a:ext cx="731520" cy="731520"/>
                            <a:chOff x="2970212" y="4724400"/>
                            <a:chExt cx="731520" cy="731520"/>
                          </a:xfrm>
                        </p:grpSpPr>
                        <p:grpSp>
                          <p:nvGrpSpPr>
                            <p:cNvPr id="207" name="Group 206">
                              <a:extLst>
                                <a:ext uri="{FF2B5EF4-FFF2-40B4-BE49-F238E27FC236}">
                                  <a16:creationId xmlns:a16="http://schemas.microsoft.com/office/drawing/2014/main" id="{DCA11C85-3325-E478-62C3-A0A903955368}"/>
                                </a:ext>
                              </a:extLst>
                            </p:cNvPr>
                            <p:cNvGrpSpPr/>
                            <p:nvPr/>
                          </p:nvGrpSpPr>
                          <p:grpSpPr>
                            <a:xfrm>
                              <a:off x="2970212" y="4724400"/>
                              <a:ext cx="731520" cy="365760"/>
                              <a:chOff x="2970212" y="4724400"/>
                              <a:chExt cx="731520" cy="365760"/>
                            </a:xfrm>
                          </p:grpSpPr>
                          <p:sp>
                            <p:nvSpPr>
                              <p:cNvPr id="210" name="Rectangle 209">
                                <a:extLst>
                                  <a:ext uri="{FF2B5EF4-FFF2-40B4-BE49-F238E27FC236}">
                                    <a16:creationId xmlns:a16="http://schemas.microsoft.com/office/drawing/2014/main" id="{AE78BA34-6FBA-85C9-3C2A-D2646C117796}"/>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211" name="Rectangle 210">
                                <a:extLst>
                                  <a:ext uri="{FF2B5EF4-FFF2-40B4-BE49-F238E27FC236}">
                                    <a16:creationId xmlns:a16="http://schemas.microsoft.com/office/drawing/2014/main" id="{1EB005B4-D971-FA3B-7289-F002D23846A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208" name="Rectangle 207">
                              <a:extLst>
                                <a:ext uri="{FF2B5EF4-FFF2-40B4-BE49-F238E27FC236}">
                                  <a16:creationId xmlns:a16="http://schemas.microsoft.com/office/drawing/2014/main" id="{51C0C08B-0833-B7A2-9E34-7DE7439D209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209" name="Rectangle 208">
                              <a:extLst>
                                <a:ext uri="{FF2B5EF4-FFF2-40B4-BE49-F238E27FC236}">
                                  <a16:creationId xmlns:a16="http://schemas.microsoft.com/office/drawing/2014/main" id="{2CAF787D-5D64-E453-3538-F677EA6F842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201" name="Group 200">
                            <a:extLst>
                              <a:ext uri="{FF2B5EF4-FFF2-40B4-BE49-F238E27FC236}">
                                <a16:creationId xmlns:a16="http://schemas.microsoft.com/office/drawing/2014/main" id="{7BF417C7-BEE9-2D2B-8DAA-A91B4BC4B8D3}"/>
                              </a:ext>
                            </a:extLst>
                          </p:cNvPr>
                          <p:cNvGrpSpPr/>
                          <p:nvPr/>
                        </p:nvGrpSpPr>
                        <p:grpSpPr>
                          <a:xfrm>
                            <a:off x="3701732" y="4724400"/>
                            <a:ext cx="731520" cy="731520"/>
                            <a:chOff x="2970212" y="4724400"/>
                            <a:chExt cx="731520" cy="731520"/>
                          </a:xfrm>
                        </p:grpSpPr>
                        <p:grpSp>
                          <p:nvGrpSpPr>
                            <p:cNvPr id="202" name="Group 201">
                              <a:extLst>
                                <a:ext uri="{FF2B5EF4-FFF2-40B4-BE49-F238E27FC236}">
                                  <a16:creationId xmlns:a16="http://schemas.microsoft.com/office/drawing/2014/main" id="{17C1BCDC-53E9-3687-1FE1-DB03A610FCB5}"/>
                                </a:ext>
                              </a:extLst>
                            </p:cNvPr>
                            <p:cNvGrpSpPr/>
                            <p:nvPr/>
                          </p:nvGrpSpPr>
                          <p:grpSpPr>
                            <a:xfrm>
                              <a:off x="2970212" y="4724400"/>
                              <a:ext cx="731520" cy="365760"/>
                              <a:chOff x="2970212" y="4724400"/>
                              <a:chExt cx="731520" cy="365760"/>
                            </a:xfrm>
                          </p:grpSpPr>
                          <p:sp>
                            <p:nvSpPr>
                              <p:cNvPr id="205" name="Rectangle 204">
                                <a:extLst>
                                  <a:ext uri="{FF2B5EF4-FFF2-40B4-BE49-F238E27FC236}">
                                    <a16:creationId xmlns:a16="http://schemas.microsoft.com/office/drawing/2014/main" id="{B68B986C-4063-B479-9585-9DEFF2B1ED5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206" name="Rectangle 205">
                                <a:extLst>
                                  <a:ext uri="{FF2B5EF4-FFF2-40B4-BE49-F238E27FC236}">
                                    <a16:creationId xmlns:a16="http://schemas.microsoft.com/office/drawing/2014/main" id="{BC09C458-4FEC-A50C-6937-0FD9E6869E4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203" name="Rectangle 202">
                              <a:extLst>
                                <a:ext uri="{FF2B5EF4-FFF2-40B4-BE49-F238E27FC236}">
                                  <a16:creationId xmlns:a16="http://schemas.microsoft.com/office/drawing/2014/main" id="{921106FE-F12E-5E15-FA37-2B9396FC4A0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204" name="Rectangle 203">
                              <a:extLst>
                                <a:ext uri="{FF2B5EF4-FFF2-40B4-BE49-F238E27FC236}">
                                  <a16:creationId xmlns:a16="http://schemas.microsoft.com/office/drawing/2014/main" id="{35331B61-0F33-C8DD-E89C-D5DF3D555957}"/>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nvGrpSpPr>
                        <p:cNvPr id="187" name="Group 186">
                          <a:extLst>
                            <a:ext uri="{FF2B5EF4-FFF2-40B4-BE49-F238E27FC236}">
                              <a16:creationId xmlns:a16="http://schemas.microsoft.com/office/drawing/2014/main" id="{0AE928AE-CE2D-9E83-87AA-61C9C8704C00}"/>
                            </a:ext>
                          </a:extLst>
                        </p:cNvPr>
                        <p:cNvGrpSpPr/>
                        <p:nvPr/>
                      </p:nvGrpSpPr>
                      <p:grpSpPr>
                        <a:xfrm>
                          <a:off x="2970212" y="5455920"/>
                          <a:ext cx="1463040" cy="731520"/>
                          <a:chOff x="2970212" y="4724400"/>
                          <a:chExt cx="1463040" cy="731520"/>
                        </a:xfrm>
                      </p:grpSpPr>
                      <p:grpSp>
                        <p:nvGrpSpPr>
                          <p:cNvPr id="188" name="Group 187">
                            <a:extLst>
                              <a:ext uri="{FF2B5EF4-FFF2-40B4-BE49-F238E27FC236}">
                                <a16:creationId xmlns:a16="http://schemas.microsoft.com/office/drawing/2014/main" id="{AEBF79D0-D4B6-EA37-F87D-A71FC386F019}"/>
                              </a:ext>
                            </a:extLst>
                          </p:cNvPr>
                          <p:cNvGrpSpPr/>
                          <p:nvPr/>
                        </p:nvGrpSpPr>
                        <p:grpSpPr>
                          <a:xfrm>
                            <a:off x="2970212" y="4724400"/>
                            <a:ext cx="731520" cy="731520"/>
                            <a:chOff x="2970212" y="4724400"/>
                            <a:chExt cx="731520" cy="731520"/>
                          </a:xfrm>
                        </p:grpSpPr>
                        <p:grpSp>
                          <p:nvGrpSpPr>
                            <p:cNvPr id="195" name="Group 194">
                              <a:extLst>
                                <a:ext uri="{FF2B5EF4-FFF2-40B4-BE49-F238E27FC236}">
                                  <a16:creationId xmlns:a16="http://schemas.microsoft.com/office/drawing/2014/main" id="{431D042F-A84F-CA68-88CA-0AD3A36590DC}"/>
                                </a:ext>
                              </a:extLst>
                            </p:cNvPr>
                            <p:cNvGrpSpPr/>
                            <p:nvPr/>
                          </p:nvGrpSpPr>
                          <p:grpSpPr>
                            <a:xfrm>
                              <a:off x="2970212" y="4724400"/>
                              <a:ext cx="731520" cy="365760"/>
                              <a:chOff x="2970212" y="4724400"/>
                              <a:chExt cx="731520" cy="365760"/>
                            </a:xfrm>
                          </p:grpSpPr>
                          <p:sp>
                            <p:nvSpPr>
                              <p:cNvPr id="198" name="Rectangle 197">
                                <a:extLst>
                                  <a:ext uri="{FF2B5EF4-FFF2-40B4-BE49-F238E27FC236}">
                                    <a16:creationId xmlns:a16="http://schemas.microsoft.com/office/drawing/2014/main" id="{CC2DEEA2-3C2C-B5FE-1EC3-1B7202F1DBA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199" name="Rectangle 198">
                                <a:extLst>
                                  <a:ext uri="{FF2B5EF4-FFF2-40B4-BE49-F238E27FC236}">
                                    <a16:creationId xmlns:a16="http://schemas.microsoft.com/office/drawing/2014/main" id="{1017E713-0627-DEAD-B247-2E4AEB8C4F6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196" name="Rectangle 195">
                              <a:extLst>
                                <a:ext uri="{FF2B5EF4-FFF2-40B4-BE49-F238E27FC236}">
                                  <a16:creationId xmlns:a16="http://schemas.microsoft.com/office/drawing/2014/main" id="{A97A5EC1-CCC0-FF66-87CF-011BF6811F5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197" name="Rectangle 196">
                              <a:extLst>
                                <a:ext uri="{FF2B5EF4-FFF2-40B4-BE49-F238E27FC236}">
                                  <a16:creationId xmlns:a16="http://schemas.microsoft.com/office/drawing/2014/main" id="{E2A63448-01BF-F7A2-4095-E5ABBCC3E0EC}"/>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189" name="Group 188">
                            <a:extLst>
                              <a:ext uri="{FF2B5EF4-FFF2-40B4-BE49-F238E27FC236}">
                                <a16:creationId xmlns:a16="http://schemas.microsoft.com/office/drawing/2014/main" id="{4A707F49-16A4-0C88-EE34-107A4B1EEA5C}"/>
                              </a:ext>
                            </a:extLst>
                          </p:cNvPr>
                          <p:cNvGrpSpPr/>
                          <p:nvPr/>
                        </p:nvGrpSpPr>
                        <p:grpSpPr>
                          <a:xfrm>
                            <a:off x="3701732" y="4724400"/>
                            <a:ext cx="731520" cy="731520"/>
                            <a:chOff x="2970212" y="4724400"/>
                            <a:chExt cx="731520" cy="731520"/>
                          </a:xfrm>
                        </p:grpSpPr>
                        <p:grpSp>
                          <p:nvGrpSpPr>
                            <p:cNvPr id="190" name="Group 189">
                              <a:extLst>
                                <a:ext uri="{FF2B5EF4-FFF2-40B4-BE49-F238E27FC236}">
                                  <a16:creationId xmlns:a16="http://schemas.microsoft.com/office/drawing/2014/main" id="{C93437FD-810A-D71F-E7CA-C296E74AF877}"/>
                                </a:ext>
                              </a:extLst>
                            </p:cNvPr>
                            <p:cNvGrpSpPr/>
                            <p:nvPr/>
                          </p:nvGrpSpPr>
                          <p:grpSpPr>
                            <a:xfrm>
                              <a:off x="2970212" y="4724400"/>
                              <a:ext cx="731520" cy="365760"/>
                              <a:chOff x="2970212" y="4724400"/>
                              <a:chExt cx="731520" cy="365760"/>
                            </a:xfrm>
                          </p:grpSpPr>
                          <p:sp>
                            <p:nvSpPr>
                              <p:cNvPr id="193" name="Rectangle 192">
                                <a:extLst>
                                  <a:ext uri="{FF2B5EF4-FFF2-40B4-BE49-F238E27FC236}">
                                    <a16:creationId xmlns:a16="http://schemas.microsoft.com/office/drawing/2014/main" id="{16601E4F-752C-67A7-9203-F21ED3F49F2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194" name="Rectangle 193">
                                <a:extLst>
                                  <a:ext uri="{FF2B5EF4-FFF2-40B4-BE49-F238E27FC236}">
                                    <a16:creationId xmlns:a16="http://schemas.microsoft.com/office/drawing/2014/main" id="{EFA43D22-31DC-83B0-C0B3-3E8C77A1781D}"/>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191" name="Rectangle 190">
                              <a:extLst>
                                <a:ext uri="{FF2B5EF4-FFF2-40B4-BE49-F238E27FC236}">
                                  <a16:creationId xmlns:a16="http://schemas.microsoft.com/office/drawing/2014/main" id="{2F2B9DD5-4336-DEF7-8B49-8150F6272C2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192" name="Rectangle 191">
                              <a:extLst>
                                <a:ext uri="{FF2B5EF4-FFF2-40B4-BE49-F238E27FC236}">
                                  <a16:creationId xmlns:a16="http://schemas.microsoft.com/office/drawing/2014/main" id="{B52364F4-A4B9-A06E-9F6F-FC2250A327B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grpSp>
              </p:grpSp>
              <p:grpSp>
                <p:nvGrpSpPr>
                  <p:cNvPr id="292" name="Group 291">
                    <a:extLst>
                      <a:ext uri="{FF2B5EF4-FFF2-40B4-BE49-F238E27FC236}">
                        <a16:creationId xmlns:a16="http://schemas.microsoft.com/office/drawing/2014/main" id="{9A6CA6B9-AA75-0505-799F-E25C7B1B8AD0}"/>
                      </a:ext>
                    </a:extLst>
                  </p:cNvPr>
                  <p:cNvGrpSpPr/>
                  <p:nvPr/>
                </p:nvGrpSpPr>
                <p:grpSpPr>
                  <a:xfrm>
                    <a:off x="7984172" y="3124200"/>
                    <a:ext cx="2926080" cy="2926080"/>
                    <a:chOff x="2132012" y="3124200"/>
                    <a:chExt cx="2926080" cy="2926080"/>
                  </a:xfrm>
                </p:grpSpPr>
                <p:grpSp>
                  <p:nvGrpSpPr>
                    <p:cNvPr id="293" name="Group 292">
                      <a:extLst>
                        <a:ext uri="{FF2B5EF4-FFF2-40B4-BE49-F238E27FC236}">
                          <a16:creationId xmlns:a16="http://schemas.microsoft.com/office/drawing/2014/main" id="{BE73FA84-4F6B-A398-FEB9-8BF7CD332373}"/>
                        </a:ext>
                      </a:extLst>
                    </p:cNvPr>
                    <p:cNvGrpSpPr/>
                    <p:nvPr/>
                  </p:nvGrpSpPr>
                  <p:grpSpPr>
                    <a:xfrm>
                      <a:off x="2132012" y="3124200"/>
                      <a:ext cx="2926080" cy="1463040"/>
                      <a:chOff x="2970212" y="4724400"/>
                      <a:chExt cx="2926080" cy="1463040"/>
                    </a:xfrm>
                  </p:grpSpPr>
                  <p:grpSp>
                    <p:nvGrpSpPr>
                      <p:cNvPr id="349" name="Group 348">
                        <a:extLst>
                          <a:ext uri="{FF2B5EF4-FFF2-40B4-BE49-F238E27FC236}">
                            <a16:creationId xmlns:a16="http://schemas.microsoft.com/office/drawing/2014/main" id="{5BDCFEAC-65E5-AC9D-FC54-D921B8B50B47}"/>
                          </a:ext>
                        </a:extLst>
                      </p:cNvPr>
                      <p:cNvGrpSpPr/>
                      <p:nvPr/>
                    </p:nvGrpSpPr>
                    <p:grpSpPr>
                      <a:xfrm>
                        <a:off x="2970212" y="4724400"/>
                        <a:ext cx="1463040" cy="1463040"/>
                        <a:chOff x="2970212" y="4724400"/>
                        <a:chExt cx="1463040" cy="1463040"/>
                      </a:xfrm>
                    </p:grpSpPr>
                    <p:grpSp>
                      <p:nvGrpSpPr>
                        <p:cNvPr id="377" name="Group 376">
                          <a:extLst>
                            <a:ext uri="{FF2B5EF4-FFF2-40B4-BE49-F238E27FC236}">
                              <a16:creationId xmlns:a16="http://schemas.microsoft.com/office/drawing/2014/main" id="{B8A4190C-5F72-3BC2-DCDD-A52C26582A76}"/>
                            </a:ext>
                          </a:extLst>
                        </p:cNvPr>
                        <p:cNvGrpSpPr/>
                        <p:nvPr/>
                      </p:nvGrpSpPr>
                      <p:grpSpPr>
                        <a:xfrm>
                          <a:off x="2970212" y="4724400"/>
                          <a:ext cx="1463040" cy="731520"/>
                          <a:chOff x="2970212" y="4724400"/>
                          <a:chExt cx="1463040" cy="731520"/>
                        </a:xfrm>
                      </p:grpSpPr>
                      <p:grpSp>
                        <p:nvGrpSpPr>
                          <p:cNvPr id="391" name="Group 390">
                            <a:extLst>
                              <a:ext uri="{FF2B5EF4-FFF2-40B4-BE49-F238E27FC236}">
                                <a16:creationId xmlns:a16="http://schemas.microsoft.com/office/drawing/2014/main" id="{2DAF74F5-B8ED-4C8C-D3F4-BCA6A6CAB990}"/>
                              </a:ext>
                            </a:extLst>
                          </p:cNvPr>
                          <p:cNvGrpSpPr/>
                          <p:nvPr/>
                        </p:nvGrpSpPr>
                        <p:grpSpPr>
                          <a:xfrm>
                            <a:off x="2970212" y="4724400"/>
                            <a:ext cx="731520" cy="731520"/>
                            <a:chOff x="2970212" y="4724400"/>
                            <a:chExt cx="731520" cy="731520"/>
                          </a:xfrm>
                        </p:grpSpPr>
                        <p:grpSp>
                          <p:nvGrpSpPr>
                            <p:cNvPr id="398" name="Group 397">
                              <a:extLst>
                                <a:ext uri="{FF2B5EF4-FFF2-40B4-BE49-F238E27FC236}">
                                  <a16:creationId xmlns:a16="http://schemas.microsoft.com/office/drawing/2014/main" id="{13FF7777-03CD-BE93-EDCE-ADE3B51B783B}"/>
                                </a:ext>
                              </a:extLst>
                            </p:cNvPr>
                            <p:cNvGrpSpPr/>
                            <p:nvPr/>
                          </p:nvGrpSpPr>
                          <p:grpSpPr>
                            <a:xfrm>
                              <a:off x="2970212" y="4724400"/>
                              <a:ext cx="731520" cy="365760"/>
                              <a:chOff x="2970212" y="4724400"/>
                              <a:chExt cx="731520" cy="365760"/>
                            </a:xfrm>
                          </p:grpSpPr>
                          <p:sp>
                            <p:nvSpPr>
                              <p:cNvPr id="401" name="Rectangle 400">
                                <a:extLst>
                                  <a:ext uri="{FF2B5EF4-FFF2-40B4-BE49-F238E27FC236}">
                                    <a16:creationId xmlns:a16="http://schemas.microsoft.com/office/drawing/2014/main" id="{F316A1F2-8BAE-6B56-346A-6FC89A018E0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402" name="Rectangle 401">
                                <a:extLst>
                                  <a:ext uri="{FF2B5EF4-FFF2-40B4-BE49-F238E27FC236}">
                                    <a16:creationId xmlns:a16="http://schemas.microsoft.com/office/drawing/2014/main" id="{36A571F7-B78E-96BC-6864-5899B4B86FF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399" name="Rectangle 398">
                              <a:extLst>
                                <a:ext uri="{FF2B5EF4-FFF2-40B4-BE49-F238E27FC236}">
                                  <a16:creationId xmlns:a16="http://schemas.microsoft.com/office/drawing/2014/main" id="{60505AAF-5D19-BBD8-3F97-4BFC04A395B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400" name="Rectangle 399">
                              <a:extLst>
                                <a:ext uri="{FF2B5EF4-FFF2-40B4-BE49-F238E27FC236}">
                                  <a16:creationId xmlns:a16="http://schemas.microsoft.com/office/drawing/2014/main" id="{E0BEE075-9657-665A-829B-B43D45A9890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392" name="Group 391">
                            <a:extLst>
                              <a:ext uri="{FF2B5EF4-FFF2-40B4-BE49-F238E27FC236}">
                                <a16:creationId xmlns:a16="http://schemas.microsoft.com/office/drawing/2014/main" id="{C3D63536-57E3-D868-63B8-0791ACC52D2E}"/>
                              </a:ext>
                            </a:extLst>
                          </p:cNvPr>
                          <p:cNvGrpSpPr/>
                          <p:nvPr/>
                        </p:nvGrpSpPr>
                        <p:grpSpPr>
                          <a:xfrm>
                            <a:off x="3701732" y="4724400"/>
                            <a:ext cx="731520" cy="731520"/>
                            <a:chOff x="2970212" y="4724400"/>
                            <a:chExt cx="731520" cy="731520"/>
                          </a:xfrm>
                        </p:grpSpPr>
                        <p:grpSp>
                          <p:nvGrpSpPr>
                            <p:cNvPr id="393" name="Group 392">
                              <a:extLst>
                                <a:ext uri="{FF2B5EF4-FFF2-40B4-BE49-F238E27FC236}">
                                  <a16:creationId xmlns:a16="http://schemas.microsoft.com/office/drawing/2014/main" id="{F822152E-34A9-1241-EA83-2C799FAC253F}"/>
                                </a:ext>
                              </a:extLst>
                            </p:cNvPr>
                            <p:cNvGrpSpPr/>
                            <p:nvPr/>
                          </p:nvGrpSpPr>
                          <p:grpSpPr>
                            <a:xfrm>
                              <a:off x="2970212" y="4724400"/>
                              <a:ext cx="731520" cy="365760"/>
                              <a:chOff x="2970212" y="4724400"/>
                              <a:chExt cx="731520" cy="365760"/>
                            </a:xfrm>
                          </p:grpSpPr>
                          <p:sp>
                            <p:nvSpPr>
                              <p:cNvPr id="396" name="Rectangle 395">
                                <a:extLst>
                                  <a:ext uri="{FF2B5EF4-FFF2-40B4-BE49-F238E27FC236}">
                                    <a16:creationId xmlns:a16="http://schemas.microsoft.com/office/drawing/2014/main" id="{2DC70C7C-B482-A82F-281F-8A76FA53D48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397" name="Rectangle 396">
                                <a:extLst>
                                  <a:ext uri="{FF2B5EF4-FFF2-40B4-BE49-F238E27FC236}">
                                    <a16:creationId xmlns:a16="http://schemas.microsoft.com/office/drawing/2014/main" id="{AF9CFDD6-53BE-D84F-651A-E1A2AA27155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394" name="Rectangle 393">
                              <a:extLst>
                                <a:ext uri="{FF2B5EF4-FFF2-40B4-BE49-F238E27FC236}">
                                  <a16:creationId xmlns:a16="http://schemas.microsoft.com/office/drawing/2014/main" id="{9A4C9636-090F-430B-B70A-CF02D3D2788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395" name="Rectangle 394">
                              <a:extLst>
                                <a:ext uri="{FF2B5EF4-FFF2-40B4-BE49-F238E27FC236}">
                                  <a16:creationId xmlns:a16="http://schemas.microsoft.com/office/drawing/2014/main" id="{A0CC7B8E-F661-4EC0-D85F-98828284FD6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nvGrpSpPr>
                        <p:cNvPr id="378" name="Group 377">
                          <a:extLst>
                            <a:ext uri="{FF2B5EF4-FFF2-40B4-BE49-F238E27FC236}">
                              <a16:creationId xmlns:a16="http://schemas.microsoft.com/office/drawing/2014/main" id="{F4A11FD2-21BA-D543-3022-338CB20E8BE2}"/>
                            </a:ext>
                          </a:extLst>
                        </p:cNvPr>
                        <p:cNvGrpSpPr/>
                        <p:nvPr/>
                      </p:nvGrpSpPr>
                      <p:grpSpPr>
                        <a:xfrm>
                          <a:off x="2970212" y="5455920"/>
                          <a:ext cx="1463040" cy="731520"/>
                          <a:chOff x="2970212" y="4724400"/>
                          <a:chExt cx="1463040" cy="731520"/>
                        </a:xfrm>
                      </p:grpSpPr>
                      <p:grpSp>
                        <p:nvGrpSpPr>
                          <p:cNvPr id="379" name="Group 378">
                            <a:extLst>
                              <a:ext uri="{FF2B5EF4-FFF2-40B4-BE49-F238E27FC236}">
                                <a16:creationId xmlns:a16="http://schemas.microsoft.com/office/drawing/2014/main" id="{BA6EB5DA-66E0-0998-25BD-5287BBE4F5D3}"/>
                              </a:ext>
                            </a:extLst>
                          </p:cNvPr>
                          <p:cNvGrpSpPr/>
                          <p:nvPr/>
                        </p:nvGrpSpPr>
                        <p:grpSpPr>
                          <a:xfrm>
                            <a:off x="2970212" y="4724400"/>
                            <a:ext cx="731520" cy="731520"/>
                            <a:chOff x="2970212" y="4724400"/>
                            <a:chExt cx="731520" cy="731520"/>
                          </a:xfrm>
                        </p:grpSpPr>
                        <p:grpSp>
                          <p:nvGrpSpPr>
                            <p:cNvPr id="386" name="Group 385">
                              <a:extLst>
                                <a:ext uri="{FF2B5EF4-FFF2-40B4-BE49-F238E27FC236}">
                                  <a16:creationId xmlns:a16="http://schemas.microsoft.com/office/drawing/2014/main" id="{5D069E1C-B0CB-B7E8-F740-1224A3294B86}"/>
                                </a:ext>
                              </a:extLst>
                            </p:cNvPr>
                            <p:cNvGrpSpPr/>
                            <p:nvPr/>
                          </p:nvGrpSpPr>
                          <p:grpSpPr>
                            <a:xfrm>
                              <a:off x="2970212" y="4724400"/>
                              <a:ext cx="731520" cy="365760"/>
                              <a:chOff x="2970212" y="4724400"/>
                              <a:chExt cx="731520" cy="365760"/>
                            </a:xfrm>
                          </p:grpSpPr>
                          <p:sp>
                            <p:nvSpPr>
                              <p:cNvPr id="389" name="Rectangle 388">
                                <a:extLst>
                                  <a:ext uri="{FF2B5EF4-FFF2-40B4-BE49-F238E27FC236}">
                                    <a16:creationId xmlns:a16="http://schemas.microsoft.com/office/drawing/2014/main" id="{6607725D-D756-3920-5FA8-095D78E37AC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390" name="Rectangle 389">
                                <a:extLst>
                                  <a:ext uri="{FF2B5EF4-FFF2-40B4-BE49-F238E27FC236}">
                                    <a16:creationId xmlns:a16="http://schemas.microsoft.com/office/drawing/2014/main" id="{9275EBFB-26D0-091F-53C9-30512CD7461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387" name="Rectangle 386">
                              <a:extLst>
                                <a:ext uri="{FF2B5EF4-FFF2-40B4-BE49-F238E27FC236}">
                                  <a16:creationId xmlns:a16="http://schemas.microsoft.com/office/drawing/2014/main" id="{560F52C2-B682-86CA-B2F8-4FB5A512B193}"/>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388" name="Rectangle 387">
                              <a:extLst>
                                <a:ext uri="{FF2B5EF4-FFF2-40B4-BE49-F238E27FC236}">
                                  <a16:creationId xmlns:a16="http://schemas.microsoft.com/office/drawing/2014/main" id="{C943F446-36F0-27DC-95A4-2EACD181801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380" name="Group 379">
                            <a:extLst>
                              <a:ext uri="{FF2B5EF4-FFF2-40B4-BE49-F238E27FC236}">
                                <a16:creationId xmlns:a16="http://schemas.microsoft.com/office/drawing/2014/main" id="{7D6BCE38-1A21-0331-B86F-377FCDFE9287}"/>
                              </a:ext>
                            </a:extLst>
                          </p:cNvPr>
                          <p:cNvGrpSpPr/>
                          <p:nvPr/>
                        </p:nvGrpSpPr>
                        <p:grpSpPr>
                          <a:xfrm>
                            <a:off x="3701732" y="4724400"/>
                            <a:ext cx="731520" cy="731520"/>
                            <a:chOff x="2970212" y="4724400"/>
                            <a:chExt cx="731520" cy="731520"/>
                          </a:xfrm>
                        </p:grpSpPr>
                        <p:grpSp>
                          <p:nvGrpSpPr>
                            <p:cNvPr id="381" name="Group 380">
                              <a:extLst>
                                <a:ext uri="{FF2B5EF4-FFF2-40B4-BE49-F238E27FC236}">
                                  <a16:creationId xmlns:a16="http://schemas.microsoft.com/office/drawing/2014/main" id="{1859EC56-9B41-69AD-6D9B-DB7BBB37E567}"/>
                                </a:ext>
                              </a:extLst>
                            </p:cNvPr>
                            <p:cNvGrpSpPr/>
                            <p:nvPr/>
                          </p:nvGrpSpPr>
                          <p:grpSpPr>
                            <a:xfrm>
                              <a:off x="2970212" y="4724400"/>
                              <a:ext cx="731520" cy="365760"/>
                              <a:chOff x="2970212" y="4724400"/>
                              <a:chExt cx="731520" cy="365760"/>
                            </a:xfrm>
                          </p:grpSpPr>
                          <p:sp>
                            <p:nvSpPr>
                              <p:cNvPr id="384" name="Rectangle 383">
                                <a:extLst>
                                  <a:ext uri="{FF2B5EF4-FFF2-40B4-BE49-F238E27FC236}">
                                    <a16:creationId xmlns:a16="http://schemas.microsoft.com/office/drawing/2014/main" id="{5BB634CA-CB51-74D5-9389-6E20167AA89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385" name="Rectangle 384">
                                <a:extLst>
                                  <a:ext uri="{FF2B5EF4-FFF2-40B4-BE49-F238E27FC236}">
                                    <a16:creationId xmlns:a16="http://schemas.microsoft.com/office/drawing/2014/main" id="{416B7B37-87B6-651D-3521-BEE2C3587E8F}"/>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382" name="Rectangle 381">
                              <a:extLst>
                                <a:ext uri="{FF2B5EF4-FFF2-40B4-BE49-F238E27FC236}">
                                  <a16:creationId xmlns:a16="http://schemas.microsoft.com/office/drawing/2014/main" id="{8E4DB480-2577-37FD-5E5F-7AA80551929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383" name="Rectangle 382">
                              <a:extLst>
                                <a:ext uri="{FF2B5EF4-FFF2-40B4-BE49-F238E27FC236}">
                                  <a16:creationId xmlns:a16="http://schemas.microsoft.com/office/drawing/2014/main" id="{E2294DD4-93DB-C6A2-3A77-73802302BCF3}"/>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grpSp>
                    <p:nvGrpSpPr>
                      <p:cNvPr id="350" name="Group 349">
                        <a:extLst>
                          <a:ext uri="{FF2B5EF4-FFF2-40B4-BE49-F238E27FC236}">
                            <a16:creationId xmlns:a16="http://schemas.microsoft.com/office/drawing/2014/main" id="{453F4548-23AC-F4DB-F10B-796F61381B20}"/>
                          </a:ext>
                        </a:extLst>
                      </p:cNvPr>
                      <p:cNvGrpSpPr/>
                      <p:nvPr/>
                    </p:nvGrpSpPr>
                    <p:grpSpPr>
                      <a:xfrm>
                        <a:off x="4433252" y="4724400"/>
                        <a:ext cx="1463040" cy="1463040"/>
                        <a:chOff x="2970212" y="4724400"/>
                        <a:chExt cx="1463040" cy="1463040"/>
                      </a:xfrm>
                    </p:grpSpPr>
                    <p:grpSp>
                      <p:nvGrpSpPr>
                        <p:cNvPr id="351" name="Group 350">
                          <a:extLst>
                            <a:ext uri="{FF2B5EF4-FFF2-40B4-BE49-F238E27FC236}">
                              <a16:creationId xmlns:a16="http://schemas.microsoft.com/office/drawing/2014/main" id="{7ACF60A2-B443-8C6F-EE3E-46EC70F2990D}"/>
                            </a:ext>
                          </a:extLst>
                        </p:cNvPr>
                        <p:cNvGrpSpPr/>
                        <p:nvPr/>
                      </p:nvGrpSpPr>
                      <p:grpSpPr>
                        <a:xfrm>
                          <a:off x="2970212" y="4724400"/>
                          <a:ext cx="1463040" cy="731520"/>
                          <a:chOff x="2970212" y="4724400"/>
                          <a:chExt cx="1463040" cy="731520"/>
                        </a:xfrm>
                      </p:grpSpPr>
                      <p:grpSp>
                        <p:nvGrpSpPr>
                          <p:cNvPr id="365" name="Group 364">
                            <a:extLst>
                              <a:ext uri="{FF2B5EF4-FFF2-40B4-BE49-F238E27FC236}">
                                <a16:creationId xmlns:a16="http://schemas.microsoft.com/office/drawing/2014/main" id="{17E3139F-1247-8F81-B35F-02E061C4DAD9}"/>
                              </a:ext>
                            </a:extLst>
                          </p:cNvPr>
                          <p:cNvGrpSpPr/>
                          <p:nvPr/>
                        </p:nvGrpSpPr>
                        <p:grpSpPr>
                          <a:xfrm>
                            <a:off x="2970212" y="4724400"/>
                            <a:ext cx="731520" cy="731520"/>
                            <a:chOff x="2970212" y="4724400"/>
                            <a:chExt cx="731520" cy="731520"/>
                          </a:xfrm>
                        </p:grpSpPr>
                        <p:grpSp>
                          <p:nvGrpSpPr>
                            <p:cNvPr id="372" name="Group 371">
                              <a:extLst>
                                <a:ext uri="{FF2B5EF4-FFF2-40B4-BE49-F238E27FC236}">
                                  <a16:creationId xmlns:a16="http://schemas.microsoft.com/office/drawing/2014/main" id="{88E53927-6D2F-7585-98A1-04FD2DC6F5A1}"/>
                                </a:ext>
                              </a:extLst>
                            </p:cNvPr>
                            <p:cNvGrpSpPr/>
                            <p:nvPr/>
                          </p:nvGrpSpPr>
                          <p:grpSpPr>
                            <a:xfrm>
                              <a:off x="2970212" y="4724400"/>
                              <a:ext cx="731520" cy="365760"/>
                              <a:chOff x="2970212" y="4724400"/>
                              <a:chExt cx="731520" cy="365760"/>
                            </a:xfrm>
                          </p:grpSpPr>
                          <p:sp>
                            <p:nvSpPr>
                              <p:cNvPr id="375" name="Rectangle 374">
                                <a:extLst>
                                  <a:ext uri="{FF2B5EF4-FFF2-40B4-BE49-F238E27FC236}">
                                    <a16:creationId xmlns:a16="http://schemas.microsoft.com/office/drawing/2014/main" id="{7DC2E484-268E-BD11-63A2-A309CC8FAAFA}"/>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376" name="Rectangle 375">
                                <a:extLst>
                                  <a:ext uri="{FF2B5EF4-FFF2-40B4-BE49-F238E27FC236}">
                                    <a16:creationId xmlns:a16="http://schemas.microsoft.com/office/drawing/2014/main" id="{235834B4-4132-5003-FFB6-D6109A87DF8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373" name="Rectangle 372">
                              <a:extLst>
                                <a:ext uri="{FF2B5EF4-FFF2-40B4-BE49-F238E27FC236}">
                                  <a16:creationId xmlns:a16="http://schemas.microsoft.com/office/drawing/2014/main" id="{52CEE0EC-F4DE-F72F-5528-C4C7A9764660}"/>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374" name="Rectangle 373">
                              <a:extLst>
                                <a:ext uri="{FF2B5EF4-FFF2-40B4-BE49-F238E27FC236}">
                                  <a16:creationId xmlns:a16="http://schemas.microsoft.com/office/drawing/2014/main" id="{F3580D2A-9868-C365-6AC8-0C9BF9D1AE5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366" name="Group 365">
                            <a:extLst>
                              <a:ext uri="{FF2B5EF4-FFF2-40B4-BE49-F238E27FC236}">
                                <a16:creationId xmlns:a16="http://schemas.microsoft.com/office/drawing/2014/main" id="{98275637-279B-BE65-398B-1AA77DD9ED96}"/>
                              </a:ext>
                            </a:extLst>
                          </p:cNvPr>
                          <p:cNvGrpSpPr/>
                          <p:nvPr/>
                        </p:nvGrpSpPr>
                        <p:grpSpPr>
                          <a:xfrm>
                            <a:off x="3701732" y="4724400"/>
                            <a:ext cx="731520" cy="731520"/>
                            <a:chOff x="2970212" y="4724400"/>
                            <a:chExt cx="731520" cy="731520"/>
                          </a:xfrm>
                        </p:grpSpPr>
                        <p:grpSp>
                          <p:nvGrpSpPr>
                            <p:cNvPr id="367" name="Group 366">
                              <a:extLst>
                                <a:ext uri="{FF2B5EF4-FFF2-40B4-BE49-F238E27FC236}">
                                  <a16:creationId xmlns:a16="http://schemas.microsoft.com/office/drawing/2014/main" id="{0D8E0C1A-AF3A-642E-A58D-AD40A8AB4D09}"/>
                                </a:ext>
                              </a:extLst>
                            </p:cNvPr>
                            <p:cNvGrpSpPr/>
                            <p:nvPr/>
                          </p:nvGrpSpPr>
                          <p:grpSpPr>
                            <a:xfrm>
                              <a:off x="2970212" y="4724400"/>
                              <a:ext cx="731520" cy="365760"/>
                              <a:chOff x="2970212" y="4724400"/>
                              <a:chExt cx="731520" cy="365760"/>
                            </a:xfrm>
                          </p:grpSpPr>
                          <p:sp>
                            <p:nvSpPr>
                              <p:cNvPr id="370" name="Rectangle 369">
                                <a:extLst>
                                  <a:ext uri="{FF2B5EF4-FFF2-40B4-BE49-F238E27FC236}">
                                    <a16:creationId xmlns:a16="http://schemas.microsoft.com/office/drawing/2014/main" id="{BFF05082-E114-63E9-8FE7-4AAF69AD70B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371" name="Rectangle 370">
                                <a:extLst>
                                  <a:ext uri="{FF2B5EF4-FFF2-40B4-BE49-F238E27FC236}">
                                    <a16:creationId xmlns:a16="http://schemas.microsoft.com/office/drawing/2014/main" id="{07B88583-F2EF-79A6-03D2-F8644FC0189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368" name="Rectangle 367">
                              <a:extLst>
                                <a:ext uri="{FF2B5EF4-FFF2-40B4-BE49-F238E27FC236}">
                                  <a16:creationId xmlns:a16="http://schemas.microsoft.com/office/drawing/2014/main" id="{DE9577D5-D7A0-578F-F831-C1866C6FA1B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369" name="Rectangle 368">
                              <a:extLst>
                                <a:ext uri="{FF2B5EF4-FFF2-40B4-BE49-F238E27FC236}">
                                  <a16:creationId xmlns:a16="http://schemas.microsoft.com/office/drawing/2014/main" id="{3AE89D77-6E20-D332-8A1C-3AB80B9E223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nvGrpSpPr>
                        <p:cNvPr id="352" name="Group 351">
                          <a:extLst>
                            <a:ext uri="{FF2B5EF4-FFF2-40B4-BE49-F238E27FC236}">
                              <a16:creationId xmlns:a16="http://schemas.microsoft.com/office/drawing/2014/main" id="{C6FAB756-3C0B-33CD-7F1F-F0495C5196AB}"/>
                            </a:ext>
                          </a:extLst>
                        </p:cNvPr>
                        <p:cNvGrpSpPr/>
                        <p:nvPr/>
                      </p:nvGrpSpPr>
                      <p:grpSpPr>
                        <a:xfrm>
                          <a:off x="2970212" y="5455920"/>
                          <a:ext cx="1463040" cy="731520"/>
                          <a:chOff x="2970212" y="4724400"/>
                          <a:chExt cx="1463040" cy="731520"/>
                        </a:xfrm>
                      </p:grpSpPr>
                      <p:grpSp>
                        <p:nvGrpSpPr>
                          <p:cNvPr id="353" name="Group 352">
                            <a:extLst>
                              <a:ext uri="{FF2B5EF4-FFF2-40B4-BE49-F238E27FC236}">
                                <a16:creationId xmlns:a16="http://schemas.microsoft.com/office/drawing/2014/main" id="{02A84719-1F98-74E3-82DB-C4B7E2096DDB}"/>
                              </a:ext>
                            </a:extLst>
                          </p:cNvPr>
                          <p:cNvGrpSpPr/>
                          <p:nvPr/>
                        </p:nvGrpSpPr>
                        <p:grpSpPr>
                          <a:xfrm>
                            <a:off x="2970212" y="4724400"/>
                            <a:ext cx="731520" cy="731520"/>
                            <a:chOff x="2970212" y="4724400"/>
                            <a:chExt cx="731520" cy="731520"/>
                          </a:xfrm>
                        </p:grpSpPr>
                        <p:grpSp>
                          <p:nvGrpSpPr>
                            <p:cNvPr id="360" name="Group 359">
                              <a:extLst>
                                <a:ext uri="{FF2B5EF4-FFF2-40B4-BE49-F238E27FC236}">
                                  <a16:creationId xmlns:a16="http://schemas.microsoft.com/office/drawing/2014/main" id="{C21AD923-A8C0-8EC9-389F-729BD1EFAAA5}"/>
                                </a:ext>
                              </a:extLst>
                            </p:cNvPr>
                            <p:cNvGrpSpPr/>
                            <p:nvPr/>
                          </p:nvGrpSpPr>
                          <p:grpSpPr>
                            <a:xfrm>
                              <a:off x="2970212" y="4724400"/>
                              <a:ext cx="731520" cy="365760"/>
                              <a:chOff x="2970212" y="4724400"/>
                              <a:chExt cx="731520" cy="365760"/>
                            </a:xfrm>
                          </p:grpSpPr>
                          <p:sp>
                            <p:nvSpPr>
                              <p:cNvPr id="363" name="Rectangle 362">
                                <a:extLst>
                                  <a:ext uri="{FF2B5EF4-FFF2-40B4-BE49-F238E27FC236}">
                                    <a16:creationId xmlns:a16="http://schemas.microsoft.com/office/drawing/2014/main" id="{4B964868-AD90-F1A2-79BE-AB54B0275EE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364" name="Rectangle 363">
                                <a:extLst>
                                  <a:ext uri="{FF2B5EF4-FFF2-40B4-BE49-F238E27FC236}">
                                    <a16:creationId xmlns:a16="http://schemas.microsoft.com/office/drawing/2014/main" id="{CC9ABC8F-7EBA-53FC-E452-9DFD63819AC4}"/>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361" name="Rectangle 360">
                              <a:extLst>
                                <a:ext uri="{FF2B5EF4-FFF2-40B4-BE49-F238E27FC236}">
                                  <a16:creationId xmlns:a16="http://schemas.microsoft.com/office/drawing/2014/main" id="{9AE2B285-E514-6E6A-1A0B-110053E7950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362" name="Rectangle 361">
                              <a:extLst>
                                <a:ext uri="{FF2B5EF4-FFF2-40B4-BE49-F238E27FC236}">
                                  <a16:creationId xmlns:a16="http://schemas.microsoft.com/office/drawing/2014/main" id="{5B431E27-5DA0-62CD-4C40-FDA68E264B6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354" name="Group 353">
                            <a:extLst>
                              <a:ext uri="{FF2B5EF4-FFF2-40B4-BE49-F238E27FC236}">
                                <a16:creationId xmlns:a16="http://schemas.microsoft.com/office/drawing/2014/main" id="{0A36CF56-80CA-9082-5040-81CA79E367D1}"/>
                              </a:ext>
                            </a:extLst>
                          </p:cNvPr>
                          <p:cNvGrpSpPr/>
                          <p:nvPr/>
                        </p:nvGrpSpPr>
                        <p:grpSpPr>
                          <a:xfrm>
                            <a:off x="3701732" y="4724400"/>
                            <a:ext cx="731520" cy="731520"/>
                            <a:chOff x="2970212" y="4724400"/>
                            <a:chExt cx="731520" cy="731520"/>
                          </a:xfrm>
                        </p:grpSpPr>
                        <p:grpSp>
                          <p:nvGrpSpPr>
                            <p:cNvPr id="355" name="Group 354">
                              <a:extLst>
                                <a:ext uri="{FF2B5EF4-FFF2-40B4-BE49-F238E27FC236}">
                                  <a16:creationId xmlns:a16="http://schemas.microsoft.com/office/drawing/2014/main" id="{FDE87C27-78E5-F363-BBD1-26D2D62C7146}"/>
                                </a:ext>
                              </a:extLst>
                            </p:cNvPr>
                            <p:cNvGrpSpPr/>
                            <p:nvPr/>
                          </p:nvGrpSpPr>
                          <p:grpSpPr>
                            <a:xfrm>
                              <a:off x="2970212" y="4724400"/>
                              <a:ext cx="731520" cy="365760"/>
                              <a:chOff x="2970212" y="4724400"/>
                              <a:chExt cx="731520" cy="365760"/>
                            </a:xfrm>
                          </p:grpSpPr>
                          <p:sp>
                            <p:nvSpPr>
                              <p:cNvPr id="358" name="Rectangle 357">
                                <a:extLst>
                                  <a:ext uri="{FF2B5EF4-FFF2-40B4-BE49-F238E27FC236}">
                                    <a16:creationId xmlns:a16="http://schemas.microsoft.com/office/drawing/2014/main" id="{69A22D26-EBFA-567F-D5F6-C330536859B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359" name="Rectangle 358">
                                <a:extLst>
                                  <a:ext uri="{FF2B5EF4-FFF2-40B4-BE49-F238E27FC236}">
                                    <a16:creationId xmlns:a16="http://schemas.microsoft.com/office/drawing/2014/main" id="{34316F32-3A27-5E17-F713-4EC9085168E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356" name="Rectangle 355">
                              <a:extLst>
                                <a:ext uri="{FF2B5EF4-FFF2-40B4-BE49-F238E27FC236}">
                                  <a16:creationId xmlns:a16="http://schemas.microsoft.com/office/drawing/2014/main" id="{FE2C0F78-456E-0051-D42D-86A0B1A2255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357" name="Rectangle 356">
                              <a:extLst>
                                <a:ext uri="{FF2B5EF4-FFF2-40B4-BE49-F238E27FC236}">
                                  <a16:creationId xmlns:a16="http://schemas.microsoft.com/office/drawing/2014/main" id="{C22C50E3-881B-86FA-2F2B-0D98B3F7250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grpSp>
                <p:grpSp>
                  <p:nvGrpSpPr>
                    <p:cNvPr id="294" name="Group 293">
                      <a:extLst>
                        <a:ext uri="{FF2B5EF4-FFF2-40B4-BE49-F238E27FC236}">
                          <a16:creationId xmlns:a16="http://schemas.microsoft.com/office/drawing/2014/main" id="{5451AC70-07A6-B65D-B13C-E69A7F9742E3}"/>
                        </a:ext>
                      </a:extLst>
                    </p:cNvPr>
                    <p:cNvGrpSpPr/>
                    <p:nvPr/>
                  </p:nvGrpSpPr>
                  <p:grpSpPr>
                    <a:xfrm>
                      <a:off x="2132012" y="4587240"/>
                      <a:ext cx="2926080" cy="1463040"/>
                      <a:chOff x="2970212" y="4724400"/>
                      <a:chExt cx="2926080" cy="1463040"/>
                    </a:xfrm>
                  </p:grpSpPr>
                  <p:grpSp>
                    <p:nvGrpSpPr>
                      <p:cNvPr id="295" name="Group 294">
                        <a:extLst>
                          <a:ext uri="{FF2B5EF4-FFF2-40B4-BE49-F238E27FC236}">
                            <a16:creationId xmlns:a16="http://schemas.microsoft.com/office/drawing/2014/main" id="{06173395-B9A0-3C95-FFF3-F148C19A8B25}"/>
                          </a:ext>
                        </a:extLst>
                      </p:cNvPr>
                      <p:cNvGrpSpPr/>
                      <p:nvPr/>
                    </p:nvGrpSpPr>
                    <p:grpSpPr>
                      <a:xfrm>
                        <a:off x="2970212" y="4724400"/>
                        <a:ext cx="1463040" cy="1463040"/>
                        <a:chOff x="2970212" y="4724400"/>
                        <a:chExt cx="1463040" cy="1463040"/>
                      </a:xfrm>
                    </p:grpSpPr>
                    <p:grpSp>
                      <p:nvGrpSpPr>
                        <p:cNvPr id="323" name="Group 322">
                          <a:extLst>
                            <a:ext uri="{FF2B5EF4-FFF2-40B4-BE49-F238E27FC236}">
                              <a16:creationId xmlns:a16="http://schemas.microsoft.com/office/drawing/2014/main" id="{2455AEB1-56BC-CEBC-665B-2614B79DE65C}"/>
                            </a:ext>
                          </a:extLst>
                        </p:cNvPr>
                        <p:cNvGrpSpPr/>
                        <p:nvPr/>
                      </p:nvGrpSpPr>
                      <p:grpSpPr>
                        <a:xfrm>
                          <a:off x="2970212" y="4724400"/>
                          <a:ext cx="1463040" cy="731520"/>
                          <a:chOff x="2970212" y="4724400"/>
                          <a:chExt cx="1463040" cy="731520"/>
                        </a:xfrm>
                      </p:grpSpPr>
                      <p:grpSp>
                        <p:nvGrpSpPr>
                          <p:cNvPr id="337" name="Group 336">
                            <a:extLst>
                              <a:ext uri="{FF2B5EF4-FFF2-40B4-BE49-F238E27FC236}">
                                <a16:creationId xmlns:a16="http://schemas.microsoft.com/office/drawing/2014/main" id="{2701E8B9-D83E-E01A-23A7-AAC933CFCCB1}"/>
                              </a:ext>
                            </a:extLst>
                          </p:cNvPr>
                          <p:cNvGrpSpPr/>
                          <p:nvPr/>
                        </p:nvGrpSpPr>
                        <p:grpSpPr>
                          <a:xfrm>
                            <a:off x="2970212" y="4724400"/>
                            <a:ext cx="731520" cy="731520"/>
                            <a:chOff x="2970212" y="4724400"/>
                            <a:chExt cx="731520" cy="731520"/>
                          </a:xfrm>
                        </p:grpSpPr>
                        <p:grpSp>
                          <p:nvGrpSpPr>
                            <p:cNvPr id="344" name="Group 343">
                              <a:extLst>
                                <a:ext uri="{FF2B5EF4-FFF2-40B4-BE49-F238E27FC236}">
                                  <a16:creationId xmlns:a16="http://schemas.microsoft.com/office/drawing/2014/main" id="{5458F26F-F6A9-690D-1DD5-AEBF39CA03A9}"/>
                                </a:ext>
                              </a:extLst>
                            </p:cNvPr>
                            <p:cNvGrpSpPr/>
                            <p:nvPr/>
                          </p:nvGrpSpPr>
                          <p:grpSpPr>
                            <a:xfrm>
                              <a:off x="2970212" y="4724400"/>
                              <a:ext cx="731520" cy="365760"/>
                              <a:chOff x="2970212" y="4724400"/>
                              <a:chExt cx="731520" cy="365760"/>
                            </a:xfrm>
                          </p:grpSpPr>
                          <p:sp>
                            <p:nvSpPr>
                              <p:cNvPr id="347" name="Rectangle 346">
                                <a:extLst>
                                  <a:ext uri="{FF2B5EF4-FFF2-40B4-BE49-F238E27FC236}">
                                    <a16:creationId xmlns:a16="http://schemas.microsoft.com/office/drawing/2014/main" id="{EB02430E-D1ED-67E1-8F5A-65020847896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348" name="Rectangle 347">
                                <a:extLst>
                                  <a:ext uri="{FF2B5EF4-FFF2-40B4-BE49-F238E27FC236}">
                                    <a16:creationId xmlns:a16="http://schemas.microsoft.com/office/drawing/2014/main" id="{F6D154C0-AC3C-9F20-02B3-D7F4D91F630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345" name="Rectangle 344">
                              <a:extLst>
                                <a:ext uri="{FF2B5EF4-FFF2-40B4-BE49-F238E27FC236}">
                                  <a16:creationId xmlns:a16="http://schemas.microsoft.com/office/drawing/2014/main" id="{0B70A6CC-4B35-0AA0-E8C9-EB22FF46F89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346" name="Rectangle 345">
                              <a:extLst>
                                <a:ext uri="{FF2B5EF4-FFF2-40B4-BE49-F238E27FC236}">
                                  <a16:creationId xmlns:a16="http://schemas.microsoft.com/office/drawing/2014/main" id="{756B6BF9-D4BB-D4C2-7F11-CED8E5FF50B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338" name="Group 337">
                            <a:extLst>
                              <a:ext uri="{FF2B5EF4-FFF2-40B4-BE49-F238E27FC236}">
                                <a16:creationId xmlns:a16="http://schemas.microsoft.com/office/drawing/2014/main" id="{1D9A6073-B6CA-B769-1D4E-28A35F9B428C}"/>
                              </a:ext>
                            </a:extLst>
                          </p:cNvPr>
                          <p:cNvGrpSpPr/>
                          <p:nvPr/>
                        </p:nvGrpSpPr>
                        <p:grpSpPr>
                          <a:xfrm>
                            <a:off x="3701732" y="4724400"/>
                            <a:ext cx="731520" cy="731520"/>
                            <a:chOff x="2970212" y="4724400"/>
                            <a:chExt cx="731520" cy="731520"/>
                          </a:xfrm>
                        </p:grpSpPr>
                        <p:grpSp>
                          <p:nvGrpSpPr>
                            <p:cNvPr id="339" name="Group 338">
                              <a:extLst>
                                <a:ext uri="{FF2B5EF4-FFF2-40B4-BE49-F238E27FC236}">
                                  <a16:creationId xmlns:a16="http://schemas.microsoft.com/office/drawing/2014/main" id="{A4466672-A05A-3222-6E18-B5BA17A2AA49}"/>
                                </a:ext>
                              </a:extLst>
                            </p:cNvPr>
                            <p:cNvGrpSpPr/>
                            <p:nvPr/>
                          </p:nvGrpSpPr>
                          <p:grpSpPr>
                            <a:xfrm>
                              <a:off x="2970212" y="4724400"/>
                              <a:ext cx="731520" cy="365760"/>
                              <a:chOff x="2970212" y="4724400"/>
                              <a:chExt cx="731520" cy="365760"/>
                            </a:xfrm>
                          </p:grpSpPr>
                          <p:sp>
                            <p:nvSpPr>
                              <p:cNvPr id="342" name="Rectangle 341">
                                <a:extLst>
                                  <a:ext uri="{FF2B5EF4-FFF2-40B4-BE49-F238E27FC236}">
                                    <a16:creationId xmlns:a16="http://schemas.microsoft.com/office/drawing/2014/main" id="{A6501194-9B2A-E124-7C59-A6FE53CAD23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343" name="Rectangle 342">
                                <a:extLst>
                                  <a:ext uri="{FF2B5EF4-FFF2-40B4-BE49-F238E27FC236}">
                                    <a16:creationId xmlns:a16="http://schemas.microsoft.com/office/drawing/2014/main" id="{CFB1315C-90B4-99BC-BF07-2BFCCA3BC28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340" name="Rectangle 339">
                              <a:extLst>
                                <a:ext uri="{FF2B5EF4-FFF2-40B4-BE49-F238E27FC236}">
                                  <a16:creationId xmlns:a16="http://schemas.microsoft.com/office/drawing/2014/main" id="{85516523-061D-EA21-8320-01804C9E638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341" name="Rectangle 340">
                              <a:extLst>
                                <a:ext uri="{FF2B5EF4-FFF2-40B4-BE49-F238E27FC236}">
                                  <a16:creationId xmlns:a16="http://schemas.microsoft.com/office/drawing/2014/main" id="{D320154C-8C11-B490-91F5-2D081A1260C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nvGrpSpPr>
                        <p:cNvPr id="324" name="Group 323">
                          <a:extLst>
                            <a:ext uri="{FF2B5EF4-FFF2-40B4-BE49-F238E27FC236}">
                              <a16:creationId xmlns:a16="http://schemas.microsoft.com/office/drawing/2014/main" id="{A9D98002-DBBB-A9BC-4B62-9C7B8B1FB5A3}"/>
                            </a:ext>
                          </a:extLst>
                        </p:cNvPr>
                        <p:cNvGrpSpPr/>
                        <p:nvPr/>
                      </p:nvGrpSpPr>
                      <p:grpSpPr>
                        <a:xfrm>
                          <a:off x="2970212" y="5455920"/>
                          <a:ext cx="1463040" cy="731520"/>
                          <a:chOff x="2970212" y="4724400"/>
                          <a:chExt cx="1463040" cy="731520"/>
                        </a:xfrm>
                      </p:grpSpPr>
                      <p:grpSp>
                        <p:nvGrpSpPr>
                          <p:cNvPr id="325" name="Group 324">
                            <a:extLst>
                              <a:ext uri="{FF2B5EF4-FFF2-40B4-BE49-F238E27FC236}">
                                <a16:creationId xmlns:a16="http://schemas.microsoft.com/office/drawing/2014/main" id="{BDD5C11D-2433-684C-553A-3E7DBDFA009B}"/>
                              </a:ext>
                            </a:extLst>
                          </p:cNvPr>
                          <p:cNvGrpSpPr/>
                          <p:nvPr/>
                        </p:nvGrpSpPr>
                        <p:grpSpPr>
                          <a:xfrm>
                            <a:off x="2970212" y="4724400"/>
                            <a:ext cx="731520" cy="731520"/>
                            <a:chOff x="2970212" y="4724400"/>
                            <a:chExt cx="731520" cy="731520"/>
                          </a:xfrm>
                        </p:grpSpPr>
                        <p:grpSp>
                          <p:nvGrpSpPr>
                            <p:cNvPr id="332" name="Group 331">
                              <a:extLst>
                                <a:ext uri="{FF2B5EF4-FFF2-40B4-BE49-F238E27FC236}">
                                  <a16:creationId xmlns:a16="http://schemas.microsoft.com/office/drawing/2014/main" id="{FFB74A87-85CA-1E84-8D44-1250D1051DF8}"/>
                                </a:ext>
                              </a:extLst>
                            </p:cNvPr>
                            <p:cNvGrpSpPr/>
                            <p:nvPr/>
                          </p:nvGrpSpPr>
                          <p:grpSpPr>
                            <a:xfrm>
                              <a:off x="2970212" y="4724400"/>
                              <a:ext cx="731520" cy="365760"/>
                              <a:chOff x="2970212" y="4724400"/>
                              <a:chExt cx="731520" cy="365760"/>
                            </a:xfrm>
                          </p:grpSpPr>
                          <p:sp>
                            <p:nvSpPr>
                              <p:cNvPr id="335" name="Rectangle 334">
                                <a:extLst>
                                  <a:ext uri="{FF2B5EF4-FFF2-40B4-BE49-F238E27FC236}">
                                    <a16:creationId xmlns:a16="http://schemas.microsoft.com/office/drawing/2014/main" id="{8BA4ACA3-FAFF-A371-9DB4-0DA8D29A274D}"/>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336" name="Rectangle 335">
                                <a:extLst>
                                  <a:ext uri="{FF2B5EF4-FFF2-40B4-BE49-F238E27FC236}">
                                    <a16:creationId xmlns:a16="http://schemas.microsoft.com/office/drawing/2014/main" id="{311E5514-BEB1-7E94-3DDE-01345309A2F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333" name="Rectangle 332">
                              <a:extLst>
                                <a:ext uri="{FF2B5EF4-FFF2-40B4-BE49-F238E27FC236}">
                                  <a16:creationId xmlns:a16="http://schemas.microsoft.com/office/drawing/2014/main" id="{46B6A354-D0F9-EE61-98F1-877D769A536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334" name="Rectangle 333">
                              <a:extLst>
                                <a:ext uri="{FF2B5EF4-FFF2-40B4-BE49-F238E27FC236}">
                                  <a16:creationId xmlns:a16="http://schemas.microsoft.com/office/drawing/2014/main" id="{268BAD6F-0701-3DDE-52C5-D681153CD02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326" name="Group 325">
                            <a:extLst>
                              <a:ext uri="{FF2B5EF4-FFF2-40B4-BE49-F238E27FC236}">
                                <a16:creationId xmlns:a16="http://schemas.microsoft.com/office/drawing/2014/main" id="{4278590D-3427-D9F7-7BD3-AE8A551498BD}"/>
                              </a:ext>
                            </a:extLst>
                          </p:cNvPr>
                          <p:cNvGrpSpPr/>
                          <p:nvPr/>
                        </p:nvGrpSpPr>
                        <p:grpSpPr>
                          <a:xfrm>
                            <a:off x="3701732" y="4724400"/>
                            <a:ext cx="731520" cy="731520"/>
                            <a:chOff x="2970212" y="4724400"/>
                            <a:chExt cx="731520" cy="731520"/>
                          </a:xfrm>
                        </p:grpSpPr>
                        <p:grpSp>
                          <p:nvGrpSpPr>
                            <p:cNvPr id="327" name="Group 326">
                              <a:extLst>
                                <a:ext uri="{FF2B5EF4-FFF2-40B4-BE49-F238E27FC236}">
                                  <a16:creationId xmlns:a16="http://schemas.microsoft.com/office/drawing/2014/main" id="{3B46B4A4-B20E-27E5-B2CE-DE8869109430}"/>
                                </a:ext>
                              </a:extLst>
                            </p:cNvPr>
                            <p:cNvGrpSpPr/>
                            <p:nvPr/>
                          </p:nvGrpSpPr>
                          <p:grpSpPr>
                            <a:xfrm>
                              <a:off x="2970212" y="4724400"/>
                              <a:ext cx="731520" cy="365760"/>
                              <a:chOff x="2970212" y="4724400"/>
                              <a:chExt cx="731520" cy="365760"/>
                            </a:xfrm>
                          </p:grpSpPr>
                          <p:sp>
                            <p:nvSpPr>
                              <p:cNvPr id="330" name="Rectangle 329">
                                <a:extLst>
                                  <a:ext uri="{FF2B5EF4-FFF2-40B4-BE49-F238E27FC236}">
                                    <a16:creationId xmlns:a16="http://schemas.microsoft.com/office/drawing/2014/main" id="{3AB71A41-CFBE-DBC6-D0F3-9EB306DCBC6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331" name="Rectangle 330">
                                <a:extLst>
                                  <a:ext uri="{FF2B5EF4-FFF2-40B4-BE49-F238E27FC236}">
                                    <a16:creationId xmlns:a16="http://schemas.microsoft.com/office/drawing/2014/main" id="{BF6689A3-CB33-1991-0E03-707B5BD0AEF3}"/>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328" name="Rectangle 327">
                              <a:extLst>
                                <a:ext uri="{FF2B5EF4-FFF2-40B4-BE49-F238E27FC236}">
                                  <a16:creationId xmlns:a16="http://schemas.microsoft.com/office/drawing/2014/main" id="{9529BED3-2D6D-60FB-A624-4C87047B1D1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329" name="Rectangle 328">
                              <a:extLst>
                                <a:ext uri="{FF2B5EF4-FFF2-40B4-BE49-F238E27FC236}">
                                  <a16:creationId xmlns:a16="http://schemas.microsoft.com/office/drawing/2014/main" id="{C41BA0B4-1B84-E2E5-13DA-BE2D7F997751}"/>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grpSp>
                    <p:nvGrpSpPr>
                      <p:cNvPr id="296" name="Group 295">
                        <a:extLst>
                          <a:ext uri="{FF2B5EF4-FFF2-40B4-BE49-F238E27FC236}">
                            <a16:creationId xmlns:a16="http://schemas.microsoft.com/office/drawing/2014/main" id="{DEEB281F-6698-9259-3FBF-C6B8E3AB9938}"/>
                          </a:ext>
                        </a:extLst>
                      </p:cNvPr>
                      <p:cNvGrpSpPr/>
                      <p:nvPr/>
                    </p:nvGrpSpPr>
                    <p:grpSpPr>
                      <a:xfrm>
                        <a:off x="4433252" y="4724400"/>
                        <a:ext cx="1463040" cy="1463040"/>
                        <a:chOff x="2970212" y="4724400"/>
                        <a:chExt cx="1463040" cy="1463040"/>
                      </a:xfrm>
                    </p:grpSpPr>
                    <p:grpSp>
                      <p:nvGrpSpPr>
                        <p:cNvPr id="297" name="Group 296">
                          <a:extLst>
                            <a:ext uri="{FF2B5EF4-FFF2-40B4-BE49-F238E27FC236}">
                              <a16:creationId xmlns:a16="http://schemas.microsoft.com/office/drawing/2014/main" id="{1411D1E4-12C1-D189-77B9-10103FF5A610}"/>
                            </a:ext>
                          </a:extLst>
                        </p:cNvPr>
                        <p:cNvGrpSpPr/>
                        <p:nvPr/>
                      </p:nvGrpSpPr>
                      <p:grpSpPr>
                        <a:xfrm>
                          <a:off x="2970212" y="4724400"/>
                          <a:ext cx="1463040" cy="731520"/>
                          <a:chOff x="2970212" y="4724400"/>
                          <a:chExt cx="1463040" cy="731520"/>
                        </a:xfrm>
                      </p:grpSpPr>
                      <p:grpSp>
                        <p:nvGrpSpPr>
                          <p:cNvPr id="311" name="Group 310">
                            <a:extLst>
                              <a:ext uri="{FF2B5EF4-FFF2-40B4-BE49-F238E27FC236}">
                                <a16:creationId xmlns:a16="http://schemas.microsoft.com/office/drawing/2014/main" id="{BD770330-CF11-5128-C663-F757922E8482}"/>
                              </a:ext>
                            </a:extLst>
                          </p:cNvPr>
                          <p:cNvGrpSpPr/>
                          <p:nvPr/>
                        </p:nvGrpSpPr>
                        <p:grpSpPr>
                          <a:xfrm>
                            <a:off x="2970212" y="4724400"/>
                            <a:ext cx="731520" cy="731520"/>
                            <a:chOff x="2970212" y="4724400"/>
                            <a:chExt cx="731520" cy="731520"/>
                          </a:xfrm>
                        </p:grpSpPr>
                        <p:grpSp>
                          <p:nvGrpSpPr>
                            <p:cNvPr id="318" name="Group 317">
                              <a:extLst>
                                <a:ext uri="{FF2B5EF4-FFF2-40B4-BE49-F238E27FC236}">
                                  <a16:creationId xmlns:a16="http://schemas.microsoft.com/office/drawing/2014/main" id="{1C3E6BFB-DCBF-FECB-1336-B1B1C4270490}"/>
                                </a:ext>
                              </a:extLst>
                            </p:cNvPr>
                            <p:cNvGrpSpPr/>
                            <p:nvPr/>
                          </p:nvGrpSpPr>
                          <p:grpSpPr>
                            <a:xfrm>
                              <a:off x="2970212" y="4724400"/>
                              <a:ext cx="731520" cy="365760"/>
                              <a:chOff x="2970212" y="4724400"/>
                              <a:chExt cx="731520" cy="365760"/>
                            </a:xfrm>
                          </p:grpSpPr>
                          <p:sp>
                            <p:nvSpPr>
                              <p:cNvPr id="321" name="Rectangle 320">
                                <a:extLst>
                                  <a:ext uri="{FF2B5EF4-FFF2-40B4-BE49-F238E27FC236}">
                                    <a16:creationId xmlns:a16="http://schemas.microsoft.com/office/drawing/2014/main" id="{681E0BC1-D5B1-5DF4-C193-AC8EB532F39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322" name="Rectangle 321">
                                <a:extLst>
                                  <a:ext uri="{FF2B5EF4-FFF2-40B4-BE49-F238E27FC236}">
                                    <a16:creationId xmlns:a16="http://schemas.microsoft.com/office/drawing/2014/main" id="{82F0BD83-AB5D-3A34-C4A5-E25F7EC0ED8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319" name="Rectangle 318">
                              <a:extLst>
                                <a:ext uri="{FF2B5EF4-FFF2-40B4-BE49-F238E27FC236}">
                                  <a16:creationId xmlns:a16="http://schemas.microsoft.com/office/drawing/2014/main" id="{475EF8B7-6E21-716B-C1E8-1ACDDA05E13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320" name="Rectangle 319">
                              <a:extLst>
                                <a:ext uri="{FF2B5EF4-FFF2-40B4-BE49-F238E27FC236}">
                                  <a16:creationId xmlns:a16="http://schemas.microsoft.com/office/drawing/2014/main" id="{0E20E345-1670-F19D-5806-65F8321E7C87}"/>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312" name="Group 311">
                            <a:extLst>
                              <a:ext uri="{FF2B5EF4-FFF2-40B4-BE49-F238E27FC236}">
                                <a16:creationId xmlns:a16="http://schemas.microsoft.com/office/drawing/2014/main" id="{EEBEB632-2CB1-A8BA-C6E1-A637CE50A8DE}"/>
                              </a:ext>
                            </a:extLst>
                          </p:cNvPr>
                          <p:cNvGrpSpPr/>
                          <p:nvPr/>
                        </p:nvGrpSpPr>
                        <p:grpSpPr>
                          <a:xfrm>
                            <a:off x="3701732" y="4724400"/>
                            <a:ext cx="731520" cy="731520"/>
                            <a:chOff x="2970212" y="4724400"/>
                            <a:chExt cx="731520" cy="731520"/>
                          </a:xfrm>
                        </p:grpSpPr>
                        <p:grpSp>
                          <p:nvGrpSpPr>
                            <p:cNvPr id="313" name="Group 312">
                              <a:extLst>
                                <a:ext uri="{FF2B5EF4-FFF2-40B4-BE49-F238E27FC236}">
                                  <a16:creationId xmlns:a16="http://schemas.microsoft.com/office/drawing/2014/main" id="{D2C33FBF-5DA0-AD99-B0FB-5859312EAFA3}"/>
                                </a:ext>
                              </a:extLst>
                            </p:cNvPr>
                            <p:cNvGrpSpPr/>
                            <p:nvPr/>
                          </p:nvGrpSpPr>
                          <p:grpSpPr>
                            <a:xfrm>
                              <a:off x="2970212" y="4724400"/>
                              <a:ext cx="731520" cy="365760"/>
                              <a:chOff x="2970212" y="4724400"/>
                              <a:chExt cx="731520" cy="365760"/>
                            </a:xfrm>
                          </p:grpSpPr>
                          <p:sp>
                            <p:nvSpPr>
                              <p:cNvPr id="316" name="Rectangle 315">
                                <a:extLst>
                                  <a:ext uri="{FF2B5EF4-FFF2-40B4-BE49-F238E27FC236}">
                                    <a16:creationId xmlns:a16="http://schemas.microsoft.com/office/drawing/2014/main" id="{A4C11039-B6BB-1D78-973D-30C3F2F4853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317" name="Rectangle 316">
                                <a:extLst>
                                  <a:ext uri="{FF2B5EF4-FFF2-40B4-BE49-F238E27FC236}">
                                    <a16:creationId xmlns:a16="http://schemas.microsoft.com/office/drawing/2014/main" id="{E0569F04-CC95-6A4E-6930-2BDF71D1F99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314" name="Rectangle 313">
                              <a:extLst>
                                <a:ext uri="{FF2B5EF4-FFF2-40B4-BE49-F238E27FC236}">
                                  <a16:creationId xmlns:a16="http://schemas.microsoft.com/office/drawing/2014/main" id="{6DF28B24-88D1-5ED1-A381-77BCF4D9708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315" name="Rectangle 314">
                              <a:extLst>
                                <a:ext uri="{FF2B5EF4-FFF2-40B4-BE49-F238E27FC236}">
                                  <a16:creationId xmlns:a16="http://schemas.microsoft.com/office/drawing/2014/main" id="{0C132725-FB26-40D1-4363-2D60DCC47A62}"/>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nvGrpSpPr>
                        <p:cNvPr id="298" name="Group 297">
                          <a:extLst>
                            <a:ext uri="{FF2B5EF4-FFF2-40B4-BE49-F238E27FC236}">
                              <a16:creationId xmlns:a16="http://schemas.microsoft.com/office/drawing/2014/main" id="{48264E53-F1DA-9973-CEF8-DE33263BBE0F}"/>
                            </a:ext>
                          </a:extLst>
                        </p:cNvPr>
                        <p:cNvGrpSpPr/>
                        <p:nvPr/>
                      </p:nvGrpSpPr>
                      <p:grpSpPr>
                        <a:xfrm>
                          <a:off x="2970212" y="5455920"/>
                          <a:ext cx="1463040" cy="731520"/>
                          <a:chOff x="2970212" y="4724400"/>
                          <a:chExt cx="1463040" cy="731520"/>
                        </a:xfrm>
                      </p:grpSpPr>
                      <p:grpSp>
                        <p:nvGrpSpPr>
                          <p:cNvPr id="299" name="Group 298">
                            <a:extLst>
                              <a:ext uri="{FF2B5EF4-FFF2-40B4-BE49-F238E27FC236}">
                                <a16:creationId xmlns:a16="http://schemas.microsoft.com/office/drawing/2014/main" id="{ED41ABCF-792A-862A-5726-5A7B9F5F6E64}"/>
                              </a:ext>
                            </a:extLst>
                          </p:cNvPr>
                          <p:cNvGrpSpPr/>
                          <p:nvPr/>
                        </p:nvGrpSpPr>
                        <p:grpSpPr>
                          <a:xfrm>
                            <a:off x="2970212" y="4724400"/>
                            <a:ext cx="731520" cy="731520"/>
                            <a:chOff x="2970212" y="4724400"/>
                            <a:chExt cx="731520" cy="731520"/>
                          </a:xfrm>
                        </p:grpSpPr>
                        <p:grpSp>
                          <p:nvGrpSpPr>
                            <p:cNvPr id="306" name="Group 305">
                              <a:extLst>
                                <a:ext uri="{FF2B5EF4-FFF2-40B4-BE49-F238E27FC236}">
                                  <a16:creationId xmlns:a16="http://schemas.microsoft.com/office/drawing/2014/main" id="{1AD52840-8332-36FC-0F0E-1597509FF1B6}"/>
                                </a:ext>
                              </a:extLst>
                            </p:cNvPr>
                            <p:cNvGrpSpPr/>
                            <p:nvPr/>
                          </p:nvGrpSpPr>
                          <p:grpSpPr>
                            <a:xfrm>
                              <a:off x="2970212" y="4724400"/>
                              <a:ext cx="731520" cy="365760"/>
                              <a:chOff x="2970212" y="4724400"/>
                              <a:chExt cx="731520" cy="365760"/>
                            </a:xfrm>
                          </p:grpSpPr>
                          <p:sp>
                            <p:nvSpPr>
                              <p:cNvPr id="309" name="Rectangle 308">
                                <a:extLst>
                                  <a:ext uri="{FF2B5EF4-FFF2-40B4-BE49-F238E27FC236}">
                                    <a16:creationId xmlns:a16="http://schemas.microsoft.com/office/drawing/2014/main" id="{14D55F2C-4E81-96B4-6F55-6E311A5189B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310" name="Rectangle 309">
                                <a:extLst>
                                  <a:ext uri="{FF2B5EF4-FFF2-40B4-BE49-F238E27FC236}">
                                    <a16:creationId xmlns:a16="http://schemas.microsoft.com/office/drawing/2014/main" id="{01F9F6C4-FC46-E227-3944-4CBDA809535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307" name="Rectangle 306">
                              <a:extLst>
                                <a:ext uri="{FF2B5EF4-FFF2-40B4-BE49-F238E27FC236}">
                                  <a16:creationId xmlns:a16="http://schemas.microsoft.com/office/drawing/2014/main" id="{854F6AF1-7E81-B774-95AA-C5ECEDAF9DC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308" name="Rectangle 307">
                              <a:extLst>
                                <a:ext uri="{FF2B5EF4-FFF2-40B4-BE49-F238E27FC236}">
                                  <a16:creationId xmlns:a16="http://schemas.microsoft.com/office/drawing/2014/main" id="{1F63942F-61D2-DB9C-F0DD-087CF5B56F2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300" name="Group 299">
                            <a:extLst>
                              <a:ext uri="{FF2B5EF4-FFF2-40B4-BE49-F238E27FC236}">
                                <a16:creationId xmlns:a16="http://schemas.microsoft.com/office/drawing/2014/main" id="{4CFE56AF-B608-3A45-E5A6-E401BC7EB744}"/>
                              </a:ext>
                            </a:extLst>
                          </p:cNvPr>
                          <p:cNvGrpSpPr/>
                          <p:nvPr/>
                        </p:nvGrpSpPr>
                        <p:grpSpPr>
                          <a:xfrm>
                            <a:off x="3701732" y="4724400"/>
                            <a:ext cx="731520" cy="731520"/>
                            <a:chOff x="2970212" y="4724400"/>
                            <a:chExt cx="731520" cy="731520"/>
                          </a:xfrm>
                        </p:grpSpPr>
                        <p:grpSp>
                          <p:nvGrpSpPr>
                            <p:cNvPr id="301" name="Group 300">
                              <a:extLst>
                                <a:ext uri="{FF2B5EF4-FFF2-40B4-BE49-F238E27FC236}">
                                  <a16:creationId xmlns:a16="http://schemas.microsoft.com/office/drawing/2014/main" id="{DB8E16CF-635D-B96E-5C5B-92F10C826203}"/>
                                </a:ext>
                              </a:extLst>
                            </p:cNvPr>
                            <p:cNvGrpSpPr/>
                            <p:nvPr/>
                          </p:nvGrpSpPr>
                          <p:grpSpPr>
                            <a:xfrm>
                              <a:off x="2970212" y="4724400"/>
                              <a:ext cx="731520" cy="365760"/>
                              <a:chOff x="2970212" y="4724400"/>
                              <a:chExt cx="731520" cy="365760"/>
                            </a:xfrm>
                          </p:grpSpPr>
                          <p:sp>
                            <p:nvSpPr>
                              <p:cNvPr id="304" name="Rectangle 303">
                                <a:extLst>
                                  <a:ext uri="{FF2B5EF4-FFF2-40B4-BE49-F238E27FC236}">
                                    <a16:creationId xmlns:a16="http://schemas.microsoft.com/office/drawing/2014/main" id="{C07C0057-0255-DFAD-0A86-9DC63797B38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305" name="Rectangle 304">
                                <a:extLst>
                                  <a:ext uri="{FF2B5EF4-FFF2-40B4-BE49-F238E27FC236}">
                                    <a16:creationId xmlns:a16="http://schemas.microsoft.com/office/drawing/2014/main" id="{6A65D2B8-7E4D-64B6-4A84-5B00541736C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302" name="Rectangle 301">
                              <a:extLst>
                                <a:ext uri="{FF2B5EF4-FFF2-40B4-BE49-F238E27FC236}">
                                  <a16:creationId xmlns:a16="http://schemas.microsoft.com/office/drawing/2014/main" id="{AEBE97B2-6C3D-DA20-AF5B-0A93B4C8301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303" name="Rectangle 302">
                              <a:extLst>
                                <a:ext uri="{FF2B5EF4-FFF2-40B4-BE49-F238E27FC236}">
                                  <a16:creationId xmlns:a16="http://schemas.microsoft.com/office/drawing/2014/main" id="{13C9DF93-7235-F0D8-A785-1B07686747D3}"/>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grpSp>
              </p:grpSp>
            </p:grpSp>
            <p:cxnSp>
              <p:nvCxnSpPr>
                <p:cNvPr id="405" name="Straight Connector 404">
                  <a:extLst>
                    <a:ext uri="{FF2B5EF4-FFF2-40B4-BE49-F238E27FC236}">
                      <a16:creationId xmlns:a16="http://schemas.microsoft.com/office/drawing/2014/main" id="{1272C31A-973A-2F6C-E70D-4AD2E8448450}"/>
                    </a:ext>
                  </a:extLst>
                </p:cNvPr>
                <p:cNvCxnSpPr>
                  <a:cxnSpLocks/>
                </p:cNvCxnSpPr>
                <p:nvPr/>
              </p:nvCxnSpPr>
              <p:spPr>
                <a:xfrm flipV="1">
                  <a:off x="2132012" y="4572000"/>
                  <a:ext cx="8778240" cy="15240"/>
                </a:xfrm>
                <a:prstGeom prst="line">
                  <a:avLst/>
                </a:prstGeom>
              </p:spPr>
              <p:style>
                <a:lnRef idx="3">
                  <a:schemeClr val="dk1"/>
                </a:lnRef>
                <a:fillRef idx="0">
                  <a:schemeClr val="dk1"/>
                </a:fillRef>
                <a:effectRef idx="2">
                  <a:schemeClr val="dk1"/>
                </a:effectRef>
                <a:fontRef idx="minor">
                  <a:schemeClr val="tx1"/>
                </a:fontRef>
              </p:style>
            </p:cxnSp>
            <p:cxnSp>
              <p:nvCxnSpPr>
                <p:cNvPr id="409" name="Straight Connector 408">
                  <a:extLst>
                    <a:ext uri="{FF2B5EF4-FFF2-40B4-BE49-F238E27FC236}">
                      <a16:creationId xmlns:a16="http://schemas.microsoft.com/office/drawing/2014/main" id="{210A4E37-53AA-A2F6-D12A-5B8A3E602D9C}"/>
                    </a:ext>
                  </a:extLst>
                </p:cNvPr>
                <p:cNvCxnSpPr/>
                <p:nvPr/>
              </p:nvCxnSpPr>
              <p:spPr>
                <a:xfrm>
                  <a:off x="6537011" y="3124200"/>
                  <a:ext cx="0" cy="2971800"/>
                </a:xfrm>
                <a:prstGeom prst="line">
                  <a:avLst/>
                </a:prstGeom>
              </p:spPr>
              <p:style>
                <a:lnRef idx="3">
                  <a:schemeClr val="dk1"/>
                </a:lnRef>
                <a:fillRef idx="0">
                  <a:schemeClr val="dk1"/>
                </a:fillRef>
                <a:effectRef idx="2">
                  <a:schemeClr val="dk1"/>
                </a:effectRef>
                <a:fontRef idx="minor">
                  <a:schemeClr val="tx1"/>
                </a:fontRef>
              </p:style>
            </p:cxnSp>
          </p:grpSp>
          <p:cxnSp>
            <p:nvCxnSpPr>
              <p:cNvPr id="412" name="Straight Connector 411">
                <a:extLst>
                  <a:ext uri="{FF2B5EF4-FFF2-40B4-BE49-F238E27FC236}">
                    <a16:creationId xmlns:a16="http://schemas.microsoft.com/office/drawing/2014/main" id="{F8A5C81F-A37A-E1F8-4B38-2C146ED62806}"/>
                  </a:ext>
                </a:extLst>
              </p:cNvPr>
              <p:cNvCxnSpPr>
                <a:cxnSpLocks/>
              </p:cNvCxnSpPr>
              <p:nvPr/>
            </p:nvCxnSpPr>
            <p:spPr>
              <a:xfrm flipV="1">
                <a:off x="2031696" y="3733800"/>
                <a:ext cx="8802356" cy="2225040"/>
              </a:xfrm>
              <a:prstGeom prst="line">
                <a:avLst/>
              </a:prstGeom>
              <a:ln w="38100"/>
            </p:spPr>
            <p:style>
              <a:lnRef idx="3">
                <a:schemeClr val="accent4"/>
              </a:lnRef>
              <a:fillRef idx="0">
                <a:schemeClr val="accent4"/>
              </a:fillRef>
              <a:effectRef idx="2">
                <a:schemeClr val="accent4"/>
              </a:effectRef>
              <a:fontRef idx="minor">
                <a:schemeClr val="tx1"/>
              </a:fontRef>
            </p:style>
          </p:cxnSp>
        </p:grpSp>
        <p:sp>
          <p:nvSpPr>
            <p:cNvPr id="23" name="Freeform: Shape 22">
              <a:extLst>
                <a:ext uri="{FF2B5EF4-FFF2-40B4-BE49-F238E27FC236}">
                  <a16:creationId xmlns:a16="http://schemas.microsoft.com/office/drawing/2014/main" id="{FFEFB4E3-7674-6460-81E0-38D7FFCE8CB9}"/>
                </a:ext>
              </a:extLst>
            </p:cNvPr>
            <p:cNvSpPr/>
            <p:nvPr/>
          </p:nvSpPr>
          <p:spPr>
            <a:xfrm>
              <a:off x="2035574" y="3721930"/>
              <a:ext cx="8813162" cy="2862669"/>
            </a:xfrm>
            <a:custGeom>
              <a:avLst/>
              <a:gdLst>
                <a:gd name="connsiteX0" fmla="*/ 8813162 w 8813162"/>
                <a:gd name="connsiteY0" fmla="*/ 0 h 2862669"/>
                <a:gd name="connsiteX1" fmla="*/ 8813162 w 8813162"/>
                <a:gd name="connsiteY1" fmla="*/ 2862669 h 2862669"/>
                <a:gd name="connsiteX2" fmla="*/ 0 w 8813162"/>
                <a:gd name="connsiteY2" fmla="*/ 2862669 h 2862669"/>
                <a:gd name="connsiteX3" fmla="*/ 0 w 8813162"/>
                <a:gd name="connsiteY3" fmla="*/ 2256132 h 2862669"/>
                <a:gd name="connsiteX4" fmla="*/ 8813162 w 8813162"/>
                <a:gd name="connsiteY4" fmla="*/ 0 h 2862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13162" h="2862669">
                  <a:moveTo>
                    <a:pt x="8813162" y="0"/>
                  </a:moveTo>
                  <a:lnTo>
                    <a:pt x="8813162" y="2862669"/>
                  </a:lnTo>
                  <a:lnTo>
                    <a:pt x="0" y="2862669"/>
                  </a:lnTo>
                  <a:lnTo>
                    <a:pt x="0" y="2256132"/>
                  </a:lnTo>
                  <a:lnTo>
                    <a:pt x="8813162" y="0"/>
                  </a:lnTo>
                  <a:close/>
                </a:path>
              </a:pathLst>
            </a:custGeom>
            <a:solidFill>
              <a:srgbClr val="00FF00">
                <a:alpha val="25098"/>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14" name="Freeform: Shape 13">
              <a:extLst>
                <a:ext uri="{FF2B5EF4-FFF2-40B4-BE49-F238E27FC236}">
                  <a16:creationId xmlns:a16="http://schemas.microsoft.com/office/drawing/2014/main" id="{5792F6A5-AADD-F3DE-E53C-C796480E04D3}"/>
                </a:ext>
              </a:extLst>
            </p:cNvPr>
            <p:cNvSpPr/>
            <p:nvPr/>
          </p:nvSpPr>
          <p:spPr>
            <a:xfrm>
              <a:off x="2040169" y="3653005"/>
              <a:ext cx="8790187" cy="2297487"/>
            </a:xfrm>
            <a:custGeom>
              <a:avLst/>
              <a:gdLst>
                <a:gd name="connsiteX0" fmla="*/ 0 w 8790187"/>
                <a:gd name="connsiteY0" fmla="*/ 2297487 h 2297487"/>
                <a:gd name="connsiteX1" fmla="*/ 0 w 8790187"/>
                <a:gd name="connsiteY1" fmla="*/ 0 h 2297487"/>
                <a:gd name="connsiteX2" fmla="*/ 8790187 w 8790187"/>
                <a:gd name="connsiteY2" fmla="*/ 0 h 2297487"/>
                <a:gd name="connsiteX3" fmla="*/ 8790187 w 8790187"/>
                <a:gd name="connsiteY3" fmla="*/ 96494 h 2297487"/>
                <a:gd name="connsiteX4" fmla="*/ 0 w 8790187"/>
                <a:gd name="connsiteY4" fmla="*/ 2297487 h 22974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0187" h="2297487">
                  <a:moveTo>
                    <a:pt x="0" y="2297487"/>
                  </a:moveTo>
                  <a:lnTo>
                    <a:pt x="0" y="0"/>
                  </a:lnTo>
                  <a:lnTo>
                    <a:pt x="8790187" y="0"/>
                  </a:lnTo>
                  <a:lnTo>
                    <a:pt x="8790187" y="96494"/>
                  </a:lnTo>
                  <a:lnTo>
                    <a:pt x="0" y="2297487"/>
                  </a:lnTo>
                  <a:close/>
                </a:path>
              </a:pathLst>
            </a:custGeom>
            <a:solidFill>
              <a:srgbClr val="FF0000">
                <a:alpha val="25098"/>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600"/>
            </a:p>
          </p:txBody>
        </p:sp>
      </p:grpSp>
      <p:grpSp>
        <p:nvGrpSpPr>
          <p:cNvPr id="22" name="Group 21">
            <a:extLst>
              <a:ext uri="{FF2B5EF4-FFF2-40B4-BE49-F238E27FC236}">
                <a16:creationId xmlns:a16="http://schemas.microsoft.com/office/drawing/2014/main" id="{99C3DF23-6B8D-19CC-83A2-F4D58A7634EF}"/>
              </a:ext>
            </a:extLst>
          </p:cNvPr>
          <p:cNvGrpSpPr/>
          <p:nvPr/>
        </p:nvGrpSpPr>
        <p:grpSpPr>
          <a:xfrm>
            <a:off x="6630854" y="4329219"/>
            <a:ext cx="4613058" cy="2052655"/>
            <a:chOff x="2031696" y="3653005"/>
            <a:chExt cx="8817040" cy="2976395"/>
          </a:xfrm>
        </p:grpSpPr>
        <p:grpSp>
          <p:nvGrpSpPr>
            <p:cNvPr id="24" name="Group 23">
              <a:extLst>
                <a:ext uri="{FF2B5EF4-FFF2-40B4-BE49-F238E27FC236}">
                  <a16:creationId xmlns:a16="http://schemas.microsoft.com/office/drawing/2014/main" id="{73286524-0DB3-52FD-CA55-B17F43FE0064}"/>
                </a:ext>
              </a:extLst>
            </p:cNvPr>
            <p:cNvGrpSpPr/>
            <p:nvPr/>
          </p:nvGrpSpPr>
          <p:grpSpPr>
            <a:xfrm>
              <a:off x="2031696" y="3657600"/>
              <a:ext cx="8802356" cy="2971800"/>
              <a:chOff x="2031696" y="3657600"/>
              <a:chExt cx="8802356" cy="2971800"/>
            </a:xfrm>
          </p:grpSpPr>
          <p:grpSp>
            <p:nvGrpSpPr>
              <p:cNvPr id="27" name="Group 26">
                <a:extLst>
                  <a:ext uri="{FF2B5EF4-FFF2-40B4-BE49-F238E27FC236}">
                    <a16:creationId xmlns:a16="http://schemas.microsoft.com/office/drawing/2014/main" id="{4AE51A7D-FAD8-C355-0AEA-2CACA900D8CD}"/>
                  </a:ext>
                </a:extLst>
              </p:cNvPr>
              <p:cNvGrpSpPr/>
              <p:nvPr/>
            </p:nvGrpSpPr>
            <p:grpSpPr>
              <a:xfrm>
                <a:off x="2055812" y="3657600"/>
                <a:ext cx="8778240" cy="2971800"/>
                <a:chOff x="2132012" y="3124200"/>
                <a:chExt cx="8778240" cy="2971800"/>
              </a:xfrm>
            </p:grpSpPr>
            <p:grpSp>
              <p:nvGrpSpPr>
                <p:cNvPr id="127" name="Group 126">
                  <a:extLst>
                    <a:ext uri="{FF2B5EF4-FFF2-40B4-BE49-F238E27FC236}">
                      <a16:creationId xmlns:a16="http://schemas.microsoft.com/office/drawing/2014/main" id="{E09A7CAC-F50C-37E4-6AC6-966C656A822E}"/>
                    </a:ext>
                  </a:extLst>
                </p:cNvPr>
                <p:cNvGrpSpPr/>
                <p:nvPr/>
              </p:nvGrpSpPr>
              <p:grpSpPr>
                <a:xfrm>
                  <a:off x="2132012" y="3124200"/>
                  <a:ext cx="8778240" cy="2926080"/>
                  <a:chOff x="2132012" y="3124200"/>
                  <a:chExt cx="8778240" cy="2926080"/>
                </a:xfrm>
              </p:grpSpPr>
              <p:grpSp>
                <p:nvGrpSpPr>
                  <p:cNvPr id="130" name="Group 129">
                    <a:extLst>
                      <a:ext uri="{FF2B5EF4-FFF2-40B4-BE49-F238E27FC236}">
                        <a16:creationId xmlns:a16="http://schemas.microsoft.com/office/drawing/2014/main" id="{B16473C8-505D-80C5-1552-B7498E35A682}"/>
                      </a:ext>
                    </a:extLst>
                  </p:cNvPr>
                  <p:cNvGrpSpPr/>
                  <p:nvPr/>
                </p:nvGrpSpPr>
                <p:grpSpPr>
                  <a:xfrm>
                    <a:off x="2132012" y="3124200"/>
                    <a:ext cx="2926080" cy="2926080"/>
                    <a:chOff x="2132012" y="3124200"/>
                    <a:chExt cx="2926080" cy="2926080"/>
                  </a:xfrm>
                </p:grpSpPr>
                <p:grpSp>
                  <p:nvGrpSpPr>
                    <p:cNvPr id="580" name="Group 579">
                      <a:extLst>
                        <a:ext uri="{FF2B5EF4-FFF2-40B4-BE49-F238E27FC236}">
                          <a16:creationId xmlns:a16="http://schemas.microsoft.com/office/drawing/2014/main" id="{3BF35811-96D5-3B44-DF8D-A303C787581A}"/>
                        </a:ext>
                      </a:extLst>
                    </p:cNvPr>
                    <p:cNvGrpSpPr/>
                    <p:nvPr/>
                  </p:nvGrpSpPr>
                  <p:grpSpPr>
                    <a:xfrm>
                      <a:off x="2132012" y="3124200"/>
                      <a:ext cx="2926080" cy="1463040"/>
                      <a:chOff x="2970212" y="4724400"/>
                      <a:chExt cx="2926080" cy="1463040"/>
                    </a:xfrm>
                  </p:grpSpPr>
                  <p:grpSp>
                    <p:nvGrpSpPr>
                      <p:cNvPr id="636" name="Group 635">
                        <a:extLst>
                          <a:ext uri="{FF2B5EF4-FFF2-40B4-BE49-F238E27FC236}">
                            <a16:creationId xmlns:a16="http://schemas.microsoft.com/office/drawing/2014/main" id="{31DEBDDC-E39A-C97D-289D-B41707D81AC5}"/>
                          </a:ext>
                        </a:extLst>
                      </p:cNvPr>
                      <p:cNvGrpSpPr/>
                      <p:nvPr/>
                    </p:nvGrpSpPr>
                    <p:grpSpPr>
                      <a:xfrm>
                        <a:off x="2970212" y="4724400"/>
                        <a:ext cx="1463040" cy="1463040"/>
                        <a:chOff x="2970212" y="4724400"/>
                        <a:chExt cx="1463040" cy="1463040"/>
                      </a:xfrm>
                    </p:grpSpPr>
                    <p:grpSp>
                      <p:nvGrpSpPr>
                        <p:cNvPr id="664" name="Group 663">
                          <a:extLst>
                            <a:ext uri="{FF2B5EF4-FFF2-40B4-BE49-F238E27FC236}">
                              <a16:creationId xmlns:a16="http://schemas.microsoft.com/office/drawing/2014/main" id="{310FD42E-97B2-F0F7-62AC-406F33B7804E}"/>
                            </a:ext>
                          </a:extLst>
                        </p:cNvPr>
                        <p:cNvGrpSpPr/>
                        <p:nvPr/>
                      </p:nvGrpSpPr>
                      <p:grpSpPr>
                        <a:xfrm>
                          <a:off x="2970212" y="4724400"/>
                          <a:ext cx="1463040" cy="731520"/>
                          <a:chOff x="2970212" y="4724400"/>
                          <a:chExt cx="1463040" cy="731520"/>
                        </a:xfrm>
                      </p:grpSpPr>
                      <p:grpSp>
                        <p:nvGrpSpPr>
                          <p:cNvPr id="678" name="Group 677">
                            <a:extLst>
                              <a:ext uri="{FF2B5EF4-FFF2-40B4-BE49-F238E27FC236}">
                                <a16:creationId xmlns:a16="http://schemas.microsoft.com/office/drawing/2014/main" id="{437C1C4C-ABD2-5663-A090-B1B1FD95DB76}"/>
                              </a:ext>
                            </a:extLst>
                          </p:cNvPr>
                          <p:cNvGrpSpPr/>
                          <p:nvPr/>
                        </p:nvGrpSpPr>
                        <p:grpSpPr>
                          <a:xfrm>
                            <a:off x="2970212" y="4724400"/>
                            <a:ext cx="731520" cy="731520"/>
                            <a:chOff x="2970212" y="4724400"/>
                            <a:chExt cx="731520" cy="731520"/>
                          </a:xfrm>
                        </p:grpSpPr>
                        <p:grpSp>
                          <p:nvGrpSpPr>
                            <p:cNvPr id="685" name="Group 684">
                              <a:extLst>
                                <a:ext uri="{FF2B5EF4-FFF2-40B4-BE49-F238E27FC236}">
                                  <a16:creationId xmlns:a16="http://schemas.microsoft.com/office/drawing/2014/main" id="{A5CE7411-21C3-49D9-C282-575E5E7095FC}"/>
                                </a:ext>
                              </a:extLst>
                            </p:cNvPr>
                            <p:cNvGrpSpPr/>
                            <p:nvPr/>
                          </p:nvGrpSpPr>
                          <p:grpSpPr>
                            <a:xfrm>
                              <a:off x="2970212" y="4724400"/>
                              <a:ext cx="731520" cy="365760"/>
                              <a:chOff x="2970212" y="4724400"/>
                              <a:chExt cx="731520" cy="365760"/>
                            </a:xfrm>
                          </p:grpSpPr>
                          <p:sp>
                            <p:nvSpPr>
                              <p:cNvPr id="688" name="Rectangle 687">
                                <a:extLst>
                                  <a:ext uri="{FF2B5EF4-FFF2-40B4-BE49-F238E27FC236}">
                                    <a16:creationId xmlns:a16="http://schemas.microsoft.com/office/drawing/2014/main" id="{2E6F87B4-A553-C091-B982-BAFEFD9F9D5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689" name="Rectangle 688">
                                <a:extLst>
                                  <a:ext uri="{FF2B5EF4-FFF2-40B4-BE49-F238E27FC236}">
                                    <a16:creationId xmlns:a16="http://schemas.microsoft.com/office/drawing/2014/main" id="{0A773ABA-4050-DDAC-3DE3-40509005BA9E}"/>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686" name="Rectangle 685">
                              <a:extLst>
                                <a:ext uri="{FF2B5EF4-FFF2-40B4-BE49-F238E27FC236}">
                                  <a16:creationId xmlns:a16="http://schemas.microsoft.com/office/drawing/2014/main" id="{D18C8B3F-A056-9730-0F75-A626D7FD516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687" name="Rectangle 686">
                              <a:extLst>
                                <a:ext uri="{FF2B5EF4-FFF2-40B4-BE49-F238E27FC236}">
                                  <a16:creationId xmlns:a16="http://schemas.microsoft.com/office/drawing/2014/main" id="{BD9578B1-F061-A10C-C672-CF21CD12DEA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679" name="Group 678">
                            <a:extLst>
                              <a:ext uri="{FF2B5EF4-FFF2-40B4-BE49-F238E27FC236}">
                                <a16:creationId xmlns:a16="http://schemas.microsoft.com/office/drawing/2014/main" id="{52E0145B-9ED5-5034-5157-EE77527EC53A}"/>
                              </a:ext>
                            </a:extLst>
                          </p:cNvPr>
                          <p:cNvGrpSpPr/>
                          <p:nvPr/>
                        </p:nvGrpSpPr>
                        <p:grpSpPr>
                          <a:xfrm>
                            <a:off x="3701732" y="4724400"/>
                            <a:ext cx="731520" cy="731520"/>
                            <a:chOff x="2970212" y="4724400"/>
                            <a:chExt cx="731520" cy="731520"/>
                          </a:xfrm>
                        </p:grpSpPr>
                        <p:grpSp>
                          <p:nvGrpSpPr>
                            <p:cNvPr id="680" name="Group 679">
                              <a:extLst>
                                <a:ext uri="{FF2B5EF4-FFF2-40B4-BE49-F238E27FC236}">
                                  <a16:creationId xmlns:a16="http://schemas.microsoft.com/office/drawing/2014/main" id="{68288DC1-F8C7-745E-3332-8F2A36C5486C}"/>
                                </a:ext>
                              </a:extLst>
                            </p:cNvPr>
                            <p:cNvGrpSpPr/>
                            <p:nvPr/>
                          </p:nvGrpSpPr>
                          <p:grpSpPr>
                            <a:xfrm>
                              <a:off x="2970212" y="4724400"/>
                              <a:ext cx="731520" cy="365760"/>
                              <a:chOff x="2970212" y="4724400"/>
                              <a:chExt cx="731520" cy="365760"/>
                            </a:xfrm>
                          </p:grpSpPr>
                          <p:sp>
                            <p:nvSpPr>
                              <p:cNvPr id="683" name="Rectangle 682">
                                <a:extLst>
                                  <a:ext uri="{FF2B5EF4-FFF2-40B4-BE49-F238E27FC236}">
                                    <a16:creationId xmlns:a16="http://schemas.microsoft.com/office/drawing/2014/main" id="{6ABEA9BA-762B-3773-DF30-9BD15621F14F}"/>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684" name="Rectangle 683">
                                <a:extLst>
                                  <a:ext uri="{FF2B5EF4-FFF2-40B4-BE49-F238E27FC236}">
                                    <a16:creationId xmlns:a16="http://schemas.microsoft.com/office/drawing/2014/main" id="{DC6452BC-2953-4ECF-C155-1C052B7B1B5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681" name="Rectangle 680">
                              <a:extLst>
                                <a:ext uri="{FF2B5EF4-FFF2-40B4-BE49-F238E27FC236}">
                                  <a16:creationId xmlns:a16="http://schemas.microsoft.com/office/drawing/2014/main" id="{D81483B7-F559-265B-45BA-D17E4AC0ED9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682" name="Rectangle 681">
                              <a:extLst>
                                <a:ext uri="{FF2B5EF4-FFF2-40B4-BE49-F238E27FC236}">
                                  <a16:creationId xmlns:a16="http://schemas.microsoft.com/office/drawing/2014/main" id="{712F7EE3-C2A5-DFB3-6BEB-107D9CA13F32}"/>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nvGrpSpPr>
                        <p:cNvPr id="665" name="Group 664">
                          <a:extLst>
                            <a:ext uri="{FF2B5EF4-FFF2-40B4-BE49-F238E27FC236}">
                              <a16:creationId xmlns:a16="http://schemas.microsoft.com/office/drawing/2014/main" id="{4671733E-DC0E-EB27-460A-048F6F6FA663}"/>
                            </a:ext>
                          </a:extLst>
                        </p:cNvPr>
                        <p:cNvGrpSpPr/>
                        <p:nvPr/>
                      </p:nvGrpSpPr>
                      <p:grpSpPr>
                        <a:xfrm>
                          <a:off x="2970212" y="5455920"/>
                          <a:ext cx="1463040" cy="731520"/>
                          <a:chOff x="2970212" y="4724400"/>
                          <a:chExt cx="1463040" cy="731520"/>
                        </a:xfrm>
                      </p:grpSpPr>
                      <p:grpSp>
                        <p:nvGrpSpPr>
                          <p:cNvPr id="666" name="Group 665">
                            <a:extLst>
                              <a:ext uri="{FF2B5EF4-FFF2-40B4-BE49-F238E27FC236}">
                                <a16:creationId xmlns:a16="http://schemas.microsoft.com/office/drawing/2014/main" id="{F3A0F22A-30BF-1824-E125-EAE3FC008AD5}"/>
                              </a:ext>
                            </a:extLst>
                          </p:cNvPr>
                          <p:cNvGrpSpPr/>
                          <p:nvPr/>
                        </p:nvGrpSpPr>
                        <p:grpSpPr>
                          <a:xfrm>
                            <a:off x="2970212" y="4724400"/>
                            <a:ext cx="731520" cy="731520"/>
                            <a:chOff x="2970212" y="4724400"/>
                            <a:chExt cx="731520" cy="731520"/>
                          </a:xfrm>
                        </p:grpSpPr>
                        <p:grpSp>
                          <p:nvGrpSpPr>
                            <p:cNvPr id="673" name="Group 672">
                              <a:extLst>
                                <a:ext uri="{FF2B5EF4-FFF2-40B4-BE49-F238E27FC236}">
                                  <a16:creationId xmlns:a16="http://schemas.microsoft.com/office/drawing/2014/main" id="{CA31D596-EA43-D1CD-9141-9873484962CD}"/>
                                </a:ext>
                              </a:extLst>
                            </p:cNvPr>
                            <p:cNvGrpSpPr/>
                            <p:nvPr/>
                          </p:nvGrpSpPr>
                          <p:grpSpPr>
                            <a:xfrm>
                              <a:off x="2970212" y="4724400"/>
                              <a:ext cx="731520" cy="365760"/>
                              <a:chOff x="2970212" y="4724400"/>
                              <a:chExt cx="731520" cy="365760"/>
                            </a:xfrm>
                          </p:grpSpPr>
                          <p:sp>
                            <p:nvSpPr>
                              <p:cNvPr id="676" name="Rectangle 675">
                                <a:extLst>
                                  <a:ext uri="{FF2B5EF4-FFF2-40B4-BE49-F238E27FC236}">
                                    <a16:creationId xmlns:a16="http://schemas.microsoft.com/office/drawing/2014/main" id="{99E303DD-7019-2DD0-8BED-4EA8F9F4948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677" name="Rectangle 676">
                                <a:extLst>
                                  <a:ext uri="{FF2B5EF4-FFF2-40B4-BE49-F238E27FC236}">
                                    <a16:creationId xmlns:a16="http://schemas.microsoft.com/office/drawing/2014/main" id="{E8ED6CB5-53B7-8945-0F1A-8F8CD61DD1B3}"/>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674" name="Rectangle 673">
                              <a:extLst>
                                <a:ext uri="{FF2B5EF4-FFF2-40B4-BE49-F238E27FC236}">
                                  <a16:creationId xmlns:a16="http://schemas.microsoft.com/office/drawing/2014/main" id="{CD1E0AF6-7E2A-EA47-CFB8-9E4934B09BDC}"/>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675" name="Rectangle 674">
                              <a:extLst>
                                <a:ext uri="{FF2B5EF4-FFF2-40B4-BE49-F238E27FC236}">
                                  <a16:creationId xmlns:a16="http://schemas.microsoft.com/office/drawing/2014/main" id="{A89EC432-2A5C-2102-864F-354943699B87}"/>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667" name="Group 666">
                            <a:extLst>
                              <a:ext uri="{FF2B5EF4-FFF2-40B4-BE49-F238E27FC236}">
                                <a16:creationId xmlns:a16="http://schemas.microsoft.com/office/drawing/2014/main" id="{78F18F98-F6B3-E99C-E712-CC0F3EEE923F}"/>
                              </a:ext>
                            </a:extLst>
                          </p:cNvPr>
                          <p:cNvGrpSpPr/>
                          <p:nvPr/>
                        </p:nvGrpSpPr>
                        <p:grpSpPr>
                          <a:xfrm>
                            <a:off x="3701732" y="4724400"/>
                            <a:ext cx="731520" cy="731520"/>
                            <a:chOff x="2970212" y="4724400"/>
                            <a:chExt cx="731520" cy="731520"/>
                          </a:xfrm>
                        </p:grpSpPr>
                        <p:grpSp>
                          <p:nvGrpSpPr>
                            <p:cNvPr id="668" name="Group 667">
                              <a:extLst>
                                <a:ext uri="{FF2B5EF4-FFF2-40B4-BE49-F238E27FC236}">
                                  <a16:creationId xmlns:a16="http://schemas.microsoft.com/office/drawing/2014/main" id="{407AC487-9E82-C6C3-6748-DD958FF2374F}"/>
                                </a:ext>
                              </a:extLst>
                            </p:cNvPr>
                            <p:cNvGrpSpPr/>
                            <p:nvPr/>
                          </p:nvGrpSpPr>
                          <p:grpSpPr>
                            <a:xfrm>
                              <a:off x="2970212" y="4724400"/>
                              <a:ext cx="731520" cy="365760"/>
                              <a:chOff x="2970212" y="4724400"/>
                              <a:chExt cx="731520" cy="365760"/>
                            </a:xfrm>
                          </p:grpSpPr>
                          <p:sp>
                            <p:nvSpPr>
                              <p:cNvPr id="671" name="Rectangle 670">
                                <a:extLst>
                                  <a:ext uri="{FF2B5EF4-FFF2-40B4-BE49-F238E27FC236}">
                                    <a16:creationId xmlns:a16="http://schemas.microsoft.com/office/drawing/2014/main" id="{A7006881-59CC-8243-6F50-C3B3D6F1B1A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672" name="Rectangle 671">
                                <a:extLst>
                                  <a:ext uri="{FF2B5EF4-FFF2-40B4-BE49-F238E27FC236}">
                                    <a16:creationId xmlns:a16="http://schemas.microsoft.com/office/drawing/2014/main" id="{F9443F85-D553-0F66-F8CF-30F88CA3E12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669" name="Rectangle 668">
                              <a:extLst>
                                <a:ext uri="{FF2B5EF4-FFF2-40B4-BE49-F238E27FC236}">
                                  <a16:creationId xmlns:a16="http://schemas.microsoft.com/office/drawing/2014/main" id="{FEF0EC34-F43C-A0EE-7B23-329C70A21B3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670" name="Rectangle 669">
                              <a:extLst>
                                <a:ext uri="{FF2B5EF4-FFF2-40B4-BE49-F238E27FC236}">
                                  <a16:creationId xmlns:a16="http://schemas.microsoft.com/office/drawing/2014/main" id="{37ECB721-43C3-798F-73EB-F2E708C45F1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grpSp>
                    <p:nvGrpSpPr>
                      <p:cNvPr id="637" name="Group 636">
                        <a:extLst>
                          <a:ext uri="{FF2B5EF4-FFF2-40B4-BE49-F238E27FC236}">
                            <a16:creationId xmlns:a16="http://schemas.microsoft.com/office/drawing/2014/main" id="{126BD23E-DAFF-564C-EE5A-F7E1017B54B9}"/>
                          </a:ext>
                        </a:extLst>
                      </p:cNvPr>
                      <p:cNvGrpSpPr/>
                      <p:nvPr/>
                    </p:nvGrpSpPr>
                    <p:grpSpPr>
                      <a:xfrm>
                        <a:off x="4433252" y="4724400"/>
                        <a:ext cx="1463040" cy="1463040"/>
                        <a:chOff x="2970212" y="4724400"/>
                        <a:chExt cx="1463040" cy="1463040"/>
                      </a:xfrm>
                    </p:grpSpPr>
                    <p:grpSp>
                      <p:nvGrpSpPr>
                        <p:cNvPr id="638" name="Group 637">
                          <a:extLst>
                            <a:ext uri="{FF2B5EF4-FFF2-40B4-BE49-F238E27FC236}">
                              <a16:creationId xmlns:a16="http://schemas.microsoft.com/office/drawing/2014/main" id="{5D89BD33-F42B-73FE-4BE0-A758DC0FADBA}"/>
                            </a:ext>
                          </a:extLst>
                        </p:cNvPr>
                        <p:cNvGrpSpPr/>
                        <p:nvPr/>
                      </p:nvGrpSpPr>
                      <p:grpSpPr>
                        <a:xfrm>
                          <a:off x="2970212" y="4724400"/>
                          <a:ext cx="1463040" cy="731520"/>
                          <a:chOff x="2970212" y="4724400"/>
                          <a:chExt cx="1463040" cy="731520"/>
                        </a:xfrm>
                      </p:grpSpPr>
                      <p:grpSp>
                        <p:nvGrpSpPr>
                          <p:cNvPr id="652" name="Group 651">
                            <a:extLst>
                              <a:ext uri="{FF2B5EF4-FFF2-40B4-BE49-F238E27FC236}">
                                <a16:creationId xmlns:a16="http://schemas.microsoft.com/office/drawing/2014/main" id="{834CDF8A-A98B-2F72-CA7B-331B090FB579}"/>
                              </a:ext>
                            </a:extLst>
                          </p:cNvPr>
                          <p:cNvGrpSpPr/>
                          <p:nvPr/>
                        </p:nvGrpSpPr>
                        <p:grpSpPr>
                          <a:xfrm>
                            <a:off x="2970212" y="4724400"/>
                            <a:ext cx="731520" cy="731520"/>
                            <a:chOff x="2970212" y="4724400"/>
                            <a:chExt cx="731520" cy="731520"/>
                          </a:xfrm>
                        </p:grpSpPr>
                        <p:grpSp>
                          <p:nvGrpSpPr>
                            <p:cNvPr id="659" name="Group 658">
                              <a:extLst>
                                <a:ext uri="{FF2B5EF4-FFF2-40B4-BE49-F238E27FC236}">
                                  <a16:creationId xmlns:a16="http://schemas.microsoft.com/office/drawing/2014/main" id="{95C9366E-AE4A-8F63-3DCD-87D020B2F77D}"/>
                                </a:ext>
                              </a:extLst>
                            </p:cNvPr>
                            <p:cNvGrpSpPr/>
                            <p:nvPr/>
                          </p:nvGrpSpPr>
                          <p:grpSpPr>
                            <a:xfrm>
                              <a:off x="2970212" y="4724400"/>
                              <a:ext cx="731520" cy="365760"/>
                              <a:chOff x="2970212" y="4724400"/>
                              <a:chExt cx="731520" cy="365760"/>
                            </a:xfrm>
                          </p:grpSpPr>
                          <p:sp>
                            <p:nvSpPr>
                              <p:cNvPr id="662" name="Rectangle 661">
                                <a:extLst>
                                  <a:ext uri="{FF2B5EF4-FFF2-40B4-BE49-F238E27FC236}">
                                    <a16:creationId xmlns:a16="http://schemas.microsoft.com/office/drawing/2014/main" id="{EC474724-DEA3-43B4-45CF-274CADD4EE5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663" name="Rectangle 662">
                                <a:extLst>
                                  <a:ext uri="{FF2B5EF4-FFF2-40B4-BE49-F238E27FC236}">
                                    <a16:creationId xmlns:a16="http://schemas.microsoft.com/office/drawing/2014/main" id="{79869FB4-BC75-C4C8-52B0-25DC07D6684F}"/>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660" name="Rectangle 659">
                              <a:extLst>
                                <a:ext uri="{FF2B5EF4-FFF2-40B4-BE49-F238E27FC236}">
                                  <a16:creationId xmlns:a16="http://schemas.microsoft.com/office/drawing/2014/main" id="{F449D726-43CD-891E-16B7-69C370B55EE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661" name="Rectangle 660">
                              <a:extLst>
                                <a:ext uri="{FF2B5EF4-FFF2-40B4-BE49-F238E27FC236}">
                                  <a16:creationId xmlns:a16="http://schemas.microsoft.com/office/drawing/2014/main" id="{E48BB3DA-FE3D-BEBF-DD2A-BFD5A7804FC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653" name="Group 652">
                            <a:extLst>
                              <a:ext uri="{FF2B5EF4-FFF2-40B4-BE49-F238E27FC236}">
                                <a16:creationId xmlns:a16="http://schemas.microsoft.com/office/drawing/2014/main" id="{8F48A9B7-53E0-3999-FB00-5803CD50E147}"/>
                              </a:ext>
                            </a:extLst>
                          </p:cNvPr>
                          <p:cNvGrpSpPr/>
                          <p:nvPr/>
                        </p:nvGrpSpPr>
                        <p:grpSpPr>
                          <a:xfrm>
                            <a:off x="3701732" y="4724400"/>
                            <a:ext cx="731520" cy="731520"/>
                            <a:chOff x="2970212" y="4724400"/>
                            <a:chExt cx="731520" cy="731520"/>
                          </a:xfrm>
                        </p:grpSpPr>
                        <p:grpSp>
                          <p:nvGrpSpPr>
                            <p:cNvPr id="654" name="Group 653">
                              <a:extLst>
                                <a:ext uri="{FF2B5EF4-FFF2-40B4-BE49-F238E27FC236}">
                                  <a16:creationId xmlns:a16="http://schemas.microsoft.com/office/drawing/2014/main" id="{F567AE7F-032F-C3E4-6B2F-AF36BE41F388}"/>
                                </a:ext>
                              </a:extLst>
                            </p:cNvPr>
                            <p:cNvGrpSpPr/>
                            <p:nvPr/>
                          </p:nvGrpSpPr>
                          <p:grpSpPr>
                            <a:xfrm>
                              <a:off x="2970212" y="4724400"/>
                              <a:ext cx="731520" cy="365760"/>
                              <a:chOff x="2970212" y="4724400"/>
                              <a:chExt cx="731520" cy="365760"/>
                            </a:xfrm>
                          </p:grpSpPr>
                          <p:sp>
                            <p:nvSpPr>
                              <p:cNvPr id="657" name="Rectangle 656">
                                <a:extLst>
                                  <a:ext uri="{FF2B5EF4-FFF2-40B4-BE49-F238E27FC236}">
                                    <a16:creationId xmlns:a16="http://schemas.microsoft.com/office/drawing/2014/main" id="{0091521D-DF5E-4347-38E5-0A05D120296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658" name="Rectangle 657">
                                <a:extLst>
                                  <a:ext uri="{FF2B5EF4-FFF2-40B4-BE49-F238E27FC236}">
                                    <a16:creationId xmlns:a16="http://schemas.microsoft.com/office/drawing/2014/main" id="{4C977AA3-204D-9C88-21CF-A38F1CF962E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655" name="Rectangle 654">
                              <a:extLst>
                                <a:ext uri="{FF2B5EF4-FFF2-40B4-BE49-F238E27FC236}">
                                  <a16:creationId xmlns:a16="http://schemas.microsoft.com/office/drawing/2014/main" id="{3247D282-3F86-B488-8AF9-15E43357C766}"/>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656" name="Rectangle 655">
                              <a:extLst>
                                <a:ext uri="{FF2B5EF4-FFF2-40B4-BE49-F238E27FC236}">
                                  <a16:creationId xmlns:a16="http://schemas.microsoft.com/office/drawing/2014/main" id="{FD25E934-4F2A-7EAA-5FCE-969A8AD05D0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nvGrpSpPr>
                        <p:cNvPr id="639" name="Group 638">
                          <a:extLst>
                            <a:ext uri="{FF2B5EF4-FFF2-40B4-BE49-F238E27FC236}">
                              <a16:creationId xmlns:a16="http://schemas.microsoft.com/office/drawing/2014/main" id="{ECC3B46D-9EC3-9FF3-B7D3-25CD45692D72}"/>
                            </a:ext>
                          </a:extLst>
                        </p:cNvPr>
                        <p:cNvGrpSpPr/>
                        <p:nvPr/>
                      </p:nvGrpSpPr>
                      <p:grpSpPr>
                        <a:xfrm>
                          <a:off x="2970212" y="5455920"/>
                          <a:ext cx="1463040" cy="731520"/>
                          <a:chOff x="2970212" y="4724400"/>
                          <a:chExt cx="1463040" cy="731520"/>
                        </a:xfrm>
                      </p:grpSpPr>
                      <p:grpSp>
                        <p:nvGrpSpPr>
                          <p:cNvPr id="640" name="Group 639">
                            <a:extLst>
                              <a:ext uri="{FF2B5EF4-FFF2-40B4-BE49-F238E27FC236}">
                                <a16:creationId xmlns:a16="http://schemas.microsoft.com/office/drawing/2014/main" id="{90FE4893-0ECA-B19C-4B66-A8FB3A60E5F6}"/>
                              </a:ext>
                            </a:extLst>
                          </p:cNvPr>
                          <p:cNvGrpSpPr/>
                          <p:nvPr/>
                        </p:nvGrpSpPr>
                        <p:grpSpPr>
                          <a:xfrm>
                            <a:off x="2970212" y="4724400"/>
                            <a:ext cx="731520" cy="731520"/>
                            <a:chOff x="2970212" y="4724400"/>
                            <a:chExt cx="731520" cy="731520"/>
                          </a:xfrm>
                        </p:grpSpPr>
                        <p:grpSp>
                          <p:nvGrpSpPr>
                            <p:cNvPr id="647" name="Group 646">
                              <a:extLst>
                                <a:ext uri="{FF2B5EF4-FFF2-40B4-BE49-F238E27FC236}">
                                  <a16:creationId xmlns:a16="http://schemas.microsoft.com/office/drawing/2014/main" id="{7052C76E-4194-C86C-545B-D503A66C2608}"/>
                                </a:ext>
                              </a:extLst>
                            </p:cNvPr>
                            <p:cNvGrpSpPr/>
                            <p:nvPr/>
                          </p:nvGrpSpPr>
                          <p:grpSpPr>
                            <a:xfrm>
                              <a:off x="2970212" y="4724400"/>
                              <a:ext cx="731520" cy="365760"/>
                              <a:chOff x="2970212" y="4724400"/>
                              <a:chExt cx="731520" cy="365760"/>
                            </a:xfrm>
                          </p:grpSpPr>
                          <p:sp>
                            <p:nvSpPr>
                              <p:cNvPr id="650" name="Rectangle 649">
                                <a:extLst>
                                  <a:ext uri="{FF2B5EF4-FFF2-40B4-BE49-F238E27FC236}">
                                    <a16:creationId xmlns:a16="http://schemas.microsoft.com/office/drawing/2014/main" id="{2FEF8F19-FB5F-5885-539A-434EB0EA6C4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651" name="Rectangle 650">
                                <a:extLst>
                                  <a:ext uri="{FF2B5EF4-FFF2-40B4-BE49-F238E27FC236}">
                                    <a16:creationId xmlns:a16="http://schemas.microsoft.com/office/drawing/2014/main" id="{D412A81D-A05F-BEB8-B2BA-1E04DD01248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648" name="Rectangle 647">
                              <a:extLst>
                                <a:ext uri="{FF2B5EF4-FFF2-40B4-BE49-F238E27FC236}">
                                  <a16:creationId xmlns:a16="http://schemas.microsoft.com/office/drawing/2014/main" id="{A825DA52-95FF-431B-ECCE-9915525897E0}"/>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649" name="Rectangle 648">
                              <a:extLst>
                                <a:ext uri="{FF2B5EF4-FFF2-40B4-BE49-F238E27FC236}">
                                  <a16:creationId xmlns:a16="http://schemas.microsoft.com/office/drawing/2014/main" id="{93AC34AB-DC4E-55B8-F06A-31AACC0218A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641" name="Group 640">
                            <a:extLst>
                              <a:ext uri="{FF2B5EF4-FFF2-40B4-BE49-F238E27FC236}">
                                <a16:creationId xmlns:a16="http://schemas.microsoft.com/office/drawing/2014/main" id="{003BE2C8-9B3B-8EE9-FCFB-2264EEC41046}"/>
                              </a:ext>
                            </a:extLst>
                          </p:cNvPr>
                          <p:cNvGrpSpPr/>
                          <p:nvPr/>
                        </p:nvGrpSpPr>
                        <p:grpSpPr>
                          <a:xfrm>
                            <a:off x="3701732" y="4724400"/>
                            <a:ext cx="731520" cy="731520"/>
                            <a:chOff x="2970212" y="4724400"/>
                            <a:chExt cx="731520" cy="731520"/>
                          </a:xfrm>
                        </p:grpSpPr>
                        <p:grpSp>
                          <p:nvGrpSpPr>
                            <p:cNvPr id="642" name="Group 641">
                              <a:extLst>
                                <a:ext uri="{FF2B5EF4-FFF2-40B4-BE49-F238E27FC236}">
                                  <a16:creationId xmlns:a16="http://schemas.microsoft.com/office/drawing/2014/main" id="{D7860164-BC08-88CA-D46D-29B21B3B40C5}"/>
                                </a:ext>
                              </a:extLst>
                            </p:cNvPr>
                            <p:cNvGrpSpPr/>
                            <p:nvPr/>
                          </p:nvGrpSpPr>
                          <p:grpSpPr>
                            <a:xfrm>
                              <a:off x="2970212" y="4724400"/>
                              <a:ext cx="731520" cy="365760"/>
                              <a:chOff x="2970212" y="4724400"/>
                              <a:chExt cx="731520" cy="365760"/>
                            </a:xfrm>
                          </p:grpSpPr>
                          <p:sp>
                            <p:nvSpPr>
                              <p:cNvPr id="645" name="Rectangle 644">
                                <a:extLst>
                                  <a:ext uri="{FF2B5EF4-FFF2-40B4-BE49-F238E27FC236}">
                                    <a16:creationId xmlns:a16="http://schemas.microsoft.com/office/drawing/2014/main" id="{ACD4D9AB-749A-8083-0B32-D30F81144CF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646" name="Rectangle 645">
                                <a:extLst>
                                  <a:ext uri="{FF2B5EF4-FFF2-40B4-BE49-F238E27FC236}">
                                    <a16:creationId xmlns:a16="http://schemas.microsoft.com/office/drawing/2014/main" id="{BF7E76DC-6358-6A0A-7ECD-0ABD1069D5D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643" name="Rectangle 642">
                              <a:extLst>
                                <a:ext uri="{FF2B5EF4-FFF2-40B4-BE49-F238E27FC236}">
                                  <a16:creationId xmlns:a16="http://schemas.microsoft.com/office/drawing/2014/main" id="{222E6D47-CC0B-244A-6666-BF3C6650BD73}"/>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644" name="Rectangle 643">
                              <a:extLst>
                                <a:ext uri="{FF2B5EF4-FFF2-40B4-BE49-F238E27FC236}">
                                  <a16:creationId xmlns:a16="http://schemas.microsoft.com/office/drawing/2014/main" id="{AFF98456-3900-973A-AC15-EF9B3E00772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grpSp>
                <p:grpSp>
                  <p:nvGrpSpPr>
                    <p:cNvPr id="581" name="Group 580">
                      <a:extLst>
                        <a:ext uri="{FF2B5EF4-FFF2-40B4-BE49-F238E27FC236}">
                          <a16:creationId xmlns:a16="http://schemas.microsoft.com/office/drawing/2014/main" id="{F3DC72A8-6805-6461-C989-053AF50F37B1}"/>
                        </a:ext>
                      </a:extLst>
                    </p:cNvPr>
                    <p:cNvGrpSpPr/>
                    <p:nvPr/>
                  </p:nvGrpSpPr>
                  <p:grpSpPr>
                    <a:xfrm>
                      <a:off x="2132012" y="4587240"/>
                      <a:ext cx="2926080" cy="1463040"/>
                      <a:chOff x="2970212" y="4724400"/>
                      <a:chExt cx="2926080" cy="1463040"/>
                    </a:xfrm>
                  </p:grpSpPr>
                  <p:grpSp>
                    <p:nvGrpSpPr>
                      <p:cNvPr id="582" name="Group 581">
                        <a:extLst>
                          <a:ext uri="{FF2B5EF4-FFF2-40B4-BE49-F238E27FC236}">
                            <a16:creationId xmlns:a16="http://schemas.microsoft.com/office/drawing/2014/main" id="{60E21EE4-7A4A-F2CB-A46D-19D121A0BE5B}"/>
                          </a:ext>
                        </a:extLst>
                      </p:cNvPr>
                      <p:cNvGrpSpPr/>
                      <p:nvPr/>
                    </p:nvGrpSpPr>
                    <p:grpSpPr>
                      <a:xfrm>
                        <a:off x="2970212" y="4724400"/>
                        <a:ext cx="1463040" cy="1463040"/>
                        <a:chOff x="2970212" y="4724400"/>
                        <a:chExt cx="1463040" cy="1463040"/>
                      </a:xfrm>
                    </p:grpSpPr>
                    <p:grpSp>
                      <p:nvGrpSpPr>
                        <p:cNvPr id="610" name="Group 609">
                          <a:extLst>
                            <a:ext uri="{FF2B5EF4-FFF2-40B4-BE49-F238E27FC236}">
                              <a16:creationId xmlns:a16="http://schemas.microsoft.com/office/drawing/2014/main" id="{628C845C-6D1E-0171-74DE-629D29755AAB}"/>
                            </a:ext>
                          </a:extLst>
                        </p:cNvPr>
                        <p:cNvGrpSpPr/>
                        <p:nvPr/>
                      </p:nvGrpSpPr>
                      <p:grpSpPr>
                        <a:xfrm>
                          <a:off x="2970212" y="4724400"/>
                          <a:ext cx="1463040" cy="731520"/>
                          <a:chOff x="2970212" y="4724400"/>
                          <a:chExt cx="1463040" cy="731520"/>
                        </a:xfrm>
                      </p:grpSpPr>
                      <p:grpSp>
                        <p:nvGrpSpPr>
                          <p:cNvPr id="624" name="Group 623">
                            <a:extLst>
                              <a:ext uri="{FF2B5EF4-FFF2-40B4-BE49-F238E27FC236}">
                                <a16:creationId xmlns:a16="http://schemas.microsoft.com/office/drawing/2014/main" id="{4ECE606C-798D-5709-B7FE-B6A209E1446C}"/>
                              </a:ext>
                            </a:extLst>
                          </p:cNvPr>
                          <p:cNvGrpSpPr/>
                          <p:nvPr/>
                        </p:nvGrpSpPr>
                        <p:grpSpPr>
                          <a:xfrm>
                            <a:off x="2970212" y="4724400"/>
                            <a:ext cx="731520" cy="731520"/>
                            <a:chOff x="2970212" y="4724400"/>
                            <a:chExt cx="731520" cy="731520"/>
                          </a:xfrm>
                        </p:grpSpPr>
                        <p:grpSp>
                          <p:nvGrpSpPr>
                            <p:cNvPr id="631" name="Group 630">
                              <a:extLst>
                                <a:ext uri="{FF2B5EF4-FFF2-40B4-BE49-F238E27FC236}">
                                  <a16:creationId xmlns:a16="http://schemas.microsoft.com/office/drawing/2014/main" id="{CF9064F3-FDE5-C7F0-B012-3F5067038571}"/>
                                </a:ext>
                              </a:extLst>
                            </p:cNvPr>
                            <p:cNvGrpSpPr/>
                            <p:nvPr/>
                          </p:nvGrpSpPr>
                          <p:grpSpPr>
                            <a:xfrm>
                              <a:off x="2970212" y="4724400"/>
                              <a:ext cx="731520" cy="365760"/>
                              <a:chOff x="2970212" y="4724400"/>
                              <a:chExt cx="731520" cy="365760"/>
                            </a:xfrm>
                          </p:grpSpPr>
                          <p:sp>
                            <p:nvSpPr>
                              <p:cNvPr id="634" name="Rectangle 633">
                                <a:extLst>
                                  <a:ext uri="{FF2B5EF4-FFF2-40B4-BE49-F238E27FC236}">
                                    <a16:creationId xmlns:a16="http://schemas.microsoft.com/office/drawing/2014/main" id="{B75F4D6D-E7A8-4955-7790-0732089F4F3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635" name="Rectangle 634">
                                <a:extLst>
                                  <a:ext uri="{FF2B5EF4-FFF2-40B4-BE49-F238E27FC236}">
                                    <a16:creationId xmlns:a16="http://schemas.microsoft.com/office/drawing/2014/main" id="{851034FA-C43A-649A-8ACD-A35F5CC672A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632" name="Rectangle 631">
                              <a:extLst>
                                <a:ext uri="{FF2B5EF4-FFF2-40B4-BE49-F238E27FC236}">
                                  <a16:creationId xmlns:a16="http://schemas.microsoft.com/office/drawing/2014/main" id="{A29F96B6-DFF7-B4B2-8345-DBF41A50C93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633" name="Rectangle 632">
                              <a:extLst>
                                <a:ext uri="{FF2B5EF4-FFF2-40B4-BE49-F238E27FC236}">
                                  <a16:creationId xmlns:a16="http://schemas.microsoft.com/office/drawing/2014/main" id="{648BC1AB-DDDC-A3F0-517F-5F76D4C8528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625" name="Group 624">
                            <a:extLst>
                              <a:ext uri="{FF2B5EF4-FFF2-40B4-BE49-F238E27FC236}">
                                <a16:creationId xmlns:a16="http://schemas.microsoft.com/office/drawing/2014/main" id="{CB326006-D07F-3F23-9CE3-799DF162BF61}"/>
                              </a:ext>
                            </a:extLst>
                          </p:cNvPr>
                          <p:cNvGrpSpPr/>
                          <p:nvPr/>
                        </p:nvGrpSpPr>
                        <p:grpSpPr>
                          <a:xfrm>
                            <a:off x="3701732" y="4724400"/>
                            <a:ext cx="731520" cy="731520"/>
                            <a:chOff x="2970212" y="4724400"/>
                            <a:chExt cx="731520" cy="731520"/>
                          </a:xfrm>
                        </p:grpSpPr>
                        <p:grpSp>
                          <p:nvGrpSpPr>
                            <p:cNvPr id="626" name="Group 625">
                              <a:extLst>
                                <a:ext uri="{FF2B5EF4-FFF2-40B4-BE49-F238E27FC236}">
                                  <a16:creationId xmlns:a16="http://schemas.microsoft.com/office/drawing/2014/main" id="{CDF95E9B-7EB7-BC9E-3635-C4B8F1506B6B}"/>
                                </a:ext>
                              </a:extLst>
                            </p:cNvPr>
                            <p:cNvGrpSpPr/>
                            <p:nvPr/>
                          </p:nvGrpSpPr>
                          <p:grpSpPr>
                            <a:xfrm>
                              <a:off x="2970212" y="4724400"/>
                              <a:ext cx="731520" cy="365760"/>
                              <a:chOff x="2970212" y="4724400"/>
                              <a:chExt cx="731520" cy="365760"/>
                            </a:xfrm>
                          </p:grpSpPr>
                          <p:sp>
                            <p:nvSpPr>
                              <p:cNvPr id="629" name="Rectangle 628">
                                <a:extLst>
                                  <a:ext uri="{FF2B5EF4-FFF2-40B4-BE49-F238E27FC236}">
                                    <a16:creationId xmlns:a16="http://schemas.microsoft.com/office/drawing/2014/main" id="{B3CDF3C0-5D4F-4E72-B5F9-69954C1AA8A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630" name="Rectangle 629">
                                <a:extLst>
                                  <a:ext uri="{FF2B5EF4-FFF2-40B4-BE49-F238E27FC236}">
                                    <a16:creationId xmlns:a16="http://schemas.microsoft.com/office/drawing/2014/main" id="{7081CAE5-3844-2223-7551-D820C06FB1ED}"/>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627" name="Rectangle 626">
                              <a:extLst>
                                <a:ext uri="{FF2B5EF4-FFF2-40B4-BE49-F238E27FC236}">
                                  <a16:creationId xmlns:a16="http://schemas.microsoft.com/office/drawing/2014/main" id="{8A7B7304-769B-48B5-2429-C81FC438ADE6}"/>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628" name="Rectangle 627">
                              <a:extLst>
                                <a:ext uri="{FF2B5EF4-FFF2-40B4-BE49-F238E27FC236}">
                                  <a16:creationId xmlns:a16="http://schemas.microsoft.com/office/drawing/2014/main" id="{D2C1956B-ECC9-7F2C-D954-1E5DE44C7DF1}"/>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nvGrpSpPr>
                        <p:cNvPr id="611" name="Group 610">
                          <a:extLst>
                            <a:ext uri="{FF2B5EF4-FFF2-40B4-BE49-F238E27FC236}">
                              <a16:creationId xmlns:a16="http://schemas.microsoft.com/office/drawing/2014/main" id="{DDA890F0-A00A-76C7-D184-83535C5FD2B9}"/>
                            </a:ext>
                          </a:extLst>
                        </p:cNvPr>
                        <p:cNvGrpSpPr/>
                        <p:nvPr/>
                      </p:nvGrpSpPr>
                      <p:grpSpPr>
                        <a:xfrm>
                          <a:off x="2970212" y="5455920"/>
                          <a:ext cx="1463040" cy="731520"/>
                          <a:chOff x="2970212" y="4724400"/>
                          <a:chExt cx="1463040" cy="731520"/>
                        </a:xfrm>
                      </p:grpSpPr>
                      <p:grpSp>
                        <p:nvGrpSpPr>
                          <p:cNvPr id="612" name="Group 611">
                            <a:extLst>
                              <a:ext uri="{FF2B5EF4-FFF2-40B4-BE49-F238E27FC236}">
                                <a16:creationId xmlns:a16="http://schemas.microsoft.com/office/drawing/2014/main" id="{AABD1D2D-08FA-41F0-9342-2C4276B8B79A}"/>
                              </a:ext>
                            </a:extLst>
                          </p:cNvPr>
                          <p:cNvGrpSpPr/>
                          <p:nvPr/>
                        </p:nvGrpSpPr>
                        <p:grpSpPr>
                          <a:xfrm>
                            <a:off x="2970212" y="4724400"/>
                            <a:ext cx="731520" cy="731520"/>
                            <a:chOff x="2970212" y="4724400"/>
                            <a:chExt cx="731520" cy="731520"/>
                          </a:xfrm>
                        </p:grpSpPr>
                        <p:grpSp>
                          <p:nvGrpSpPr>
                            <p:cNvPr id="619" name="Group 618">
                              <a:extLst>
                                <a:ext uri="{FF2B5EF4-FFF2-40B4-BE49-F238E27FC236}">
                                  <a16:creationId xmlns:a16="http://schemas.microsoft.com/office/drawing/2014/main" id="{A6C9E9DE-458A-5B06-A8BF-12B9AD83448D}"/>
                                </a:ext>
                              </a:extLst>
                            </p:cNvPr>
                            <p:cNvGrpSpPr/>
                            <p:nvPr/>
                          </p:nvGrpSpPr>
                          <p:grpSpPr>
                            <a:xfrm>
                              <a:off x="2970212" y="4724400"/>
                              <a:ext cx="731520" cy="365760"/>
                              <a:chOff x="2970212" y="4724400"/>
                              <a:chExt cx="731520" cy="365760"/>
                            </a:xfrm>
                          </p:grpSpPr>
                          <p:sp>
                            <p:nvSpPr>
                              <p:cNvPr id="622" name="Rectangle 621">
                                <a:extLst>
                                  <a:ext uri="{FF2B5EF4-FFF2-40B4-BE49-F238E27FC236}">
                                    <a16:creationId xmlns:a16="http://schemas.microsoft.com/office/drawing/2014/main" id="{2AF4C1BA-75CD-7FDB-5FFB-929C71F793E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623" name="Rectangle 622">
                                <a:extLst>
                                  <a:ext uri="{FF2B5EF4-FFF2-40B4-BE49-F238E27FC236}">
                                    <a16:creationId xmlns:a16="http://schemas.microsoft.com/office/drawing/2014/main" id="{F0DD8414-611B-19E5-634C-4916C4F1B38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620" name="Rectangle 619">
                              <a:extLst>
                                <a:ext uri="{FF2B5EF4-FFF2-40B4-BE49-F238E27FC236}">
                                  <a16:creationId xmlns:a16="http://schemas.microsoft.com/office/drawing/2014/main" id="{8938ECF4-416D-6E97-CC2C-6D77D1FB945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621" name="Rectangle 620">
                              <a:extLst>
                                <a:ext uri="{FF2B5EF4-FFF2-40B4-BE49-F238E27FC236}">
                                  <a16:creationId xmlns:a16="http://schemas.microsoft.com/office/drawing/2014/main" id="{ED5C881D-B9DB-9F01-EF8B-23CB6AB7C27C}"/>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613" name="Group 612">
                            <a:extLst>
                              <a:ext uri="{FF2B5EF4-FFF2-40B4-BE49-F238E27FC236}">
                                <a16:creationId xmlns:a16="http://schemas.microsoft.com/office/drawing/2014/main" id="{2A39E83A-0C4F-3AEE-8872-630B9F7B715D}"/>
                              </a:ext>
                            </a:extLst>
                          </p:cNvPr>
                          <p:cNvGrpSpPr/>
                          <p:nvPr/>
                        </p:nvGrpSpPr>
                        <p:grpSpPr>
                          <a:xfrm>
                            <a:off x="3701732" y="4724400"/>
                            <a:ext cx="731520" cy="731520"/>
                            <a:chOff x="2970212" y="4724400"/>
                            <a:chExt cx="731520" cy="731520"/>
                          </a:xfrm>
                        </p:grpSpPr>
                        <p:grpSp>
                          <p:nvGrpSpPr>
                            <p:cNvPr id="614" name="Group 613">
                              <a:extLst>
                                <a:ext uri="{FF2B5EF4-FFF2-40B4-BE49-F238E27FC236}">
                                  <a16:creationId xmlns:a16="http://schemas.microsoft.com/office/drawing/2014/main" id="{0A1E167F-5047-25E8-933A-6AA1916A250E}"/>
                                </a:ext>
                              </a:extLst>
                            </p:cNvPr>
                            <p:cNvGrpSpPr/>
                            <p:nvPr/>
                          </p:nvGrpSpPr>
                          <p:grpSpPr>
                            <a:xfrm>
                              <a:off x="2970212" y="4724400"/>
                              <a:ext cx="731520" cy="365760"/>
                              <a:chOff x="2970212" y="4724400"/>
                              <a:chExt cx="731520" cy="365760"/>
                            </a:xfrm>
                          </p:grpSpPr>
                          <p:sp>
                            <p:nvSpPr>
                              <p:cNvPr id="617" name="Rectangle 616">
                                <a:extLst>
                                  <a:ext uri="{FF2B5EF4-FFF2-40B4-BE49-F238E27FC236}">
                                    <a16:creationId xmlns:a16="http://schemas.microsoft.com/office/drawing/2014/main" id="{9E091005-3E0F-5130-4B42-13C63C4AEE5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618" name="Rectangle 617">
                                <a:extLst>
                                  <a:ext uri="{FF2B5EF4-FFF2-40B4-BE49-F238E27FC236}">
                                    <a16:creationId xmlns:a16="http://schemas.microsoft.com/office/drawing/2014/main" id="{C53A9CE7-8ED1-E3AF-FC26-0279D039465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615" name="Rectangle 614">
                              <a:extLst>
                                <a:ext uri="{FF2B5EF4-FFF2-40B4-BE49-F238E27FC236}">
                                  <a16:creationId xmlns:a16="http://schemas.microsoft.com/office/drawing/2014/main" id="{8A6F3461-D2D6-1CB1-8373-C3855681D60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616" name="Rectangle 615">
                              <a:extLst>
                                <a:ext uri="{FF2B5EF4-FFF2-40B4-BE49-F238E27FC236}">
                                  <a16:creationId xmlns:a16="http://schemas.microsoft.com/office/drawing/2014/main" id="{180A1CDA-A58C-5534-AAB7-A32D1ED127C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grpSp>
                    <p:nvGrpSpPr>
                      <p:cNvPr id="583" name="Group 582">
                        <a:extLst>
                          <a:ext uri="{FF2B5EF4-FFF2-40B4-BE49-F238E27FC236}">
                            <a16:creationId xmlns:a16="http://schemas.microsoft.com/office/drawing/2014/main" id="{30108432-053D-A357-E5D0-3A68B2B8F86C}"/>
                          </a:ext>
                        </a:extLst>
                      </p:cNvPr>
                      <p:cNvGrpSpPr/>
                      <p:nvPr/>
                    </p:nvGrpSpPr>
                    <p:grpSpPr>
                      <a:xfrm>
                        <a:off x="4433252" y="4724400"/>
                        <a:ext cx="1463040" cy="1463040"/>
                        <a:chOff x="2970212" y="4724400"/>
                        <a:chExt cx="1463040" cy="1463040"/>
                      </a:xfrm>
                    </p:grpSpPr>
                    <p:grpSp>
                      <p:nvGrpSpPr>
                        <p:cNvPr id="584" name="Group 583">
                          <a:extLst>
                            <a:ext uri="{FF2B5EF4-FFF2-40B4-BE49-F238E27FC236}">
                              <a16:creationId xmlns:a16="http://schemas.microsoft.com/office/drawing/2014/main" id="{291A44FC-3DA0-5096-D9EB-CAF6C594B166}"/>
                            </a:ext>
                          </a:extLst>
                        </p:cNvPr>
                        <p:cNvGrpSpPr/>
                        <p:nvPr/>
                      </p:nvGrpSpPr>
                      <p:grpSpPr>
                        <a:xfrm>
                          <a:off x="2970212" y="4724400"/>
                          <a:ext cx="1463040" cy="731520"/>
                          <a:chOff x="2970212" y="4724400"/>
                          <a:chExt cx="1463040" cy="731520"/>
                        </a:xfrm>
                      </p:grpSpPr>
                      <p:grpSp>
                        <p:nvGrpSpPr>
                          <p:cNvPr id="598" name="Group 597">
                            <a:extLst>
                              <a:ext uri="{FF2B5EF4-FFF2-40B4-BE49-F238E27FC236}">
                                <a16:creationId xmlns:a16="http://schemas.microsoft.com/office/drawing/2014/main" id="{5EAB673E-15E0-4E62-5CC8-A7A53ECC3A1A}"/>
                              </a:ext>
                            </a:extLst>
                          </p:cNvPr>
                          <p:cNvGrpSpPr/>
                          <p:nvPr/>
                        </p:nvGrpSpPr>
                        <p:grpSpPr>
                          <a:xfrm>
                            <a:off x="2970212" y="4724400"/>
                            <a:ext cx="731520" cy="731520"/>
                            <a:chOff x="2970212" y="4724400"/>
                            <a:chExt cx="731520" cy="731520"/>
                          </a:xfrm>
                        </p:grpSpPr>
                        <p:grpSp>
                          <p:nvGrpSpPr>
                            <p:cNvPr id="605" name="Group 604">
                              <a:extLst>
                                <a:ext uri="{FF2B5EF4-FFF2-40B4-BE49-F238E27FC236}">
                                  <a16:creationId xmlns:a16="http://schemas.microsoft.com/office/drawing/2014/main" id="{5B9BAEC4-4B8F-3D2C-5D06-84B67A4CB21B}"/>
                                </a:ext>
                              </a:extLst>
                            </p:cNvPr>
                            <p:cNvGrpSpPr/>
                            <p:nvPr/>
                          </p:nvGrpSpPr>
                          <p:grpSpPr>
                            <a:xfrm>
                              <a:off x="2970212" y="4724400"/>
                              <a:ext cx="731520" cy="365760"/>
                              <a:chOff x="2970212" y="4724400"/>
                              <a:chExt cx="731520" cy="365760"/>
                            </a:xfrm>
                          </p:grpSpPr>
                          <p:sp>
                            <p:nvSpPr>
                              <p:cNvPr id="608" name="Rectangle 607">
                                <a:extLst>
                                  <a:ext uri="{FF2B5EF4-FFF2-40B4-BE49-F238E27FC236}">
                                    <a16:creationId xmlns:a16="http://schemas.microsoft.com/office/drawing/2014/main" id="{13E2258C-B7F7-AB62-E36F-EBE272CEAF7D}"/>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609" name="Rectangle 608">
                                <a:extLst>
                                  <a:ext uri="{FF2B5EF4-FFF2-40B4-BE49-F238E27FC236}">
                                    <a16:creationId xmlns:a16="http://schemas.microsoft.com/office/drawing/2014/main" id="{37D12F40-D00A-1937-976D-9F281A67199E}"/>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606" name="Rectangle 605">
                              <a:extLst>
                                <a:ext uri="{FF2B5EF4-FFF2-40B4-BE49-F238E27FC236}">
                                  <a16:creationId xmlns:a16="http://schemas.microsoft.com/office/drawing/2014/main" id="{2A72567B-483B-9FFB-5494-45A6E7B9CA77}"/>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607" name="Rectangle 606">
                              <a:extLst>
                                <a:ext uri="{FF2B5EF4-FFF2-40B4-BE49-F238E27FC236}">
                                  <a16:creationId xmlns:a16="http://schemas.microsoft.com/office/drawing/2014/main" id="{0D04860F-1B33-05BF-801A-CC18C8E3B297}"/>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599" name="Group 598">
                            <a:extLst>
                              <a:ext uri="{FF2B5EF4-FFF2-40B4-BE49-F238E27FC236}">
                                <a16:creationId xmlns:a16="http://schemas.microsoft.com/office/drawing/2014/main" id="{5ADA1479-450D-B05E-3AC8-89834D0AC662}"/>
                              </a:ext>
                            </a:extLst>
                          </p:cNvPr>
                          <p:cNvGrpSpPr/>
                          <p:nvPr/>
                        </p:nvGrpSpPr>
                        <p:grpSpPr>
                          <a:xfrm>
                            <a:off x="3701732" y="4724400"/>
                            <a:ext cx="731520" cy="731520"/>
                            <a:chOff x="2970212" y="4724400"/>
                            <a:chExt cx="731520" cy="731520"/>
                          </a:xfrm>
                        </p:grpSpPr>
                        <p:grpSp>
                          <p:nvGrpSpPr>
                            <p:cNvPr id="600" name="Group 599">
                              <a:extLst>
                                <a:ext uri="{FF2B5EF4-FFF2-40B4-BE49-F238E27FC236}">
                                  <a16:creationId xmlns:a16="http://schemas.microsoft.com/office/drawing/2014/main" id="{0A39697E-F0DC-3841-B610-B6C4721F6711}"/>
                                </a:ext>
                              </a:extLst>
                            </p:cNvPr>
                            <p:cNvGrpSpPr/>
                            <p:nvPr/>
                          </p:nvGrpSpPr>
                          <p:grpSpPr>
                            <a:xfrm>
                              <a:off x="2970212" y="4724400"/>
                              <a:ext cx="731520" cy="365760"/>
                              <a:chOff x="2970212" y="4724400"/>
                              <a:chExt cx="731520" cy="365760"/>
                            </a:xfrm>
                          </p:grpSpPr>
                          <p:sp>
                            <p:nvSpPr>
                              <p:cNvPr id="603" name="Rectangle 602">
                                <a:extLst>
                                  <a:ext uri="{FF2B5EF4-FFF2-40B4-BE49-F238E27FC236}">
                                    <a16:creationId xmlns:a16="http://schemas.microsoft.com/office/drawing/2014/main" id="{007390A5-929A-B729-983D-E33E6D89DBFA}"/>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604" name="Rectangle 603">
                                <a:extLst>
                                  <a:ext uri="{FF2B5EF4-FFF2-40B4-BE49-F238E27FC236}">
                                    <a16:creationId xmlns:a16="http://schemas.microsoft.com/office/drawing/2014/main" id="{CDE12157-E784-8167-E4C1-5E24E8796D94}"/>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601" name="Rectangle 600">
                              <a:extLst>
                                <a:ext uri="{FF2B5EF4-FFF2-40B4-BE49-F238E27FC236}">
                                  <a16:creationId xmlns:a16="http://schemas.microsoft.com/office/drawing/2014/main" id="{DF13FC35-56A9-4220-EA66-A435A14CE57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602" name="Rectangle 601">
                              <a:extLst>
                                <a:ext uri="{FF2B5EF4-FFF2-40B4-BE49-F238E27FC236}">
                                  <a16:creationId xmlns:a16="http://schemas.microsoft.com/office/drawing/2014/main" id="{3564300E-E3E5-7F08-B41D-DE3EDED315E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nvGrpSpPr>
                        <p:cNvPr id="585" name="Group 584">
                          <a:extLst>
                            <a:ext uri="{FF2B5EF4-FFF2-40B4-BE49-F238E27FC236}">
                              <a16:creationId xmlns:a16="http://schemas.microsoft.com/office/drawing/2014/main" id="{B2245677-E569-91CD-0A7A-E9ECC6737C2D}"/>
                            </a:ext>
                          </a:extLst>
                        </p:cNvPr>
                        <p:cNvGrpSpPr/>
                        <p:nvPr/>
                      </p:nvGrpSpPr>
                      <p:grpSpPr>
                        <a:xfrm>
                          <a:off x="2970212" y="5455920"/>
                          <a:ext cx="1463040" cy="731520"/>
                          <a:chOff x="2970212" y="4724400"/>
                          <a:chExt cx="1463040" cy="731520"/>
                        </a:xfrm>
                      </p:grpSpPr>
                      <p:grpSp>
                        <p:nvGrpSpPr>
                          <p:cNvPr id="586" name="Group 585">
                            <a:extLst>
                              <a:ext uri="{FF2B5EF4-FFF2-40B4-BE49-F238E27FC236}">
                                <a16:creationId xmlns:a16="http://schemas.microsoft.com/office/drawing/2014/main" id="{72580C5F-3F39-8E95-E863-DDD79F79FEBD}"/>
                              </a:ext>
                            </a:extLst>
                          </p:cNvPr>
                          <p:cNvGrpSpPr/>
                          <p:nvPr/>
                        </p:nvGrpSpPr>
                        <p:grpSpPr>
                          <a:xfrm>
                            <a:off x="2970212" y="4724400"/>
                            <a:ext cx="731520" cy="731520"/>
                            <a:chOff x="2970212" y="4724400"/>
                            <a:chExt cx="731520" cy="731520"/>
                          </a:xfrm>
                        </p:grpSpPr>
                        <p:grpSp>
                          <p:nvGrpSpPr>
                            <p:cNvPr id="593" name="Group 592">
                              <a:extLst>
                                <a:ext uri="{FF2B5EF4-FFF2-40B4-BE49-F238E27FC236}">
                                  <a16:creationId xmlns:a16="http://schemas.microsoft.com/office/drawing/2014/main" id="{D6D39C0B-E497-C831-C318-644412614AFB}"/>
                                </a:ext>
                              </a:extLst>
                            </p:cNvPr>
                            <p:cNvGrpSpPr/>
                            <p:nvPr/>
                          </p:nvGrpSpPr>
                          <p:grpSpPr>
                            <a:xfrm>
                              <a:off x="2970212" y="4724400"/>
                              <a:ext cx="731520" cy="365760"/>
                              <a:chOff x="2970212" y="4724400"/>
                              <a:chExt cx="731520" cy="365760"/>
                            </a:xfrm>
                          </p:grpSpPr>
                          <p:sp>
                            <p:nvSpPr>
                              <p:cNvPr id="596" name="Rectangle 595">
                                <a:extLst>
                                  <a:ext uri="{FF2B5EF4-FFF2-40B4-BE49-F238E27FC236}">
                                    <a16:creationId xmlns:a16="http://schemas.microsoft.com/office/drawing/2014/main" id="{BAB9AF2C-BB4E-DD84-F214-4F0018E6329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597" name="Rectangle 596">
                                <a:extLst>
                                  <a:ext uri="{FF2B5EF4-FFF2-40B4-BE49-F238E27FC236}">
                                    <a16:creationId xmlns:a16="http://schemas.microsoft.com/office/drawing/2014/main" id="{C6758884-A0DF-F402-6ACA-3483FA1CC676}"/>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594" name="Rectangle 593">
                              <a:extLst>
                                <a:ext uri="{FF2B5EF4-FFF2-40B4-BE49-F238E27FC236}">
                                  <a16:creationId xmlns:a16="http://schemas.microsoft.com/office/drawing/2014/main" id="{CD1FB0D9-E553-5C1E-0066-11BD6702F42C}"/>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595" name="Rectangle 594">
                              <a:extLst>
                                <a:ext uri="{FF2B5EF4-FFF2-40B4-BE49-F238E27FC236}">
                                  <a16:creationId xmlns:a16="http://schemas.microsoft.com/office/drawing/2014/main" id="{E082D812-84B2-C7E1-EB34-8166361CC1D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587" name="Group 586">
                            <a:extLst>
                              <a:ext uri="{FF2B5EF4-FFF2-40B4-BE49-F238E27FC236}">
                                <a16:creationId xmlns:a16="http://schemas.microsoft.com/office/drawing/2014/main" id="{32619FBD-E471-1DD1-9D5C-C19B5AF204BC}"/>
                              </a:ext>
                            </a:extLst>
                          </p:cNvPr>
                          <p:cNvGrpSpPr/>
                          <p:nvPr/>
                        </p:nvGrpSpPr>
                        <p:grpSpPr>
                          <a:xfrm>
                            <a:off x="3701732" y="4724400"/>
                            <a:ext cx="731520" cy="731520"/>
                            <a:chOff x="2970212" y="4724400"/>
                            <a:chExt cx="731520" cy="731520"/>
                          </a:xfrm>
                        </p:grpSpPr>
                        <p:grpSp>
                          <p:nvGrpSpPr>
                            <p:cNvPr id="588" name="Group 587">
                              <a:extLst>
                                <a:ext uri="{FF2B5EF4-FFF2-40B4-BE49-F238E27FC236}">
                                  <a16:creationId xmlns:a16="http://schemas.microsoft.com/office/drawing/2014/main" id="{57A30795-DCB0-7C98-5C15-CEFE30E7F2FC}"/>
                                </a:ext>
                              </a:extLst>
                            </p:cNvPr>
                            <p:cNvGrpSpPr/>
                            <p:nvPr/>
                          </p:nvGrpSpPr>
                          <p:grpSpPr>
                            <a:xfrm>
                              <a:off x="2970212" y="4724400"/>
                              <a:ext cx="731520" cy="365760"/>
                              <a:chOff x="2970212" y="4724400"/>
                              <a:chExt cx="731520" cy="365760"/>
                            </a:xfrm>
                          </p:grpSpPr>
                          <p:sp>
                            <p:nvSpPr>
                              <p:cNvPr id="591" name="Rectangle 590">
                                <a:extLst>
                                  <a:ext uri="{FF2B5EF4-FFF2-40B4-BE49-F238E27FC236}">
                                    <a16:creationId xmlns:a16="http://schemas.microsoft.com/office/drawing/2014/main" id="{1C012083-9794-BB08-E719-656FB889440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592" name="Rectangle 591">
                                <a:extLst>
                                  <a:ext uri="{FF2B5EF4-FFF2-40B4-BE49-F238E27FC236}">
                                    <a16:creationId xmlns:a16="http://schemas.microsoft.com/office/drawing/2014/main" id="{1B4479B0-7145-7E6A-1178-1967E96D7B3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589" name="Rectangle 588">
                              <a:extLst>
                                <a:ext uri="{FF2B5EF4-FFF2-40B4-BE49-F238E27FC236}">
                                  <a16:creationId xmlns:a16="http://schemas.microsoft.com/office/drawing/2014/main" id="{1A9F80DB-193C-87D9-4299-75B73966CFA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590" name="Rectangle 589">
                              <a:extLst>
                                <a:ext uri="{FF2B5EF4-FFF2-40B4-BE49-F238E27FC236}">
                                  <a16:creationId xmlns:a16="http://schemas.microsoft.com/office/drawing/2014/main" id="{9F7E34D4-28D3-3518-B2F1-90A1599FB39A}"/>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grpSp>
              </p:grpSp>
              <p:grpSp>
                <p:nvGrpSpPr>
                  <p:cNvPr id="131" name="Group 130">
                    <a:extLst>
                      <a:ext uri="{FF2B5EF4-FFF2-40B4-BE49-F238E27FC236}">
                        <a16:creationId xmlns:a16="http://schemas.microsoft.com/office/drawing/2014/main" id="{954A7B06-B7CC-9CC7-6FD1-12566C2D92FC}"/>
                      </a:ext>
                    </a:extLst>
                  </p:cNvPr>
                  <p:cNvGrpSpPr/>
                  <p:nvPr/>
                </p:nvGrpSpPr>
                <p:grpSpPr>
                  <a:xfrm>
                    <a:off x="5058092" y="3124200"/>
                    <a:ext cx="2926080" cy="2926080"/>
                    <a:chOff x="2132012" y="3124200"/>
                    <a:chExt cx="2926080" cy="2926080"/>
                  </a:xfrm>
                </p:grpSpPr>
                <p:grpSp>
                  <p:nvGrpSpPr>
                    <p:cNvPr id="470" name="Group 469">
                      <a:extLst>
                        <a:ext uri="{FF2B5EF4-FFF2-40B4-BE49-F238E27FC236}">
                          <a16:creationId xmlns:a16="http://schemas.microsoft.com/office/drawing/2014/main" id="{A0607099-3BEA-2488-5E5A-D2BE76CE0BD7}"/>
                        </a:ext>
                      </a:extLst>
                    </p:cNvPr>
                    <p:cNvGrpSpPr/>
                    <p:nvPr/>
                  </p:nvGrpSpPr>
                  <p:grpSpPr>
                    <a:xfrm>
                      <a:off x="2132012" y="3124200"/>
                      <a:ext cx="2926080" cy="1463040"/>
                      <a:chOff x="2970212" y="4724400"/>
                      <a:chExt cx="2926080" cy="1463040"/>
                    </a:xfrm>
                  </p:grpSpPr>
                  <p:grpSp>
                    <p:nvGrpSpPr>
                      <p:cNvPr id="526" name="Group 525">
                        <a:extLst>
                          <a:ext uri="{FF2B5EF4-FFF2-40B4-BE49-F238E27FC236}">
                            <a16:creationId xmlns:a16="http://schemas.microsoft.com/office/drawing/2014/main" id="{E3A3C399-2B37-433E-9272-AF646DB27D2D}"/>
                          </a:ext>
                        </a:extLst>
                      </p:cNvPr>
                      <p:cNvGrpSpPr/>
                      <p:nvPr/>
                    </p:nvGrpSpPr>
                    <p:grpSpPr>
                      <a:xfrm>
                        <a:off x="2970212" y="4724400"/>
                        <a:ext cx="1463040" cy="1463040"/>
                        <a:chOff x="2970212" y="4724400"/>
                        <a:chExt cx="1463040" cy="1463040"/>
                      </a:xfrm>
                    </p:grpSpPr>
                    <p:grpSp>
                      <p:nvGrpSpPr>
                        <p:cNvPr id="554" name="Group 553">
                          <a:extLst>
                            <a:ext uri="{FF2B5EF4-FFF2-40B4-BE49-F238E27FC236}">
                              <a16:creationId xmlns:a16="http://schemas.microsoft.com/office/drawing/2014/main" id="{36DB43DE-750F-5934-1CE2-1721B7197493}"/>
                            </a:ext>
                          </a:extLst>
                        </p:cNvPr>
                        <p:cNvGrpSpPr/>
                        <p:nvPr/>
                      </p:nvGrpSpPr>
                      <p:grpSpPr>
                        <a:xfrm>
                          <a:off x="2970212" y="4724400"/>
                          <a:ext cx="1463040" cy="731520"/>
                          <a:chOff x="2970212" y="4724400"/>
                          <a:chExt cx="1463040" cy="731520"/>
                        </a:xfrm>
                      </p:grpSpPr>
                      <p:grpSp>
                        <p:nvGrpSpPr>
                          <p:cNvPr id="568" name="Group 567">
                            <a:extLst>
                              <a:ext uri="{FF2B5EF4-FFF2-40B4-BE49-F238E27FC236}">
                                <a16:creationId xmlns:a16="http://schemas.microsoft.com/office/drawing/2014/main" id="{7F5B4649-C7D6-11AB-5A69-F896A2E257DC}"/>
                              </a:ext>
                            </a:extLst>
                          </p:cNvPr>
                          <p:cNvGrpSpPr/>
                          <p:nvPr/>
                        </p:nvGrpSpPr>
                        <p:grpSpPr>
                          <a:xfrm>
                            <a:off x="2970212" y="4724400"/>
                            <a:ext cx="731520" cy="731520"/>
                            <a:chOff x="2970212" y="4724400"/>
                            <a:chExt cx="731520" cy="731520"/>
                          </a:xfrm>
                        </p:grpSpPr>
                        <p:grpSp>
                          <p:nvGrpSpPr>
                            <p:cNvPr id="575" name="Group 574">
                              <a:extLst>
                                <a:ext uri="{FF2B5EF4-FFF2-40B4-BE49-F238E27FC236}">
                                  <a16:creationId xmlns:a16="http://schemas.microsoft.com/office/drawing/2014/main" id="{7B1E58DC-3CBD-3435-7153-CE7D6D3099DA}"/>
                                </a:ext>
                              </a:extLst>
                            </p:cNvPr>
                            <p:cNvGrpSpPr/>
                            <p:nvPr/>
                          </p:nvGrpSpPr>
                          <p:grpSpPr>
                            <a:xfrm>
                              <a:off x="2970212" y="4724400"/>
                              <a:ext cx="731520" cy="365760"/>
                              <a:chOff x="2970212" y="4724400"/>
                              <a:chExt cx="731520" cy="365760"/>
                            </a:xfrm>
                          </p:grpSpPr>
                          <p:sp>
                            <p:nvSpPr>
                              <p:cNvPr id="578" name="Rectangle 577">
                                <a:extLst>
                                  <a:ext uri="{FF2B5EF4-FFF2-40B4-BE49-F238E27FC236}">
                                    <a16:creationId xmlns:a16="http://schemas.microsoft.com/office/drawing/2014/main" id="{275B688D-EE99-6F09-55DC-028733B1B59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579" name="Rectangle 578">
                                <a:extLst>
                                  <a:ext uri="{FF2B5EF4-FFF2-40B4-BE49-F238E27FC236}">
                                    <a16:creationId xmlns:a16="http://schemas.microsoft.com/office/drawing/2014/main" id="{843BEA21-C186-4013-DC89-A728F0348323}"/>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576" name="Rectangle 575">
                              <a:extLst>
                                <a:ext uri="{FF2B5EF4-FFF2-40B4-BE49-F238E27FC236}">
                                  <a16:creationId xmlns:a16="http://schemas.microsoft.com/office/drawing/2014/main" id="{6541D613-D1A6-5C18-6BD2-7F4DE11BAE56}"/>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577" name="Rectangle 576">
                              <a:extLst>
                                <a:ext uri="{FF2B5EF4-FFF2-40B4-BE49-F238E27FC236}">
                                  <a16:creationId xmlns:a16="http://schemas.microsoft.com/office/drawing/2014/main" id="{BB8B7C94-9348-83FA-BFF5-1FA6A260B6CB}"/>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569" name="Group 568">
                            <a:extLst>
                              <a:ext uri="{FF2B5EF4-FFF2-40B4-BE49-F238E27FC236}">
                                <a16:creationId xmlns:a16="http://schemas.microsoft.com/office/drawing/2014/main" id="{3427EE34-D570-CE7D-3BAF-B3AE102428D2}"/>
                              </a:ext>
                            </a:extLst>
                          </p:cNvPr>
                          <p:cNvGrpSpPr/>
                          <p:nvPr/>
                        </p:nvGrpSpPr>
                        <p:grpSpPr>
                          <a:xfrm>
                            <a:off x="3701732" y="4724400"/>
                            <a:ext cx="731520" cy="731520"/>
                            <a:chOff x="2970212" y="4724400"/>
                            <a:chExt cx="731520" cy="731520"/>
                          </a:xfrm>
                        </p:grpSpPr>
                        <p:grpSp>
                          <p:nvGrpSpPr>
                            <p:cNvPr id="570" name="Group 569">
                              <a:extLst>
                                <a:ext uri="{FF2B5EF4-FFF2-40B4-BE49-F238E27FC236}">
                                  <a16:creationId xmlns:a16="http://schemas.microsoft.com/office/drawing/2014/main" id="{E390F4FA-289E-5FF4-28BC-F179071791DD}"/>
                                </a:ext>
                              </a:extLst>
                            </p:cNvPr>
                            <p:cNvGrpSpPr/>
                            <p:nvPr/>
                          </p:nvGrpSpPr>
                          <p:grpSpPr>
                            <a:xfrm>
                              <a:off x="2970212" y="4724400"/>
                              <a:ext cx="731520" cy="365760"/>
                              <a:chOff x="2970212" y="4724400"/>
                              <a:chExt cx="731520" cy="365760"/>
                            </a:xfrm>
                          </p:grpSpPr>
                          <p:sp>
                            <p:nvSpPr>
                              <p:cNvPr id="573" name="Rectangle 572">
                                <a:extLst>
                                  <a:ext uri="{FF2B5EF4-FFF2-40B4-BE49-F238E27FC236}">
                                    <a16:creationId xmlns:a16="http://schemas.microsoft.com/office/drawing/2014/main" id="{0D527463-6E2E-5E7D-3EDE-9C4B1B17EA3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574" name="Rectangle 573">
                                <a:extLst>
                                  <a:ext uri="{FF2B5EF4-FFF2-40B4-BE49-F238E27FC236}">
                                    <a16:creationId xmlns:a16="http://schemas.microsoft.com/office/drawing/2014/main" id="{CAB92A39-326D-2FD9-2973-C8BBAD89E07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571" name="Rectangle 570">
                              <a:extLst>
                                <a:ext uri="{FF2B5EF4-FFF2-40B4-BE49-F238E27FC236}">
                                  <a16:creationId xmlns:a16="http://schemas.microsoft.com/office/drawing/2014/main" id="{33E2C1C3-21BE-689B-AC91-BD63F7CBF5F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572" name="Rectangle 571">
                              <a:extLst>
                                <a:ext uri="{FF2B5EF4-FFF2-40B4-BE49-F238E27FC236}">
                                  <a16:creationId xmlns:a16="http://schemas.microsoft.com/office/drawing/2014/main" id="{54DB467C-27ED-6D28-CF0C-2286C6F12FF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nvGrpSpPr>
                        <p:cNvPr id="555" name="Group 554">
                          <a:extLst>
                            <a:ext uri="{FF2B5EF4-FFF2-40B4-BE49-F238E27FC236}">
                              <a16:creationId xmlns:a16="http://schemas.microsoft.com/office/drawing/2014/main" id="{8F48ADA6-E335-50DF-29B9-BDA3DF607C0F}"/>
                            </a:ext>
                          </a:extLst>
                        </p:cNvPr>
                        <p:cNvGrpSpPr/>
                        <p:nvPr/>
                      </p:nvGrpSpPr>
                      <p:grpSpPr>
                        <a:xfrm>
                          <a:off x="2970212" y="5455920"/>
                          <a:ext cx="1463040" cy="731520"/>
                          <a:chOff x="2970212" y="4724400"/>
                          <a:chExt cx="1463040" cy="731520"/>
                        </a:xfrm>
                      </p:grpSpPr>
                      <p:grpSp>
                        <p:nvGrpSpPr>
                          <p:cNvPr id="556" name="Group 555">
                            <a:extLst>
                              <a:ext uri="{FF2B5EF4-FFF2-40B4-BE49-F238E27FC236}">
                                <a16:creationId xmlns:a16="http://schemas.microsoft.com/office/drawing/2014/main" id="{38C2F4CC-EB42-17CE-B0D2-BC1A947C4040}"/>
                              </a:ext>
                            </a:extLst>
                          </p:cNvPr>
                          <p:cNvGrpSpPr/>
                          <p:nvPr/>
                        </p:nvGrpSpPr>
                        <p:grpSpPr>
                          <a:xfrm>
                            <a:off x="2970212" y="4724400"/>
                            <a:ext cx="731520" cy="731520"/>
                            <a:chOff x="2970212" y="4724400"/>
                            <a:chExt cx="731520" cy="731520"/>
                          </a:xfrm>
                        </p:grpSpPr>
                        <p:grpSp>
                          <p:nvGrpSpPr>
                            <p:cNvPr id="563" name="Group 562">
                              <a:extLst>
                                <a:ext uri="{FF2B5EF4-FFF2-40B4-BE49-F238E27FC236}">
                                  <a16:creationId xmlns:a16="http://schemas.microsoft.com/office/drawing/2014/main" id="{82577FD3-CCE0-108D-25F8-7D129AB8341C}"/>
                                </a:ext>
                              </a:extLst>
                            </p:cNvPr>
                            <p:cNvGrpSpPr/>
                            <p:nvPr/>
                          </p:nvGrpSpPr>
                          <p:grpSpPr>
                            <a:xfrm>
                              <a:off x="2970212" y="4724400"/>
                              <a:ext cx="731520" cy="365760"/>
                              <a:chOff x="2970212" y="4724400"/>
                              <a:chExt cx="731520" cy="365760"/>
                            </a:xfrm>
                          </p:grpSpPr>
                          <p:sp>
                            <p:nvSpPr>
                              <p:cNvPr id="566" name="Rectangle 565">
                                <a:extLst>
                                  <a:ext uri="{FF2B5EF4-FFF2-40B4-BE49-F238E27FC236}">
                                    <a16:creationId xmlns:a16="http://schemas.microsoft.com/office/drawing/2014/main" id="{2B0491FD-BBB5-BA04-7E7B-4233E81041B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567" name="Rectangle 566">
                                <a:extLst>
                                  <a:ext uri="{FF2B5EF4-FFF2-40B4-BE49-F238E27FC236}">
                                    <a16:creationId xmlns:a16="http://schemas.microsoft.com/office/drawing/2014/main" id="{0E6BCD3B-DA35-56D9-A795-DED1758AFB1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564" name="Rectangle 563">
                              <a:extLst>
                                <a:ext uri="{FF2B5EF4-FFF2-40B4-BE49-F238E27FC236}">
                                  <a16:creationId xmlns:a16="http://schemas.microsoft.com/office/drawing/2014/main" id="{FFC7FD5A-E189-8930-007A-033B5E33C6A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565" name="Rectangle 564">
                              <a:extLst>
                                <a:ext uri="{FF2B5EF4-FFF2-40B4-BE49-F238E27FC236}">
                                  <a16:creationId xmlns:a16="http://schemas.microsoft.com/office/drawing/2014/main" id="{6F646BBF-630D-9BF0-F93A-F112FAAF9C8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557" name="Group 556">
                            <a:extLst>
                              <a:ext uri="{FF2B5EF4-FFF2-40B4-BE49-F238E27FC236}">
                                <a16:creationId xmlns:a16="http://schemas.microsoft.com/office/drawing/2014/main" id="{472A5861-3735-8980-C2B0-27945E00D9A3}"/>
                              </a:ext>
                            </a:extLst>
                          </p:cNvPr>
                          <p:cNvGrpSpPr/>
                          <p:nvPr/>
                        </p:nvGrpSpPr>
                        <p:grpSpPr>
                          <a:xfrm>
                            <a:off x="3701732" y="4724400"/>
                            <a:ext cx="731520" cy="731520"/>
                            <a:chOff x="2970212" y="4724400"/>
                            <a:chExt cx="731520" cy="731520"/>
                          </a:xfrm>
                        </p:grpSpPr>
                        <p:grpSp>
                          <p:nvGrpSpPr>
                            <p:cNvPr id="558" name="Group 557">
                              <a:extLst>
                                <a:ext uri="{FF2B5EF4-FFF2-40B4-BE49-F238E27FC236}">
                                  <a16:creationId xmlns:a16="http://schemas.microsoft.com/office/drawing/2014/main" id="{491B9837-4BDD-0BEB-9B30-C65859F55DF0}"/>
                                </a:ext>
                              </a:extLst>
                            </p:cNvPr>
                            <p:cNvGrpSpPr/>
                            <p:nvPr/>
                          </p:nvGrpSpPr>
                          <p:grpSpPr>
                            <a:xfrm>
                              <a:off x="2970212" y="4724400"/>
                              <a:ext cx="731520" cy="365760"/>
                              <a:chOff x="2970212" y="4724400"/>
                              <a:chExt cx="731520" cy="365760"/>
                            </a:xfrm>
                          </p:grpSpPr>
                          <p:sp>
                            <p:nvSpPr>
                              <p:cNvPr id="561" name="Rectangle 560">
                                <a:extLst>
                                  <a:ext uri="{FF2B5EF4-FFF2-40B4-BE49-F238E27FC236}">
                                    <a16:creationId xmlns:a16="http://schemas.microsoft.com/office/drawing/2014/main" id="{18DE2191-C469-B30F-F88C-09E83476A1F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562" name="Rectangle 561">
                                <a:extLst>
                                  <a:ext uri="{FF2B5EF4-FFF2-40B4-BE49-F238E27FC236}">
                                    <a16:creationId xmlns:a16="http://schemas.microsoft.com/office/drawing/2014/main" id="{BC5112E9-58CF-30D6-3CD2-63E2592B807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559" name="Rectangle 558">
                              <a:extLst>
                                <a:ext uri="{FF2B5EF4-FFF2-40B4-BE49-F238E27FC236}">
                                  <a16:creationId xmlns:a16="http://schemas.microsoft.com/office/drawing/2014/main" id="{18511F06-2DE7-3542-09A1-AE4C31F8164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560" name="Rectangle 559">
                              <a:extLst>
                                <a:ext uri="{FF2B5EF4-FFF2-40B4-BE49-F238E27FC236}">
                                  <a16:creationId xmlns:a16="http://schemas.microsoft.com/office/drawing/2014/main" id="{7C876796-3ABA-2FF2-EC36-072D68C00E7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grpSp>
                    <p:nvGrpSpPr>
                      <p:cNvPr id="527" name="Group 526">
                        <a:extLst>
                          <a:ext uri="{FF2B5EF4-FFF2-40B4-BE49-F238E27FC236}">
                            <a16:creationId xmlns:a16="http://schemas.microsoft.com/office/drawing/2014/main" id="{19D15E7F-6262-BA7A-6BD1-60205E0BEA6D}"/>
                          </a:ext>
                        </a:extLst>
                      </p:cNvPr>
                      <p:cNvGrpSpPr/>
                      <p:nvPr/>
                    </p:nvGrpSpPr>
                    <p:grpSpPr>
                      <a:xfrm>
                        <a:off x="4433252" y="4724400"/>
                        <a:ext cx="1463040" cy="1463040"/>
                        <a:chOff x="2970212" y="4724400"/>
                        <a:chExt cx="1463040" cy="1463040"/>
                      </a:xfrm>
                    </p:grpSpPr>
                    <p:grpSp>
                      <p:nvGrpSpPr>
                        <p:cNvPr id="528" name="Group 527">
                          <a:extLst>
                            <a:ext uri="{FF2B5EF4-FFF2-40B4-BE49-F238E27FC236}">
                              <a16:creationId xmlns:a16="http://schemas.microsoft.com/office/drawing/2014/main" id="{003F4017-8302-139A-E041-CB7A26CC16FD}"/>
                            </a:ext>
                          </a:extLst>
                        </p:cNvPr>
                        <p:cNvGrpSpPr/>
                        <p:nvPr/>
                      </p:nvGrpSpPr>
                      <p:grpSpPr>
                        <a:xfrm>
                          <a:off x="2970212" y="4724400"/>
                          <a:ext cx="1463040" cy="731520"/>
                          <a:chOff x="2970212" y="4724400"/>
                          <a:chExt cx="1463040" cy="731520"/>
                        </a:xfrm>
                      </p:grpSpPr>
                      <p:grpSp>
                        <p:nvGrpSpPr>
                          <p:cNvPr id="542" name="Group 541">
                            <a:extLst>
                              <a:ext uri="{FF2B5EF4-FFF2-40B4-BE49-F238E27FC236}">
                                <a16:creationId xmlns:a16="http://schemas.microsoft.com/office/drawing/2014/main" id="{738F07F5-DF43-6F2B-E24E-0D02CDBCCB7F}"/>
                              </a:ext>
                            </a:extLst>
                          </p:cNvPr>
                          <p:cNvGrpSpPr/>
                          <p:nvPr/>
                        </p:nvGrpSpPr>
                        <p:grpSpPr>
                          <a:xfrm>
                            <a:off x="2970212" y="4724400"/>
                            <a:ext cx="731520" cy="731520"/>
                            <a:chOff x="2970212" y="4724400"/>
                            <a:chExt cx="731520" cy="731520"/>
                          </a:xfrm>
                        </p:grpSpPr>
                        <p:grpSp>
                          <p:nvGrpSpPr>
                            <p:cNvPr id="549" name="Group 548">
                              <a:extLst>
                                <a:ext uri="{FF2B5EF4-FFF2-40B4-BE49-F238E27FC236}">
                                  <a16:creationId xmlns:a16="http://schemas.microsoft.com/office/drawing/2014/main" id="{85F6204E-FA29-611F-79F9-AE80EE1CFF64}"/>
                                </a:ext>
                              </a:extLst>
                            </p:cNvPr>
                            <p:cNvGrpSpPr/>
                            <p:nvPr/>
                          </p:nvGrpSpPr>
                          <p:grpSpPr>
                            <a:xfrm>
                              <a:off x="2970212" y="4724400"/>
                              <a:ext cx="731520" cy="365760"/>
                              <a:chOff x="2970212" y="4724400"/>
                              <a:chExt cx="731520" cy="365760"/>
                            </a:xfrm>
                          </p:grpSpPr>
                          <p:sp>
                            <p:nvSpPr>
                              <p:cNvPr id="552" name="Rectangle 551">
                                <a:extLst>
                                  <a:ext uri="{FF2B5EF4-FFF2-40B4-BE49-F238E27FC236}">
                                    <a16:creationId xmlns:a16="http://schemas.microsoft.com/office/drawing/2014/main" id="{6777D9B2-8588-D1DA-8EAE-47C33B18948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553" name="Rectangle 552">
                                <a:extLst>
                                  <a:ext uri="{FF2B5EF4-FFF2-40B4-BE49-F238E27FC236}">
                                    <a16:creationId xmlns:a16="http://schemas.microsoft.com/office/drawing/2014/main" id="{9A792F02-EE90-4839-3651-C94D8974393F}"/>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550" name="Rectangle 549">
                              <a:extLst>
                                <a:ext uri="{FF2B5EF4-FFF2-40B4-BE49-F238E27FC236}">
                                  <a16:creationId xmlns:a16="http://schemas.microsoft.com/office/drawing/2014/main" id="{AE4E49DA-B268-BACD-8D13-54FBA04823D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551" name="Rectangle 550">
                              <a:extLst>
                                <a:ext uri="{FF2B5EF4-FFF2-40B4-BE49-F238E27FC236}">
                                  <a16:creationId xmlns:a16="http://schemas.microsoft.com/office/drawing/2014/main" id="{97451281-8068-053F-C1E0-AA6F13E674A7}"/>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543" name="Group 542">
                            <a:extLst>
                              <a:ext uri="{FF2B5EF4-FFF2-40B4-BE49-F238E27FC236}">
                                <a16:creationId xmlns:a16="http://schemas.microsoft.com/office/drawing/2014/main" id="{4B5DE671-EE28-E9B2-7359-A6C2AEE98762}"/>
                              </a:ext>
                            </a:extLst>
                          </p:cNvPr>
                          <p:cNvGrpSpPr/>
                          <p:nvPr/>
                        </p:nvGrpSpPr>
                        <p:grpSpPr>
                          <a:xfrm>
                            <a:off x="3701732" y="4724400"/>
                            <a:ext cx="731520" cy="731520"/>
                            <a:chOff x="2970212" y="4724400"/>
                            <a:chExt cx="731520" cy="731520"/>
                          </a:xfrm>
                        </p:grpSpPr>
                        <p:grpSp>
                          <p:nvGrpSpPr>
                            <p:cNvPr id="544" name="Group 543">
                              <a:extLst>
                                <a:ext uri="{FF2B5EF4-FFF2-40B4-BE49-F238E27FC236}">
                                  <a16:creationId xmlns:a16="http://schemas.microsoft.com/office/drawing/2014/main" id="{DECC491E-B6D0-02E3-6616-82FB779CD9F0}"/>
                                </a:ext>
                              </a:extLst>
                            </p:cNvPr>
                            <p:cNvGrpSpPr/>
                            <p:nvPr/>
                          </p:nvGrpSpPr>
                          <p:grpSpPr>
                            <a:xfrm>
                              <a:off x="2970212" y="4724400"/>
                              <a:ext cx="731520" cy="365760"/>
                              <a:chOff x="2970212" y="4724400"/>
                              <a:chExt cx="731520" cy="365760"/>
                            </a:xfrm>
                          </p:grpSpPr>
                          <p:sp>
                            <p:nvSpPr>
                              <p:cNvPr id="547" name="Rectangle 546">
                                <a:extLst>
                                  <a:ext uri="{FF2B5EF4-FFF2-40B4-BE49-F238E27FC236}">
                                    <a16:creationId xmlns:a16="http://schemas.microsoft.com/office/drawing/2014/main" id="{84D46744-04FA-F448-B42A-3BCAF4FA6111}"/>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548" name="Rectangle 547">
                                <a:extLst>
                                  <a:ext uri="{FF2B5EF4-FFF2-40B4-BE49-F238E27FC236}">
                                    <a16:creationId xmlns:a16="http://schemas.microsoft.com/office/drawing/2014/main" id="{500E2EF0-8512-7A4F-2E61-6857AA692A6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545" name="Rectangle 544">
                              <a:extLst>
                                <a:ext uri="{FF2B5EF4-FFF2-40B4-BE49-F238E27FC236}">
                                  <a16:creationId xmlns:a16="http://schemas.microsoft.com/office/drawing/2014/main" id="{EB5B8CA5-CB17-94B1-AB38-84695DE8D08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546" name="Rectangle 545">
                              <a:extLst>
                                <a:ext uri="{FF2B5EF4-FFF2-40B4-BE49-F238E27FC236}">
                                  <a16:creationId xmlns:a16="http://schemas.microsoft.com/office/drawing/2014/main" id="{4FA0D734-9DE1-E420-CE9F-EAF53C60ADF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nvGrpSpPr>
                        <p:cNvPr id="529" name="Group 528">
                          <a:extLst>
                            <a:ext uri="{FF2B5EF4-FFF2-40B4-BE49-F238E27FC236}">
                              <a16:creationId xmlns:a16="http://schemas.microsoft.com/office/drawing/2014/main" id="{46A71131-D61B-FB65-0EDB-1076213B47FE}"/>
                            </a:ext>
                          </a:extLst>
                        </p:cNvPr>
                        <p:cNvGrpSpPr/>
                        <p:nvPr/>
                      </p:nvGrpSpPr>
                      <p:grpSpPr>
                        <a:xfrm>
                          <a:off x="2970212" y="5455920"/>
                          <a:ext cx="1463040" cy="731520"/>
                          <a:chOff x="2970212" y="4724400"/>
                          <a:chExt cx="1463040" cy="731520"/>
                        </a:xfrm>
                      </p:grpSpPr>
                      <p:grpSp>
                        <p:nvGrpSpPr>
                          <p:cNvPr id="530" name="Group 529">
                            <a:extLst>
                              <a:ext uri="{FF2B5EF4-FFF2-40B4-BE49-F238E27FC236}">
                                <a16:creationId xmlns:a16="http://schemas.microsoft.com/office/drawing/2014/main" id="{721C58E3-0BEA-0AB8-2ED1-AD4150BA64F4}"/>
                              </a:ext>
                            </a:extLst>
                          </p:cNvPr>
                          <p:cNvGrpSpPr/>
                          <p:nvPr/>
                        </p:nvGrpSpPr>
                        <p:grpSpPr>
                          <a:xfrm>
                            <a:off x="2970212" y="4724400"/>
                            <a:ext cx="731520" cy="731520"/>
                            <a:chOff x="2970212" y="4724400"/>
                            <a:chExt cx="731520" cy="731520"/>
                          </a:xfrm>
                        </p:grpSpPr>
                        <p:grpSp>
                          <p:nvGrpSpPr>
                            <p:cNvPr id="537" name="Group 536">
                              <a:extLst>
                                <a:ext uri="{FF2B5EF4-FFF2-40B4-BE49-F238E27FC236}">
                                  <a16:creationId xmlns:a16="http://schemas.microsoft.com/office/drawing/2014/main" id="{CD01C6AE-C0F5-0D3B-AB53-2A2A95E0C60B}"/>
                                </a:ext>
                              </a:extLst>
                            </p:cNvPr>
                            <p:cNvGrpSpPr/>
                            <p:nvPr/>
                          </p:nvGrpSpPr>
                          <p:grpSpPr>
                            <a:xfrm>
                              <a:off x="2970212" y="4724400"/>
                              <a:ext cx="731520" cy="365760"/>
                              <a:chOff x="2970212" y="4724400"/>
                              <a:chExt cx="731520" cy="365760"/>
                            </a:xfrm>
                          </p:grpSpPr>
                          <p:sp>
                            <p:nvSpPr>
                              <p:cNvPr id="540" name="Rectangle 539">
                                <a:extLst>
                                  <a:ext uri="{FF2B5EF4-FFF2-40B4-BE49-F238E27FC236}">
                                    <a16:creationId xmlns:a16="http://schemas.microsoft.com/office/drawing/2014/main" id="{C1A34CD9-D426-A224-7BA4-FEB057CF9C71}"/>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541" name="Rectangle 540">
                                <a:extLst>
                                  <a:ext uri="{FF2B5EF4-FFF2-40B4-BE49-F238E27FC236}">
                                    <a16:creationId xmlns:a16="http://schemas.microsoft.com/office/drawing/2014/main" id="{E02207F2-360E-48A2-8332-C610117DFEC3}"/>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538" name="Rectangle 537">
                              <a:extLst>
                                <a:ext uri="{FF2B5EF4-FFF2-40B4-BE49-F238E27FC236}">
                                  <a16:creationId xmlns:a16="http://schemas.microsoft.com/office/drawing/2014/main" id="{8E1A9BAB-304C-4298-C564-66019C96AED6}"/>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539" name="Rectangle 538">
                              <a:extLst>
                                <a:ext uri="{FF2B5EF4-FFF2-40B4-BE49-F238E27FC236}">
                                  <a16:creationId xmlns:a16="http://schemas.microsoft.com/office/drawing/2014/main" id="{662E65A3-9E11-BB01-5251-4E3924D46E43}"/>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531" name="Group 530">
                            <a:extLst>
                              <a:ext uri="{FF2B5EF4-FFF2-40B4-BE49-F238E27FC236}">
                                <a16:creationId xmlns:a16="http://schemas.microsoft.com/office/drawing/2014/main" id="{A318ECF2-A363-F586-22E4-FB8209DA7EA2}"/>
                              </a:ext>
                            </a:extLst>
                          </p:cNvPr>
                          <p:cNvGrpSpPr/>
                          <p:nvPr/>
                        </p:nvGrpSpPr>
                        <p:grpSpPr>
                          <a:xfrm>
                            <a:off x="3701732" y="4724400"/>
                            <a:ext cx="731520" cy="731520"/>
                            <a:chOff x="2970212" y="4724400"/>
                            <a:chExt cx="731520" cy="731520"/>
                          </a:xfrm>
                        </p:grpSpPr>
                        <p:grpSp>
                          <p:nvGrpSpPr>
                            <p:cNvPr id="532" name="Group 531">
                              <a:extLst>
                                <a:ext uri="{FF2B5EF4-FFF2-40B4-BE49-F238E27FC236}">
                                  <a16:creationId xmlns:a16="http://schemas.microsoft.com/office/drawing/2014/main" id="{8A5CFC67-9321-CBAB-4F8E-44290DA98546}"/>
                                </a:ext>
                              </a:extLst>
                            </p:cNvPr>
                            <p:cNvGrpSpPr/>
                            <p:nvPr/>
                          </p:nvGrpSpPr>
                          <p:grpSpPr>
                            <a:xfrm>
                              <a:off x="2970212" y="4724400"/>
                              <a:ext cx="731520" cy="365760"/>
                              <a:chOff x="2970212" y="4724400"/>
                              <a:chExt cx="731520" cy="365760"/>
                            </a:xfrm>
                          </p:grpSpPr>
                          <p:sp>
                            <p:nvSpPr>
                              <p:cNvPr id="535" name="Rectangle 534">
                                <a:extLst>
                                  <a:ext uri="{FF2B5EF4-FFF2-40B4-BE49-F238E27FC236}">
                                    <a16:creationId xmlns:a16="http://schemas.microsoft.com/office/drawing/2014/main" id="{79813E0E-154D-32E6-781B-1DA813D02391}"/>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536" name="Rectangle 535">
                                <a:extLst>
                                  <a:ext uri="{FF2B5EF4-FFF2-40B4-BE49-F238E27FC236}">
                                    <a16:creationId xmlns:a16="http://schemas.microsoft.com/office/drawing/2014/main" id="{9C32E30C-5FAF-B5D9-9408-A77010B45BB4}"/>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533" name="Rectangle 532">
                              <a:extLst>
                                <a:ext uri="{FF2B5EF4-FFF2-40B4-BE49-F238E27FC236}">
                                  <a16:creationId xmlns:a16="http://schemas.microsoft.com/office/drawing/2014/main" id="{972138B8-B4AD-BE2B-81B0-3BEECB3C056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534" name="Rectangle 533">
                              <a:extLst>
                                <a:ext uri="{FF2B5EF4-FFF2-40B4-BE49-F238E27FC236}">
                                  <a16:creationId xmlns:a16="http://schemas.microsoft.com/office/drawing/2014/main" id="{CD8F3A8B-FE53-1666-69D7-13D0B15C563A}"/>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grpSp>
                <p:grpSp>
                  <p:nvGrpSpPr>
                    <p:cNvPr id="471" name="Group 470">
                      <a:extLst>
                        <a:ext uri="{FF2B5EF4-FFF2-40B4-BE49-F238E27FC236}">
                          <a16:creationId xmlns:a16="http://schemas.microsoft.com/office/drawing/2014/main" id="{9085492C-5EAC-CF7A-A41F-2425FB1C51B4}"/>
                        </a:ext>
                      </a:extLst>
                    </p:cNvPr>
                    <p:cNvGrpSpPr/>
                    <p:nvPr/>
                  </p:nvGrpSpPr>
                  <p:grpSpPr>
                    <a:xfrm>
                      <a:off x="2132012" y="4587240"/>
                      <a:ext cx="2926080" cy="1463040"/>
                      <a:chOff x="2970212" y="4724400"/>
                      <a:chExt cx="2926080" cy="1463040"/>
                    </a:xfrm>
                  </p:grpSpPr>
                  <p:grpSp>
                    <p:nvGrpSpPr>
                      <p:cNvPr id="472" name="Group 471">
                        <a:extLst>
                          <a:ext uri="{FF2B5EF4-FFF2-40B4-BE49-F238E27FC236}">
                            <a16:creationId xmlns:a16="http://schemas.microsoft.com/office/drawing/2014/main" id="{0B370290-9812-F453-D471-97E6D8BB4FE1}"/>
                          </a:ext>
                        </a:extLst>
                      </p:cNvPr>
                      <p:cNvGrpSpPr/>
                      <p:nvPr/>
                    </p:nvGrpSpPr>
                    <p:grpSpPr>
                      <a:xfrm>
                        <a:off x="2970212" y="4724400"/>
                        <a:ext cx="1463040" cy="1463040"/>
                        <a:chOff x="2970212" y="4724400"/>
                        <a:chExt cx="1463040" cy="1463040"/>
                      </a:xfrm>
                    </p:grpSpPr>
                    <p:grpSp>
                      <p:nvGrpSpPr>
                        <p:cNvPr id="500" name="Group 499">
                          <a:extLst>
                            <a:ext uri="{FF2B5EF4-FFF2-40B4-BE49-F238E27FC236}">
                              <a16:creationId xmlns:a16="http://schemas.microsoft.com/office/drawing/2014/main" id="{EB29E571-0387-5963-97C0-AA0D98F20F61}"/>
                            </a:ext>
                          </a:extLst>
                        </p:cNvPr>
                        <p:cNvGrpSpPr/>
                        <p:nvPr/>
                      </p:nvGrpSpPr>
                      <p:grpSpPr>
                        <a:xfrm>
                          <a:off x="2970212" y="4724400"/>
                          <a:ext cx="1463040" cy="731520"/>
                          <a:chOff x="2970212" y="4724400"/>
                          <a:chExt cx="1463040" cy="731520"/>
                        </a:xfrm>
                      </p:grpSpPr>
                      <p:grpSp>
                        <p:nvGrpSpPr>
                          <p:cNvPr id="514" name="Group 513">
                            <a:extLst>
                              <a:ext uri="{FF2B5EF4-FFF2-40B4-BE49-F238E27FC236}">
                                <a16:creationId xmlns:a16="http://schemas.microsoft.com/office/drawing/2014/main" id="{C95699E8-F60A-71BC-B9F9-0EF2948E15AB}"/>
                              </a:ext>
                            </a:extLst>
                          </p:cNvPr>
                          <p:cNvGrpSpPr/>
                          <p:nvPr/>
                        </p:nvGrpSpPr>
                        <p:grpSpPr>
                          <a:xfrm>
                            <a:off x="2970212" y="4724400"/>
                            <a:ext cx="731520" cy="731520"/>
                            <a:chOff x="2970212" y="4724400"/>
                            <a:chExt cx="731520" cy="731520"/>
                          </a:xfrm>
                        </p:grpSpPr>
                        <p:grpSp>
                          <p:nvGrpSpPr>
                            <p:cNvPr id="521" name="Group 520">
                              <a:extLst>
                                <a:ext uri="{FF2B5EF4-FFF2-40B4-BE49-F238E27FC236}">
                                  <a16:creationId xmlns:a16="http://schemas.microsoft.com/office/drawing/2014/main" id="{DB8C920B-394B-1DCE-3EC8-F6D0A260EA28}"/>
                                </a:ext>
                              </a:extLst>
                            </p:cNvPr>
                            <p:cNvGrpSpPr/>
                            <p:nvPr/>
                          </p:nvGrpSpPr>
                          <p:grpSpPr>
                            <a:xfrm>
                              <a:off x="2970212" y="4724400"/>
                              <a:ext cx="731520" cy="365760"/>
                              <a:chOff x="2970212" y="4724400"/>
                              <a:chExt cx="731520" cy="365760"/>
                            </a:xfrm>
                          </p:grpSpPr>
                          <p:sp>
                            <p:nvSpPr>
                              <p:cNvPr id="524" name="Rectangle 523">
                                <a:extLst>
                                  <a:ext uri="{FF2B5EF4-FFF2-40B4-BE49-F238E27FC236}">
                                    <a16:creationId xmlns:a16="http://schemas.microsoft.com/office/drawing/2014/main" id="{377CEB05-A6A2-BB2B-EFB9-3B41C65903E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525" name="Rectangle 524">
                                <a:extLst>
                                  <a:ext uri="{FF2B5EF4-FFF2-40B4-BE49-F238E27FC236}">
                                    <a16:creationId xmlns:a16="http://schemas.microsoft.com/office/drawing/2014/main" id="{AA60512F-C79A-4ABB-AF91-E649B41191C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522" name="Rectangle 521">
                              <a:extLst>
                                <a:ext uri="{FF2B5EF4-FFF2-40B4-BE49-F238E27FC236}">
                                  <a16:creationId xmlns:a16="http://schemas.microsoft.com/office/drawing/2014/main" id="{2E8F77C7-E53E-FFCC-92E4-9D810E85348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523" name="Rectangle 522">
                              <a:extLst>
                                <a:ext uri="{FF2B5EF4-FFF2-40B4-BE49-F238E27FC236}">
                                  <a16:creationId xmlns:a16="http://schemas.microsoft.com/office/drawing/2014/main" id="{CD512386-4B7D-2684-0938-23F5A79164E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515" name="Group 514">
                            <a:extLst>
                              <a:ext uri="{FF2B5EF4-FFF2-40B4-BE49-F238E27FC236}">
                                <a16:creationId xmlns:a16="http://schemas.microsoft.com/office/drawing/2014/main" id="{2A8EEDE8-1D3C-901B-9690-0BD7B20A6D27}"/>
                              </a:ext>
                            </a:extLst>
                          </p:cNvPr>
                          <p:cNvGrpSpPr/>
                          <p:nvPr/>
                        </p:nvGrpSpPr>
                        <p:grpSpPr>
                          <a:xfrm>
                            <a:off x="3701732" y="4724400"/>
                            <a:ext cx="731520" cy="731520"/>
                            <a:chOff x="2970212" y="4724400"/>
                            <a:chExt cx="731520" cy="731520"/>
                          </a:xfrm>
                        </p:grpSpPr>
                        <p:grpSp>
                          <p:nvGrpSpPr>
                            <p:cNvPr id="516" name="Group 515">
                              <a:extLst>
                                <a:ext uri="{FF2B5EF4-FFF2-40B4-BE49-F238E27FC236}">
                                  <a16:creationId xmlns:a16="http://schemas.microsoft.com/office/drawing/2014/main" id="{1AB51D1D-FC4B-01A6-4C8F-95C359373AC9}"/>
                                </a:ext>
                              </a:extLst>
                            </p:cNvPr>
                            <p:cNvGrpSpPr/>
                            <p:nvPr/>
                          </p:nvGrpSpPr>
                          <p:grpSpPr>
                            <a:xfrm>
                              <a:off x="2970212" y="4724400"/>
                              <a:ext cx="731520" cy="365760"/>
                              <a:chOff x="2970212" y="4724400"/>
                              <a:chExt cx="731520" cy="365760"/>
                            </a:xfrm>
                          </p:grpSpPr>
                          <p:sp>
                            <p:nvSpPr>
                              <p:cNvPr id="519" name="Rectangle 518">
                                <a:extLst>
                                  <a:ext uri="{FF2B5EF4-FFF2-40B4-BE49-F238E27FC236}">
                                    <a16:creationId xmlns:a16="http://schemas.microsoft.com/office/drawing/2014/main" id="{C7BD1428-E132-92A4-8290-8B765D3C2C8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520" name="Rectangle 519">
                                <a:extLst>
                                  <a:ext uri="{FF2B5EF4-FFF2-40B4-BE49-F238E27FC236}">
                                    <a16:creationId xmlns:a16="http://schemas.microsoft.com/office/drawing/2014/main" id="{57CC2E20-C0BA-B1C0-B396-29B97A834D2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517" name="Rectangle 516">
                              <a:extLst>
                                <a:ext uri="{FF2B5EF4-FFF2-40B4-BE49-F238E27FC236}">
                                  <a16:creationId xmlns:a16="http://schemas.microsoft.com/office/drawing/2014/main" id="{6741D36D-4529-E9B9-16EA-56D416CA17E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518" name="Rectangle 517">
                              <a:extLst>
                                <a:ext uri="{FF2B5EF4-FFF2-40B4-BE49-F238E27FC236}">
                                  <a16:creationId xmlns:a16="http://schemas.microsoft.com/office/drawing/2014/main" id="{6838C02F-B05E-20BF-1B06-8964E99D16D7}"/>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nvGrpSpPr>
                        <p:cNvPr id="501" name="Group 500">
                          <a:extLst>
                            <a:ext uri="{FF2B5EF4-FFF2-40B4-BE49-F238E27FC236}">
                              <a16:creationId xmlns:a16="http://schemas.microsoft.com/office/drawing/2014/main" id="{FEC8D453-478D-0694-9112-B70657EA5FF2}"/>
                            </a:ext>
                          </a:extLst>
                        </p:cNvPr>
                        <p:cNvGrpSpPr/>
                        <p:nvPr/>
                      </p:nvGrpSpPr>
                      <p:grpSpPr>
                        <a:xfrm>
                          <a:off x="2970212" y="5455920"/>
                          <a:ext cx="1463040" cy="731520"/>
                          <a:chOff x="2970212" y="4724400"/>
                          <a:chExt cx="1463040" cy="731520"/>
                        </a:xfrm>
                      </p:grpSpPr>
                      <p:grpSp>
                        <p:nvGrpSpPr>
                          <p:cNvPr id="502" name="Group 501">
                            <a:extLst>
                              <a:ext uri="{FF2B5EF4-FFF2-40B4-BE49-F238E27FC236}">
                                <a16:creationId xmlns:a16="http://schemas.microsoft.com/office/drawing/2014/main" id="{B3E12211-BE3E-0348-112A-128242F69C68}"/>
                              </a:ext>
                            </a:extLst>
                          </p:cNvPr>
                          <p:cNvGrpSpPr/>
                          <p:nvPr/>
                        </p:nvGrpSpPr>
                        <p:grpSpPr>
                          <a:xfrm>
                            <a:off x="2970212" y="4724400"/>
                            <a:ext cx="731520" cy="731520"/>
                            <a:chOff x="2970212" y="4724400"/>
                            <a:chExt cx="731520" cy="731520"/>
                          </a:xfrm>
                        </p:grpSpPr>
                        <p:grpSp>
                          <p:nvGrpSpPr>
                            <p:cNvPr id="509" name="Group 508">
                              <a:extLst>
                                <a:ext uri="{FF2B5EF4-FFF2-40B4-BE49-F238E27FC236}">
                                  <a16:creationId xmlns:a16="http://schemas.microsoft.com/office/drawing/2014/main" id="{9D1E69DF-7177-2545-690A-A13A1FD4E1B8}"/>
                                </a:ext>
                              </a:extLst>
                            </p:cNvPr>
                            <p:cNvGrpSpPr/>
                            <p:nvPr/>
                          </p:nvGrpSpPr>
                          <p:grpSpPr>
                            <a:xfrm>
                              <a:off x="2970212" y="4724400"/>
                              <a:ext cx="731520" cy="365760"/>
                              <a:chOff x="2970212" y="4724400"/>
                              <a:chExt cx="731520" cy="365760"/>
                            </a:xfrm>
                          </p:grpSpPr>
                          <p:sp>
                            <p:nvSpPr>
                              <p:cNvPr id="512" name="Rectangle 511">
                                <a:extLst>
                                  <a:ext uri="{FF2B5EF4-FFF2-40B4-BE49-F238E27FC236}">
                                    <a16:creationId xmlns:a16="http://schemas.microsoft.com/office/drawing/2014/main" id="{041B993E-7BB2-0EAF-4F60-A27FD7632399}"/>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513" name="Rectangle 512">
                                <a:extLst>
                                  <a:ext uri="{FF2B5EF4-FFF2-40B4-BE49-F238E27FC236}">
                                    <a16:creationId xmlns:a16="http://schemas.microsoft.com/office/drawing/2014/main" id="{BDC05596-A3EA-61CC-A147-E2FA0C974146}"/>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510" name="Rectangle 509">
                              <a:extLst>
                                <a:ext uri="{FF2B5EF4-FFF2-40B4-BE49-F238E27FC236}">
                                  <a16:creationId xmlns:a16="http://schemas.microsoft.com/office/drawing/2014/main" id="{7195D3FF-D23A-85C1-DF1B-0C89D7888900}"/>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511" name="Rectangle 510">
                              <a:extLst>
                                <a:ext uri="{FF2B5EF4-FFF2-40B4-BE49-F238E27FC236}">
                                  <a16:creationId xmlns:a16="http://schemas.microsoft.com/office/drawing/2014/main" id="{50ED2FD4-134E-B789-C551-25EF03AE6D01}"/>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503" name="Group 502">
                            <a:extLst>
                              <a:ext uri="{FF2B5EF4-FFF2-40B4-BE49-F238E27FC236}">
                                <a16:creationId xmlns:a16="http://schemas.microsoft.com/office/drawing/2014/main" id="{F24675C0-B8B4-EBDD-C857-702E9F2D65F8}"/>
                              </a:ext>
                            </a:extLst>
                          </p:cNvPr>
                          <p:cNvGrpSpPr/>
                          <p:nvPr/>
                        </p:nvGrpSpPr>
                        <p:grpSpPr>
                          <a:xfrm>
                            <a:off x="3701732" y="4724400"/>
                            <a:ext cx="731520" cy="731520"/>
                            <a:chOff x="2970212" y="4724400"/>
                            <a:chExt cx="731520" cy="731520"/>
                          </a:xfrm>
                        </p:grpSpPr>
                        <p:grpSp>
                          <p:nvGrpSpPr>
                            <p:cNvPr id="504" name="Group 503">
                              <a:extLst>
                                <a:ext uri="{FF2B5EF4-FFF2-40B4-BE49-F238E27FC236}">
                                  <a16:creationId xmlns:a16="http://schemas.microsoft.com/office/drawing/2014/main" id="{B775EFBB-F693-5C6A-45C9-C7A4B9283F47}"/>
                                </a:ext>
                              </a:extLst>
                            </p:cNvPr>
                            <p:cNvGrpSpPr/>
                            <p:nvPr/>
                          </p:nvGrpSpPr>
                          <p:grpSpPr>
                            <a:xfrm>
                              <a:off x="2970212" y="4724400"/>
                              <a:ext cx="731520" cy="365760"/>
                              <a:chOff x="2970212" y="4724400"/>
                              <a:chExt cx="731520" cy="365760"/>
                            </a:xfrm>
                          </p:grpSpPr>
                          <p:sp>
                            <p:nvSpPr>
                              <p:cNvPr id="507" name="Rectangle 506">
                                <a:extLst>
                                  <a:ext uri="{FF2B5EF4-FFF2-40B4-BE49-F238E27FC236}">
                                    <a16:creationId xmlns:a16="http://schemas.microsoft.com/office/drawing/2014/main" id="{EA74D02D-6345-E426-2521-B5B85E62EA1F}"/>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508" name="Rectangle 507">
                                <a:extLst>
                                  <a:ext uri="{FF2B5EF4-FFF2-40B4-BE49-F238E27FC236}">
                                    <a16:creationId xmlns:a16="http://schemas.microsoft.com/office/drawing/2014/main" id="{D822472A-15DF-8888-D3C8-11513F2E151F}"/>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505" name="Rectangle 504">
                              <a:extLst>
                                <a:ext uri="{FF2B5EF4-FFF2-40B4-BE49-F238E27FC236}">
                                  <a16:creationId xmlns:a16="http://schemas.microsoft.com/office/drawing/2014/main" id="{D4A409B6-8971-8658-89C3-FBECE8FB50E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506" name="Rectangle 505">
                              <a:extLst>
                                <a:ext uri="{FF2B5EF4-FFF2-40B4-BE49-F238E27FC236}">
                                  <a16:creationId xmlns:a16="http://schemas.microsoft.com/office/drawing/2014/main" id="{B8F7AF45-DDB1-9849-8807-3E4C8EE85CD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grpSp>
                    <p:nvGrpSpPr>
                      <p:cNvPr id="473" name="Group 472">
                        <a:extLst>
                          <a:ext uri="{FF2B5EF4-FFF2-40B4-BE49-F238E27FC236}">
                            <a16:creationId xmlns:a16="http://schemas.microsoft.com/office/drawing/2014/main" id="{4CC6368A-D51A-2909-0562-18FBAF1E1116}"/>
                          </a:ext>
                        </a:extLst>
                      </p:cNvPr>
                      <p:cNvGrpSpPr/>
                      <p:nvPr/>
                    </p:nvGrpSpPr>
                    <p:grpSpPr>
                      <a:xfrm>
                        <a:off x="4433252" y="4724400"/>
                        <a:ext cx="1463040" cy="1463040"/>
                        <a:chOff x="2970212" y="4724400"/>
                        <a:chExt cx="1463040" cy="1463040"/>
                      </a:xfrm>
                    </p:grpSpPr>
                    <p:grpSp>
                      <p:nvGrpSpPr>
                        <p:cNvPr id="474" name="Group 473">
                          <a:extLst>
                            <a:ext uri="{FF2B5EF4-FFF2-40B4-BE49-F238E27FC236}">
                              <a16:creationId xmlns:a16="http://schemas.microsoft.com/office/drawing/2014/main" id="{0D399C97-AB9F-1DC3-0CFD-404D580C2532}"/>
                            </a:ext>
                          </a:extLst>
                        </p:cNvPr>
                        <p:cNvGrpSpPr/>
                        <p:nvPr/>
                      </p:nvGrpSpPr>
                      <p:grpSpPr>
                        <a:xfrm>
                          <a:off x="2970212" y="4724400"/>
                          <a:ext cx="1463040" cy="731520"/>
                          <a:chOff x="2970212" y="4724400"/>
                          <a:chExt cx="1463040" cy="731520"/>
                        </a:xfrm>
                      </p:grpSpPr>
                      <p:grpSp>
                        <p:nvGrpSpPr>
                          <p:cNvPr id="488" name="Group 487">
                            <a:extLst>
                              <a:ext uri="{FF2B5EF4-FFF2-40B4-BE49-F238E27FC236}">
                                <a16:creationId xmlns:a16="http://schemas.microsoft.com/office/drawing/2014/main" id="{31D484A6-7D9D-08B9-3E40-259AE9EA861A}"/>
                              </a:ext>
                            </a:extLst>
                          </p:cNvPr>
                          <p:cNvGrpSpPr/>
                          <p:nvPr/>
                        </p:nvGrpSpPr>
                        <p:grpSpPr>
                          <a:xfrm>
                            <a:off x="2970212" y="4724400"/>
                            <a:ext cx="731520" cy="731520"/>
                            <a:chOff x="2970212" y="4724400"/>
                            <a:chExt cx="731520" cy="731520"/>
                          </a:xfrm>
                        </p:grpSpPr>
                        <p:grpSp>
                          <p:nvGrpSpPr>
                            <p:cNvPr id="495" name="Group 494">
                              <a:extLst>
                                <a:ext uri="{FF2B5EF4-FFF2-40B4-BE49-F238E27FC236}">
                                  <a16:creationId xmlns:a16="http://schemas.microsoft.com/office/drawing/2014/main" id="{DF63DCF7-D535-E3B9-B688-78C392AEA8C2}"/>
                                </a:ext>
                              </a:extLst>
                            </p:cNvPr>
                            <p:cNvGrpSpPr/>
                            <p:nvPr/>
                          </p:nvGrpSpPr>
                          <p:grpSpPr>
                            <a:xfrm>
                              <a:off x="2970212" y="4724400"/>
                              <a:ext cx="731520" cy="365760"/>
                              <a:chOff x="2970212" y="4724400"/>
                              <a:chExt cx="731520" cy="365760"/>
                            </a:xfrm>
                          </p:grpSpPr>
                          <p:sp>
                            <p:nvSpPr>
                              <p:cNvPr id="498" name="Rectangle 497">
                                <a:extLst>
                                  <a:ext uri="{FF2B5EF4-FFF2-40B4-BE49-F238E27FC236}">
                                    <a16:creationId xmlns:a16="http://schemas.microsoft.com/office/drawing/2014/main" id="{F400ADB9-78D5-136F-47CC-F51D15BABC99}"/>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499" name="Rectangle 498">
                                <a:extLst>
                                  <a:ext uri="{FF2B5EF4-FFF2-40B4-BE49-F238E27FC236}">
                                    <a16:creationId xmlns:a16="http://schemas.microsoft.com/office/drawing/2014/main" id="{61CADD07-BCC3-C7E8-A398-1475D77F874F}"/>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496" name="Rectangle 495">
                              <a:extLst>
                                <a:ext uri="{FF2B5EF4-FFF2-40B4-BE49-F238E27FC236}">
                                  <a16:creationId xmlns:a16="http://schemas.microsoft.com/office/drawing/2014/main" id="{4856D52E-5AB9-B2FA-299E-BC35369C3B70}"/>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497" name="Rectangle 496">
                              <a:extLst>
                                <a:ext uri="{FF2B5EF4-FFF2-40B4-BE49-F238E27FC236}">
                                  <a16:creationId xmlns:a16="http://schemas.microsoft.com/office/drawing/2014/main" id="{019F2C74-BA87-66F7-BA5F-2B87B6A096F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489" name="Group 488">
                            <a:extLst>
                              <a:ext uri="{FF2B5EF4-FFF2-40B4-BE49-F238E27FC236}">
                                <a16:creationId xmlns:a16="http://schemas.microsoft.com/office/drawing/2014/main" id="{98462B0F-BCD4-84B3-7390-3F75BBBA34EB}"/>
                              </a:ext>
                            </a:extLst>
                          </p:cNvPr>
                          <p:cNvGrpSpPr/>
                          <p:nvPr/>
                        </p:nvGrpSpPr>
                        <p:grpSpPr>
                          <a:xfrm>
                            <a:off x="3701732" y="4724400"/>
                            <a:ext cx="731520" cy="731520"/>
                            <a:chOff x="2970212" y="4724400"/>
                            <a:chExt cx="731520" cy="731520"/>
                          </a:xfrm>
                        </p:grpSpPr>
                        <p:grpSp>
                          <p:nvGrpSpPr>
                            <p:cNvPr id="490" name="Group 489">
                              <a:extLst>
                                <a:ext uri="{FF2B5EF4-FFF2-40B4-BE49-F238E27FC236}">
                                  <a16:creationId xmlns:a16="http://schemas.microsoft.com/office/drawing/2014/main" id="{50D9B62E-733B-FAA2-1DBB-1C726FBAE4A0}"/>
                                </a:ext>
                              </a:extLst>
                            </p:cNvPr>
                            <p:cNvGrpSpPr/>
                            <p:nvPr/>
                          </p:nvGrpSpPr>
                          <p:grpSpPr>
                            <a:xfrm>
                              <a:off x="2970212" y="4724400"/>
                              <a:ext cx="731520" cy="365760"/>
                              <a:chOff x="2970212" y="4724400"/>
                              <a:chExt cx="731520" cy="365760"/>
                            </a:xfrm>
                          </p:grpSpPr>
                          <p:sp>
                            <p:nvSpPr>
                              <p:cNvPr id="493" name="Rectangle 492">
                                <a:extLst>
                                  <a:ext uri="{FF2B5EF4-FFF2-40B4-BE49-F238E27FC236}">
                                    <a16:creationId xmlns:a16="http://schemas.microsoft.com/office/drawing/2014/main" id="{E83E0706-9D55-4F02-4333-23005D71BFF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494" name="Rectangle 493">
                                <a:extLst>
                                  <a:ext uri="{FF2B5EF4-FFF2-40B4-BE49-F238E27FC236}">
                                    <a16:creationId xmlns:a16="http://schemas.microsoft.com/office/drawing/2014/main" id="{98A57FBE-A101-EFF4-5F9A-71EF4B8D967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491" name="Rectangle 490">
                              <a:extLst>
                                <a:ext uri="{FF2B5EF4-FFF2-40B4-BE49-F238E27FC236}">
                                  <a16:creationId xmlns:a16="http://schemas.microsoft.com/office/drawing/2014/main" id="{814BD457-D8A3-3F63-C188-619E4268DCC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492" name="Rectangle 491">
                              <a:extLst>
                                <a:ext uri="{FF2B5EF4-FFF2-40B4-BE49-F238E27FC236}">
                                  <a16:creationId xmlns:a16="http://schemas.microsoft.com/office/drawing/2014/main" id="{5D5DD662-E4E1-8347-139C-20986BBFF58C}"/>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nvGrpSpPr>
                        <p:cNvPr id="475" name="Group 474">
                          <a:extLst>
                            <a:ext uri="{FF2B5EF4-FFF2-40B4-BE49-F238E27FC236}">
                              <a16:creationId xmlns:a16="http://schemas.microsoft.com/office/drawing/2014/main" id="{52D20B70-3A64-29AC-FB16-731A4B8EEC61}"/>
                            </a:ext>
                          </a:extLst>
                        </p:cNvPr>
                        <p:cNvGrpSpPr/>
                        <p:nvPr/>
                      </p:nvGrpSpPr>
                      <p:grpSpPr>
                        <a:xfrm>
                          <a:off x="2970212" y="5455920"/>
                          <a:ext cx="1463040" cy="731520"/>
                          <a:chOff x="2970212" y="4724400"/>
                          <a:chExt cx="1463040" cy="731520"/>
                        </a:xfrm>
                      </p:grpSpPr>
                      <p:grpSp>
                        <p:nvGrpSpPr>
                          <p:cNvPr id="476" name="Group 475">
                            <a:extLst>
                              <a:ext uri="{FF2B5EF4-FFF2-40B4-BE49-F238E27FC236}">
                                <a16:creationId xmlns:a16="http://schemas.microsoft.com/office/drawing/2014/main" id="{3F2501C2-5858-8192-D6A9-4423EA9CC9EF}"/>
                              </a:ext>
                            </a:extLst>
                          </p:cNvPr>
                          <p:cNvGrpSpPr/>
                          <p:nvPr/>
                        </p:nvGrpSpPr>
                        <p:grpSpPr>
                          <a:xfrm>
                            <a:off x="2970212" y="4724400"/>
                            <a:ext cx="731520" cy="731520"/>
                            <a:chOff x="2970212" y="4724400"/>
                            <a:chExt cx="731520" cy="731520"/>
                          </a:xfrm>
                        </p:grpSpPr>
                        <p:grpSp>
                          <p:nvGrpSpPr>
                            <p:cNvPr id="483" name="Group 482">
                              <a:extLst>
                                <a:ext uri="{FF2B5EF4-FFF2-40B4-BE49-F238E27FC236}">
                                  <a16:creationId xmlns:a16="http://schemas.microsoft.com/office/drawing/2014/main" id="{EFB6E570-106E-81A6-90D9-096164480706}"/>
                                </a:ext>
                              </a:extLst>
                            </p:cNvPr>
                            <p:cNvGrpSpPr/>
                            <p:nvPr/>
                          </p:nvGrpSpPr>
                          <p:grpSpPr>
                            <a:xfrm>
                              <a:off x="2970212" y="4724400"/>
                              <a:ext cx="731520" cy="365760"/>
                              <a:chOff x="2970212" y="4724400"/>
                              <a:chExt cx="731520" cy="365760"/>
                            </a:xfrm>
                          </p:grpSpPr>
                          <p:sp>
                            <p:nvSpPr>
                              <p:cNvPr id="486" name="Rectangle 485">
                                <a:extLst>
                                  <a:ext uri="{FF2B5EF4-FFF2-40B4-BE49-F238E27FC236}">
                                    <a16:creationId xmlns:a16="http://schemas.microsoft.com/office/drawing/2014/main" id="{374767DC-DE7D-0D43-895A-5E36ED96EA3D}"/>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487" name="Rectangle 486">
                                <a:extLst>
                                  <a:ext uri="{FF2B5EF4-FFF2-40B4-BE49-F238E27FC236}">
                                    <a16:creationId xmlns:a16="http://schemas.microsoft.com/office/drawing/2014/main" id="{6A64A2C6-CEE1-1D9E-CF62-D50BB479824D}"/>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484" name="Rectangle 483">
                              <a:extLst>
                                <a:ext uri="{FF2B5EF4-FFF2-40B4-BE49-F238E27FC236}">
                                  <a16:creationId xmlns:a16="http://schemas.microsoft.com/office/drawing/2014/main" id="{1788FB22-E207-47A3-B91F-68AD8D6F8EF3}"/>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485" name="Rectangle 484">
                              <a:extLst>
                                <a:ext uri="{FF2B5EF4-FFF2-40B4-BE49-F238E27FC236}">
                                  <a16:creationId xmlns:a16="http://schemas.microsoft.com/office/drawing/2014/main" id="{FFD80E1F-2F9F-99FB-0CE3-8895387BCF0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477" name="Group 476">
                            <a:extLst>
                              <a:ext uri="{FF2B5EF4-FFF2-40B4-BE49-F238E27FC236}">
                                <a16:creationId xmlns:a16="http://schemas.microsoft.com/office/drawing/2014/main" id="{4B9D4F03-0FF9-43B8-F075-5B9B7BB178F4}"/>
                              </a:ext>
                            </a:extLst>
                          </p:cNvPr>
                          <p:cNvGrpSpPr/>
                          <p:nvPr/>
                        </p:nvGrpSpPr>
                        <p:grpSpPr>
                          <a:xfrm>
                            <a:off x="3701732" y="4724400"/>
                            <a:ext cx="731520" cy="731520"/>
                            <a:chOff x="2970212" y="4724400"/>
                            <a:chExt cx="731520" cy="731520"/>
                          </a:xfrm>
                        </p:grpSpPr>
                        <p:grpSp>
                          <p:nvGrpSpPr>
                            <p:cNvPr id="478" name="Group 477">
                              <a:extLst>
                                <a:ext uri="{FF2B5EF4-FFF2-40B4-BE49-F238E27FC236}">
                                  <a16:creationId xmlns:a16="http://schemas.microsoft.com/office/drawing/2014/main" id="{87F73AF6-358F-C43E-F1B8-18DA8ED7D8BC}"/>
                                </a:ext>
                              </a:extLst>
                            </p:cNvPr>
                            <p:cNvGrpSpPr/>
                            <p:nvPr/>
                          </p:nvGrpSpPr>
                          <p:grpSpPr>
                            <a:xfrm>
                              <a:off x="2970212" y="4724400"/>
                              <a:ext cx="731520" cy="365760"/>
                              <a:chOff x="2970212" y="4724400"/>
                              <a:chExt cx="731520" cy="365760"/>
                            </a:xfrm>
                          </p:grpSpPr>
                          <p:sp>
                            <p:nvSpPr>
                              <p:cNvPr id="481" name="Rectangle 480">
                                <a:extLst>
                                  <a:ext uri="{FF2B5EF4-FFF2-40B4-BE49-F238E27FC236}">
                                    <a16:creationId xmlns:a16="http://schemas.microsoft.com/office/drawing/2014/main" id="{31363492-28E2-B442-6B0F-6B5774DFC5A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482" name="Rectangle 481">
                                <a:extLst>
                                  <a:ext uri="{FF2B5EF4-FFF2-40B4-BE49-F238E27FC236}">
                                    <a16:creationId xmlns:a16="http://schemas.microsoft.com/office/drawing/2014/main" id="{390AC9A4-83DB-E558-DCDC-4D6A69FE2E2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479" name="Rectangle 478">
                              <a:extLst>
                                <a:ext uri="{FF2B5EF4-FFF2-40B4-BE49-F238E27FC236}">
                                  <a16:creationId xmlns:a16="http://schemas.microsoft.com/office/drawing/2014/main" id="{DE57853D-AE48-34AA-63EE-91A9ADCAB81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480" name="Rectangle 479">
                              <a:extLst>
                                <a:ext uri="{FF2B5EF4-FFF2-40B4-BE49-F238E27FC236}">
                                  <a16:creationId xmlns:a16="http://schemas.microsoft.com/office/drawing/2014/main" id="{1196CAA7-F69F-0E7E-21FF-8A43EF831642}"/>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grpSp>
              </p:grpSp>
              <p:grpSp>
                <p:nvGrpSpPr>
                  <p:cNvPr id="132" name="Group 131">
                    <a:extLst>
                      <a:ext uri="{FF2B5EF4-FFF2-40B4-BE49-F238E27FC236}">
                        <a16:creationId xmlns:a16="http://schemas.microsoft.com/office/drawing/2014/main" id="{6E05F5CB-7C17-FDD3-3961-1F004AA3ECE8}"/>
                      </a:ext>
                    </a:extLst>
                  </p:cNvPr>
                  <p:cNvGrpSpPr/>
                  <p:nvPr/>
                </p:nvGrpSpPr>
                <p:grpSpPr>
                  <a:xfrm>
                    <a:off x="7984172" y="3124200"/>
                    <a:ext cx="2926080" cy="2926080"/>
                    <a:chOff x="2132012" y="3124200"/>
                    <a:chExt cx="2926080" cy="2926080"/>
                  </a:xfrm>
                </p:grpSpPr>
                <p:grpSp>
                  <p:nvGrpSpPr>
                    <p:cNvPr id="133" name="Group 132">
                      <a:extLst>
                        <a:ext uri="{FF2B5EF4-FFF2-40B4-BE49-F238E27FC236}">
                          <a16:creationId xmlns:a16="http://schemas.microsoft.com/office/drawing/2014/main" id="{92C777AA-1F52-726F-775B-370FA79F92E1}"/>
                        </a:ext>
                      </a:extLst>
                    </p:cNvPr>
                    <p:cNvGrpSpPr/>
                    <p:nvPr/>
                  </p:nvGrpSpPr>
                  <p:grpSpPr>
                    <a:xfrm>
                      <a:off x="2132012" y="3124200"/>
                      <a:ext cx="2926080" cy="1463040"/>
                      <a:chOff x="2970212" y="4724400"/>
                      <a:chExt cx="2926080" cy="1463040"/>
                    </a:xfrm>
                  </p:grpSpPr>
                  <p:grpSp>
                    <p:nvGrpSpPr>
                      <p:cNvPr id="416" name="Group 415">
                        <a:extLst>
                          <a:ext uri="{FF2B5EF4-FFF2-40B4-BE49-F238E27FC236}">
                            <a16:creationId xmlns:a16="http://schemas.microsoft.com/office/drawing/2014/main" id="{089E497F-0969-8D85-BD12-5857785DCE6E}"/>
                          </a:ext>
                        </a:extLst>
                      </p:cNvPr>
                      <p:cNvGrpSpPr/>
                      <p:nvPr/>
                    </p:nvGrpSpPr>
                    <p:grpSpPr>
                      <a:xfrm>
                        <a:off x="2970212" y="4724400"/>
                        <a:ext cx="1463040" cy="1463040"/>
                        <a:chOff x="2970212" y="4724400"/>
                        <a:chExt cx="1463040" cy="1463040"/>
                      </a:xfrm>
                    </p:grpSpPr>
                    <p:grpSp>
                      <p:nvGrpSpPr>
                        <p:cNvPr id="444" name="Group 443">
                          <a:extLst>
                            <a:ext uri="{FF2B5EF4-FFF2-40B4-BE49-F238E27FC236}">
                              <a16:creationId xmlns:a16="http://schemas.microsoft.com/office/drawing/2014/main" id="{39D565CA-44B7-688F-4BD0-5289BFE2E53A}"/>
                            </a:ext>
                          </a:extLst>
                        </p:cNvPr>
                        <p:cNvGrpSpPr/>
                        <p:nvPr/>
                      </p:nvGrpSpPr>
                      <p:grpSpPr>
                        <a:xfrm>
                          <a:off x="2970212" y="4724400"/>
                          <a:ext cx="1463040" cy="731520"/>
                          <a:chOff x="2970212" y="4724400"/>
                          <a:chExt cx="1463040" cy="731520"/>
                        </a:xfrm>
                      </p:grpSpPr>
                      <p:grpSp>
                        <p:nvGrpSpPr>
                          <p:cNvPr id="458" name="Group 457">
                            <a:extLst>
                              <a:ext uri="{FF2B5EF4-FFF2-40B4-BE49-F238E27FC236}">
                                <a16:creationId xmlns:a16="http://schemas.microsoft.com/office/drawing/2014/main" id="{E99BB387-E47D-3A6D-8C67-82BEF79515B2}"/>
                              </a:ext>
                            </a:extLst>
                          </p:cNvPr>
                          <p:cNvGrpSpPr/>
                          <p:nvPr/>
                        </p:nvGrpSpPr>
                        <p:grpSpPr>
                          <a:xfrm>
                            <a:off x="2970212" y="4724400"/>
                            <a:ext cx="731520" cy="731520"/>
                            <a:chOff x="2970212" y="4724400"/>
                            <a:chExt cx="731520" cy="731520"/>
                          </a:xfrm>
                        </p:grpSpPr>
                        <p:grpSp>
                          <p:nvGrpSpPr>
                            <p:cNvPr id="465" name="Group 464">
                              <a:extLst>
                                <a:ext uri="{FF2B5EF4-FFF2-40B4-BE49-F238E27FC236}">
                                  <a16:creationId xmlns:a16="http://schemas.microsoft.com/office/drawing/2014/main" id="{4CF3AD8F-3231-2B56-1C75-0205FBCE0587}"/>
                                </a:ext>
                              </a:extLst>
                            </p:cNvPr>
                            <p:cNvGrpSpPr/>
                            <p:nvPr/>
                          </p:nvGrpSpPr>
                          <p:grpSpPr>
                            <a:xfrm>
                              <a:off x="2970212" y="4724400"/>
                              <a:ext cx="731520" cy="365760"/>
                              <a:chOff x="2970212" y="4724400"/>
                              <a:chExt cx="731520" cy="365760"/>
                            </a:xfrm>
                          </p:grpSpPr>
                          <p:sp>
                            <p:nvSpPr>
                              <p:cNvPr id="468" name="Rectangle 467">
                                <a:extLst>
                                  <a:ext uri="{FF2B5EF4-FFF2-40B4-BE49-F238E27FC236}">
                                    <a16:creationId xmlns:a16="http://schemas.microsoft.com/office/drawing/2014/main" id="{5487764B-5BEB-22E6-96A4-993A1F7C48D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469" name="Rectangle 468">
                                <a:extLst>
                                  <a:ext uri="{FF2B5EF4-FFF2-40B4-BE49-F238E27FC236}">
                                    <a16:creationId xmlns:a16="http://schemas.microsoft.com/office/drawing/2014/main" id="{E7907A0C-5E82-F8C2-9488-90744ECF33E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466" name="Rectangle 465">
                              <a:extLst>
                                <a:ext uri="{FF2B5EF4-FFF2-40B4-BE49-F238E27FC236}">
                                  <a16:creationId xmlns:a16="http://schemas.microsoft.com/office/drawing/2014/main" id="{DB97784A-2123-35C4-523A-3E3A0247D0C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467" name="Rectangle 466">
                              <a:extLst>
                                <a:ext uri="{FF2B5EF4-FFF2-40B4-BE49-F238E27FC236}">
                                  <a16:creationId xmlns:a16="http://schemas.microsoft.com/office/drawing/2014/main" id="{A76F1A9A-BEE7-F07D-12F0-20E9D1BD2AD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459" name="Group 458">
                            <a:extLst>
                              <a:ext uri="{FF2B5EF4-FFF2-40B4-BE49-F238E27FC236}">
                                <a16:creationId xmlns:a16="http://schemas.microsoft.com/office/drawing/2014/main" id="{E8B874E2-7E6F-2110-DADB-491F3EA6E5FB}"/>
                              </a:ext>
                            </a:extLst>
                          </p:cNvPr>
                          <p:cNvGrpSpPr/>
                          <p:nvPr/>
                        </p:nvGrpSpPr>
                        <p:grpSpPr>
                          <a:xfrm>
                            <a:off x="3701732" y="4724400"/>
                            <a:ext cx="731520" cy="731520"/>
                            <a:chOff x="2970212" y="4724400"/>
                            <a:chExt cx="731520" cy="731520"/>
                          </a:xfrm>
                        </p:grpSpPr>
                        <p:grpSp>
                          <p:nvGrpSpPr>
                            <p:cNvPr id="460" name="Group 459">
                              <a:extLst>
                                <a:ext uri="{FF2B5EF4-FFF2-40B4-BE49-F238E27FC236}">
                                  <a16:creationId xmlns:a16="http://schemas.microsoft.com/office/drawing/2014/main" id="{26DFEAB6-313F-6010-5D3F-661F4B3CBE90}"/>
                                </a:ext>
                              </a:extLst>
                            </p:cNvPr>
                            <p:cNvGrpSpPr/>
                            <p:nvPr/>
                          </p:nvGrpSpPr>
                          <p:grpSpPr>
                            <a:xfrm>
                              <a:off x="2970212" y="4724400"/>
                              <a:ext cx="731520" cy="365760"/>
                              <a:chOff x="2970212" y="4724400"/>
                              <a:chExt cx="731520" cy="365760"/>
                            </a:xfrm>
                          </p:grpSpPr>
                          <p:sp>
                            <p:nvSpPr>
                              <p:cNvPr id="463" name="Rectangle 462">
                                <a:extLst>
                                  <a:ext uri="{FF2B5EF4-FFF2-40B4-BE49-F238E27FC236}">
                                    <a16:creationId xmlns:a16="http://schemas.microsoft.com/office/drawing/2014/main" id="{85A5E9E1-391C-FBCB-7A00-12C66C5E303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464" name="Rectangle 463">
                                <a:extLst>
                                  <a:ext uri="{FF2B5EF4-FFF2-40B4-BE49-F238E27FC236}">
                                    <a16:creationId xmlns:a16="http://schemas.microsoft.com/office/drawing/2014/main" id="{8D7B004C-CC67-7D3D-39BF-B652D6DDD0D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461" name="Rectangle 460">
                              <a:extLst>
                                <a:ext uri="{FF2B5EF4-FFF2-40B4-BE49-F238E27FC236}">
                                  <a16:creationId xmlns:a16="http://schemas.microsoft.com/office/drawing/2014/main" id="{086C3787-BB2C-A6E7-125F-12C93E7EACF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462" name="Rectangle 461">
                              <a:extLst>
                                <a:ext uri="{FF2B5EF4-FFF2-40B4-BE49-F238E27FC236}">
                                  <a16:creationId xmlns:a16="http://schemas.microsoft.com/office/drawing/2014/main" id="{4BDFCA47-13FA-4124-AEB7-842D154242A7}"/>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nvGrpSpPr>
                        <p:cNvPr id="445" name="Group 444">
                          <a:extLst>
                            <a:ext uri="{FF2B5EF4-FFF2-40B4-BE49-F238E27FC236}">
                              <a16:creationId xmlns:a16="http://schemas.microsoft.com/office/drawing/2014/main" id="{BA1EEE07-4502-206F-FEED-888DD9ADA8B6}"/>
                            </a:ext>
                          </a:extLst>
                        </p:cNvPr>
                        <p:cNvGrpSpPr/>
                        <p:nvPr/>
                      </p:nvGrpSpPr>
                      <p:grpSpPr>
                        <a:xfrm>
                          <a:off x="2970212" y="5455920"/>
                          <a:ext cx="1463040" cy="731520"/>
                          <a:chOff x="2970212" y="4724400"/>
                          <a:chExt cx="1463040" cy="731520"/>
                        </a:xfrm>
                      </p:grpSpPr>
                      <p:grpSp>
                        <p:nvGrpSpPr>
                          <p:cNvPr id="446" name="Group 445">
                            <a:extLst>
                              <a:ext uri="{FF2B5EF4-FFF2-40B4-BE49-F238E27FC236}">
                                <a16:creationId xmlns:a16="http://schemas.microsoft.com/office/drawing/2014/main" id="{5D1B45BE-C4D7-4442-43F0-289EE596CEA6}"/>
                              </a:ext>
                            </a:extLst>
                          </p:cNvPr>
                          <p:cNvGrpSpPr/>
                          <p:nvPr/>
                        </p:nvGrpSpPr>
                        <p:grpSpPr>
                          <a:xfrm>
                            <a:off x="2970212" y="4724400"/>
                            <a:ext cx="731520" cy="731520"/>
                            <a:chOff x="2970212" y="4724400"/>
                            <a:chExt cx="731520" cy="731520"/>
                          </a:xfrm>
                        </p:grpSpPr>
                        <p:grpSp>
                          <p:nvGrpSpPr>
                            <p:cNvPr id="453" name="Group 452">
                              <a:extLst>
                                <a:ext uri="{FF2B5EF4-FFF2-40B4-BE49-F238E27FC236}">
                                  <a16:creationId xmlns:a16="http://schemas.microsoft.com/office/drawing/2014/main" id="{7417273B-7CB4-DB7C-EDDE-7120E076ED0D}"/>
                                </a:ext>
                              </a:extLst>
                            </p:cNvPr>
                            <p:cNvGrpSpPr/>
                            <p:nvPr/>
                          </p:nvGrpSpPr>
                          <p:grpSpPr>
                            <a:xfrm>
                              <a:off x="2970212" y="4724400"/>
                              <a:ext cx="731520" cy="365760"/>
                              <a:chOff x="2970212" y="4724400"/>
                              <a:chExt cx="731520" cy="365760"/>
                            </a:xfrm>
                          </p:grpSpPr>
                          <p:sp>
                            <p:nvSpPr>
                              <p:cNvPr id="456" name="Rectangle 455">
                                <a:extLst>
                                  <a:ext uri="{FF2B5EF4-FFF2-40B4-BE49-F238E27FC236}">
                                    <a16:creationId xmlns:a16="http://schemas.microsoft.com/office/drawing/2014/main" id="{8A5DAEF6-7B78-A8E2-39EF-04A1D837621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457" name="Rectangle 456">
                                <a:extLst>
                                  <a:ext uri="{FF2B5EF4-FFF2-40B4-BE49-F238E27FC236}">
                                    <a16:creationId xmlns:a16="http://schemas.microsoft.com/office/drawing/2014/main" id="{E36FDA44-9540-B05F-E9D4-15D8A62FE61D}"/>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454" name="Rectangle 453">
                              <a:extLst>
                                <a:ext uri="{FF2B5EF4-FFF2-40B4-BE49-F238E27FC236}">
                                  <a16:creationId xmlns:a16="http://schemas.microsoft.com/office/drawing/2014/main" id="{436E9F95-35B9-2AFF-EAB7-B6711BBA07D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455" name="Rectangle 454">
                              <a:extLst>
                                <a:ext uri="{FF2B5EF4-FFF2-40B4-BE49-F238E27FC236}">
                                  <a16:creationId xmlns:a16="http://schemas.microsoft.com/office/drawing/2014/main" id="{99704FF0-AF4A-F745-84E7-8C05A60EE593}"/>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447" name="Group 446">
                            <a:extLst>
                              <a:ext uri="{FF2B5EF4-FFF2-40B4-BE49-F238E27FC236}">
                                <a16:creationId xmlns:a16="http://schemas.microsoft.com/office/drawing/2014/main" id="{5443ECBD-E920-C661-57ED-B72D7F81DC71}"/>
                              </a:ext>
                            </a:extLst>
                          </p:cNvPr>
                          <p:cNvGrpSpPr/>
                          <p:nvPr/>
                        </p:nvGrpSpPr>
                        <p:grpSpPr>
                          <a:xfrm>
                            <a:off x="3701732" y="4724400"/>
                            <a:ext cx="731520" cy="731520"/>
                            <a:chOff x="2970212" y="4724400"/>
                            <a:chExt cx="731520" cy="731520"/>
                          </a:xfrm>
                        </p:grpSpPr>
                        <p:grpSp>
                          <p:nvGrpSpPr>
                            <p:cNvPr id="448" name="Group 447">
                              <a:extLst>
                                <a:ext uri="{FF2B5EF4-FFF2-40B4-BE49-F238E27FC236}">
                                  <a16:creationId xmlns:a16="http://schemas.microsoft.com/office/drawing/2014/main" id="{6BE61529-40B8-C4B6-83D1-5047FE0FE8BF}"/>
                                </a:ext>
                              </a:extLst>
                            </p:cNvPr>
                            <p:cNvGrpSpPr/>
                            <p:nvPr/>
                          </p:nvGrpSpPr>
                          <p:grpSpPr>
                            <a:xfrm>
                              <a:off x="2970212" y="4724400"/>
                              <a:ext cx="731520" cy="365760"/>
                              <a:chOff x="2970212" y="4724400"/>
                              <a:chExt cx="731520" cy="365760"/>
                            </a:xfrm>
                          </p:grpSpPr>
                          <p:sp>
                            <p:nvSpPr>
                              <p:cNvPr id="451" name="Rectangle 450">
                                <a:extLst>
                                  <a:ext uri="{FF2B5EF4-FFF2-40B4-BE49-F238E27FC236}">
                                    <a16:creationId xmlns:a16="http://schemas.microsoft.com/office/drawing/2014/main" id="{3155BF25-66E6-1B68-37B7-0688792EFD9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452" name="Rectangle 451">
                                <a:extLst>
                                  <a:ext uri="{FF2B5EF4-FFF2-40B4-BE49-F238E27FC236}">
                                    <a16:creationId xmlns:a16="http://schemas.microsoft.com/office/drawing/2014/main" id="{C5B1D0A9-3509-D5D9-6F85-78E57BF6FA6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449" name="Rectangle 448">
                              <a:extLst>
                                <a:ext uri="{FF2B5EF4-FFF2-40B4-BE49-F238E27FC236}">
                                  <a16:creationId xmlns:a16="http://schemas.microsoft.com/office/drawing/2014/main" id="{7D98DE9E-15CD-42E5-A31F-D8F89E26143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450" name="Rectangle 449">
                              <a:extLst>
                                <a:ext uri="{FF2B5EF4-FFF2-40B4-BE49-F238E27FC236}">
                                  <a16:creationId xmlns:a16="http://schemas.microsoft.com/office/drawing/2014/main" id="{5D17A96B-CB51-BD40-9BCA-62D1C03681EC}"/>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grpSp>
                    <p:nvGrpSpPr>
                      <p:cNvPr id="417" name="Group 416">
                        <a:extLst>
                          <a:ext uri="{FF2B5EF4-FFF2-40B4-BE49-F238E27FC236}">
                            <a16:creationId xmlns:a16="http://schemas.microsoft.com/office/drawing/2014/main" id="{74BB23BF-8F8E-134F-E712-77BABB0BF7DB}"/>
                          </a:ext>
                        </a:extLst>
                      </p:cNvPr>
                      <p:cNvGrpSpPr/>
                      <p:nvPr/>
                    </p:nvGrpSpPr>
                    <p:grpSpPr>
                      <a:xfrm>
                        <a:off x="4433252" y="4724400"/>
                        <a:ext cx="1463040" cy="1463040"/>
                        <a:chOff x="2970212" y="4724400"/>
                        <a:chExt cx="1463040" cy="1463040"/>
                      </a:xfrm>
                    </p:grpSpPr>
                    <p:grpSp>
                      <p:nvGrpSpPr>
                        <p:cNvPr id="418" name="Group 417">
                          <a:extLst>
                            <a:ext uri="{FF2B5EF4-FFF2-40B4-BE49-F238E27FC236}">
                              <a16:creationId xmlns:a16="http://schemas.microsoft.com/office/drawing/2014/main" id="{BBFD70FE-5164-0DDC-6579-8B751339111F}"/>
                            </a:ext>
                          </a:extLst>
                        </p:cNvPr>
                        <p:cNvGrpSpPr/>
                        <p:nvPr/>
                      </p:nvGrpSpPr>
                      <p:grpSpPr>
                        <a:xfrm>
                          <a:off x="2970212" y="4724400"/>
                          <a:ext cx="1463040" cy="731520"/>
                          <a:chOff x="2970212" y="4724400"/>
                          <a:chExt cx="1463040" cy="731520"/>
                        </a:xfrm>
                      </p:grpSpPr>
                      <p:grpSp>
                        <p:nvGrpSpPr>
                          <p:cNvPr id="432" name="Group 431">
                            <a:extLst>
                              <a:ext uri="{FF2B5EF4-FFF2-40B4-BE49-F238E27FC236}">
                                <a16:creationId xmlns:a16="http://schemas.microsoft.com/office/drawing/2014/main" id="{D4887C3D-5AC7-092B-29D3-2267F07EEF31}"/>
                              </a:ext>
                            </a:extLst>
                          </p:cNvPr>
                          <p:cNvGrpSpPr/>
                          <p:nvPr/>
                        </p:nvGrpSpPr>
                        <p:grpSpPr>
                          <a:xfrm>
                            <a:off x="2970212" y="4724400"/>
                            <a:ext cx="731520" cy="731520"/>
                            <a:chOff x="2970212" y="4724400"/>
                            <a:chExt cx="731520" cy="731520"/>
                          </a:xfrm>
                        </p:grpSpPr>
                        <p:grpSp>
                          <p:nvGrpSpPr>
                            <p:cNvPr id="439" name="Group 438">
                              <a:extLst>
                                <a:ext uri="{FF2B5EF4-FFF2-40B4-BE49-F238E27FC236}">
                                  <a16:creationId xmlns:a16="http://schemas.microsoft.com/office/drawing/2014/main" id="{C6CEC77F-E23E-C082-3645-A0EE14F8B977}"/>
                                </a:ext>
                              </a:extLst>
                            </p:cNvPr>
                            <p:cNvGrpSpPr/>
                            <p:nvPr/>
                          </p:nvGrpSpPr>
                          <p:grpSpPr>
                            <a:xfrm>
                              <a:off x="2970212" y="4724400"/>
                              <a:ext cx="731520" cy="365760"/>
                              <a:chOff x="2970212" y="4724400"/>
                              <a:chExt cx="731520" cy="365760"/>
                            </a:xfrm>
                          </p:grpSpPr>
                          <p:sp>
                            <p:nvSpPr>
                              <p:cNvPr id="442" name="Rectangle 441">
                                <a:extLst>
                                  <a:ext uri="{FF2B5EF4-FFF2-40B4-BE49-F238E27FC236}">
                                    <a16:creationId xmlns:a16="http://schemas.microsoft.com/office/drawing/2014/main" id="{29B07D19-4712-B8A2-D8F3-7B30B19DBC9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443" name="Rectangle 442">
                                <a:extLst>
                                  <a:ext uri="{FF2B5EF4-FFF2-40B4-BE49-F238E27FC236}">
                                    <a16:creationId xmlns:a16="http://schemas.microsoft.com/office/drawing/2014/main" id="{D30C8864-56B2-9394-FE59-143881D22D8E}"/>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440" name="Rectangle 439">
                              <a:extLst>
                                <a:ext uri="{FF2B5EF4-FFF2-40B4-BE49-F238E27FC236}">
                                  <a16:creationId xmlns:a16="http://schemas.microsoft.com/office/drawing/2014/main" id="{AAACF1B5-9574-7F9B-3A9C-14C394E1869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441" name="Rectangle 440">
                              <a:extLst>
                                <a:ext uri="{FF2B5EF4-FFF2-40B4-BE49-F238E27FC236}">
                                  <a16:creationId xmlns:a16="http://schemas.microsoft.com/office/drawing/2014/main" id="{ED73A63B-834D-13B3-B0B8-35F17A73DEE2}"/>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433" name="Group 432">
                            <a:extLst>
                              <a:ext uri="{FF2B5EF4-FFF2-40B4-BE49-F238E27FC236}">
                                <a16:creationId xmlns:a16="http://schemas.microsoft.com/office/drawing/2014/main" id="{FE09CB30-5436-010D-9941-C7DA56B3C438}"/>
                              </a:ext>
                            </a:extLst>
                          </p:cNvPr>
                          <p:cNvGrpSpPr/>
                          <p:nvPr/>
                        </p:nvGrpSpPr>
                        <p:grpSpPr>
                          <a:xfrm>
                            <a:off x="3701732" y="4724400"/>
                            <a:ext cx="731520" cy="731520"/>
                            <a:chOff x="2970212" y="4724400"/>
                            <a:chExt cx="731520" cy="731520"/>
                          </a:xfrm>
                        </p:grpSpPr>
                        <p:grpSp>
                          <p:nvGrpSpPr>
                            <p:cNvPr id="434" name="Group 433">
                              <a:extLst>
                                <a:ext uri="{FF2B5EF4-FFF2-40B4-BE49-F238E27FC236}">
                                  <a16:creationId xmlns:a16="http://schemas.microsoft.com/office/drawing/2014/main" id="{1050D2FD-1867-D526-D1D4-4784AED4CF7B}"/>
                                </a:ext>
                              </a:extLst>
                            </p:cNvPr>
                            <p:cNvGrpSpPr/>
                            <p:nvPr/>
                          </p:nvGrpSpPr>
                          <p:grpSpPr>
                            <a:xfrm>
                              <a:off x="2970212" y="4724400"/>
                              <a:ext cx="731520" cy="365760"/>
                              <a:chOff x="2970212" y="4724400"/>
                              <a:chExt cx="731520" cy="365760"/>
                            </a:xfrm>
                          </p:grpSpPr>
                          <p:sp>
                            <p:nvSpPr>
                              <p:cNvPr id="437" name="Rectangle 436">
                                <a:extLst>
                                  <a:ext uri="{FF2B5EF4-FFF2-40B4-BE49-F238E27FC236}">
                                    <a16:creationId xmlns:a16="http://schemas.microsoft.com/office/drawing/2014/main" id="{4F1BBA89-0CAA-FCC0-92C7-77026E6911D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438" name="Rectangle 437">
                                <a:extLst>
                                  <a:ext uri="{FF2B5EF4-FFF2-40B4-BE49-F238E27FC236}">
                                    <a16:creationId xmlns:a16="http://schemas.microsoft.com/office/drawing/2014/main" id="{4BC8E3F3-D41C-8988-B184-8F98B7DED427}"/>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435" name="Rectangle 434">
                              <a:extLst>
                                <a:ext uri="{FF2B5EF4-FFF2-40B4-BE49-F238E27FC236}">
                                  <a16:creationId xmlns:a16="http://schemas.microsoft.com/office/drawing/2014/main" id="{4580308A-4C6B-11B5-7F75-B78DE273E01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436" name="Rectangle 435">
                              <a:extLst>
                                <a:ext uri="{FF2B5EF4-FFF2-40B4-BE49-F238E27FC236}">
                                  <a16:creationId xmlns:a16="http://schemas.microsoft.com/office/drawing/2014/main" id="{C14DFF4B-E2C9-6EE7-87F2-09EC9D37F72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nvGrpSpPr>
                        <p:cNvPr id="419" name="Group 418">
                          <a:extLst>
                            <a:ext uri="{FF2B5EF4-FFF2-40B4-BE49-F238E27FC236}">
                              <a16:creationId xmlns:a16="http://schemas.microsoft.com/office/drawing/2014/main" id="{1E886C86-EB18-E6ED-9CF6-78903CDE5CA2}"/>
                            </a:ext>
                          </a:extLst>
                        </p:cNvPr>
                        <p:cNvGrpSpPr/>
                        <p:nvPr/>
                      </p:nvGrpSpPr>
                      <p:grpSpPr>
                        <a:xfrm>
                          <a:off x="2970212" y="5455920"/>
                          <a:ext cx="1463040" cy="731520"/>
                          <a:chOff x="2970212" y="4724400"/>
                          <a:chExt cx="1463040" cy="731520"/>
                        </a:xfrm>
                      </p:grpSpPr>
                      <p:grpSp>
                        <p:nvGrpSpPr>
                          <p:cNvPr id="420" name="Group 419">
                            <a:extLst>
                              <a:ext uri="{FF2B5EF4-FFF2-40B4-BE49-F238E27FC236}">
                                <a16:creationId xmlns:a16="http://schemas.microsoft.com/office/drawing/2014/main" id="{0B885F05-5C94-64EA-8C65-00D14F644DF4}"/>
                              </a:ext>
                            </a:extLst>
                          </p:cNvPr>
                          <p:cNvGrpSpPr/>
                          <p:nvPr/>
                        </p:nvGrpSpPr>
                        <p:grpSpPr>
                          <a:xfrm>
                            <a:off x="2970212" y="4724400"/>
                            <a:ext cx="731520" cy="731520"/>
                            <a:chOff x="2970212" y="4724400"/>
                            <a:chExt cx="731520" cy="731520"/>
                          </a:xfrm>
                        </p:grpSpPr>
                        <p:grpSp>
                          <p:nvGrpSpPr>
                            <p:cNvPr id="427" name="Group 426">
                              <a:extLst>
                                <a:ext uri="{FF2B5EF4-FFF2-40B4-BE49-F238E27FC236}">
                                  <a16:creationId xmlns:a16="http://schemas.microsoft.com/office/drawing/2014/main" id="{CD569C31-103C-4D5A-F056-0440932B3AC0}"/>
                                </a:ext>
                              </a:extLst>
                            </p:cNvPr>
                            <p:cNvGrpSpPr/>
                            <p:nvPr/>
                          </p:nvGrpSpPr>
                          <p:grpSpPr>
                            <a:xfrm>
                              <a:off x="2970212" y="4724400"/>
                              <a:ext cx="731520" cy="365760"/>
                              <a:chOff x="2970212" y="4724400"/>
                              <a:chExt cx="731520" cy="365760"/>
                            </a:xfrm>
                          </p:grpSpPr>
                          <p:sp>
                            <p:nvSpPr>
                              <p:cNvPr id="430" name="Rectangle 429">
                                <a:extLst>
                                  <a:ext uri="{FF2B5EF4-FFF2-40B4-BE49-F238E27FC236}">
                                    <a16:creationId xmlns:a16="http://schemas.microsoft.com/office/drawing/2014/main" id="{890E9E65-FFB2-FD44-452E-B8D10BF7E5E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431" name="Rectangle 430">
                                <a:extLst>
                                  <a:ext uri="{FF2B5EF4-FFF2-40B4-BE49-F238E27FC236}">
                                    <a16:creationId xmlns:a16="http://schemas.microsoft.com/office/drawing/2014/main" id="{801E3AE7-E00D-BE31-235E-203CC922381E}"/>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428" name="Rectangle 427">
                              <a:extLst>
                                <a:ext uri="{FF2B5EF4-FFF2-40B4-BE49-F238E27FC236}">
                                  <a16:creationId xmlns:a16="http://schemas.microsoft.com/office/drawing/2014/main" id="{3CB897BE-75C6-96CE-93A2-69C246BA02A3}"/>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429" name="Rectangle 428">
                              <a:extLst>
                                <a:ext uri="{FF2B5EF4-FFF2-40B4-BE49-F238E27FC236}">
                                  <a16:creationId xmlns:a16="http://schemas.microsoft.com/office/drawing/2014/main" id="{6294E3B7-0D10-E3F6-F72D-EFAB4A6840F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421" name="Group 420">
                            <a:extLst>
                              <a:ext uri="{FF2B5EF4-FFF2-40B4-BE49-F238E27FC236}">
                                <a16:creationId xmlns:a16="http://schemas.microsoft.com/office/drawing/2014/main" id="{B37CE3E2-48B9-3061-B249-52AED72ED1E9}"/>
                              </a:ext>
                            </a:extLst>
                          </p:cNvPr>
                          <p:cNvGrpSpPr/>
                          <p:nvPr/>
                        </p:nvGrpSpPr>
                        <p:grpSpPr>
                          <a:xfrm>
                            <a:off x="3701732" y="4724400"/>
                            <a:ext cx="731520" cy="731520"/>
                            <a:chOff x="2970212" y="4724400"/>
                            <a:chExt cx="731520" cy="731520"/>
                          </a:xfrm>
                        </p:grpSpPr>
                        <p:grpSp>
                          <p:nvGrpSpPr>
                            <p:cNvPr id="422" name="Group 421">
                              <a:extLst>
                                <a:ext uri="{FF2B5EF4-FFF2-40B4-BE49-F238E27FC236}">
                                  <a16:creationId xmlns:a16="http://schemas.microsoft.com/office/drawing/2014/main" id="{5120DF39-67A8-4683-EABC-2711387BFD9B}"/>
                                </a:ext>
                              </a:extLst>
                            </p:cNvPr>
                            <p:cNvGrpSpPr/>
                            <p:nvPr/>
                          </p:nvGrpSpPr>
                          <p:grpSpPr>
                            <a:xfrm>
                              <a:off x="2970212" y="4724400"/>
                              <a:ext cx="731520" cy="365760"/>
                              <a:chOff x="2970212" y="4724400"/>
                              <a:chExt cx="731520" cy="365760"/>
                            </a:xfrm>
                          </p:grpSpPr>
                          <p:sp>
                            <p:nvSpPr>
                              <p:cNvPr id="425" name="Rectangle 424">
                                <a:extLst>
                                  <a:ext uri="{FF2B5EF4-FFF2-40B4-BE49-F238E27FC236}">
                                    <a16:creationId xmlns:a16="http://schemas.microsoft.com/office/drawing/2014/main" id="{44F19310-6092-C6A8-DB98-E14A93EB895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426" name="Rectangle 425">
                                <a:extLst>
                                  <a:ext uri="{FF2B5EF4-FFF2-40B4-BE49-F238E27FC236}">
                                    <a16:creationId xmlns:a16="http://schemas.microsoft.com/office/drawing/2014/main" id="{0D8FF9E4-E5AF-88A9-A790-5E777BB5C093}"/>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423" name="Rectangle 422">
                              <a:extLst>
                                <a:ext uri="{FF2B5EF4-FFF2-40B4-BE49-F238E27FC236}">
                                  <a16:creationId xmlns:a16="http://schemas.microsoft.com/office/drawing/2014/main" id="{CCC6D9CB-F2EA-0E53-603B-4D21AC83451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424" name="Rectangle 423">
                              <a:extLst>
                                <a:ext uri="{FF2B5EF4-FFF2-40B4-BE49-F238E27FC236}">
                                  <a16:creationId xmlns:a16="http://schemas.microsoft.com/office/drawing/2014/main" id="{745BD093-A18D-4895-485B-A06966A485F3}"/>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grpSp>
                <p:grpSp>
                  <p:nvGrpSpPr>
                    <p:cNvPr id="134" name="Group 133">
                      <a:extLst>
                        <a:ext uri="{FF2B5EF4-FFF2-40B4-BE49-F238E27FC236}">
                          <a16:creationId xmlns:a16="http://schemas.microsoft.com/office/drawing/2014/main" id="{E1D45949-2466-A775-B346-7BFB9AB0B963}"/>
                        </a:ext>
                      </a:extLst>
                    </p:cNvPr>
                    <p:cNvGrpSpPr/>
                    <p:nvPr/>
                  </p:nvGrpSpPr>
                  <p:grpSpPr>
                    <a:xfrm>
                      <a:off x="2132012" y="4587240"/>
                      <a:ext cx="2926080" cy="1463040"/>
                      <a:chOff x="2970212" y="4724400"/>
                      <a:chExt cx="2926080" cy="1463040"/>
                    </a:xfrm>
                  </p:grpSpPr>
                  <p:grpSp>
                    <p:nvGrpSpPr>
                      <p:cNvPr id="135" name="Group 134">
                        <a:extLst>
                          <a:ext uri="{FF2B5EF4-FFF2-40B4-BE49-F238E27FC236}">
                            <a16:creationId xmlns:a16="http://schemas.microsoft.com/office/drawing/2014/main" id="{1D270E69-F4DF-FCCE-F4A6-62F81F31F7E1}"/>
                          </a:ext>
                        </a:extLst>
                      </p:cNvPr>
                      <p:cNvGrpSpPr/>
                      <p:nvPr/>
                    </p:nvGrpSpPr>
                    <p:grpSpPr>
                      <a:xfrm>
                        <a:off x="2970212" y="4724400"/>
                        <a:ext cx="1463040" cy="1463040"/>
                        <a:chOff x="2970212" y="4724400"/>
                        <a:chExt cx="1463040" cy="1463040"/>
                      </a:xfrm>
                    </p:grpSpPr>
                    <p:grpSp>
                      <p:nvGrpSpPr>
                        <p:cNvPr id="163" name="Group 162">
                          <a:extLst>
                            <a:ext uri="{FF2B5EF4-FFF2-40B4-BE49-F238E27FC236}">
                              <a16:creationId xmlns:a16="http://schemas.microsoft.com/office/drawing/2014/main" id="{669202F5-2A36-69F0-2F3F-20B3103034DD}"/>
                            </a:ext>
                          </a:extLst>
                        </p:cNvPr>
                        <p:cNvGrpSpPr/>
                        <p:nvPr/>
                      </p:nvGrpSpPr>
                      <p:grpSpPr>
                        <a:xfrm>
                          <a:off x="2970212" y="4724400"/>
                          <a:ext cx="1463040" cy="731520"/>
                          <a:chOff x="2970212" y="4724400"/>
                          <a:chExt cx="1463040" cy="731520"/>
                        </a:xfrm>
                      </p:grpSpPr>
                      <p:grpSp>
                        <p:nvGrpSpPr>
                          <p:cNvPr id="177" name="Group 176">
                            <a:extLst>
                              <a:ext uri="{FF2B5EF4-FFF2-40B4-BE49-F238E27FC236}">
                                <a16:creationId xmlns:a16="http://schemas.microsoft.com/office/drawing/2014/main" id="{6755738B-D8C5-C2E1-90C2-C5082EBAA0FC}"/>
                              </a:ext>
                            </a:extLst>
                          </p:cNvPr>
                          <p:cNvGrpSpPr/>
                          <p:nvPr/>
                        </p:nvGrpSpPr>
                        <p:grpSpPr>
                          <a:xfrm>
                            <a:off x="2970212" y="4724400"/>
                            <a:ext cx="731520" cy="731520"/>
                            <a:chOff x="2970212" y="4724400"/>
                            <a:chExt cx="731520" cy="731520"/>
                          </a:xfrm>
                        </p:grpSpPr>
                        <p:grpSp>
                          <p:nvGrpSpPr>
                            <p:cNvPr id="408" name="Group 407">
                              <a:extLst>
                                <a:ext uri="{FF2B5EF4-FFF2-40B4-BE49-F238E27FC236}">
                                  <a16:creationId xmlns:a16="http://schemas.microsoft.com/office/drawing/2014/main" id="{1405B90E-4DCC-CC8B-BB03-9239C1397A84}"/>
                                </a:ext>
                              </a:extLst>
                            </p:cNvPr>
                            <p:cNvGrpSpPr/>
                            <p:nvPr/>
                          </p:nvGrpSpPr>
                          <p:grpSpPr>
                            <a:xfrm>
                              <a:off x="2970212" y="4724400"/>
                              <a:ext cx="731520" cy="365760"/>
                              <a:chOff x="2970212" y="4724400"/>
                              <a:chExt cx="731520" cy="365760"/>
                            </a:xfrm>
                          </p:grpSpPr>
                          <p:sp>
                            <p:nvSpPr>
                              <p:cNvPr id="414" name="Rectangle 413">
                                <a:extLst>
                                  <a:ext uri="{FF2B5EF4-FFF2-40B4-BE49-F238E27FC236}">
                                    <a16:creationId xmlns:a16="http://schemas.microsoft.com/office/drawing/2014/main" id="{696BDC4C-9BDE-8A13-5E4C-DDB6CBEEE3E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415" name="Rectangle 414">
                                <a:extLst>
                                  <a:ext uri="{FF2B5EF4-FFF2-40B4-BE49-F238E27FC236}">
                                    <a16:creationId xmlns:a16="http://schemas.microsoft.com/office/drawing/2014/main" id="{11939273-8080-3B6B-E906-3190FFA2766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411" name="Rectangle 410">
                              <a:extLst>
                                <a:ext uri="{FF2B5EF4-FFF2-40B4-BE49-F238E27FC236}">
                                  <a16:creationId xmlns:a16="http://schemas.microsoft.com/office/drawing/2014/main" id="{C322560E-118E-A21F-A957-4C798969C04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413" name="Rectangle 412">
                              <a:extLst>
                                <a:ext uri="{FF2B5EF4-FFF2-40B4-BE49-F238E27FC236}">
                                  <a16:creationId xmlns:a16="http://schemas.microsoft.com/office/drawing/2014/main" id="{A5912D37-CDBE-C708-CBB3-90E8A541EA1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178" name="Group 177">
                            <a:extLst>
                              <a:ext uri="{FF2B5EF4-FFF2-40B4-BE49-F238E27FC236}">
                                <a16:creationId xmlns:a16="http://schemas.microsoft.com/office/drawing/2014/main" id="{8E730F30-A778-F22A-C578-1417DD88952E}"/>
                              </a:ext>
                            </a:extLst>
                          </p:cNvPr>
                          <p:cNvGrpSpPr/>
                          <p:nvPr/>
                        </p:nvGrpSpPr>
                        <p:grpSpPr>
                          <a:xfrm>
                            <a:off x="3701732" y="4724400"/>
                            <a:ext cx="731520" cy="731520"/>
                            <a:chOff x="2970212" y="4724400"/>
                            <a:chExt cx="731520" cy="731520"/>
                          </a:xfrm>
                        </p:grpSpPr>
                        <p:grpSp>
                          <p:nvGrpSpPr>
                            <p:cNvPr id="179" name="Group 178">
                              <a:extLst>
                                <a:ext uri="{FF2B5EF4-FFF2-40B4-BE49-F238E27FC236}">
                                  <a16:creationId xmlns:a16="http://schemas.microsoft.com/office/drawing/2014/main" id="{1164594B-7FA5-EEB2-20DA-6AA030950DA3}"/>
                                </a:ext>
                              </a:extLst>
                            </p:cNvPr>
                            <p:cNvGrpSpPr/>
                            <p:nvPr/>
                          </p:nvGrpSpPr>
                          <p:grpSpPr>
                            <a:xfrm>
                              <a:off x="2970212" y="4724400"/>
                              <a:ext cx="731520" cy="365760"/>
                              <a:chOff x="2970212" y="4724400"/>
                              <a:chExt cx="731520" cy="365760"/>
                            </a:xfrm>
                          </p:grpSpPr>
                          <p:sp>
                            <p:nvSpPr>
                              <p:cNvPr id="406" name="Rectangle 405">
                                <a:extLst>
                                  <a:ext uri="{FF2B5EF4-FFF2-40B4-BE49-F238E27FC236}">
                                    <a16:creationId xmlns:a16="http://schemas.microsoft.com/office/drawing/2014/main" id="{4051EC78-4ECD-B252-E728-07AD4581B90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407" name="Rectangle 406">
                                <a:extLst>
                                  <a:ext uri="{FF2B5EF4-FFF2-40B4-BE49-F238E27FC236}">
                                    <a16:creationId xmlns:a16="http://schemas.microsoft.com/office/drawing/2014/main" id="{D24CC844-6EF8-0434-EB10-0C3AB34A50B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180" name="Rectangle 179">
                              <a:extLst>
                                <a:ext uri="{FF2B5EF4-FFF2-40B4-BE49-F238E27FC236}">
                                  <a16:creationId xmlns:a16="http://schemas.microsoft.com/office/drawing/2014/main" id="{5D3C5823-DACA-F56A-F44D-1D83297DF297}"/>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404" name="Rectangle 403">
                              <a:extLst>
                                <a:ext uri="{FF2B5EF4-FFF2-40B4-BE49-F238E27FC236}">
                                  <a16:creationId xmlns:a16="http://schemas.microsoft.com/office/drawing/2014/main" id="{585E0130-3AA4-81FF-1132-18768C34D9A2}"/>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nvGrpSpPr>
                        <p:cNvPr id="164" name="Group 163">
                          <a:extLst>
                            <a:ext uri="{FF2B5EF4-FFF2-40B4-BE49-F238E27FC236}">
                              <a16:creationId xmlns:a16="http://schemas.microsoft.com/office/drawing/2014/main" id="{0164DAD2-23C9-6306-260B-00EEC78ED468}"/>
                            </a:ext>
                          </a:extLst>
                        </p:cNvPr>
                        <p:cNvGrpSpPr/>
                        <p:nvPr/>
                      </p:nvGrpSpPr>
                      <p:grpSpPr>
                        <a:xfrm>
                          <a:off x="2970212" y="5455920"/>
                          <a:ext cx="1463040" cy="731520"/>
                          <a:chOff x="2970212" y="4724400"/>
                          <a:chExt cx="1463040" cy="731520"/>
                        </a:xfrm>
                      </p:grpSpPr>
                      <p:grpSp>
                        <p:nvGrpSpPr>
                          <p:cNvPr id="165" name="Group 164">
                            <a:extLst>
                              <a:ext uri="{FF2B5EF4-FFF2-40B4-BE49-F238E27FC236}">
                                <a16:creationId xmlns:a16="http://schemas.microsoft.com/office/drawing/2014/main" id="{A140806A-6ABC-C71B-CB7B-5C2A6205B6E2}"/>
                              </a:ext>
                            </a:extLst>
                          </p:cNvPr>
                          <p:cNvGrpSpPr/>
                          <p:nvPr/>
                        </p:nvGrpSpPr>
                        <p:grpSpPr>
                          <a:xfrm>
                            <a:off x="2970212" y="4724400"/>
                            <a:ext cx="731520" cy="731520"/>
                            <a:chOff x="2970212" y="4724400"/>
                            <a:chExt cx="731520" cy="731520"/>
                          </a:xfrm>
                        </p:grpSpPr>
                        <p:grpSp>
                          <p:nvGrpSpPr>
                            <p:cNvPr id="172" name="Group 171">
                              <a:extLst>
                                <a:ext uri="{FF2B5EF4-FFF2-40B4-BE49-F238E27FC236}">
                                  <a16:creationId xmlns:a16="http://schemas.microsoft.com/office/drawing/2014/main" id="{908FBDF9-FD71-70B0-E6CD-FA19BC83F491}"/>
                                </a:ext>
                              </a:extLst>
                            </p:cNvPr>
                            <p:cNvGrpSpPr/>
                            <p:nvPr/>
                          </p:nvGrpSpPr>
                          <p:grpSpPr>
                            <a:xfrm>
                              <a:off x="2970212" y="4724400"/>
                              <a:ext cx="731520" cy="365760"/>
                              <a:chOff x="2970212" y="4724400"/>
                              <a:chExt cx="731520" cy="365760"/>
                            </a:xfrm>
                          </p:grpSpPr>
                          <p:sp>
                            <p:nvSpPr>
                              <p:cNvPr id="175" name="Rectangle 174">
                                <a:extLst>
                                  <a:ext uri="{FF2B5EF4-FFF2-40B4-BE49-F238E27FC236}">
                                    <a16:creationId xmlns:a16="http://schemas.microsoft.com/office/drawing/2014/main" id="{29A0533F-EE42-828F-FD5A-CB08CEA97C86}"/>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176" name="Rectangle 175">
                                <a:extLst>
                                  <a:ext uri="{FF2B5EF4-FFF2-40B4-BE49-F238E27FC236}">
                                    <a16:creationId xmlns:a16="http://schemas.microsoft.com/office/drawing/2014/main" id="{F365388B-5B12-A118-F92D-682DDDF2B5B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173" name="Rectangle 172">
                              <a:extLst>
                                <a:ext uri="{FF2B5EF4-FFF2-40B4-BE49-F238E27FC236}">
                                  <a16:creationId xmlns:a16="http://schemas.microsoft.com/office/drawing/2014/main" id="{B0E36B7E-76CE-A06E-865E-DB2F9DD0BA36}"/>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174" name="Rectangle 173">
                              <a:extLst>
                                <a:ext uri="{FF2B5EF4-FFF2-40B4-BE49-F238E27FC236}">
                                  <a16:creationId xmlns:a16="http://schemas.microsoft.com/office/drawing/2014/main" id="{5BDB8D59-DFB7-CD71-B6C9-26FEAB1F2472}"/>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166" name="Group 165">
                            <a:extLst>
                              <a:ext uri="{FF2B5EF4-FFF2-40B4-BE49-F238E27FC236}">
                                <a16:creationId xmlns:a16="http://schemas.microsoft.com/office/drawing/2014/main" id="{F3BDB140-40DB-1FFC-BC59-7BFA789F1738}"/>
                              </a:ext>
                            </a:extLst>
                          </p:cNvPr>
                          <p:cNvGrpSpPr/>
                          <p:nvPr/>
                        </p:nvGrpSpPr>
                        <p:grpSpPr>
                          <a:xfrm>
                            <a:off x="3701732" y="4724400"/>
                            <a:ext cx="731520" cy="731520"/>
                            <a:chOff x="2970212" y="4724400"/>
                            <a:chExt cx="731520" cy="731520"/>
                          </a:xfrm>
                        </p:grpSpPr>
                        <p:grpSp>
                          <p:nvGrpSpPr>
                            <p:cNvPr id="167" name="Group 166">
                              <a:extLst>
                                <a:ext uri="{FF2B5EF4-FFF2-40B4-BE49-F238E27FC236}">
                                  <a16:creationId xmlns:a16="http://schemas.microsoft.com/office/drawing/2014/main" id="{E9966B83-480E-64D7-159F-032934C4CDB1}"/>
                                </a:ext>
                              </a:extLst>
                            </p:cNvPr>
                            <p:cNvGrpSpPr/>
                            <p:nvPr/>
                          </p:nvGrpSpPr>
                          <p:grpSpPr>
                            <a:xfrm>
                              <a:off x="2970212" y="4724400"/>
                              <a:ext cx="731520" cy="365760"/>
                              <a:chOff x="2970212" y="4724400"/>
                              <a:chExt cx="731520" cy="365760"/>
                            </a:xfrm>
                          </p:grpSpPr>
                          <p:sp>
                            <p:nvSpPr>
                              <p:cNvPr id="170" name="Rectangle 169">
                                <a:extLst>
                                  <a:ext uri="{FF2B5EF4-FFF2-40B4-BE49-F238E27FC236}">
                                    <a16:creationId xmlns:a16="http://schemas.microsoft.com/office/drawing/2014/main" id="{27AF912F-3E26-B8B6-7878-97B335674D2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171" name="Rectangle 170">
                                <a:extLst>
                                  <a:ext uri="{FF2B5EF4-FFF2-40B4-BE49-F238E27FC236}">
                                    <a16:creationId xmlns:a16="http://schemas.microsoft.com/office/drawing/2014/main" id="{ED153BB8-8175-1CF1-557E-6FDD8EA82746}"/>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168" name="Rectangle 167">
                              <a:extLst>
                                <a:ext uri="{FF2B5EF4-FFF2-40B4-BE49-F238E27FC236}">
                                  <a16:creationId xmlns:a16="http://schemas.microsoft.com/office/drawing/2014/main" id="{A57D93B5-C217-73AD-394E-CA671A5E06E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169" name="Rectangle 168">
                              <a:extLst>
                                <a:ext uri="{FF2B5EF4-FFF2-40B4-BE49-F238E27FC236}">
                                  <a16:creationId xmlns:a16="http://schemas.microsoft.com/office/drawing/2014/main" id="{10B0EB17-7E55-08F4-AB1C-68278995EE5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grpSp>
                    <p:nvGrpSpPr>
                      <p:cNvPr id="136" name="Group 135">
                        <a:extLst>
                          <a:ext uri="{FF2B5EF4-FFF2-40B4-BE49-F238E27FC236}">
                            <a16:creationId xmlns:a16="http://schemas.microsoft.com/office/drawing/2014/main" id="{628A6530-D504-6A48-1A64-6D70FD5AC423}"/>
                          </a:ext>
                        </a:extLst>
                      </p:cNvPr>
                      <p:cNvGrpSpPr/>
                      <p:nvPr/>
                    </p:nvGrpSpPr>
                    <p:grpSpPr>
                      <a:xfrm>
                        <a:off x="4433252" y="4724400"/>
                        <a:ext cx="1463040" cy="1463040"/>
                        <a:chOff x="2970212" y="4724400"/>
                        <a:chExt cx="1463040" cy="1463040"/>
                      </a:xfrm>
                    </p:grpSpPr>
                    <p:grpSp>
                      <p:nvGrpSpPr>
                        <p:cNvPr id="137" name="Group 136">
                          <a:extLst>
                            <a:ext uri="{FF2B5EF4-FFF2-40B4-BE49-F238E27FC236}">
                              <a16:creationId xmlns:a16="http://schemas.microsoft.com/office/drawing/2014/main" id="{B763E956-2310-C318-21ED-84B7EBB730F9}"/>
                            </a:ext>
                          </a:extLst>
                        </p:cNvPr>
                        <p:cNvGrpSpPr/>
                        <p:nvPr/>
                      </p:nvGrpSpPr>
                      <p:grpSpPr>
                        <a:xfrm>
                          <a:off x="2970212" y="4724400"/>
                          <a:ext cx="1463040" cy="731520"/>
                          <a:chOff x="2970212" y="4724400"/>
                          <a:chExt cx="1463040" cy="731520"/>
                        </a:xfrm>
                      </p:grpSpPr>
                      <p:grpSp>
                        <p:nvGrpSpPr>
                          <p:cNvPr id="151" name="Group 150">
                            <a:extLst>
                              <a:ext uri="{FF2B5EF4-FFF2-40B4-BE49-F238E27FC236}">
                                <a16:creationId xmlns:a16="http://schemas.microsoft.com/office/drawing/2014/main" id="{0C14A28B-170F-925F-D4E3-E51A0ECD3328}"/>
                              </a:ext>
                            </a:extLst>
                          </p:cNvPr>
                          <p:cNvGrpSpPr/>
                          <p:nvPr/>
                        </p:nvGrpSpPr>
                        <p:grpSpPr>
                          <a:xfrm>
                            <a:off x="2970212" y="4724400"/>
                            <a:ext cx="731520" cy="731520"/>
                            <a:chOff x="2970212" y="4724400"/>
                            <a:chExt cx="731520" cy="731520"/>
                          </a:xfrm>
                        </p:grpSpPr>
                        <p:grpSp>
                          <p:nvGrpSpPr>
                            <p:cNvPr id="158" name="Group 157">
                              <a:extLst>
                                <a:ext uri="{FF2B5EF4-FFF2-40B4-BE49-F238E27FC236}">
                                  <a16:creationId xmlns:a16="http://schemas.microsoft.com/office/drawing/2014/main" id="{7E047CAB-959A-13CE-461D-40A09F2A5C52}"/>
                                </a:ext>
                              </a:extLst>
                            </p:cNvPr>
                            <p:cNvGrpSpPr/>
                            <p:nvPr/>
                          </p:nvGrpSpPr>
                          <p:grpSpPr>
                            <a:xfrm>
                              <a:off x="2970212" y="4724400"/>
                              <a:ext cx="731520" cy="365760"/>
                              <a:chOff x="2970212" y="4724400"/>
                              <a:chExt cx="731520" cy="365760"/>
                            </a:xfrm>
                          </p:grpSpPr>
                          <p:sp>
                            <p:nvSpPr>
                              <p:cNvPr id="161" name="Rectangle 160">
                                <a:extLst>
                                  <a:ext uri="{FF2B5EF4-FFF2-40B4-BE49-F238E27FC236}">
                                    <a16:creationId xmlns:a16="http://schemas.microsoft.com/office/drawing/2014/main" id="{04A88D00-624A-6966-EA5B-BC1DB18ED84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162" name="Rectangle 161">
                                <a:extLst>
                                  <a:ext uri="{FF2B5EF4-FFF2-40B4-BE49-F238E27FC236}">
                                    <a16:creationId xmlns:a16="http://schemas.microsoft.com/office/drawing/2014/main" id="{A7080005-CA7A-5E90-BC07-D983669C2FEE}"/>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159" name="Rectangle 158">
                              <a:extLst>
                                <a:ext uri="{FF2B5EF4-FFF2-40B4-BE49-F238E27FC236}">
                                  <a16:creationId xmlns:a16="http://schemas.microsoft.com/office/drawing/2014/main" id="{4A6A5BA6-6F4C-42A9-03E1-6D0295F382C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160" name="Rectangle 159">
                              <a:extLst>
                                <a:ext uri="{FF2B5EF4-FFF2-40B4-BE49-F238E27FC236}">
                                  <a16:creationId xmlns:a16="http://schemas.microsoft.com/office/drawing/2014/main" id="{2DADB983-60A8-DCD9-1610-40A1507676FC}"/>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152" name="Group 151">
                            <a:extLst>
                              <a:ext uri="{FF2B5EF4-FFF2-40B4-BE49-F238E27FC236}">
                                <a16:creationId xmlns:a16="http://schemas.microsoft.com/office/drawing/2014/main" id="{F8889C02-DE31-F028-5C9C-9018AC551523}"/>
                              </a:ext>
                            </a:extLst>
                          </p:cNvPr>
                          <p:cNvGrpSpPr/>
                          <p:nvPr/>
                        </p:nvGrpSpPr>
                        <p:grpSpPr>
                          <a:xfrm>
                            <a:off x="3701732" y="4724400"/>
                            <a:ext cx="731520" cy="731520"/>
                            <a:chOff x="2970212" y="4724400"/>
                            <a:chExt cx="731520" cy="731520"/>
                          </a:xfrm>
                        </p:grpSpPr>
                        <p:grpSp>
                          <p:nvGrpSpPr>
                            <p:cNvPr id="153" name="Group 152">
                              <a:extLst>
                                <a:ext uri="{FF2B5EF4-FFF2-40B4-BE49-F238E27FC236}">
                                  <a16:creationId xmlns:a16="http://schemas.microsoft.com/office/drawing/2014/main" id="{73619625-A3E2-05C8-8325-353226D7A85D}"/>
                                </a:ext>
                              </a:extLst>
                            </p:cNvPr>
                            <p:cNvGrpSpPr/>
                            <p:nvPr/>
                          </p:nvGrpSpPr>
                          <p:grpSpPr>
                            <a:xfrm>
                              <a:off x="2970212" y="4724400"/>
                              <a:ext cx="731520" cy="365760"/>
                              <a:chOff x="2970212" y="4724400"/>
                              <a:chExt cx="731520" cy="365760"/>
                            </a:xfrm>
                          </p:grpSpPr>
                          <p:sp>
                            <p:nvSpPr>
                              <p:cNvPr id="156" name="Rectangle 155">
                                <a:extLst>
                                  <a:ext uri="{FF2B5EF4-FFF2-40B4-BE49-F238E27FC236}">
                                    <a16:creationId xmlns:a16="http://schemas.microsoft.com/office/drawing/2014/main" id="{88EA1F70-E18A-2A42-8533-B01EA224067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157" name="Rectangle 156">
                                <a:extLst>
                                  <a:ext uri="{FF2B5EF4-FFF2-40B4-BE49-F238E27FC236}">
                                    <a16:creationId xmlns:a16="http://schemas.microsoft.com/office/drawing/2014/main" id="{AF74996B-676D-9ADB-1A94-002E9E26751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154" name="Rectangle 153">
                              <a:extLst>
                                <a:ext uri="{FF2B5EF4-FFF2-40B4-BE49-F238E27FC236}">
                                  <a16:creationId xmlns:a16="http://schemas.microsoft.com/office/drawing/2014/main" id="{C539D49F-54B6-045C-C5F4-503689407C0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155" name="Rectangle 154">
                              <a:extLst>
                                <a:ext uri="{FF2B5EF4-FFF2-40B4-BE49-F238E27FC236}">
                                  <a16:creationId xmlns:a16="http://schemas.microsoft.com/office/drawing/2014/main" id="{08659958-1FD5-6028-B93C-DB813623AB6B}"/>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nvGrpSpPr>
                        <p:cNvPr id="138" name="Group 137">
                          <a:extLst>
                            <a:ext uri="{FF2B5EF4-FFF2-40B4-BE49-F238E27FC236}">
                              <a16:creationId xmlns:a16="http://schemas.microsoft.com/office/drawing/2014/main" id="{460A1A2A-6D4C-9C2E-A0A1-4AF07EB72088}"/>
                            </a:ext>
                          </a:extLst>
                        </p:cNvPr>
                        <p:cNvGrpSpPr/>
                        <p:nvPr/>
                      </p:nvGrpSpPr>
                      <p:grpSpPr>
                        <a:xfrm>
                          <a:off x="2970212" y="5455920"/>
                          <a:ext cx="1463040" cy="731520"/>
                          <a:chOff x="2970212" y="4724400"/>
                          <a:chExt cx="1463040" cy="731520"/>
                        </a:xfrm>
                      </p:grpSpPr>
                      <p:grpSp>
                        <p:nvGrpSpPr>
                          <p:cNvPr id="139" name="Group 138">
                            <a:extLst>
                              <a:ext uri="{FF2B5EF4-FFF2-40B4-BE49-F238E27FC236}">
                                <a16:creationId xmlns:a16="http://schemas.microsoft.com/office/drawing/2014/main" id="{8168084A-3397-8107-DE34-54B47ABF894D}"/>
                              </a:ext>
                            </a:extLst>
                          </p:cNvPr>
                          <p:cNvGrpSpPr/>
                          <p:nvPr/>
                        </p:nvGrpSpPr>
                        <p:grpSpPr>
                          <a:xfrm>
                            <a:off x="2970212" y="4724400"/>
                            <a:ext cx="731520" cy="731520"/>
                            <a:chOff x="2970212" y="4724400"/>
                            <a:chExt cx="731520" cy="731520"/>
                          </a:xfrm>
                        </p:grpSpPr>
                        <p:grpSp>
                          <p:nvGrpSpPr>
                            <p:cNvPr id="146" name="Group 145">
                              <a:extLst>
                                <a:ext uri="{FF2B5EF4-FFF2-40B4-BE49-F238E27FC236}">
                                  <a16:creationId xmlns:a16="http://schemas.microsoft.com/office/drawing/2014/main" id="{3936BA52-05EC-72EC-12FB-C809231C5A92}"/>
                                </a:ext>
                              </a:extLst>
                            </p:cNvPr>
                            <p:cNvGrpSpPr/>
                            <p:nvPr/>
                          </p:nvGrpSpPr>
                          <p:grpSpPr>
                            <a:xfrm>
                              <a:off x="2970212" y="4724400"/>
                              <a:ext cx="731520" cy="365760"/>
                              <a:chOff x="2970212" y="4724400"/>
                              <a:chExt cx="731520" cy="365760"/>
                            </a:xfrm>
                          </p:grpSpPr>
                          <p:sp>
                            <p:nvSpPr>
                              <p:cNvPr id="149" name="Rectangle 148">
                                <a:extLst>
                                  <a:ext uri="{FF2B5EF4-FFF2-40B4-BE49-F238E27FC236}">
                                    <a16:creationId xmlns:a16="http://schemas.microsoft.com/office/drawing/2014/main" id="{7C55713C-C4BE-F338-4C74-FBDA30A9CE1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150" name="Rectangle 149">
                                <a:extLst>
                                  <a:ext uri="{FF2B5EF4-FFF2-40B4-BE49-F238E27FC236}">
                                    <a16:creationId xmlns:a16="http://schemas.microsoft.com/office/drawing/2014/main" id="{76A3B64B-A5EA-ABE7-4191-C5CA44E4EA7F}"/>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147" name="Rectangle 146">
                              <a:extLst>
                                <a:ext uri="{FF2B5EF4-FFF2-40B4-BE49-F238E27FC236}">
                                  <a16:creationId xmlns:a16="http://schemas.microsoft.com/office/drawing/2014/main" id="{4569BC99-563C-AAD3-8FD5-E7D75D89824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148" name="Rectangle 147">
                              <a:extLst>
                                <a:ext uri="{FF2B5EF4-FFF2-40B4-BE49-F238E27FC236}">
                                  <a16:creationId xmlns:a16="http://schemas.microsoft.com/office/drawing/2014/main" id="{70D04FA0-C761-283E-87F3-5D9F1ACDE38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nvGrpSpPr>
                          <p:cNvPr id="140" name="Group 139">
                            <a:extLst>
                              <a:ext uri="{FF2B5EF4-FFF2-40B4-BE49-F238E27FC236}">
                                <a16:creationId xmlns:a16="http://schemas.microsoft.com/office/drawing/2014/main" id="{ED31DBA3-FC18-7079-69C4-7D6839E3B909}"/>
                              </a:ext>
                            </a:extLst>
                          </p:cNvPr>
                          <p:cNvGrpSpPr/>
                          <p:nvPr/>
                        </p:nvGrpSpPr>
                        <p:grpSpPr>
                          <a:xfrm>
                            <a:off x="3701732" y="4724400"/>
                            <a:ext cx="731520" cy="731520"/>
                            <a:chOff x="2970212" y="4724400"/>
                            <a:chExt cx="731520" cy="731520"/>
                          </a:xfrm>
                        </p:grpSpPr>
                        <p:grpSp>
                          <p:nvGrpSpPr>
                            <p:cNvPr id="141" name="Group 140">
                              <a:extLst>
                                <a:ext uri="{FF2B5EF4-FFF2-40B4-BE49-F238E27FC236}">
                                  <a16:creationId xmlns:a16="http://schemas.microsoft.com/office/drawing/2014/main" id="{42D78C66-0B22-B2A2-8589-914DB5881414}"/>
                                </a:ext>
                              </a:extLst>
                            </p:cNvPr>
                            <p:cNvGrpSpPr/>
                            <p:nvPr/>
                          </p:nvGrpSpPr>
                          <p:grpSpPr>
                            <a:xfrm>
                              <a:off x="2970212" y="4724400"/>
                              <a:ext cx="731520" cy="365760"/>
                              <a:chOff x="2970212" y="4724400"/>
                              <a:chExt cx="731520" cy="365760"/>
                            </a:xfrm>
                          </p:grpSpPr>
                          <p:sp>
                            <p:nvSpPr>
                              <p:cNvPr id="144" name="Rectangle 143">
                                <a:extLst>
                                  <a:ext uri="{FF2B5EF4-FFF2-40B4-BE49-F238E27FC236}">
                                    <a16:creationId xmlns:a16="http://schemas.microsoft.com/office/drawing/2014/main" id="{F69C03AA-2E22-77D0-8DC3-435E51314F2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145" name="Rectangle 144">
                                <a:extLst>
                                  <a:ext uri="{FF2B5EF4-FFF2-40B4-BE49-F238E27FC236}">
                                    <a16:creationId xmlns:a16="http://schemas.microsoft.com/office/drawing/2014/main" id="{CA09D317-6169-3628-2901-78502D4D49E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sp>
                          <p:nvSpPr>
                            <p:cNvPr id="142" name="Rectangle 141">
                              <a:extLst>
                                <a:ext uri="{FF2B5EF4-FFF2-40B4-BE49-F238E27FC236}">
                                  <a16:creationId xmlns:a16="http://schemas.microsoft.com/office/drawing/2014/main" id="{4F536534-1B9F-09F4-9580-01AE5E7015C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sp>
                          <p:nvSpPr>
                            <p:cNvPr id="143" name="Rectangle 142">
                              <a:extLst>
                                <a:ext uri="{FF2B5EF4-FFF2-40B4-BE49-F238E27FC236}">
                                  <a16:creationId xmlns:a16="http://schemas.microsoft.com/office/drawing/2014/main" id="{720F57BA-0613-3EBA-4C77-140F2892097A}"/>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600"/>
                            </a:p>
                          </p:txBody>
                        </p:sp>
                      </p:grpSp>
                    </p:grpSp>
                  </p:grpSp>
                </p:grpSp>
              </p:grpSp>
            </p:grpSp>
            <p:cxnSp>
              <p:nvCxnSpPr>
                <p:cNvPr id="128" name="Straight Connector 127">
                  <a:extLst>
                    <a:ext uri="{FF2B5EF4-FFF2-40B4-BE49-F238E27FC236}">
                      <a16:creationId xmlns:a16="http://schemas.microsoft.com/office/drawing/2014/main" id="{E563802D-3F0E-5508-F9DE-DEEDAD36CC20}"/>
                    </a:ext>
                  </a:extLst>
                </p:cNvPr>
                <p:cNvCxnSpPr>
                  <a:cxnSpLocks/>
                </p:cNvCxnSpPr>
                <p:nvPr/>
              </p:nvCxnSpPr>
              <p:spPr>
                <a:xfrm flipV="1">
                  <a:off x="2132012" y="4572000"/>
                  <a:ext cx="8778240" cy="15240"/>
                </a:xfrm>
                <a:prstGeom prst="line">
                  <a:avLst/>
                </a:prstGeom>
              </p:spPr>
              <p:style>
                <a:lnRef idx="3">
                  <a:schemeClr val="dk1"/>
                </a:lnRef>
                <a:fillRef idx="0">
                  <a:schemeClr val="dk1"/>
                </a:fillRef>
                <a:effectRef idx="2">
                  <a:schemeClr val="dk1"/>
                </a:effectRef>
                <a:fontRef idx="minor">
                  <a:schemeClr val="tx1"/>
                </a:fontRef>
              </p:style>
            </p:cxnSp>
            <p:cxnSp>
              <p:nvCxnSpPr>
                <p:cNvPr id="129" name="Straight Connector 128">
                  <a:extLst>
                    <a:ext uri="{FF2B5EF4-FFF2-40B4-BE49-F238E27FC236}">
                      <a16:creationId xmlns:a16="http://schemas.microsoft.com/office/drawing/2014/main" id="{5B320EEB-868F-ABF5-F9AD-182E7991671B}"/>
                    </a:ext>
                  </a:extLst>
                </p:cNvPr>
                <p:cNvCxnSpPr/>
                <p:nvPr/>
              </p:nvCxnSpPr>
              <p:spPr>
                <a:xfrm>
                  <a:off x="6537011" y="3124200"/>
                  <a:ext cx="0" cy="2971800"/>
                </a:xfrm>
                <a:prstGeom prst="line">
                  <a:avLst/>
                </a:prstGeom>
              </p:spPr>
              <p:style>
                <a:lnRef idx="3">
                  <a:schemeClr val="dk1"/>
                </a:lnRef>
                <a:fillRef idx="0">
                  <a:schemeClr val="dk1"/>
                </a:fillRef>
                <a:effectRef idx="2">
                  <a:schemeClr val="dk1"/>
                </a:effectRef>
                <a:fontRef idx="minor">
                  <a:schemeClr val="tx1"/>
                </a:fontRef>
              </p:style>
            </p:cxnSp>
          </p:grpSp>
          <p:cxnSp>
            <p:nvCxnSpPr>
              <p:cNvPr id="126" name="Straight Connector 125">
                <a:extLst>
                  <a:ext uri="{FF2B5EF4-FFF2-40B4-BE49-F238E27FC236}">
                    <a16:creationId xmlns:a16="http://schemas.microsoft.com/office/drawing/2014/main" id="{9102E074-566F-BD72-006A-F09824F36F48}"/>
                  </a:ext>
                </a:extLst>
              </p:cNvPr>
              <p:cNvCxnSpPr>
                <a:cxnSpLocks/>
              </p:cNvCxnSpPr>
              <p:nvPr/>
            </p:nvCxnSpPr>
            <p:spPr>
              <a:xfrm flipV="1">
                <a:off x="2031696" y="3733800"/>
                <a:ext cx="8802356" cy="2225040"/>
              </a:xfrm>
              <a:prstGeom prst="line">
                <a:avLst/>
              </a:prstGeom>
              <a:ln w="38100"/>
            </p:spPr>
            <p:style>
              <a:lnRef idx="3">
                <a:schemeClr val="accent4"/>
              </a:lnRef>
              <a:fillRef idx="0">
                <a:schemeClr val="accent4"/>
              </a:fillRef>
              <a:effectRef idx="2">
                <a:schemeClr val="accent4"/>
              </a:effectRef>
              <a:fontRef idx="minor">
                <a:schemeClr val="tx1"/>
              </a:fontRef>
            </p:style>
          </p:cxnSp>
        </p:grpSp>
        <p:sp>
          <p:nvSpPr>
            <p:cNvPr id="25" name="Freeform: Shape 24">
              <a:extLst>
                <a:ext uri="{FF2B5EF4-FFF2-40B4-BE49-F238E27FC236}">
                  <a16:creationId xmlns:a16="http://schemas.microsoft.com/office/drawing/2014/main" id="{1243BFE9-9C18-897B-F686-0ECB575A0E13}"/>
                </a:ext>
              </a:extLst>
            </p:cNvPr>
            <p:cNvSpPr/>
            <p:nvPr/>
          </p:nvSpPr>
          <p:spPr>
            <a:xfrm>
              <a:off x="2035574" y="3721930"/>
              <a:ext cx="8813162" cy="2862669"/>
            </a:xfrm>
            <a:custGeom>
              <a:avLst/>
              <a:gdLst>
                <a:gd name="connsiteX0" fmla="*/ 8813162 w 8813162"/>
                <a:gd name="connsiteY0" fmla="*/ 0 h 2862669"/>
                <a:gd name="connsiteX1" fmla="*/ 8813162 w 8813162"/>
                <a:gd name="connsiteY1" fmla="*/ 2862669 h 2862669"/>
                <a:gd name="connsiteX2" fmla="*/ 0 w 8813162"/>
                <a:gd name="connsiteY2" fmla="*/ 2862669 h 2862669"/>
                <a:gd name="connsiteX3" fmla="*/ 0 w 8813162"/>
                <a:gd name="connsiteY3" fmla="*/ 2256132 h 2862669"/>
                <a:gd name="connsiteX4" fmla="*/ 8813162 w 8813162"/>
                <a:gd name="connsiteY4" fmla="*/ 0 h 2862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13162" h="2862669">
                  <a:moveTo>
                    <a:pt x="8813162" y="0"/>
                  </a:moveTo>
                  <a:lnTo>
                    <a:pt x="8813162" y="2862669"/>
                  </a:lnTo>
                  <a:lnTo>
                    <a:pt x="0" y="2862669"/>
                  </a:lnTo>
                  <a:lnTo>
                    <a:pt x="0" y="2256132"/>
                  </a:lnTo>
                  <a:lnTo>
                    <a:pt x="8813162" y="0"/>
                  </a:lnTo>
                  <a:close/>
                </a:path>
              </a:pathLst>
            </a:custGeom>
            <a:solidFill>
              <a:srgbClr val="FF0000">
                <a:alpha val="2470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600"/>
            </a:p>
          </p:txBody>
        </p:sp>
        <p:sp>
          <p:nvSpPr>
            <p:cNvPr id="26" name="Freeform: Shape 25">
              <a:extLst>
                <a:ext uri="{FF2B5EF4-FFF2-40B4-BE49-F238E27FC236}">
                  <a16:creationId xmlns:a16="http://schemas.microsoft.com/office/drawing/2014/main" id="{023C05E8-877D-7D7A-1433-CB73EDD89F05}"/>
                </a:ext>
              </a:extLst>
            </p:cNvPr>
            <p:cNvSpPr/>
            <p:nvPr/>
          </p:nvSpPr>
          <p:spPr>
            <a:xfrm>
              <a:off x="2040169" y="3653005"/>
              <a:ext cx="8790187" cy="2297487"/>
            </a:xfrm>
            <a:custGeom>
              <a:avLst/>
              <a:gdLst>
                <a:gd name="connsiteX0" fmla="*/ 0 w 8790187"/>
                <a:gd name="connsiteY0" fmla="*/ 2297487 h 2297487"/>
                <a:gd name="connsiteX1" fmla="*/ 0 w 8790187"/>
                <a:gd name="connsiteY1" fmla="*/ 0 h 2297487"/>
                <a:gd name="connsiteX2" fmla="*/ 8790187 w 8790187"/>
                <a:gd name="connsiteY2" fmla="*/ 0 h 2297487"/>
                <a:gd name="connsiteX3" fmla="*/ 8790187 w 8790187"/>
                <a:gd name="connsiteY3" fmla="*/ 96494 h 2297487"/>
                <a:gd name="connsiteX4" fmla="*/ 0 w 8790187"/>
                <a:gd name="connsiteY4" fmla="*/ 2297487 h 22974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0187" h="2297487">
                  <a:moveTo>
                    <a:pt x="0" y="2297487"/>
                  </a:moveTo>
                  <a:lnTo>
                    <a:pt x="0" y="0"/>
                  </a:lnTo>
                  <a:lnTo>
                    <a:pt x="8790187" y="0"/>
                  </a:lnTo>
                  <a:lnTo>
                    <a:pt x="8790187" y="96494"/>
                  </a:lnTo>
                  <a:lnTo>
                    <a:pt x="0" y="2297487"/>
                  </a:lnTo>
                  <a:close/>
                </a:path>
              </a:pathLst>
            </a:custGeom>
            <a:solidFill>
              <a:srgbClr val="00FF00">
                <a:alpha val="2470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600"/>
            </a:p>
          </p:txBody>
        </p:sp>
      </p:grpSp>
    </p:spTree>
    <p:extLst>
      <p:ext uri="{BB962C8B-B14F-4D97-AF65-F5344CB8AC3E}">
        <p14:creationId xmlns:p14="http://schemas.microsoft.com/office/powerpoint/2010/main" val="3194395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Algorithm</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10087601" cy="1676400"/>
          </a:xfrm>
        </p:spPr>
        <p:txBody>
          <a:bodyPr>
            <a:normAutofit/>
          </a:bodyPr>
          <a:lstStyle/>
          <a:p>
            <a:pPr marL="0" indent="0">
              <a:buNone/>
            </a:pPr>
            <a:r>
              <a:rPr lang="en-US" b="0" dirty="0">
                <a:latin typeface="Cambria Math" panose="02040503050406030204" pitchFamily="18" charset="0"/>
                <a:cs typeface="Arial" panose="020B0604020202020204" pitchFamily="34" charset="0"/>
              </a:rPr>
              <a:t>So</a:t>
            </a:r>
            <a:r>
              <a:rPr lang="en-US" dirty="0">
                <a:latin typeface="Cambria Math" panose="02040503050406030204" pitchFamily="18" charset="0"/>
                <a:cs typeface="Arial" panose="020B0604020202020204" pitchFamily="34" charset="0"/>
              </a:rPr>
              <a:t>, </a:t>
            </a:r>
            <a:r>
              <a:rPr lang="en-US" b="0" dirty="0">
                <a:latin typeface="Cambria Math" panose="02040503050406030204" pitchFamily="18" charset="0"/>
                <a:cs typeface="Arial" panose="020B0604020202020204" pitchFamily="34" charset="0"/>
              </a:rPr>
              <a:t>the perceptron algorithm can be described as follows: given dataset, single class, labeled, can we find a hyperplane that separates all example of one class from the other ones ? (in the case below – can we separate the </a:t>
            </a:r>
            <a:r>
              <a:rPr lang="en-US" b="1" dirty="0">
                <a:solidFill>
                  <a:srgbClr val="7030A0"/>
                </a:solidFill>
                <a:latin typeface="Cambria Math" panose="02040503050406030204" pitchFamily="18" charset="0"/>
                <a:cs typeface="Arial" panose="020B0604020202020204" pitchFamily="34" charset="0"/>
              </a:rPr>
              <a:t>magenta</a:t>
            </a:r>
            <a:r>
              <a:rPr lang="en-US" b="0" dirty="0">
                <a:latin typeface="Cambria Math" panose="02040503050406030204" pitchFamily="18" charset="0"/>
                <a:cs typeface="Arial" panose="020B0604020202020204" pitchFamily="34" charset="0"/>
              </a:rPr>
              <a:t> points from the </a:t>
            </a:r>
            <a:r>
              <a:rPr lang="en-US" b="1" dirty="0">
                <a:solidFill>
                  <a:srgbClr val="0070C0"/>
                </a:solidFill>
                <a:latin typeface="Cambria Math" panose="02040503050406030204" pitchFamily="18" charset="0"/>
                <a:cs typeface="Arial" panose="020B0604020202020204" pitchFamily="34" charset="0"/>
              </a:rPr>
              <a:t>blue</a:t>
            </a:r>
            <a:r>
              <a:rPr lang="en-US" b="0" dirty="0">
                <a:latin typeface="Cambria Math" panose="02040503050406030204" pitchFamily="18" charset="0"/>
                <a:cs typeface="Arial" panose="020B0604020202020204" pitchFamily="34" charset="0"/>
              </a:rPr>
              <a:t> ones ?)</a:t>
            </a:r>
          </a:p>
        </p:txBody>
      </p:sp>
      <p:grpSp>
        <p:nvGrpSpPr>
          <p:cNvPr id="7" name="Group 6">
            <a:extLst>
              <a:ext uri="{FF2B5EF4-FFF2-40B4-BE49-F238E27FC236}">
                <a16:creationId xmlns:a16="http://schemas.microsoft.com/office/drawing/2014/main" id="{42B32645-CD4E-18D8-DF6F-45FC0DF5D1D8}"/>
              </a:ext>
            </a:extLst>
          </p:cNvPr>
          <p:cNvGrpSpPr/>
          <p:nvPr/>
        </p:nvGrpSpPr>
        <p:grpSpPr>
          <a:xfrm>
            <a:off x="1516718" y="3240009"/>
            <a:ext cx="9317334" cy="3588791"/>
            <a:chOff x="1516718" y="3240009"/>
            <a:chExt cx="9317334" cy="3588791"/>
          </a:xfrm>
        </p:grpSpPr>
        <p:grpSp>
          <p:nvGrpSpPr>
            <p:cNvPr id="410" name="Group 409">
              <a:extLst>
                <a:ext uri="{FF2B5EF4-FFF2-40B4-BE49-F238E27FC236}">
                  <a16:creationId xmlns:a16="http://schemas.microsoft.com/office/drawing/2014/main" id="{88B3EBF7-C9A2-D9F2-3358-428A949F3CD4}"/>
                </a:ext>
              </a:extLst>
            </p:cNvPr>
            <p:cNvGrpSpPr/>
            <p:nvPr/>
          </p:nvGrpSpPr>
          <p:grpSpPr>
            <a:xfrm>
              <a:off x="2055812" y="3657600"/>
              <a:ext cx="8778240" cy="2971800"/>
              <a:chOff x="2132012" y="3124200"/>
              <a:chExt cx="8778240" cy="2971800"/>
            </a:xfrm>
          </p:grpSpPr>
          <p:grpSp>
            <p:nvGrpSpPr>
              <p:cNvPr id="403" name="Group 402">
                <a:extLst>
                  <a:ext uri="{FF2B5EF4-FFF2-40B4-BE49-F238E27FC236}">
                    <a16:creationId xmlns:a16="http://schemas.microsoft.com/office/drawing/2014/main" id="{17AB6608-F51E-D44B-5D04-5ADBEFBA3C28}"/>
                  </a:ext>
                </a:extLst>
              </p:cNvPr>
              <p:cNvGrpSpPr/>
              <p:nvPr/>
            </p:nvGrpSpPr>
            <p:grpSpPr>
              <a:xfrm>
                <a:off x="2132012" y="3124200"/>
                <a:ext cx="8778240" cy="2926080"/>
                <a:chOff x="2132012" y="3124200"/>
                <a:chExt cx="8778240" cy="2926080"/>
              </a:xfrm>
            </p:grpSpPr>
            <p:grpSp>
              <p:nvGrpSpPr>
                <p:cNvPr id="125" name="Group 124">
                  <a:extLst>
                    <a:ext uri="{FF2B5EF4-FFF2-40B4-BE49-F238E27FC236}">
                      <a16:creationId xmlns:a16="http://schemas.microsoft.com/office/drawing/2014/main" id="{9CBAC667-CF1B-92BF-8137-C3B66C320A63}"/>
                    </a:ext>
                  </a:extLst>
                </p:cNvPr>
                <p:cNvGrpSpPr/>
                <p:nvPr/>
              </p:nvGrpSpPr>
              <p:grpSpPr>
                <a:xfrm>
                  <a:off x="2132012" y="3124200"/>
                  <a:ext cx="2926080" cy="2926080"/>
                  <a:chOff x="2132012" y="3124200"/>
                  <a:chExt cx="2926080" cy="2926080"/>
                </a:xfrm>
              </p:grpSpPr>
              <p:grpSp>
                <p:nvGrpSpPr>
                  <p:cNvPr id="69" name="Group 68">
                    <a:extLst>
                      <a:ext uri="{FF2B5EF4-FFF2-40B4-BE49-F238E27FC236}">
                        <a16:creationId xmlns:a16="http://schemas.microsoft.com/office/drawing/2014/main" id="{57CE3321-BDA9-BC9D-4458-5A9FDFCC9279}"/>
                      </a:ext>
                    </a:extLst>
                  </p:cNvPr>
                  <p:cNvGrpSpPr/>
                  <p:nvPr/>
                </p:nvGrpSpPr>
                <p:grpSpPr>
                  <a:xfrm>
                    <a:off x="2132012" y="3124200"/>
                    <a:ext cx="2926080" cy="1463040"/>
                    <a:chOff x="2970212" y="4724400"/>
                    <a:chExt cx="2926080" cy="1463040"/>
                  </a:xfrm>
                </p:grpSpPr>
                <p:grpSp>
                  <p:nvGrpSpPr>
                    <p:cNvPr id="41" name="Group 40">
                      <a:extLst>
                        <a:ext uri="{FF2B5EF4-FFF2-40B4-BE49-F238E27FC236}">
                          <a16:creationId xmlns:a16="http://schemas.microsoft.com/office/drawing/2014/main" id="{E591D691-764B-040E-1287-F2E1AFEE5A49}"/>
                        </a:ext>
                      </a:extLst>
                    </p:cNvPr>
                    <p:cNvGrpSpPr/>
                    <p:nvPr/>
                  </p:nvGrpSpPr>
                  <p:grpSpPr>
                    <a:xfrm>
                      <a:off x="2970212" y="4724400"/>
                      <a:ext cx="1463040" cy="1463040"/>
                      <a:chOff x="2970212" y="4724400"/>
                      <a:chExt cx="1463040" cy="1463040"/>
                    </a:xfrm>
                  </p:grpSpPr>
                  <p:grpSp>
                    <p:nvGrpSpPr>
                      <p:cNvPr id="21" name="Group 20">
                        <a:extLst>
                          <a:ext uri="{FF2B5EF4-FFF2-40B4-BE49-F238E27FC236}">
                            <a16:creationId xmlns:a16="http://schemas.microsoft.com/office/drawing/2014/main" id="{3FE1A9B0-E26D-384A-8587-D9FB00A3D72B}"/>
                          </a:ext>
                        </a:extLst>
                      </p:cNvPr>
                      <p:cNvGrpSpPr/>
                      <p:nvPr/>
                    </p:nvGrpSpPr>
                    <p:grpSpPr>
                      <a:xfrm>
                        <a:off x="2970212" y="4724400"/>
                        <a:ext cx="1463040" cy="731520"/>
                        <a:chOff x="2970212" y="4724400"/>
                        <a:chExt cx="1463040" cy="731520"/>
                      </a:xfrm>
                    </p:grpSpPr>
                    <p:grpSp>
                      <p:nvGrpSpPr>
                        <p:cNvPr id="12" name="Group 11">
                          <a:extLst>
                            <a:ext uri="{FF2B5EF4-FFF2-40B4-BE49-F238E27FC236}">
                              <a16:creationId xmlns:a16="http://schemas.microsoft.com/office/drawing/2014/main" id="{D8B94FAE-1D6F-221E-9C77-92A447977311}"/>
                            </a:ext>
                          </a:extLst>
                        </p:cNvPr>
                        <p:cNvGrpSpPr/>
                        <p:nvPr/>
                      </p:nvGrpSpPr>
                      <p:grpSpPr>
                        <a:xfrm>
                          <a:off x="2970212" y="4724400"/>
                          <a:ext cx="731520" cy="731520"/>
                          <a:chOff x="2970212" y="4724400"/>
                          <a:chExt cx="731520" cy="731520"/>
                        </a:xfrm>
                      </p:grpSpPr>
                      <p:grpSp>
                        <p:nvGrpSpPr>
                          <p:cNvPr id="9" name="Group 8">
                            <a:extLst>
                              <a:ext uri="{FF2B5EF4-FFF2-40B4-BE49-F238E27FC236}">
                                <a16:creationId xmlns:a16="http://schemas.microsoft.com/office/drawing/2014/main" id="{FDA4200E-7308-5745-D397-42C3A1941F97}"/>
                              </a:ext>
                            </a:extLst>
                          </p:cNvPr>
                          <p:cNvGrpSpPr/>
                          <p:nvPr/>
                        </p:nvGrpSpPr>
                        <p:grpSpPr>
                          <a:xfrm>
                            <a:off x="2970212" y="4724400"/>
                            <a:ext cx="731520" cy="365760"/>
                            <a:chOff x="2970212" y="4724400"/>
                            <a:chExt cx="731520" cy="365760"/>
                          </a:xfrm>
                        </p:grpSpPr>
                        <p:sp>
                          <p:nvSpPr>
                            <p:cNvPr id="4" name="Rectangle 3">
                              <a:extLst>
                                <a:ext uri="{FF2B5EF4-FFF2-40B4-BE49-F238E27FC236}">
                                  <a16:creationId xmlns:a16="http://schemas.microsoft.com/office/drawing/2014/main" id="{40A1CE94-EFD3-2136-E072-F672753A679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AA4C45E6-FCD4-0567-B532-9A52124BA01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 name="Rectangle 9">
                            <a:extLst>
                              <a:ext uri="{FF2B5EF4-FFF2-40B4-BE49-F238E27FC236}">
                                <a16:creationId xmlns:a16="http://schemas.microsoft.com/office/drawing/2014/main" id="{A0B5002B-6CF4-9256-9D80-1757C55991E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 name="Rectangle 10">
                            <a:extLst>
                              <a:ext uri="{FF2B5EF4-FFF2-40B4-BE49-F238E27FC236}">
                                <a16:creationId xmlns:a16="http://schemas.microsoft.com/office/drawing/2014/main" id="{7948705D-8B21-7B36-379C-C3D1BF9047A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F8F5FDF1-4199-1447-6130-7EB6BD3D2F1D}"/>
                            </a:ext>
                          </a:extLst>
                        </p:cNvPr>
                        <p:cNvGrpSpPr/>
                        <p:nvPr/>
                      </p:nvGrpSpPr>
                      <p:grpSpPr>
                        <a:xfrm>
                          <a:off x="3701732" y="4724400"/>
                          <a:ext cx="731520" cy="731520"/>
                          <a:chOff x="2970212" y="4724400"/>
                          <a:chExt cx="731520" cy="731520"/>
                        </a:xfrm>
                      </p:grpSpPr>
                      <p:grpSp>
                        <p:nvGrpSpPr>
                          <p:cNvPr id="16" name="Group 15">
                            <a:extLst>
                              <a:ext uri="{FF2B5EF4-FFF2-40B4-BE49-F238E27FC236}">
                                <a16:creationId xmlns:a16="http://schemas.microsoft.com/office/drawing/2014/main" id="{78EF4743-9A9F-A0A7-0608-53590E58AF48}"/>
                              </a:ext>
                            </a:extLst>
                          </p:cNvPr>
                          <p:cNvGrpSpPr/>
                          <p:nvPr/>
                        </p:nvGrpSpPr>
                        <p:grpSpPr>
                          <a:xfrm>
                            <a:off x="2970212" y="4724400"/>
                            <a:ext cx="731520" cy="365760"/>
                            <a:chOff x="2970212" y="4724400"/>
                            <a:chExt cx="731520" cy="365760"/>
                          </a:xfrm>
                        </p:grpSpPr>
                        <p:sp>
                          <p:nvSpPr>
                            <p:cNvPr id="19" name="Rectangle 18">
                              <a:extLst>
                                <a:ext uri="{FF2B5EF4-FFF2-40B4-BE49-F238E27FC236}">
                                  <a16:creationId xmlns:a16="http://schemas.microsoft.com/office/drawing/2014/main" id="{EA711D48-D6C3-65ED-4089-C8498EEAB111}"/>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 name="Rectangle 19">
                              <a:extLst>
                                <a:ext uri="{FF2B5EF4-FFF2-40B4-BE49-F238E27FC236}">
                                  <a16:creationId xmlns:a16="http://schemas.microsoft.com/office/drawing/2014/main" id="{6F418835-1B9D-65D8-0266-23456CAAF174}"/>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ABFAFC10-8BDA-1167-B0C6-EFB75A83681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8" name="Rectangle 17">
                            <a:extLst>
                              <a:ext uri="{FF2B5EF4-FFF2-40B4-BE49-F238E27FC236}">
                                <a16:creationId xmlns:a16="http://schemas.microsoft.com/office/drawing/2014/main" id="{5C71C587-4D6E-565C-9679-F5FAFD607D0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8" name="Group 27">
                        <a:extLst>
                          <a:ext uri="{FF2B5EF4-FFF2-40B4-BE49-F238E27FC236}">
                            <a16:creationId xmlns:a16="http://schemas.microsoft.com/office/drawing/2014/main" id="{49373B72-7E08-2D1A-F813-2A9786513C90}"/>
                          </a:ext>
                        </a:extLst>
                      </p:cNvPr>
                      <p:cNvGrpSpPr/>
                      <p:nvPr/>
                    </p:nvGrpSpPr>
                    <p:grpSpPr>
                      <a:xfrm>
                        <a:off x="2970212" y="5455920"/>
                        <a:ext cx="1463040" cy="731520"/>
                        <a:chOff x="2970212" y="4724400"/>
                        <a:chExt cx="1463040" cy="731520"/>
                      </a:xfrm>
                    </p:grpSpPr>
                    <p:grpSp>
                      <p:nvGrpSpPr>
                        <p:cNvPr id="29" name="Group 28">
                          <a:extLst>
                            <a:ext uri="{FF2B5EF4-FFF2-40B4-BE49-F238E27FC236}">
                              <a16:creationId xmlns:a16="http://schemas.microsoft.com/office/drawing/2014/main" id="{5718B21C-F6A5-7D68-5C18-101867B9D4A3}"/>
                            </a:ext>
                          </a:extLst>
                        </p:cNvPr>
                        <p:cNvGrpSpPr/>
                        <p:nvPr/>
                      </p:nvGrpSpPr>
                      <p:grpSpPr>
                        <a:xfrm>
                          <a:off x="2970212" y="4724400"/>
                          <a:ext cx="731520" cy="731520"/>
                          <a:chOff x="2970212" y="4724400"/>
                          <a:chExt cx="731520" cy="731520"/>
                        </a:xfrm>
                      </p:grpSpPr>
                      <p:grpSp>
                        <p:nvGrpSpPr>
                          <p:cNvPr id="36" name="Group 35">
                            <a:extLst>
                              <a:ext uri="{FF2B5EF4-FFF2-40B4-BE49-F238E27FC236}">
                                <a16:creationId xmlns:a16="http://schemas.microsoft.com/office/drawing/2014/main" id="{3B278792-A4BC-D4E5-0966-FE8BB6FDDF9B}"/>
                              </a:ext>
                            </a:extLst>
                          </p:cNvPr>
                          <p:cNvGrpSpPr/>
                          <p:nvPr/>
                        </p:nvGrpSpPr>
                        <p:grpSpPr>
                          <a:xfrm>
                            <a:off x="2970212" y="4724400"/>
                            <a:ext cx="731520" cy="365760"/>
                            <a:chOff x="2970212" y="4724400"/>
                            <a:chExt cx="731520" cy="365760"/>
                          </a:xfrm>
                        </p:grpSpPr>
                        <p:sp>
                          <p:nvSpPr>
                            <p:cNvPr id="39" name="Rectangle 38">
                              <a:extLst>
                                <a:ext uri="{FF2B5EF4-FFF2-40B4-BE49-F238E27FC236}">
                                  <a16:creationId xmlns:a16="http://schemas.microsoft.com/office/drawing/2014/main" id="{13A8CF73-5EB4-9A75-6143-563910E97BF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 name="Rectangle 39">
                              <a:extLst>
                                <a:ext uri="{FF2B5EF4-FFF2-40B4-BE49-F238E27FC236}">
                                  <a16:creationId xmlns:a16="http://schemas.microsoft.com/office/drawing/2014/main" id="{9D4E0F80-DD44-E107-7159-2C4A9C649327}"/>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7" name="Rectangle 36">
                            <a:extLst>
                              <a:ext uri="{FF2B5EF4-FFF2-40B4-BE49-F238E27FC236}">
                                <a16:creationId xmlns:a16="http://schemas.microsoft.com/office/drawing/2014/main" id="{260A1155-EDF9-E4A7-6C6C-E9E13E59295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 name="Rectangle 37">
                            <a:extLst>
                              <a:ext uri="{FF2B5EF4-FFF2-40B4-BE49-F238E27FC236}">
                                <a16:creationId xmlns:a16="http://schemas.microsoft.com/office/drawing/2014/main" id="{25B1D993-EE4A-69DE-A5FA-47373AFFE06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2E2EF1A7-9B43-2820-2A53-D0C1CDDEF949}"/>
                            </a:ext>
                          </a:extLst>
                        </p:cNvPr>
                        <p:cNvGrpSpPr/>
                        <p:nvPr/>
                      </p:nvGrpSpPr>
                      <p:grpSpPr>
                        <a:xfrm>
                          <a:off x="3701732" y="4724400"/>
                          <a:ext cx="731520" cy="731520"/>
                          <a:chOff x="2970212" y="4724400"/>
                          <a:chExt cx="731520" cy="731520"/>
                        </a:xfrm>
                      </p:grpSpPr>
                      <p:grpSp>
                        <p:nvGrpSpPr>
                          <p:cNvPr id="31" name="Group 30">
                            <a:extLst>
                              <a:ext uri="{FF2B5EF4-FFF2-40B4-BE49-F238E27FC236}">
                                <a16:creationId xmlns:a16="http://schemas.microsoft.com/office/drawing/2014/main" id="{A18F52D0-B7F7-C731-7DE7-6883F2C935CD}"/>
                              </a:ext>
                            </a:extLst>
                          </p:cNvPr>
                          <p:cNvGrpSpPr/>
                          <p:nvPr/>
                        </p:nvGrpSpPr>
                        <p:grpSpPr>
                          <a:xfrm>
                            <a:off x="2970212" y="4724400"/>
                            <a:ext cx="731520" cy="365760"/>
                            <a:chOff x="2970212" y="4724400"/>
                            <a:chExt cx="731520" cy="365760"/>
                          </a:xfrm>
                        </p:grpSpPr>
                        <p:sp>
                          <p:nvSpPr>
                            <p:cNvPr id="34" name="Rectangle 33">
                              <a:extLst>
                                <a:ext uri="{FF2B5EF4-FFF2-40B4-BE49-F238E27FC236}">
                                  <a16:creationId xmlns:a16="http://schemas.microsoft.com/office/drawing/2014/main" id="{8437F47D-5007-6290-FFE2-C4DEA9740CA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 name="Rectangle 34">
                              <a:extLst>
                                <a:ext uri="{FF2B5EF4-FFF2-40B4-BE49-F238E27FC236}">
                                  <a16:creationId xmlns:a16="http://schemas.microsoft.com/office/drawing/2014/main" id="{036B0E81-F778-8426-B1F3-DFC4B751109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2" name="Rectangle 31">
                            <a:extLst>
                              <a:ext uri="{FF2B5EF4-FFF2-40B4-BE49-F238E27FC236}">
                                <a16:creationId xmlns:a16="http://schemas.microsoft.com/office/drawing/2014/main" id="{DA846111-1FC3-30BC-794A-5430619991D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 name="Rectangle 32">
                            <a:extLst>
                              <a:ext uri="{FF2B5EF4-FFF2-40B4-BE49-F238E27FC236}">
                                <a16:creationId xmlns:a16="http://schemas.microsoft.com/office/drawing/2014/main" id="{948700FF-46EE-7304-FD9E-9ADE26AE2AEB}"/>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42" name="Group 41">
                      <a:extLst>
                        <a:ext uri="{FF2B5EF4-FFF2-40B4-BE49-F238E27FC236}">
                          <a16:creationId xmlns:a16="http://schemas.microsoft.com/office/drawing/2014/main" id="{172ABDE7-1C1D-2911-7658-525298CE9549}"/>
                        </a:ext>
                      </a:extLst>
                    </p:cNvPr>
                    <p:cNvGrpSpPr/>
                    <p:nvPr/>
                  </p:nvGrpSpPr>
                  <p:grpSpPr>
                    <a:xfrm>
                      <a:off x="4433252" y="4724400"/>
                      <a:ext cx="1463040" cy="1463040"/>
                      <a:chOff x="2970212" y="4724400"/>
                      <a:chExt cx="1463040" cy="1463040"/>
                    </a:xfrm>
                  </p:grpSpPr>
                  <p:grpSp>
                    <p:nvGrpSpPr>
                      <p:cNvPr id="43" name="Group 42">
                        <a:extLst>
                          <a:ext uri="{FF2B5EF4-FFF2-40B4-BE49-F238E27FC236}">
                            <a16:creationId xmlns:a16="http://schemas.microsoft.com/office/drawing/2014/main" id="{0B454B95-6AED-5998-C509-C0BAC8087CE0}"/>
                          </a:ext>
                        </a:extLst>
                      </p:cNvPr>
                      <p:cNvGrpSpPr/>
                      <p:nvPr/>
                    </p:nvGrpSpPr>
                    <p:grpSpPr>
                      <a:xfrm>
                        <a:off x="2970212" y="4724400"/>
                        <a:ext cx="1463040" cy="731520"/>
                        <a:chOff x="2970212" y="4724400"/>
                        <a:chExt cx="1463040" cy="731520"/>
                      </a:xfrm>
                    </p:grpSpPr>
                    <p:grpSp>
                      <p:nvGrpSpPr>
                        <p:cNvPr id="57" name="Group 56">
                          <a:extLst>
                            <a:ext uri="{FF2B5EF4-FFF2-40B4-BE49-F238E27FC236}">
                              <a16:creationId xmlns:a16="http://schemas.microsoft.com/office/drawing/2014/main" id="{CE03F92E-45A3-4EB2-EC57-2A11F3AE20CF}"/>
                            </a:ext>
                          </a:extLst>
                        </p:cNvPr>
                        <p:cNvGrpSpPr/>
                        <p:nvPr/>
                      </p:nvGrpSpPr>
                      <p:grpSpPr>
                        <a:xfrm>
                          <a:off x="2970212" y="4724400"/>
                          <a:ext cx="731520" cy="731520"/>
                          <a:chOff x="2970212" y="4724400"/>
                          <a:chExt cx="731520" cy="731520"/>
                        </a:xfrm>
                      </p:grpSpPr>
                      <p:grpSp>
                        <p:nvGrpSpPr>
                          <p:cNvPr id="64" name="Group 63">
                            <a:extLst>
                              <a:ext uri="{FF2B5EF4-FFF2-40B4-BE49-F238E27FC236}">
                                <a16:creationId xmlns:a16="http://schemas.microsoft.com/office/drawing/2014/main" id="{B1920F4D-A5A2-27FE-AEB3-9AD7FC1BAED2}"/>
                              </a:ext>
                            </a:extLst>
                          </p:cNvPr>
                          <p:cNvGrpSpPr/>
                          <p:nvPr/>
                        </p:nvGrpSpPr>
                        <p:grpSpPr>
                          <a:xfrm>
                            <a:off x="2970212" y="4724400"/>
                            <a:ext cx="731520" cy="365760"/>
                            <a:chOff x="2970212" y="4724400"/>
                            <a:chExt cx="731520" cy="365760"/>
                          </a:xfrm>
                        </p:grpSpPr>
                        <p:sp>
                          <p:nvSpPr>
                            <p:cNvPr id="67" name="Rectangle 66">
                              <a:extLst>
                                <a:ext uri="{FF2B5EF4-FFF2-40B4-BE49-F238E27FC236}">
                                  <a16:creationId xmlns:a16="http://schemas.microsoft.com/office/drawing/2014/main" id="{1B96144B-3BC7-5C9C-7EA3-9C021A70CB7F}"/>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8" name="Rectangle 67">
                              <a:extLst>
                                <a:ext uri="{FF2B5EF4-FFF2-40B4-BE49-F238E27FC236}">
                                  <a16:creationId xmlns:a16="http://schemas.microsoft.com/office/drawing/2014/main" id="{05B0656E-5999-0B70-7CE7-274773257D6E}"/>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65" name="Rectangle 64">
                            <a:extLst>
                              <a:ext uri="{FF2B5EF4-FFF2-40B4-BE49-F238E27FC236}">
                                <a16:creationId xmlns:a16="http://schemas.microsoft.com/office/drawing/2014/main" id="{5F464F21-5061-D038-E819-C7DF0BE7261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6" name="Rectangle 65">
                            <a:extLst>
                              <a:ext uri="{FF2B5EF4-FFF2-40B4-BE49-F238E27FC236}">
                                <a16:creationId xmlns:a16="http://schemas.microsoft.com/office/drawing/2014/main" id="{933FEF85-2585-0566-D089-AD52D2C61DC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58" name="Group 57">
                          <a:extLst>
                            <a:ext uri="{FF2B5EF4-FFF2-40B4-BE49-F238E27FC236}">
                              <a16:creationId xmlns:a16="http://schemas.microsoft.com/office/drawing/2014/main" id="{6EE20B55-F3DE-4BA5-4002-4C8F7847D116}"/>
                            </a:ext>
                          </a:extLst>
                        </p:cNvPr>
                        <p:cNvGrpSpPr/>
                        <p:nvPr/>
                      </p:nvGrpSpPr>
                      <p:grpSpPr>
                        <a:xfrm>
                          <a:off x="3701732" y="4724400"/>
                          <a:ext cx="731520" cy="731520"/>
                          <a:chOff x="2970212" y="4724400"/>
                          <a:chExt cx="731520" cy="731520"/>
                        </a:xfrm>
                      </p:grpSpPr>
                      <p:grpSp>
                        <p:nvGrpSpPr>
                          <p:cNvPr id="59" name="Group 58">
                            <a:extLst>
                              <a:ext uri="{FF2B5EF4-FFF2-40B4-BE49-F238E27FC236}">
                                <a16:creationId xmlns:a16="http://schemas.microsoft.com/office/drawing/2014/main" id="{3255FB4D-5554-8B8E-0C7A-28F863B6B67B}"/>
                              </a:ext>
                            </a:extLst>
                          </p:cNvPr>
                          <p:cNvGrpSpPr/>
                          <p:nvPr/>
                        </p:nvGrpSpPr>
                        <p:grpSpPr>
                          <a:xfrm>
                            <a:off x="2970212" y="4724400"/>
                            <a:ext cx="731520" cy="365760"/>
                            <a:chOff x="2970212" y="4724400"/>
                            <a:chExt cx="731520" cy="365760"/>
                          </a:xfrm>
                        </p:grpSpPr>
                        <p:sp>
                          <p:nvSpPr>
                            <p:cNvPr id="62" name="Rectangle 61">
                              <a:extLst>
                                <a:ext uri="{FF2B5EF4-FFF2-40B4-BE49-F238E27FC236}">
                                  <a16:creationId xmlns:a16="http://schemas.microsoft.com/office/drawing/2014/main" id="{6387A1E8-475B-82DC-CC51-10242640AF9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3" name="Rectangle 62">
                              <a:extLst>
                                <a:ext uri="{FF2B5EF4-FFF2-40B4-BE49-F238E27FC236}">
                                  <a16:creationId xmlns:a16="http://schemas.microsoft.com/office/drawing/2014/main" id="{E1262F7B-14BA-BC08-8254-4E74B858383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60" name="Rectangle 59">
                            <a:extLst>
                              <a:ext uri="{FF2B5EF4-FFF2-40B4-BE49-F238E27FC236}">
                                <a16:creationId xmlns:a16="http://schemas.microsoft.com/office/drawing/2014/main" id="{251DA5CD-9A2C-1716-7390-4CF9F7FE5FA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1" name="Rectangle 60">
                            <a:extLst>
                              <a:ext uri="{FF2B5EF4-FFF2-40B4-BE49-F238E27FC236}">
                                <a16:creationId xmlns:a16="http://schemas.microsoft.com/office/drawing/2014/main" id="{563E7A1D-EA89-29BD-301D-3385197B513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44" name="Group 43">
                        <a:extLst>
                          <a:ext uri="{FF2B5EF4-FFF2-40B4-BE49-F238E27FC236}">
                            <a16:creationId xmlns:a16="http://schemas.microsoft.com/office/drawing/2014/main" id="{3F03E808-9C24-C334-856A-3AF613303F02}"/>
                          </a:ext>
                        </a:extLst>
                      </p:cNvPr>
                      <p:cNvGrpSpPr/>
                      <p:nvPr/>
                    </p:nvGrpSpPr>
                    <p:grpSpPr>
                      <a:xfrm>
                        <a:off x="2970212" y="5455920"/>
                        <a:ext cx="1463040" cy="731520"/>
                        <a:chOff x="2970212" y="4724400"/>
                        <a:chExt cx="1463040" cy="731520"/>
                      </a:xfrm>
                    </p:grpSpPr>
                    <p:grpSp>
                      <p:nvGrpSpPr>
                        <p:cNvPr id="45" name="Group 44">
                          <a:extLst>
                            <a:ext uri="{FF2B5EF4-FFF2-40B4-BE49-F238E27FC236}">
                              <a16:creationId xmlns:a16="http://schemas.microsoft.com/office/drawing/2014/main" id="{F7A39F38-820C-4B63-0005-B627346FCF22}"/>
                            </a:ext>
                          </a:extLst>
                        </p:cNvPr>
                        <p:cNvGrpSpPr/>
                        <p:nvPr/>
                      </p:nvGrpSpPr>
                      <p:grpSpPr>
                        <a:xfrm>
                          <a:off x="2970212" y="4724400"/>
                          <a:ext cx="731520" cy="731520"/>
                          <a:chOff x="2970212" y="4724400"/>
                          <a:chExt cx="731520" cy="731520"/>
                        </a:xfrm>
                      </p:grpSpPr>
                      <p:grpSp>
                        <p:nvGrpSpPr>
                          <p:cNvPr id="52" name="Group 51">
                            <a:extLst>
                              <a:ext uri="{FF2B5EF4-FFF2-40B4-BE49-F238E27FC236}">
                                <a16:creationId xmlns:a16="http://schemas.microsoft.com/office/drawing/2014/main" id="{F1758ADC-828F-B3B2-3659-EBD8EC5426E7}"/>
                              </a:ext>
                            </a:extLst>
                          </p:cNvPr>
                          <p:cNvGrpSpPr/>
                          <p:nvPr/>
                        </p:nvGrpSpPr>
                        <p:grpSpPr>
                          <a:xfrm>
                            <a:off x="2970212" y="4724400"/>
                            <a:ext cx="731520" cy="365760"/>
                            <a:chOff x="2970212" y="4724400"/>
                            <a:chExt cx="731520" cy="365760"/>
                          </a:xfrm>
                        </p:grpSpPr>
                        <p:sp>
                          <p:nvSpPr>
                            <p:cNvPr id="55" name="Rectangle 54">
                              <a:extLst>
                                <a:ext uri="{FF2B5EF4-FFF2-40B4-BE49-F238E27FC236}">
                                  <a16:creationId xmlns:a16="http://schemas.microsoft.com/office/drawing/2014/main" id="{5F54D3B5-1228-CD52-8DE6-24916633AC3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6" name="Rectangle 55">
                              <a:extLst>
                                <a:ext uri="{FF2B5EF4-FFF2-40B4-BE49-F238E27FC236}">
                                  <a16:creationId xmlns:a16="http://schemas.microsoft.com/office/drawing/2014/main" id="{297F7C33-C433-C621-F5EF-CB8A73500DB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53" name="Rectangle 52">
                            <a:extLst>
                              <a:ext uri="{FF2B5EF4-FFF2-40B4-BE49-F238E27FC236}">
                                <a16:creationId xmlns:a16="http://schemas.microsoft.com/office/drawing/2014/main" id="{041D8961-5A58-EAC7-4F60-37E2F065010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4" name="Rectangle 53">
                            <a:extLst>
                              <a:ext uri="{FF2B5EF4-FFF2-40B4-BE49-F238E27FC236}">
                                <a16:creationId xmlns:a16="http://schemas.microsoft.com/office/drawing/2014/main" id="{43D832B5-98C0-9773-46AC-B4F4808D74EC}"/>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46" name="Group 45">
                          <a:extLst>
                            <a:ext uri="{FF2B5EF4-FFF2-40B4-BE49-F238E27FC236}">
                              <a16:creationId xmlns:a16="http://schemas.microsoft.com/office/drawing/2014/main" id="{CE22E725-4FAF-F456-61B3-1AD9FD78B673}"/>
                            </a:ext>
                          </a:extLst>
                        </p:cNvPr>
                        <p:cNvGrpSpPr/>
                        <p:nvPr/>
                      </p:nvGrpSpPr>
                      <p:grpSpPr>
                        <a:xfrm>
                          <a:off x="3701732" y="4724400"/>
                          <a:ext cx="731520" cy="731520"/>
                          <a:chOff x="2970212" y="4724400"/>
                          <a:chExt cx="731520" cy="731520"/>
                        </a:xfrm>
                      </p:grpSpPr>
                      <p:grpSp>
                        <p:nvGrpSpPr>
                          <p:cNvPr id="47" name="Group 46">
                            <a:extLst>
                              <a:ext uri="{FF2B5EF4-FFF2-40B4-BE49-F238E27FC236}">
                                <a16:creationId xmlns:a16="http://schemas.microsoft.com/office/drawing/2014/main" id="{299BEFDF-8275-E8F6-6CD0-5064A6D17B4C}"/>
                              </a:ext>
                            </a:extLst>
                          </p:cNvPr>
                          <p:cNvGrpSpPr/>
                          <p:nvPr/>
                        </p:nvGrpSpPr>
                        <p:grpSpPr>
                          <a:xfrm>
                            <a:off x="2970212" y="4724400"/>
                            <a:ext cx="731520" cy="365760"/>
                            <a:chOff x="2970212" y="4724400"/>
                            <a:chExt cx="731520" cy="365760"/>
                          </a:xfrm>
                        </p:grpSpPr>
                        <p:sp>
                          <p:nvSpPr>
                            <p:cNvPr id="50" name="Rectangle 49">
                              <a:extLst>
                                <a:ext uri="{FF2B5EF4-FFF2-40B4-BE49-F238E27FC236}">
                                  <a16:creationId xmlns:a16="http://schemas.microsoft.com/office/drawing/2014/main" id="{0A617FE3-F397-5B24-3183-B268F92FC3E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1" name="Rectangle 50">
                              <a:extLst>
                                <a:ext uri="{FF2B5EF4-FFF2-40B4-BE49-F238E27FC236}">
                                  <a16:creationId xmlns:a16="http://schemas.microsoft.com/office/drawing/2014/main" id="{683B4162-9B1A-98EB-80B3-CCAB33FFE7D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48" name="Rectangle 47">
                            <a:extLst>
                              <a:ext uri="{FF2B5EF4-FFF2-40B4-BE49-F238E27FC236}">
                                <a16:creationId xmlns:a16="http://schemas.microsoft.com/office/drawing/2014/main" id="{AC91D1CB-EDC8-AE8C-73C6-97463B4845F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9" name="Rectangle 48">
                            <a:extLst>
                              <a:ext uri="{FF2B5EF4-FFF2-40B4-BE49-F238E27FC236}">
                                <a16:creationId xmlns:a16="http://schemas.microsoft.com/office/drawing/2014/main" id="{CF654491-3515-DDCB-8697-EBAD8A13ECE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70" name="Group 69">
                    <a:extLst>
                      <a:ext uri="{FF2B5EF4-FFF2-40B4-BE49-F238E27FC236}">
                        <a16:creationId xmlns:a16="http://schemas.microsoft.com/office/drawing/2014/main" id="{E95469E0-711B-401E-894B-91041B2AF119}"/>
                      </a:ext>
                    </a:extLst>
                  </p:cNvPr>
                  <p:cNvGrpSpPr/>
                  <p:nvPr/>
                </p:nvGrpSpPr>
                <p:grpSpPr>
                  <a:xfrm>
                    <a:off x="2132012" y="4587240"/>
                    <a:ext cx="2926080" cy="1463040"/>
                    <a:chOff x="2970212" y="4724400"/>
                    <a:chExt cx="2926080" cy="1463040"/>
                  </a:xfrm>
                </p:grpSpPr>
                <p:grpSp>
                  <p:nvGrpSpPr>
                    <p:cNvPr id="71" name="Group 70">
                      <a:extLst>
                        <a:ext uri="{FF2B5EF4-FFF2-40B4-BE49-F238E27FC236}">
                          <a16:creationId xmlns:a16="http://schemas.microsoft.com/office/drawing/2014/main" id="{6063D257-015D-E24A-EA83-C81CD94D8E19}"/>
                        </a:ext>
                      </a:extLst>
                    </p:cNvPr>
                    <p:cNvGrpSpPr/>
                    <p:nvPr/>
                  </p:nvGrpSpPr>
                  <p:grpSpPr>
                    <a:xfrm>
                      <a:off x="2970212" y="4724400"/>
                      <a:ext cx="1463040" cy="1463040"/>
                      <a:chOff x="2970212" y="4724400"/>
                      <a:chExt cx="1463040" cy="1463040"/>
                    </a:xfrm>
                  </p:grpSpPr>
                  <p:grpSp>
                    <p:nvGrpSpPr>
                      <p:cNvPr id="99" name="Group 98">
                        <a:extLst>
                          <a:ext uri="{FF2B5EF4-FFF2-40B4-BE49-F238E27FC236}">
                            <a16:creationId xmlns:a16="http://schemas.microsoft.com/office/drawing/2014/main" id="{3EDDBEC6-7846-E653-FD8E-B3C71DCC2E4D}"/>
                          </a:ext>
                        </a:extLst>
                      </p:cNvPr>
                      <p:cNvGrpSpPr/>
                      <p:nvPr/>
                    </p:nvGrpSpPr>
                    <p:grpSpPr>
                      <a:xfrm>
                        <a:off x="2970212" y="4724400"/>
                        <a:ext cx="1463040" cy="731520"/>
                        <a:chOff x="2970212" y="4724400"/>
                        <a:chExt cx="1463040" cy="731520"/>
                      </a:xfrm>
                    </p:grpSpPr>
                    <p:grpSp>
                      <p:nvGrpSpPr>
                        <p:cNvPr id="113" name="Group 112">
                          <a:extLst>
                            <a:ext uri="{FF2B5EF4-FFF2-40B4-BE49-F238E27FC236}">
                              <a16:creationId xmlns:a16="http://schemas.microsoft.com/office/drawing/2014/main" id="{A3F75599-EAA3-FFBF-E7B8-D987A8832813}"/>
                            </a:ext>
                          </a:extLst>
                        </p:cNvPr>
                        <p:cNvGrpSpPr/>
                        <p:nvPr/>
                      </p:nvGrpSpPr>
                      <p:grpSpPr>
                        <a:xfrm>
                          <a:off x="2970212" y="4724400"/>
                          <a:ext cx="731520" cy="731520"/>
                          <a:chOff x="2970212" y="4724400"/>
                          <a:chExt cx="731520" cy="731520"/>
                        </a:xfrm>
                      </p:grpSpPr>
                      <p:grpSp>
                        <p:nvGrpSpPr>
                          <p:cNvPr id="120" name="Group 119">
                            <a:extLst>
                              <a:ext uri="{FF2B5EF4-FFF2-40B4-BE49-F238E27FC236}">
                                <a16:creationId xmlns:a16="http://schemas.microsoft.com/office/drawing/2014/main" id="{CDE596BE-B4E6-1733-084F-28E76F7CA6F9}"/>
                              </a:ext>
                            </a:extLst>
                          </p:cNvPr>
                          <p:cNvGrpSpPr/>
                          <p:nvPr/>
                        </p:nvGrpSpPr>
                        <p:grpSpPr>
                          <a:xfrm>
                            <a:off x="2970212" y="4724400"/>
                            <a:ext cx="731520" cy="365760"/>
                            <a:chOff x="2970212" y="4724400"/>
                            <a:chExt cx="731520" cy="365760"/>
                          </a:xfrm>
                        </p:grpSpPr>
                        <p:sp>
                          <p:nvSpPr>
                            <p:cNvPr id="123" name="Rectangle 122">
                              <a:extLst>
                                <a:ext uri="{FF2B5EF4-FFF2-40B4-BE49-F238E27FC236}">
                                  <a16:creationId xmlns:a16="http://schemas.microsoft.com/office/drawing/2014/main" id="{B0D96188-04A0-22D5-D874-095A052F9AB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4" name="Rectangle 123">
                              <a:extLst>
                                <a:ext uri="{FF2B5EF4-FFF2-40B4-BE49-F238E27FC236}">
                                  <a16:creationId xmlns:a16="http://schemas.microsoft.com/office/drawing/2014/main" id="{BC6B740B-A72F-B611-6CF9-D4CBE8D9054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21" name="Rectangle 120">
                            <a:extLst>
                              <a:ext uri="{FF2B5EF4-FFF2-40B4-BE49-F238E27FC236}">
                                <a16:creationId xmlns:a16="http://schemas.microsoft.com/office/drawing/2014/main" id="{B507DF56-15B3-21BF-23DF-27625BC533B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2" name="Rectangle 121">
                            <a:extLst>
                              <a:ext uri="{FF2B5EF4-FFF2-40B4-BE49-F238E27FC236}">
                                <a16:creationId xmlns:a16="http://schemas.microsoft.com/office/drawing/2014/main" id="{A15750D7-5656-46D8-7720-FE6AE66AAD7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14" name="Group 113">
                          <a:extLst>
                            <a:ext uri="{FF2B5EF4-FFF2-40B4-BE49-F238E27FC236}">
                              <a16:creationId xmlns:a16="http://schemas.microsoft.com/office/drawing/2014/main" id="{167AE103-F7A8-D8EE-786D-03E04FDEC31A}"/>
                            </a:ext>
                          </a:extLst>
                        </p:cNvPr>
                        <p:cNvGrpSpPr/>
                        <p:nvPr/>
                      </p:nvGrpSpPr>
                      <p:grpSpPr>
                        <a:xfrm>
                          <a:off x="3701732" y="4724400"/>
                          <a:ext cx="731520" cy="731520"/>
                          <a:chOff x="2970212" y="4724400"/>
                          <a:chExt cx="731520" cy="731520"/>
                        </a:xfrm>
                      </p:grpSpPr>
                      <p:grpSp>
                        <p:nvGrpSpPr>
                          <p:cNvPr id="115" name="Group 114">
                            <a:extLst>
                              <a:ext uri="{FF2B5EF4-FFF2-40B4-BE49-F238E27FC236}">
                                <a16:creationId xmlns:a16="http://schemas.microsoft.com/office/drawing/2014/main" id="{6848AAFC-3591-A12C-4B2F-CF6C1ACA0D30}"/>
                              </a:ext>
                            </a:extLst>
                          </p:cNvPr>
                          <p:cNvGrpSpPr/>
                          <p:nvPr/>
                        </p:nvGrpSpPr>
                        <p:grpSpPr>
                          <a:xfrm>
                            <a:off x="2970212" y="4724400"/>
                            <a:ext cx="731520" cy="365760"/>
                            <a:chOff x="2970212" y="4724400"/>
                            <a:chExt cx="731520" cy="365760"/>
                          </a:xfrm>
                        </p:grpSpPr>
                        <p:sp>
                          <p:nvSpPr>
                            <p:cNvPr id="118" name="Rectangle 117">
                              <a:extLst>
                                <a:ext uri="{FF2B5EF4-FFF2-40B4-BE49-F238E27FC236}">
                                  <a16:creationId xmlns:a16="http://schemas.microsoft.com/office/drawing/2014/main" id="{2F4780AA-FB05-B79A-D9E9-DD6E1A217F3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9" name="Rectangle 118">
                              <a:extLst>
                                <a:ext uri="{FF2B5EF4-FFF2-40B4-BE49-F238E27FC236}">
                                  <a16:creationId xmlns:a16="http://schemas.microsoft.com/office/drawing/2014/main" id="{EEABC3C4-7E4E-0B81-F1B1-C3F11EA2DD96}"/>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16" name="Rectangle 115">
                            <a:extLst>
                              <a:ext uri="{FF2B5EF4-FFF2-40B4-BE49-F238E27FC236}">
                                <a16:creationId xmlns:a16="http://schemas.microsoft.com/office/drawing/2014/main" id="{BF7B9303-2F8C-3562-0912-D58F5147790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7" name="Rectangle 116">
                            <a:extLst>
                              <a:ext uri="{FF2B5EF4-FFF2-40B4-BE49-F238E27FC236}">
                                <a16:creationId xmlns:a16="http://schemas.microsoft.com/office/drawing/2014/main" id="{D4A37911-CC9A-07C1-0DB1-DC3FA199BCEA}"/>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100" name="Group 99">
                        <a:extLst>
                          <a:ext uri="{FF2B5EF4-FFF2-40B4-BE49-F238E27FC236}">
                            <a16:creationId xmlns:a16="http://schemas.microsoft.com/office/drawing/2014/main" id="{CF544DE0-89E8-BAC0-9C76-D7FA94F9E538}"/>
                          </a:ext>
                        </a:extLst>
                      </p:cNvPr>
                      <p:cNvGrpSpPr/>
                      <p:nvPr/>
                    </p:nvGrpSpPr>
                    <p:grpSpPr>
                      <a:xfrm>
                        <a:off x="2970212" y="5455920"/>
                        <a:ext cx="1463040" cy="731520"/>
                        <a:chOff x="2970212" y="4724400"/>
                        <a:chExt cx="1463040" cy="731520"/>
                      </a:xfrm>
                    </p:grpSpPr>
                    <p:grpSp>
                      <p:nvGrpSpPr>
                        <p:cNvPr id="101" name="Group 100">
                          <a:extLst>
                            <a:ext uri="{FF2B5EF4-FFF2-40B4-BE49-F238E27FC236}">
                              <a16:creationId xmlns:a16="http://schemas.microsoft.com/office/drawing/2014/main" id="{4FC06795-F10A-E9E6-F495-F56590495C49}"/>
                            </a:ext>
                          </a:extLst>
                        </p:cNvPr>
                        <p:cNvGrpSpPr/>
                        <p:nvPr/>
                      </p:nvGrpSpPr>
                      <p:grpSpPr>
                        <a:xfrm>
                          <a:off x="2970212" y="4724400"/>
                          <a:ext cx="731520" cy="731520"/>
                          <a:chOff x="2970212" y="4724400"/>
                          <a:chExt cx="731520" cy="731520"/>
                        </a:xfrm>
                      </p:grpSpPr>
                      <p:grpSp>
                        <p:nvGrpSpPr>
                          <p:cNvPr id="108" name="Group 107">
                            <a:extLst>
                              <a:ext uri="{FF2B5EF4-FFF2-40B4-BE49-F238E27FC236}">
                                <a16:creationId xmlns:a16="http://schemas.microsoft.com/office/drawing/2014/main" id="{1C19B01F-A570-89E8-C3CC-59F0A0FBCE7B}"/>
                              </a:ext>
                            </a:extLst>
                          </p:cNvPr>
                          <p:cNvGrpSpPr/>
                          <p:nvPr/>
                        </p:nvGrpSpPr>
                        <p:grpSpPr>
                          <a:xfrm>
                            <a:off x="2970212" y="4724400"/>
                            <a:ext cx="731520" cy="365760"/>
                            <a:chOff x="2970212" y="4724400"/>
                            <a:chExt cx="731520" cy="365760"/>
                          </a:xfrm>
                        </p:grpSpPr>
                        <p:sp>
                          <p:nvSpPr>
                            <p:cNvPr id="111" name="Rectangle 110">
                              <a:extLst>
                                <a:ext uri="{FF2B5EF4-FFF2-40B4-BE49-F238E27FC236}">
                                  <a16:creationId xmlns:a16="http://schemas.microsoft.com/office/drawing/2014/main" id="{0475172F-A701-179F-3590-7EA1E0E9F06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2" name="Rectangle 111">
                              <a:extLst>
                                <a:ext uri="{FF2B5EF4-FFF2-40B4-BE49-F238E27FC236}">
                                  <a16:creationId xmlns:a16="http://schemas.microsoft.com/office/drawing/2014/main" id="{2A9B2116-36D4-2C79-5539-EF359C79CCC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9" name="Rectangle 108">
                            <a:extLst>
                              <a:ext uri="{FF2B5EF4-FFF2-40B4-BE49-F238E27FC236}">
                                <a16:creationId xmlns:a16="http://schemas.microsoft.com/office/drawing/2014/main" id="{67F3D780-72E5-E985-7072-9223AFB5490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0" name="Rectangle 109">
                            <a:extLst>
                              <a:ext uri="{FF2B5EF4-FFF2-40B4-BE49-F238E27FC236}">
                                <a16:creationId xmlns:a16="http://schemas.microsoft.com/office/drawing/2014/main" id="{5C5EE404-8C54-E591-73AD-0E202A91E85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02" name="Group 101">
                          <a:extLst>
                            <a:ext uri="{FF2B5EF4-FFF2-40B4-BE49-F238E27FC236}">
                              <a16:creationId xmlns:a16="http://schemas.microsoft.com/office/drawing/2014/main" id="{718540D2-5A18-4A15-6DBF-EC61EA8079A2}"/>
                            </a:ext>
                          </a:extLst>
                        </p:cNvPr>
                        <p:cNvGrpSpPr/>
                        <p:nvPr/>
                      </p:nvGrpSpPr>
                      <p:grpSpPr>
                        <a:xfrm>
                          <a:off x="3701732" y="4724400"/>
                          <a:ext cx="731520" cy="731520"/>
                          <a:chOff x="2970212" y="4724400"/>
                          <a:chExt cx="731520" cy="731520"/>
                        </a:xfrm>
                      </p:grpSpPr>
                      <p:grpSp>
                        <p:nvGrpSpPr>
                          <p:cNvPr id="103" name="Group 102">
                            <a:extLst>
                              <a:ext uri="{FF2B5EF4-FFF2-40B4-BE49-F238E27FC236}">
                                <a16:creationId xmlns:a16="http://schemas.microsoft.com/office/drawing/2014/main" id="{121E8F8B-F587-E153-9DE3-FF09F3CD7ACA}"/>
                              </a:ext>
                            </a:extLst>
                          </p:cNvPr>
                          <p:cNvGrpSpPr/>
                          <p:nvPr/>
                        </p:nvGrpSpPr>
                        <p:grpSpPr>
                          <a:xfrm>
                            <a:off x="2970212" y="4724400"/>
                            <a:ext cx="731520" cy="365760"/>
                            <a:chOff x="2970212" y="4724400"/>
                            <a:chExt cx="731520" cy="365760"/>
                          </a:xfrm>
                        </p:grpSpPr>
                        <p:sp>
                          <p:nvSpPr>
                            <p:cNvPr id="106" name="Rectangle 105">
                              <a:extLst>
                                <a:ext uri="{FF2B5EF4-FFF2-40B4-BE49-F238E27FC236}">
                                  <a16:creationId xmlns:a16="http://schemas.microsoft.com/office/drawing/2014/main" id="{59A0CDD8-3D30-ABC2-A14D-78C57C4E64F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7" name="Rectangle 106">
                              <a:extLst>
                                <a:ext uri="{FF2B5EF4-FFF2-40B4-BE49-F238E27FC236}">
                                  <a16:creationId xmlns:a16="http://schemas.microsoft.com/office/drawing/2014/main" id="{58B50FA8-F41E-47C8-8DA1-923FEB3C4336}"/>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4" name="Rectangle 103">
                            <a:extLst>
                              <a:ext uri="{FF2B5EF4-FFF2-40B4-BE49-F238E27FC236}">
                                <a16:creationId xmlns:a16="http://schemas.microsoft.com/office/drawing/2014/main" id="{D438CEEF-1996-ED72-0079-0828AABF86A7}"/>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5" name="Rectangle 104">
                            <a:extLst>
                              <a:ext uri="{FF2B5EF4-FFF2-40B4-BE49-F238E27FC236}">
                                <a16:creationId xmlns:a16="http://schemas.microsoft.com/office/drawing/2014/main" id="{DCBEBCE6-0EB8-FE07-2688-30DF0F9E07BA}"/>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72" name="Group 71">
                      <a:extLst>
                        <a:ext uri="{FF2B5EF4-FFF2-40B4-BE49-F238E27FC236}">
                          <a16:creationId xmlns:a16="http://schemas.microsoft.com/office/drawing/2014/main" id="{4C278C3C-E639-0FF7-0766-5BD33506231E}"/>
                        </a:ext>
                      </a:extLst>
                    </p:cNvPr>
                    <p:cNvGrpSpPr/>
                    <p:nvPr/>
                  </p:nvGrpSpPr>
                  <p:grpSpPr>
                    <a:xfrm>
                      <a:off x="4433252" y="4724400"/>
                      <a:ext cx="1463040" cy="1463040"/>
                      <a:chOff x="2970212" y="4724400"/>
                      <a:chExt cx="1463040" cy="1463040"/>
                    </a:xfrm>
                  </p:grpSpPr>
                  <p:grpSp>
                    <p:nvGrpSpPr>
                      <p:cNvPr id="73" name="Group 72">
                        <a:extLst>
                          <a:ext uri="{FF2B5EF4-FFF2-40B4-BE49-F238E27FC236}">
                            <a16:creationId xmlns:a16="http://schemas.microsoft.com/office/drawing/2014/main" id="{9836511F-9DD3-BD97-D57A-6C2193911599}"/>
                          </a:ext>
                        </a:extLst>
                      </p:cNvPr>
                      <p:cNvGrpSpPr/>
                      <p:nvPr/>
                    </p:nvGrpSpPr>
                    <p:grpSpPr>
                      <a:xfrm>
                        <a:off x="2970212" y="4724400"/>
                        <a:ext cx="1463040" cy="731520"/>
                        <a:chOff x="2970212" y="4724400"/>
                        <a:chExt cx="1463040" cy="731520"/>
                      </a:xfrm>
                    </p:grpSpPr>
                    <p:grpSp>
                      <p:nvGrpSpPr>
                        <p:cNvPr id="87" name="Group 86">
                          <a:extLst>
                            <a:ext uri="{FF2B5EF4-FFF2-40B4-BE49-F238E27FC236}">
                              <a16:creationId xmlns:a16="http://schemas.microsoft.com/office/drawing/2014/main" id="{1632F4D5-DFCB-BD94-A7E3-3D952CEDCE88}"/>
                            </a:ext>
                          </a:extLst>
                        </p:cNvPr>
                        <p:cNvGrpSpPr/>
                        <p:nvPr/>
                      </p:nvGrpSpPr>
                      <p:grpSpPr>
                        <a:xfrm>
                          <a:off x="2970212" y="4724400"/>
                          <a:ext cx="731520" cy="731520"/>
                          <a:chOff x="2970212" y="4724400"/>
                          <a:chExt cx="731520" cy="731520"/>
                        </a:xfrm>
                      </p:grpSpPr>
                      <p:grpSp>
                        <p:nvGrpSpPr>
                          <p:cNvPr id="94" name="Group 93">
                            <a:extLst>
                              <a:ext uri="{FF2B5EF4-FFF2-40B4-BE49-F238E27FC236}">
                                <a16:creationId xmlns:a16="http://schemas.microsoft.com/office/drawing/2014/main" id="{33544E49-7FAE-172F-4B0F-D0640360A780}"/>
                              </a:ext>
                            </a:extLst>
                          </p:cNvPr>
                          <p:cNvGrpSpPr/>
                          <p:nvPr/>
                        </p:nvGrpSpPr>
                        <p:grpSpPr>
                          <a:xfrm>
                            <a:off x="2970212" y="4724400"/>
                            <a:ext cx="731520" cy="365760"/>
                            <a:chOff x="2970212" y="4724400"/>
                            <a:chExt cx="731520" cy="365760"/>
                          </a:xfrm>
                        </p:grpSpPr>
                        <p:sp>
                          <p:nvSpPr>
                            <p:cNvPr id="97" name="Rectangle 96">
                              <a:extLst>
                                <a:ext uri="{FF2B5EF4-FFF2-40B4-BE49-F238E27FC236}">
                                  <a16:creationId xmlns:a16="http://schemas.microsoft.com/office/drawing/2014/main" id="{D63F5653-3FDF-6652-227C-DC33EB042D6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8" name="Rectangle 97">
                              <a:extLst>
                                <a:ext uri="{FF2B5EF4-FFF2-40B4-BE49-F238E27FC236}">
                                  <a16:creationId xmlns:a16="http://schemas.microsoft.com/office/drawing/2014/main" id="{65619C36-BEA1-4657-12B7-CEC8A1EA805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95" name="Rectangle 94">
                            <a:extLst>
                              <a:ext uri="{FF2B5EF4-FFF2-40B4-BE49-F238E27FC236}">
                                <a16:creationId xmlns:a16="http://schemas.microsoft.com/office/drawing/2014/main" id="{694E9D81-48B5-8521-BBEC-C690EE038CC7}"/>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6" name="Rectangle 95">
                            <a:extLst>
                              <a:ext uri="{FF2B5EF4-FFF2-40B4-BE49-F238E27FC236}">
                                <a16:creationId xmlns:a16="http://schemas.microsoft.com/office/drawing/2014/main" id="{CA2C897E-11CA-5E93-05EF-17A51BF39A6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88" name="Group 87">
                          <a:extLst>
                            <a:ext uri="{FF2B5EF4-FFF2-40B4-BE49-F238E27FC236}">
                              <a16:creationId xmlns:a16="http://schemas.microsoft.com/office/drawing/2014/main" id="{4D913862-B20B-01D7-BA7A-23DF0FC8A023}"/>
                            </a:ext>
                          </a:extLst>
                        </p:cNvPr>
                        <p:cNvGrpSpPr/>
                        <p:nvPr/>
                      </p:nvGrpSpPr>
                      <p:grpSpPr>
                        <a:xfrm>
                          <a:off x="3701732" y="4724400"/>
                          <a:ext cx="731520" cy="731520"/>
                          <a:chOff x="2970212" y="4724400"/>
                          <a:chExt cx="731520" cy="731520"/>
                        </a:xfrm>
                      </p:grpSpPr>
                      <p:grpSp>
                        <p:nvGrpSpPr>
                          <p:cNvPr id="89" name="Group 88">
                            <a:extLst>
                              <a:ext uri="{FF2B5EF4-FFF2-40B4-BE49-F238E27FC236}">
                                <a16:creationId xmlns:a16="http://schemas.microsoft.com/office/drawing/2014/main" id="{8FE2F16A-FBA6-3715-9FAF-DA5B91918AC5}"/>
                              </a:ext>
                            </a:extLst>
                          </p:cNvPr>
                          <p:cNvGrpSpPr/>
                          <p:nvPr/>
                        </p:nvGrpSpPr>
                        <p:grpSpPr>
                          <a:xfrm>
                            <a:off x="2970212" y="4724400"/>
                            <a:ext cx="731520" cy="365760"/>
                            <a:chOff x="2970212" y="4724400"/>
                            <a:chExt cx="731520" cy="365760"/>
                          </a:xfrm>
                        </p:grpSpPr>
                        <p:sp>
                          <p:nvSpPr>
                            <p:cNvPr id="92" name="Rectangle 91">
                              <a:extLst>
                                <a:ext uri="{FF2B5EF4-FFF2-40B4-BE49-F238E27FC236}">
                                  <a16:creationId xmlns:a16="http://schemas.microsoft.com/office/drawing/2014/main" id="{7C349BBE-B81B-E489-1F04-39B66BA09B8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3" name="Rectangle 92">
                              <a:extLst>
                                <a:ext uri="{FF2B5EF4-FFF2-40B4-BE49-F238E27FC236}">
                                  <a16:creationId xmlns:a16="http://schemas.microsoft.com/office/drawing/2014/main" id="{9A19E765-3F13-4EA2-D03C-B67F297007D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90" name="Rectangle 89">
                            <a:extLst>
                              <a:ext uri="{FF2B5EF4-FFF2-40B4-BE49-F238E27FC236}">
                                <a16:creationId xmlns:a16="http://schemas.microsoft.com/office/drawing/2014/main" id="{51623074-FD5A-5EDB-3E7F-3D6C29E935A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1" name="Rectangle 90">
                            <a:extLst>
                              <a:ext uri="{FF2B5EF4-FFF2-40B4-BE49-F238E27FC236}">
                                <a16:creationId xmlns:a16="http://schemas.microsoft.com/office/drawing/2014/main" id="{11CD845C-BA43-1456-DD19-FF5C701D362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74" name="Group 73">
                        <a:extLst>
                          <a:ext uri="{FF2B5EF4-FFF2-40B4-BE49-F238E27FC236}">
                            <a16:creationId xmlns:a16="http://schemas.microsoft.com/office/drawing/2014/main" id="{2B9F4068-F64E-9A70-0942-B4FAC9D7D943}"/>
                          </a:ext>
                        </a:extLst>
                      </p:cNvPr>
                      <p:cNvGrpSpPr/>
                      <p:nvPr/>
                    </p:nvGrpSpPr>
                    <p:grpSpPr>
                      <a:xfrm>
                        <a:off x="2970212" y="5455920"/>
                        <a:ext cx="1463040" cy="731520"/>
                        <a:chOff x="2970212" y="4724400"/>
                        <a:chExt cx="1463040" cy="731520"/>
                      </a:xfrm>
                    </p:grpSpPr>
                    <p:grpSp>
                      <p:nvGrpSpPr>
                        <p:cNvPr id="75" name="Group 74">
                          <a:extLst>
                            <a:ext uri="{FF2B5EF4-FFF2-40B4-BE49-F238E27FC236}">
                              <a16:creationId xmlns:a16="http://schemas.microsoft.com/office/drawing/2014/main" id="{D05932E0-B12B-BF27-A4A8-8D2D063F6019}"/>
                            </a:ext>
                          </a:extLst>
                        </p:cNvPr>
                        <p:cNvGrpSpPr/>
                        <p:nvPr/>
                      </p:nvGrpSpPr>
                      <p:grpSpPr>
                        <a:xfrm>
                          <a:off x="2970212" y="4724400"/>
                          <a:ext cx="731520" cy="731520"/>
                          <a:chOff x="2970212" y="4724400"/>
                          <a:chExt cx="731520" cy="731520"/>
                        </a:xfrm>
                      </p:grpSpPr>
                      <p:grpSp>
                        <p:nvGrpSpPr>
                          <p:cNvPr id="82" name="Group 81">
                            <a:extLst>
                              <a:ext uri="{FF2B5EF4-FFF2-40B4-BE49-F238E27FC236}">
                                <a16:creationId xmlns:a16="http://schemas.microsoft.com/office/drawing/2014/main" id="{F84CB894-33FE-A944-BCC7-B251CCA6ACA0}"/>
                              </a:ext>
                            </a:extLst>
                          </p:cNvPr>
                          <p:cNvGrpSpPr/>
                          <p:nvPr/>
                        </p:nvGrpSpPr>
                        <p:grpSpPr>
                          <a:xfrm>
                            <a:off x="2970212" y="4724400"/>
                            <a:ext cx="731520" cy="365760"/>
                            <a:chOff x="2970212" y="4724400"/>
                            <a:chExt cx="731520" cy="365760"/>
                          </a:xfrm>
                        </p:grpSpPr>
                        <p:sp>
                          <p:nvSpPr>
                            <p:cNvPr id="85" name="Rectangle 84">
                              <a:extLst>
                                <a:ext uri="{FF2B5EF4-FFF2-40B4-BE49-F238E27FC236}">
                                  <a16:creationId xmlns:a16="http://schemas.microsoft.com/office/drawing/2014/main" id="{2FC057C4-C309-A93E-094C-71B40536744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6" name="Rectangle 85">
                              <a:extLst>
                                <a:ext uri="{FF2B5EF4-FFF2-40B4-BE49-F238E27FC236}">
                                  <a16:creationId xmlns:a16="http://schemas.microsoft.com/office/drawing/2014/main" id="{800F61F2-C59A-0FE9-1E91-693D88C10F3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83" name="Rectangle 82">
                            <a:extLst>
                              <a:ext uri="{FF2B5EF4-FFF2-40B4-BE49-F238E27FC236}">
                                <a16:creationId xmlns:a16="http://schemas.microsoft.com/office/drawing/2014/main" id="{61CFD236-CD48-896A-9EAB-7C866808564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4" name="Rectangle 83">
                            <a:extLst>
                              <a:ext uri="{FF2B5EF4-FFF2-40B4-BE49-F238E27FC236}">
                                <a16:creationId xmlns:a16="http://schemas.microsoft.com/office/drawing/2014/main" id="{8344BEDB-3286-D01F-7BCA-DD23A6A2337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76" name="Group 75">
                          <a:extLst>
                            <a:ext uri="{FF2B5EF4-FFF2-40B4-BE49-F238E27FC236}">
                              <a16:creationId xmlns:a16="http://schemas.microsoft.com/office/drawing/2014/main" id="{7EC9B7F6-C063-F80F-8D0C-AF776D5C6DFD}"/>
                            </a:ext>
                          </a:extLst>
                        </p:cNvPr>
                        <p:cNvGrpSpPr/>
                        <p:nvPr/>
                      </p:nvGrpSpPr>
                      <p:grpSpPr>
                        <a:xfrm>
                          <a:off x="3701732" y="4724400"/>
                          <a:ext cx="731520" cy="731520"/>
                          <a:chOff x="2970212" y="4724400"/>
                          <a:chExt cx="731520" cy="731520"/>
                        </a:xfrm>
                      </p:grpSpPr>
                      <p:grpSp>
                        <p:nvGrpSpPr>
                          <p:cNvPr id="77" name="Group 76">
                            <a:extLst>
                              <a:ext uri="{FF2B5EF4-FFF2-40B4-BE49-F238E27FC236}">
                                <a16:creationId xmlns:a16="http://schemas.microsoft.com/office/drawing/2014/main" id="{A7DE8B47-9940-81D4-7876-55E49B9E78DD}"/>
                              </a:ext>
                            </a:extLst>
                          </p:cNvPr>
                          <p:cNvGrpSpPr/>
                          <p:nvPr/>
                        </p:nvGrpSpPr>
                        <p:grpSpPr>
                          <a:xfrm>
                            <a:off x="2970212" y="4724400"/>
                            <a:ext cx="731520" cy="365760"/>
                            <a:chOff x="2970212" y="4724400"/>
                            <a:chExt cx="731520" cy="365760"/>
                          </a:xfrm>
                        </p:grpSpPr>
                        <p:sp>
                          <p:nvSpPr>
                            <p:cNvPr id="80" name="Rectangle 79">
                              <a:extLst>
                                <a:ext uri="{FF2B5EF4-FFF2-40B4-BE49-F238E27FC236}">
                                  <a16:creationId xmlns:a16="http://schemas.microsoft.com/office/drawing/2014/main" id="{BFCFA2A4-EB6B-5304-F901-6BC569403A2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1" name="Rectangle 80">
                              <a:extLst>
                                <a:ext uri="{FF2B5EF4-FFF2-40B4-BE49-F238E27FC236}">
                                  <a16:creationId xmlns:a16="http://schemas.microsoft.com/office/drawing/2014/main" id="{D8E8473B-5331-52DD-3334-6863996B64F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78" name="Rectangle 77">
                            <a:extLst>
                              <a:ext uri="{FF2B5EF4-FFF2-40B4-BE49-F238E27FC236}">
                                <a16:creationId xmlns:a16="http://schemas.microsoft.com/office/drawing/2014/main" id="{541AA220-D7DC-C29F-8842-8D4920CB6CA0}"/>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9" name="Rectangle 78">
                            <a:extLst>
                              <a:ext uri="{FF2B5EF4-FFF2-40B4-BE49-F238E27FC236}">
                                <a16:creationId xmlns:a16="http://schemas.microsoft.com/office/drawing/2014/main" id="{804BD431-E88F-82F7-5245-C271B0D2D15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nvGrpSpPr>
                <p:cNvPr id="181" name="Group 180">
                  <a:extLst>
                    <a:ext uri="{FF2B5EF4-FFF2-40B4-BE49-F238E27FC236}">
                      <a16:creationId xmlns:a16="http://schemas.microsoft.com/office/drawing/2014/main" id="{DC3D0616-E758-97E1-EE77-8AD5F2BBC1A3}"/>
                    </a:ext>
                  </a:extLst>
                </p:cNvPr>
                <p:cNvGrpSpPr/>
                <p:nvPr/>
              </p:nvGrpSpPr>
              <p:grpSpPr>
                <a:xfrm>
                  <a:off x="5058092" y="3124200"/>
                  <a:ext cx="2926080" cy="2926080"/>
                  <a:chOff x="2132012" y="3124200"/>
                  <a:chExt cx="2926080" cy="2926080"/>
                </a:xfrm>
              </p:grpSpPr>
              <p:grpSp>
                <p:nvGrpSpPr>
                  <p:cNvPr id="182" name="Group 181">
                    <a:extLst>
                      <a:ext uri="{FF2B5EF4-FFF2-40B4-BE49-F238E27FC236}">
                        <a16:creationId xmlns:a16="http://schemas.microsoft.com/office/drawing/2014/main" id="{F06B89F4-01E6-A43C-2504-750C1E31021A}"/>
                      </a:ext>
                    </a:extLst>
                  </p:cNvPr>
                  <p:cNvGrpSpPr/>
                  <p:nvPr/>
                </p:nvGrpSpPr>
                <p:grpSpPr>
                  <a:xfrm>
                    <a:off x="2132012" y="3124200"/>
                    <a:ext cx="2926080" cy="1463040"/>
                    <a:chOff x="2970212" y="4724400"/>
                    <a:chExt cx="2926080" cy="1463040"/>
                  </a:xfrm>
                </p:grpSpPr>
                <p:grpSp>
                  <p:nvGrpSpPr>
                    <p:cNvPr id="238" name="Group 237">
                      <a:extLst>
                        <a:ext uri="{FF2B5EF4-FFF2-40B4-BE49-F238E27FC236}">
                          <a16:creationId xmlns:a16="http://schemas.microsoft.com/office/drawing/2014/main" id="{78C991A3-893D-D3CD-A7DC-B34F40F69B61}"/>
                        </a:ext>
                      </a:extLst>
                    </p:cNvPr>
                    <p:cNvGrpSpPr/>
                    <p:nvPr/>
                  </p:nvGrpSpPr>
                  <p:grpSpPr>
                    <a:xfrm>
                      <a:off x="2970212" y="4724400"/>
                      <a:ext cx="1463040" cy="1463040"/>
                      <a:chOff x="2970212" y="4724400"/>
                      <a:chExt cx="1463040" cy="1463040"/>
                    </a:xfrm>
                  </p:grpSpPr>
                  <p:grpSp>
                    <p:nvGrpSpPr>
                      <p:cNvPr id="266" name="Group 265">
                        <a:extLst>
                          <a:ext uri="{FF2B5EF4-FFF2-40B4-BE49-F238E27FC236}">
                            <a16:creationId xmlns:a16="http://schemas.microsoft.com/office/drawing/2014/main" id="{2787BC15-B479-CF21-7757-4CBB886A24A5}"/>
                          </a:ext>
                        </a:extLst>
                      </p:cNvPr>
                      <p:cNvGrpSpPr/>
                      <p:nvPr/>
                    </p:nvGrpSpPr>
                    <p:grpSpPr>
                      <a:xfrm>
                        <a:off x="2970212" y="4724400"/>
                        <a:ext cx="1463040" cy="731520"/>
                        <a:chOff x="2970212" y="4724400"/>
                        <a:chExt cx="1463040" cy="731520"/>
                      </a:xfrm>
                    </p:grpSpPr>
                    <p:grpSp>
                      <p:nvGrpSpPr>
                        <p:cNvPr id="280" name="Group 279">
                          <a:extLst>
                            <a:ext uri="{FF2B5EF4-FFF2-40B4-BE49-F238E27FC236}">
                              <a16:creationId xmlns:a16="http://schemas.microsoft.com/office/drawing/2014/main" id="{876C5508-5B98-848C-CDF0-F370F117916D}"/>
                            </a:ext>
                          </a:extLst>
                        </p:cNvPr>
                        <p:cNvGrpSpPr/>
                        <p:nvPr/>
                      </p:nvGrpSpPr>
                      <p:grpSpPr>
                        <a:xfrm>
                          <a:off x="2970212" y="4724400"/>
                          <a:ext cx="731520" cy="731520"/>
                          <a:chOff x="2970212" y="4724400"/>
                          <a:chExt cx="731520" cy="731520"/>
                        </a:xfrm>
                      </p:grpSpPr>
                      <p:grpSp>
                        <p:nvGrpSpPr>
                          <p:cNvPr id="287" name="Group 286">
                            <a:extLst>
                              <a:ext uri="{FF2B5EF4-FFF2-40B4-BE49-F238E27FC236}">
                                <a16:creationId xmlns:a16="http://schemas.microsoft.com/office/drawing/2014/main" id="{07144071-E423-9C4E-9470-4C6BD293EB40}"/>
                              </a:ext>
                            </a:extLst>
                          </p:cNvPr>
                          <p:cNvGrpSpPr/>
                          <p:nvPr/>
                        </p:nvGrpSpPr>
                        <p:grpSpPr>
                          <a:xfrm>
                            <a:off x="2970212" y="4724400"/>
                            <a:ext cx="731520" cy="365760"/>
                            <a:chOff x="2970212" y="4724400"/>
                            <a:chExt cx="731520" cy="365760"/>
                          </a:xfrm>
                        </p:grpSpPr>
                        <p:sp>
                          <p:nvSpPr>
                            <p:cNvPr id="290" name="Rectangle 289">
                              <a:extLst>
                                <a:ext uri="{FF2B5EF4-FFF2-40B4-BE49-F238E27FC236}">
                                  <a16:creationId xmlns:a16="http://schemas.microsoft.com/office/drawing/2014/main" id="{B010B432-2113-B26F-24B6-7208657D33C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91" name="Rectangle 290">
                              <a:extLst>
                                <a:ext uri="{FF2B5EF4-FFF2-40B4-BE49-F238E27FC236}">
                                  <a16:creationId xmlns:a16="http://schemas.microsoft.com/office/drawing/2014/main" id="{E19D5EA8-43A0-79E1-D937-EA62E5322CA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88" name="Rectangle 287">
                            <a:extLst>
                              <a:ext uri="{FF2B5EF4-FFF2-40B4-BE49-F238E27FC236}">
                                <a16:creationId xmlns:a16="http://schemas.microsoft.com/office/drawing/2014/main" id="{A5058DF3-5E54-4859-1A63-7872E210CC1C}"/>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9" name="Rectangle 288">
                            <a:extLst>
                              <a:ext uri="{FF2B5EF4-FFF2-40B4-BE49-F238E27FC236}">
                                <a16:creationId xmlns:a16="http://schemas.microsoft.com/office/drawing/2014/main" id="{8565FE7E-7DC7-5AF4-DEFA-07F709EDB6E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81" name="Group 280">
                          <a:extLst>
                            <a:ext uri="{FF2B5EF4-FFF2-40B4-BE49-F238E27FC236}">
                              <a16:creationId xmlns:a16="http://schemas.microsoft.com/office/drawing/2014/main" id="{49C2ED1B-3F1F-4C1E-C7E7-31CD0D519B1F}"/>
                            </a:ext>
                          </a:extLst>
                        </p:cNvPr>
                        <p:cNvGrpSpPr/>
                        <p:nvPr/>
                      </p:nvGrpSpPr>
                      <p:grpSpPr>
                        <a:xfrm>
                          <a:off x="3701732" y="4724400"/>
                          <a:ext cx="731520" cy="731520"/>
                          <a:chOff x="2970212" y="4724400"/>
                          <a:chExt cx="731520" cy="731520"/>
                        </a:xfrm>
                      </p:grpSpPr>
                      <p:grpSp>
                        <p:nvGrpSpPr>
                          <p:cNvPr id="282" name="Group 281">
                            <a:extLst>
                              <a:ext uri="{FF2B5EF4-FFF2-40B4-BE49-F238E27FC236}">
                                <a16:creationId xmlns:a16="http://schemas.microsoft.com/office/drawing/2014/main" id="{2978EB4B-0DC1-7DBD-F1A0-1547A4D4F64B}"/>
                              </a:ext>
                            </a:extLst>
                          </p:cNvPr>
                          <p:cNvGrpSpPr/>
                          <p:nvPr/>
                        </p:nvGrpSpPr>
                        <p:grpSpPr>
                          <a:xfrm>
                            <a:off x="2970212" y="4724400"/>
                            <a:ext cx="731520" cy="365760"/>
                            <a:chOff x="2970212" y="4724400"/>
                            <a:chExt cx="731520" cy="365760"/>
                          </a:xfrm>
                        </p:grpSpPr>
                        <p:sp>
                          <p:nvSpPr>
                            <p:cNvPr id="285" name="Rectangle 284">
                              <a:extLst>
                                <a:ext uri="{FF2B5EF4-FFF2-40B4-BE49-F238E27FC236}">
                                  <a16:creationId xmlns:a16="http://schemas.microsoft.com/office/drawing/2014/main" id="{FAFC5B12-716C-477A-36AC-ADB5F86E879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6" name="Rectangle 285">
                              <a:extLst>
                                <a:ext uri="{FF2B5EF4-FFF2-40B4-BE49-F238E27FC236}">
                                  <a16:creationId xmlns:a16="http://schemas.microsoft.com/office/drawing/2014/main" id="{E7B48678-0225-5359-AA4A-B137C846BBC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83" name="Rectangle 282">
                            <a:extLst>
                              <a:ext uri="{FF2B5EF4-FFF2-40B4-BE49-F238E27FC236}">
                                <a16:creationId xmlns:a16="http://schemas.microsoft.com/office/drawing/2014/main" id="{BD8B3835-0D6A-1174-47EE-AFEA62BA53E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4" name="Rectangle 283">
                            <a:extLst>
                              <a:ext uri="{FF2B5EF4-FFF2-40B4-BE49-F238E27FC236}">
                                <a16:creationId xmlns:a16="http://schemas.microsoft.com/office/drawing/2014/main" id="{EFEB1AE6-BE0E-A801-5A18-467AD824F5D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67" name="Group 266">
                        <a:extLst>
                          <a:ext uri="{FF2B5EF4-FFF2-40B4-BE49-F238E27FC236}">
                            <a16:creationId xmlns:a16="http://schemas.microsoft.com/office/drawing/2014/main" id="{071986B0-447A-921E-557A-6CCA97D14542}"/>
                          </a:ext>
                        </a:extLst>
                      </p:cNvPr>
                      <p:cNvGrpSpPr/>
                      <p:nvPr/>
                    </p:nvGrpSpPr>
                    <p:grpSpPr>
                      <a:xfrm>
                        <a:off x="2970212" y="5455920"/>
                        <a:ext cx="1463040" cy="731520"/>
                        <a:chOff x="2970212" y="4724400"/>
                        <a:chExt cx="1463040" cy="731520"/>
                      </a:xfrm>
                    </p:grpSpPr>
                    <p:grpSp>
                      <p:nvGrpSpPr>
                        <p:cNvPr id="268" name="Group 267">
                          <a:extLst>
                            <a:ext uri="{FF2B5EF4-FFF2-40B4-BE49-F238E27FC236}">
                              <a16:creationId xmlns:a16="http://schemas.microsoft.com/office/drawing/2014/main" id="{EFB211DF-2A08-6CB9-C86F-6F2DCEDB4685}"/>
                            </a:ext>
                          </a:extLst>
                        </p:cNvPr>
                        <p:cNvGrpSpPr/>
                        <p:nvPr/>
                      </p:nvGrpSpPr>
                      <p:grpSpPr>
                        <a:xfrm>
                          <a:off x="2970212" y="4724400"/>
                          <a:ext cx="731520" cy="731520"/>
                          <a:chOff x="2970212" y="4724400"/>
                          <a:chExt cx="731520" cy="731520"/>
                        </a:xfrm>
                      </p:grpSpPr>
                      <p:grpSp>
                        <p:nvGrpSpPr>
                          <p:cNvPr id="275" name="Group 274">
                            <a:extLst>
                              <a:ext uri="{FF2B5EF4-FFF2-40B4-BE49-F238E27FC236}">
                                <a16:creationId xmlns:a16="http://schemas.microsoft.com/office/drawing/2014/main" id="{A85EE5F4-E22E-E8F8-EF12-5F8315CF9889}"/>
                              </a:ext>
                            </a:extLst>
                          </p:cNvPr>
                          <p:cNvGrpSpPr/>
                          <p:nvPr/>
                        </p:nvGrpSpPr>
                        <p:grpSpPr>
                          <a:xfrm>
                            <a:off x="2970212" y="4724400"/>
                            <a:ext cx="731520" cy="365760"/>
                            <a:chOff x="2970212" y="4724400"/>
                            <a:chExt cx="731520" cy="365760"/>
                          </a:xfrm>
                        </p:grpSpPr>
                        <p:sp>
                          <p:nvSpPr>
                            <p:cNvPr id="278" name="Rectangle 277">
                              <a:extLst>
                                <a:ext uri="{FF2B5EF4-FFF2-40B4-BE49-F238E27FC236}">
                                  <a16:creationId xmlns:a16="http://schemas.microsoft.com/office/drawing/2014/main" id="{6C611188-8953-97A4-ED6F-178BB5FA7E07}"/>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9" name="Rectangle 278">
                              <a:extLst>
                                <a:ext uri="{FF2B5EF4-FFF2-40B4-BE49-F238E27FC236}">
                                  <a16:creationId xmlns:a16="http://schemas.microsoft.com/office/drawing/2014/main" id="{F5A46E83-135B-D62B-2B16-C122280AB6C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76" name="Rectangle 275">
                            <a:extLst>
                              <a:ext uri="{FF2B5EF4-FFF2-40B4-BE49-F238E27FC236}">
                                <a16:creationId xmlns:a16="http://schemas.microsoft.com/office/drawing/2014/main" id="{19B23F0B-B8D1-B662-D1C4-69672FBE502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7" name="Rectangle 276">
                            <a:extLst>
                              <a:ext uri="{FF2B5EF4-FFF2-40B4-BE49-F238E27FC236}">
                                <a16:creationId xmlns:a16="http://schemas.microsoft.com/office/drawing/2014/main" id="{2A5A7DDF-F545-16FB-C728-A746B195758B}"/>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69" name="Group 268">
                          <a:extLst>
                            <a:ext uri="{FF2B5EF4-FFF2-40B4-BE49-F238E27FC236}">
                              <a16:creationId xmlns:a16="http://schemas.microsoft.com/office/drawing/2014/main" id="{588BE228-6797-A1E0-A456-B24B6C4BD76D}"/>
                            </a:ext>
                          </a:extLst>
                        </p:cNvPr>
                        <p:cNvGrpSpPr/>
                        <p:nvPr/>
                      </p:nvGrpSpPr>
                      <p:grpSpPr>
                        <a:xfrm>
                          <a:off x="3701732" y="4724400"/>
                          <a:ext cx="731520" cy="731520"/>
                          <a:chOff x="2970212" y="4724400"/>
                          <a:chExt cx="731520" cy="731520"/>
                        </a:xfrm>
                      </p:grpSpPr>
                      <p:grpSp>
                        <p:nvGrpSpPr>
                          <p:cNvPr id="270" name="Group 269">
                            <a:extLst>
                              <a:ext uri="{FF2B5EF4-FFF2-40B4-BE49-F238E27FC236}">
                                <a16:creationId xmlns:a16="http://schemas.microsoft.com/office/drawing/2014/main" id="{78054DE0-5E3B-8153-258D-6ED6DE5EE80E}"/>
                              </a:ext>
                            </a:extLst>
                          </p:cNvPr>
                          <p:cNvGrpSpPr/>
                          <p:nvPr/>
                        </p:nvGrpSpPr>
                        <p:grpSpPr>
                          <a:xfrm>
                            <a:off x="2970212" y="4724400"/>
                            <a:ext cx="731520" cy="365760"/>
                            <a:chOff x="2970212" y="4724400"/>
                            <a:chExt cx="731520" cy="365760"/>
                          </a:xfrm>
                        </p:grpSpPr>
                        <p:sp>
                          <p:nvSpPr>
                            <p:cNvPr id="273" name="Rectangle 272">
                              <a:extLst>
                                <a:ext uri="{FF2B5EF4-FFF2-40B4-BE49-F238E27FC236}">
                                  <a16:creationId xmlns:a16="http://schemas.microsoft.com/office/drawing/2014/main" id="{8B63F195-FC93-799F-4E9C-666188BF1DB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4" name="Rectangle 273">
                              <a:extLst>
                                <a:ext uri="{FF2B5EF4-FFF2-40B4-BE49-F238E27FC236}">
                                  <a16:creationId xmlns:a16="http://schemas.microsoft.com/office/drawing/2014/main" id="{34280049-4FA0-A093-3E18-56589B332D1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71" name="Rectangle 270">
                            <a:extLst>
                              <a:ext uri="{FF2B5EF4-FFF2-40B4-BE49-F238E27FC236}">
                                <a16:creationId xmlns:a16="http://schemas.microsoft.com/office/drawing/2014/main" id="{31788E8B-0114-0C7B-6F3F-067CCFD242D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2" name="Rectangle 271">
                            <a:extLst>
                              <a:ext uri="{FF2B5EF4-FFF2-40B4-BE49-F238E27FC236}">
                                <a16:creationId xmlns:a16="http://schemas.microsoft.com/office/drawing/2014/main" id="{B6C959A2-ABE6-8432-B404-7622E173C18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239" name="Group 238">
                      <a:extLst>
                        <a:ext uri="{FF2B5EF4-FFF2-40B4-BE49-F238E27FC236}">
                          <a16:creationId xmlns:a16="http://schemas.microsoft.com/office/drawing/2014/main" id="{B3D34467-F1B7-985F-034E-1992C3D0F268}"/>
                        </a:ext>
                      </a:extLst>
                    </p:cNvPr>
                    <p:cNvGrpSpPr/>
                    <p:nvPr/>
                  </p:nvGrpSpPr>
                  <p:grpSpPr>
                    <a:xfrm>
                      <a:off x="4433252" y="4724400"/>
                      <a:ext cx="1463040" cy="1463040"/>
                      <a:chOff x="2970212" y="4724400"/>
                      <a:chExt cx="1463040" cy="1463040"/>
                    </a:xfrm>
                  </p:grpSpPr>
                  <p:grpSp>
                    <p:nvGrpSpPr>
                      <p:cNvPr id="240" name="Group 239">
                        <a:extLst>
                          <a:ext uri="{FF2B5EF4-FFF2-40B4-BE49-F238E27FC236}">
                            <a16:creationId xmlns:a16="http://schemas.microsoft.com/office/drawing/2014/main" id="{5E87856B-EC4C-4781-5205-4DE446506F41}"/>
                          </a:ext>
                        </a:extLst>
                      </p:cNvPr>
                      <p:cNvGrpSpPr/>
                      <p:nvPr/>
                    </p:nvGrpSpPr>
                    <p:grpSpPr>
                      <a:xfrm>
                        <a:off x="2970212" y="4724400"/>
                        <a:ext cx="1463040" cy="731520"/>
                        <a:chOff x="2970212" y="4724400"/>
                        <a:chExt cx="1463040" cy="731520"/>
                      </a:xfrm>
                    </p:grpSpPr>
                    <p:grpSp>
                      <p:nvGrpSpPr>
                        <p:cNvPr id="254" name="Group 253">
                          <a:extLst>
                            <a:ext uri="{FF2B5EF4-FFF2-40B4-BE49-F238E27FC236}">
                              <a16:creationId xmlns:a16="http://schemas.microsoft.com/office/drawing/2014/main" id="{2587CCBD-7E3A-042B-1109-9E3186989C92}"/>
                            </a:ext>
                          </a:extLst>
                        </p:cNvPr>
                        <p:cNvGrpSpPr/>
                        <p:nvPr/>
                      </p:nvGrpSpPr>
                      <p:grpSpPr>
                        <a:xfrm>
                          <a:off x="2970212" y="4724400"/>
                          <a:ext cx="731520" cy="731520"/>
                          <a:chOff x="2970212" y="4724400"/>
                          <a:chExt cx="731520" cy="731520"/>
                        </a:xfrm>
                      </p:grpSpPr>
                      <p:grpSp>
                        <p:nvGrpSpPr>
                          <p:cNvPr id="261" name="Group 260">
                            <a:extLst>
                              <a:ext uri="{FF2B5EF4-FFF2-40B4-BE49-F238E27FC236}">
                                <a16:creationId xmlns:a16="http://schemas.microsoft.com/office/drawing/2014/main" id="{CBBA38B7-68D9-19A7-4CA7-9A09F38A8015}"/>
                              </a:ext>
                            </a:extLst>
                          </p:cNvPr>
                          <p:cNvGrpSpPr/>
                          <p:nvPr/>
                        </p:nvGrpSpPr>
                        <p:grpSpPr>
                          <a:xfrm>
                            <a:off x="2970212" y="4724400"/>
                            <a:ext cx="731520" cy="365760"/>
                            <a:chOff x="2970212" y="4724400"/>
                            <a:chExt cx="731520" cy="365760"/>
                          </a:xfrm>
                        </p:grpSpPr>
                        <p:sp>
                          <p:nvSpPr>
                            <p:cNvPr id="264" name="Rectangle 263">
                              <a:extLst>
                                <a:ext uri="{FF2B5EF4-FFF2-40B4-BE49-F238E27FC236}">
                                  <a16:creationId xmlns:a16="http://schemas.microsoft.com/office/drawing/2014/main" id="{264446B1-6D98-F141-7F43-56954B2B053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5" name="Rectangle 264">
                              <a:extLst>
                                <a:ext uri="{FF2B5EF4-FFF2-40B4-BE49-F238E27FC236}">
                                  <a16:creationId xmlns:a16="http://schemas.microsoft.com/office/drawing/2014/main" id="{B4D1F769-4F9C-E829-0648-D371699F6B9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62" name="Rectangle 261">
                            <a:extLst>
                              <a:ext uri="{FF2B5EF4-FFF2-40B4-BE49-F238E27FC236}">
                                <a16:creationId xmlns:a16="http://schemas.microsoft.com/office/drawing/2014/main" id="{DB1FB918-DE23-E60E-8F80-FC468EDC14A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3" name="Rectangle 262">
                            <a:extLst>
                              <a:ext uri="{FF2B5EF4-FFF2-40B4-BE49-F238E27FC236}">
                                <a16:creationId xmlns:a16="http://schemas.microsoft.com/office/drawing/2014/main" id="{8E7ADF55-AA35-5432-2576-C5030A649C1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55" name="Group 254">
                          <a:extLst>
                            <a:ext uri="{FF2B5EF4-FFF2-40B4-BE49-F238E27FC236}">
                              <a16:creationId xmlns:a16="http://schemas.microsoft.com/office/drawing/2014/main" id="{C8755F6E-1C89-C9EA-E55A-435864B688A1}"/>
                            </a:ext>
                          </a:extLst>
                        </p:cNvPr>
                        <p:cNvGrpSpPr/>
                        <p:nvPr/>
                      </p:nvGrpSpPr>
                      <p:grpSpPr>
                        <a:xfrm>
                          <a:off x="3701732" y="4724400"/>
                          <a:ext cx="731520" cy="731520"/>
                          <a:chOff x="2970212" y="4724400"/>
                          <a:chExt cx="731520" cy="731520"/>
                        </a:xfrm>
                      </p:grpSpPr>
                      <p:grpSp>
                        <p:nvGrpSpPr>
                          <p:cNvPr id="256" name="Group 255">
                            <a:extLst>
                              <a:ext uri="{FF2B5EF4-FFF2-40B4-BE49-F238E27FC236}">
                                <a16:creationId xmlns:a16="http://schemas.microsoft.com/office/drawing/2014/main" id="{8A86C341-AE0C-5902-E7B9-39E4850134E8}"/>
                              </a:ext>
                            </a:extLst>
                          </p:cNvPr>
                          <p:cNvGrpSpPr/>
                          <p:nvPr/>
                        </p:nvGrpSpPr>
                        <p:grpSpPr>
                          <a:xfrm>
                            <a:off x="2970212" y="4724400"/>
                            <a:ext cx="731520" cy="365760"/>
                            <a:chOff x="2970212" y="4724400"/>
                            <a:chExt cx="731520" cy="365760"/>
                          </a:xfrm>
                        </p:grpSpPr>
                        <p:sp>
                          <p:nvSpPr>
                            <p:cNvPr id="259" name="Rectangle 258">
                              <a:extLst>
                                <a:ext uri="{FF2B5EF4-FFF2-40B4-BE49-F238E27FC236}">
                                  <a16:creationId xmlns:a16="http://schemas.microsoft.com/office/drawing/2014/main" id="{FA21437E-DDA2-F45F-072A-5FD0E6D35B09}"/>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0" name="Rectangle 259">
                              <a:extLst>
                                <a:ext uri="{FF2B5EF4-FFF2-40B4-BE49-F238E27FC236}">
                                  <a16:creationId xmlns:a16="http://schemas.microsoft.com/office/drawing/2014/main" id="{FCDD2D23-B866-0163-ABE1-503089837F87}"/>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57" name="Rectangle 256">
                            <a:extLst>
                              <a:ext uri="{FF2B5EF4-FFF2-40B4-BE49-F238E27FC236}">
                                <a16:creationId xmlns:a16="http://schemas.microsoft.com/office/drawing/2014/main" id="{023012C2-AB95-0B97-A2A9-12C9A91CC68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8" name="Rectangle 257">
                            <a:extLst>
                              <a:ext uri="{FF2B5EF4-FFF2-40B4-BE49-F238E27FC236}">
                                <a16:creationId xmlns:a16="http://schemas.microsoft.com/office/drawing/2014/main" id="{F34BFE23-5358-5F1E-5B8D-38AC7CA7800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41" name="Group 240">
                        <a:extLst>
                          <a:ext uri="{FF2B5EF4-FFF2-40B4-BE49-F238E27FC236}">
                            <a16:creationId xmlns:a16="http://schemas.microsoft.com/office/drawing/2014/main" id="{79CB21ED-3D2B-116E-BA79-56BF88E306AF}"/>
                          </a:ext>
                        </a:extLst>
                      </p:cNvPr>
                      <p:cNvGrpSpPr/>
                      <p:nvPr/>
                    </p:nvGrpSpPr>
                    <p:grpSpPr>
                      <a:xfrm>
                        <a:off x="2970212" y="5455920"/>
                        <a:ext cx="1463040" cy="731520"/>
                        <a:chOff x="2970212" y="4724400"/>
                        <a:chExt cx="1463040" cy="731520"/>
                      </a:xfrm>
                    </p:grpSpPr>
                    <p:grpSp>
                      <p:nvGrpSpPr>
                        <p:cNvPr id="242" name="Group 241">
                          <a:extLst>
                            <a:ext uri="{FF2B5EF4-FFF2-40B4-BE49-F238E27FC236}">
                              <a16:creationId xmlns:a16="http://schemas.microsoft.com/office/drawing/2014/main" id="{8652529F-CAC1-1CBE-0797-BD3366C518E3}"/>
                            </a:ext>
                          </a:extLst>
                        </p:cNvPr>
                        <p:cNvGrpSpPr/>
                        <p:nvPr/>
                      </p:nvGrpSpPr>
                      <p:grpSpPr>
                        <a:xfrm>
                          <a:off x="2970212" y="4724400"/>
                          <a:ext cx="731520" cy="731520"/>
                          <a:chOff x="2970212" y="4724400"/>
                          <a:chExt cx="731520" cy="731520"/>
                        </a:xfrm>
                      </p:grpSpPr>
                      <p:grpSp>
                        <p:nvGrpSpPr>
                          <p:cNvPr id="249" name="Group 248">
                            <a:extLst>
                              <a:ext uri="{FF2B5EF4-FFF2-40B4-BE49-F238E27FC236}">
                                <a16:creationId xmlns:a16="http://schemas.microsoft.com/office/drawing/2014/main" id="{8582BD87-C3B3-4A0F-8BDC-FA0EF67D0CDB}"/>
                              </a:ext>
                            </a:extLst>
                          </p:cNvPr>
                          <p:cNvGrpSpPr/>
                          <p:nvPr/>
                        </p:nvGrpSpPr>
                        <p:grpSpPr>
                          <a:xfrm>
                            <a:off x="2970212" y="4724400"/>
                            <a:ext cx="731520" cy="365760"/>
                            <a:chOff x="2970212" y="4724400"/>
                            <a:chExt cx="731520" cy="365760"/>
                          </a:xfrm>
                        </p:grpSpPr>
                        <p:sp>
                          <p:nvSpPr>
                            <p:cNvPr id="252" name="Rectangle 251">
                              <a:extLst>
                                <a:ext uri="{FF2B5EF4-FFF2-40B4-BE49-F238E27FC236}">
                                  <a16:creationId xmlns:a16="http://schemas.microsoft.com/office/drawing/2014/main" id="{AF5C351D-5C0B-7366-6F34-6DE343D6851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3" name="Rectangle 252">
                              <a:extLst>
                                <a:ext uri="{FF2B5EF4-FFF2-40B4-BE49-F238E27FC236}">
                                  <a16:creationId xmlns:a16="http://schemas.microsoft.com/office/drawing/2014/main" id="{10122B2F-5E40-32E1-D434-AFE4D68650B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50" name="Rectangle 249">
                            <a:extLst>
                              <a:ext uri="{FF2B5EF4-FFF2-40B4-BE49-F238E27FC236}">
                                <a16:creationId xmlns:a16="http://schemas.microsoft.com/office/drawing/2014/main" id="{D073A017-3A2F-28A8-4FCD-D2CF2341C32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1" name="Rectangle 250">
                            <a:extLst>
                              <a:ext uri="{FF2B5EF4-FFF2-40B4-BE49-F238E27FC236}">
                                <a16:creationId xmlns:a16="http://schemas.microsoft.com/office/drawing/2014/main" id="{4BFB7C9F-3F8B-359D-8FE3-FED6F53A1E7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43" name="Group 242">
                          <a:extLst>
                            <a:ext uri="{FF2B5EF4-FFF2-40B4-BE49-F238E27FC236}">
                              <a16:creationId xmlns:a16="http://schemas.microsoft.com/office/drawing/2014/main" id="{8EA054F7-FBB2-7B72-FC80-92E5A2E04E55}"/>
                            </a:ext>
                          </a:extLst>
                        </p:cNvPr>
                        <p:cNvGrpSpPr/>
                        <p:nvPr/>
                      </p:nvGrpSpPr>
                      <p:grpSpPr>
                        <a:xfrm>
                          <a:off x="3701732" y="4724400"/>
                          <a:ext cx="731520" cy="731520"/>
                          <a:chOff x="2970212" y="4724400"/>
                          <a:chExt cx="731520" cy="731520"/>
                        </a:xfrm>
                      </p:grpSpPr>
                      <p:grpSp>
                        <p:nvGrpSpPr>
                          <p:cNvPr id="244" name="Group 243">
                            <a:extLst>
                              <a:ext uri="{FF2B5EF4-FFF2-40B4-BE49-F238E27FC236}">
                                <a16:creationId xmlns:a16="http://schemas.microsoft.com/office/drawing/2014/main" id="{FEA67C01-F60F-F1C9-ABAF-495746A53636}"/>
                              </a:ext>
                            </a:extLst>
                          </p:cNvPr>
                          <p:cNvGrpSpPr/>
                          <p:nvPr/>
                        </p:nvGrpSpPr>
                        <p:grpSpPr>
                          <a:xfrm>
                            <a:off x="2970212" y="4724400"/>
                            <a:ext cx="731520" cy="365760"/>
                            <a:chOff x="2970212" y="4724400"/>
                            <a:chExt cx="731520" cy="365760"/>
                          </a:xfrm>
                        </p:grpSpPr>
                        <p:sp>
                          <p:nvSpPr>
                            <p:cNvPr id="247" name="Rectangle 246">
                              <a:extLst>
                                <a:ext uri="{FF2B5EF4-FFF2-40B4-BE49-F238E27FC236}">
                                  <a16:creationId xmlns:a16="http://schemas.microsoft.com/office/drawing/2014/main" id="{2BF4B444-D457-6117-CCCD-FA1277B3AEC1}"/>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48" name="Rectangle 247">
                              <a:extLst>
                                <a:ext uri="{FF2B5EF4-FFF2-40B4-BE49-F238E27FC236}">
                                  <a16:creationId xmlns:a16="http://schemas.microsoft.com/office/drawing/2014/main" id="{119EB92C-3BC8-071A-F148-B82ECA1B755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45" name="Rectangle 244">
                            <a:extLst>
                              <a:ext uri="{FF2B5EF4-FFF2-40B4-BE49-F238E27FC236}">
                                <a16:creationId xmlns:a16="http://schemas.microsoft.com/office/drawing/2014/main" id="{BCBADC26-9D47-0A93-CA59-9FEF5F5BF10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46" name="Rectangle 245">
                            <a:extLst>
                              <a:ext uri="{FF2B5EF4-FFF2-40B4-BE49-F238E27FC236}">
                                <a16:creationId xmlns:a16="http://schemas.microsoft.com/office/drawing/2014/main" id="{E2612721-7B41-CB38-C157-F01E3420D10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183" name="Group 182">
                    <a:extLst>
                      <a:ext uri="{FF2B5EF4-FFF2-40B4-BE49-F238E27FC236}">
                        <a16:creationId xmlns:a16="http://schemas.microsoft.com/office/drawing/2014/main" id="{53397187-12D2-E839-0DCD-8DE5AA7EE8FC}"/>
                      </a:ext>
                    </a:extLst>
                  </p:cNvPr>
                  <p:cNvGrpSpPr/>
                  <p:nvPr/>
                </p:nvGrpSpPr>
                <p:grpSpPr>
                  <a:xfrm>
                    <a:off x="2132012" y="4587240"/>
                    <a:ext cx="2926080" cy="1463040"/>
                    <a:chOff x="2970212" y="4724400"/>
                    <a:chExt cx="2926080" cy="1463040"/>
                  </a:xfrm>
                </p:grpSpPr>
                <p:grpSp>
                  <p:nvGrpSpPr>
                    <p:cNvPr id="184" name="Group 183">
                      <a:extLst>
                        <a:ext uri="{FF2B5EF4-FFF2-40B4-BE49-F238E27FC236}">
                          <a16:creationId xmlns:a16="http://schemas.microsoft.com/office/drawing/2014/main" id="{D9783632-CE2F-9CFB-5302-316C089447DA}"/>
                        </a:ext>
                      </a:extLst>
                    </p:cNvPr>
                    <p:cNvGrpSpPr/>
                    <p:nvPr/>
                  </p:nvGrpSpPr>
                  <p:grpSpPr>
                    <a:xfrm>
                      <a:off x="2970212" y="4724400"/>
                      <a:ext cx="1463040" cy="1463040"/>
                      <a:chOff x="2970212" y="4724400"/>
                      <a:chExt cx="1463040" cy="1463040"/>
                    </a:xfrm>
                  </p:grpSpPr>
                  <p:grpSp>
                    <p:nvGrpSpPr>
                      <p:cNvPr id="212" name="Group 211">
                        <a:extLst>
                          <a:ext uri="{FF2B5EF4-FFF2-40B4-BE49-F238E27FC236}">
                            <a16:creationId xmlns:a16="http://schemas.microsoft.com/office/drawing/2014/main" id="{88F3AB9A-D1BA-9EFB-3EC2-AD6424327E57}"/>
                          </a:ext>
                        </a:extLst>
                      </p:cNvPr>
                      <p:cNvGrpSpPr/>
                      <p:nvPr/>
                    </p:nvGrpSpPr>
                    <p:grpSpPr>
                      <a:xfrm>
                        <a:off x="2970212" y="4724400"/>
                        <a:ext cx="1463040" cy="731520"/>
                        <a:chOff x="2970212" y="4724400"/>
                        <a:chExt cx="1463040" cy="731520"/>
                      </a:xfrm>
                    </p:grpSpPr>
                    <p:grpSp>
                      <p:nvGrpSpPr>
                        <p:cNvPr id="226" name="Group 225">
                          <a:extLst>
                            <a:ext uri="{FF2B5EF4-FFF2-40B4-BE49-F238E27FC236}">
                              <a16:creationId xmlns:a16="http://schemas.microsoft.com/office/drawing/2014/main" id="{C5CE6062-4693-19CA-850B-68013B9FED14}"/>
                            </a:ext>
                          </a:extLst>
                        </p:cNvPr>
                        <p:cNvGrpSpPr/>
                        <p:nvPr/>
                      </p:nvGrpSpPr>
                      <p:grpSpPr>
                        <a:xfrm>
                          <a:off x="2970212" y="4724400"/>
                          <a:ext cx="731520" cy="731520"/>
                          <a:chOff x="2970212" y="4724400"/>
                          <a:chExt cx="731520" cy="731520"/>
                        </a:xfrm>
                      </p:grpSpPr>
                      <p:grpSp>
                        <p:nvGrpSpPr>
                          <p:cNvPr id="233" name="Group 232">
                            <a:extLst>
                              <a:ext uri="{FF2B5EF4-FFF2-40B4-BE49-F238E27FC236}">
                                <a16:creationId xmlns:a16="http://schemas.microsoft.com/office/drawing/2014/main" id="{6FB93103-0740-5159-5CA2-33FEA2B7CE5D}"/>
                              </a:ext>
                            </a:extLst>
                          </p:cNvPr>
                          <p:cNvGrpSpPr/>
                          <p:nvPr/>
                        </p:nvGrpSpPr>
                        <p:grpSpPr>
                          <a:xfrm>
                            <a:off x="2970212" y="4724400"/>
                            <a:ext cx="731520" cy="365760"/>
                            <a:chOff x="2970212" y="4724400"/>
                            <a:chExt cx="731520" cy="365760"/>
                          </a:xfrm>
                        </p:grpSpPr>
                        <p:sp>
                          <p:nvSpPr>
                            <p:cNvPr id="236" name="Rectangle 235">
                              <a:extLst>
                                <a:ext uri="{FF2B5EF4-FFF2-40B4-BE49-F238E27FC236}">
                                  <a16:creationId xmlns:a16="http://schemas.microsoft.com/office/drawing/2014/main" id="{9B23085A-5D9D-43F4-A871-33929DA9143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7" name="Rectangle 236">
                              <a:extLst>
                                <a:ext uri="{FF2B5EF4-FFF2-40B4-BE49-F238E27FC236}">
                                  <a16:creationId xmlns:a16="http://schemas.microsoft.com/office/drawing/2014/main" id="{3C569825-E9AF-BD58-22F9-B3376D0FCE2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34" name="Rectangle 233">
                            <a:extLst>
                              <a:ext uri="{FF2B5EF4-FFF2-40B4-BE49-F238E27FC236}">
                                <a16:creationId xmlns:a16="http://schemas.microsoft.com/office/drawing/2014/main" id="{32DD5094-1839-7863-90A6-5C54DAFCAF0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5" name="Rectangle 234">
                            <a:extLst>
                              <a:ext uri="{FF2B5EF4-FFF2-40B4-BE49-F238E27FC236}">
                                <a16:creationId xmlns:a16="http://schemas.microsoft.com/office/drawing/2014/main" id="{667A3AD8-919C-5DCC-6995-CF00B088D7A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27" name="Group 226">
                          <a:extLst>
                            <a:ext uri="{FF2B5EF4-FFF2-40B4-BE49-F238E27FC236}">
                              <a16:creationId xmlns:a16="http://schemas.microsoft.com/office/drawing/2014/main" id="{6310A9CE-891B-A044-D7FB-4A05CC1DE5BB}"/>
                            </a:ext>
                          </a:extLst>
                        </p:cNvPr>
                        <p:cNvGrpSpPr/>
                        <p:nvPr/>
                      </p:nvGrpSpPr>
                      <p:grpSpPr>
                        <a:xfrm>
                          <a:off x="3701732" y="4724400"/>
                          <a:ext cx="731520" cy="731520"/>
                          <a:chOff x="2970212" y="4724400"/>
                          <a:chExt cx="731520" cy="731520"/>
                        </a:xfrm>
                      </p:grpSpPr>
                      <p:grpSp>
                        <p:nvGrpSpPr>
                          <p:cNvPr id="228" name="Group 227">
                            <a:extLst>
                              <a:ext uri="{FF2B5EF4-FFF2-40B4-BE49-F238E27FC236}">
                                <a16:creationId xmlns:a16="http://schemas.microsoft.com/office/drawing/2014/main" id="{8D14F848-A6F6-A13B-559B-44C868AA023B}"/>
                              </a:ext>
                            </a:extLst>
                          </p:cNvPr>
                          <p:cNvGrpSpPr/>
                          <p:nvPr/>
                        </p:nvGrpSpPr>
                        <p:grpSpPr>
                          <a:xfrm>
                            <a:off x="2970212" y="4724400"/>
                            <a:ext cx="731520" cy="365760"/>
                            <a:chOff x="2970212" y="4724400"/>
                            <a:chExt cx="731520" cy="365760"/>
                          </a:xfrm>
                        </p:grpSpPr>
                        <p:sp>
                          <p:nvSpPr>
                            <p:cNvPr id="231" name="Rectangle 230">
                              <a:extLst>
                                <a:ext uri="{FF2B5EF4-FFF2-40B4-BE49-F238E27FC236}">
                                  <a16:creationId xmlns:a16="http://schemas.microsoft.com/office/drawing/2014/main" id="{33BBFF7B-9262-4C56-9DDC-E4F52DFAFE3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2" name="Rectangle 231">
                              <a:extLst>
                                <a:ext uri="{FF2B5EF4-FFF2-40B4-BE49-F238E27FC236}">
                                  <a16:creationId xmlns:a16="http://schemas.microsoft.com/office/drawing/2014/main" id="{CB191756-6C7E-3B3B-B768-A8358D54DB8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29" name="Rectangle 228">
                            <a:extLst>
                              <a:ext uri="{FF2B5EF4-FFF2-40B4-BE49-F238E27FC236}">
                                <a16:creationId xmlns:a16="http://schemas.microsoft.com/office/drawing/2014/main" id="{DAD1F42B-0A07-4FB6-3498-34AF0AD00A5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0" name="Rectangle 229">
                            <a:extLst>
                              <a:ext uri="{FF2B5EF4-FFF2-40B4-BE49-F238E27FC236}">
                                <a16:creationId xmlns:a16="http://schemas.microsoft.com/office/drawing/2014/main" id="{E6812FF4-3FCC-DCAC-1550-E31712AFA57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13" name="Group 212">
                        <a:extLst>
                          <a:ext uri="{FF2B5EF4-FFF2-40B4-BE49-F238E27FC236}">
                            <a16:creationId xmlns:a16="http://schemas.microsoft.com/office/drawing/2014/main" id="{98B1FC35-4864-03A9-8334-F027498F005A}"/>
                          </a:ext>
                        </a:extLst>
                      </p:cNvPr>
                      <p:cNvGrpSpPr/>
                      <p:nvPr/>
                    </p:nvGrpSpPr>
                    <p:grpSpPr>
                      <a:xfrm>
                        <a:off x="2970212" y="5455920"/>
                        <a:ext cx="1463040" cy="731520"/>
                        <a:chOff x="2970212" y="4724400"/>
                        <a:chExt cx="1463040" cy="731520"/>
                      </a:xfrm>
                    </p:grpSpPr>
                    <p:grpSp>
                      <p:nvGrpSpPr>
                        <p:cNvPr id="214" name="Group 213">
                          <a:extLst>
                            <a:ext uri="{FF2B5EF4-FFF2-40B4-BE49-F238E27FC236}">
                              <a16:creationId xmlns:a16="http://schemas.microsoft.com/office/drawing/2014/main" id="{E42E776E-00A3-3BFF-1E2F-F6AF972BAFC4}"/>
                            </a:ext>
                          </a:extLst>
                        </p:cNvPr>
                        <p:cNvGrpSpPr/>
                        <p:nvPr/>
                      </p:nvGrpSpPr>
                      <p:grpSpPr>
                        <a:xfrm>
                          <a:off x="2970212" y="4724400"/>
                          <a:ext cx="731520" cy="731520"/>
                          <a:chOff x="2970212" y="4724400"/>
                          <a:chExt cx="731520" cy="731520"/>
                        </a:xfrm>
                      </p:grpSpPr>
                      <p:grpSp>
                        <p:nvGrpSpPr>
                          <p:cNvPr id="221" name="Group 220">
                            <a:extLst>
                              <a:ext uri="{FF2B5EF4-FFF2-40B4-BE49-F238E27FC236}">
                                <a16:creationId xmlns:a16="http://schemas.microsoft.com/office/drawing/2014/main" id="{CAF35A9E-EB52-B741-69DE-89548F783E22}"/>
                              </a:ext>
                            </a:extLst>
                          </p:cNvPr>
                          <p:cNvGrpSpPr/>
                          <p:nvPr/>
                        </p:nvGrpSpPr>
                        <p:grpSpPr>
                          <a:xfrm>
                            <a:off x="2970212" y="4724400"/>
                            <a:ext cx="731520" cy="365760"/>
                            <a:chOff x="2970212" y="4724400"/>
                            <a:chExt cx="731520" cy="365760"/>
                          </a:xfrm>
                        </p:grpSpPr>
                        <p:sp>
                          <p:nvSpPr>
                            <p:cNvPr id="224" name="Rectangle 223">
                              <a:extLst>
                                <a:ext uri="{FF2B5EF4-FFF2-40B4-BE49-F238E27FC236}">
                                  <a16:creationId xmlns:a16="http://schemas.microsoft.com/office/drawing/2014/main" id="{1EF638FF-A509-B8FE-426B-79B50BFA808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5" name="Rectangle 224">
                              <a:extLst>
                                <a:ext uri="{FF2B5EF4-FFF2-40B4-BE49-F238E27FC236}">
                                  <a16:creationId xmlns:a16="http://schemas.microsoft.com/office/drawing/2014/main" id="{93BE3AD1-DA43-84BC-E8B3-F8B0CC4F5B1F}"/>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22" name="Rectangle 221">
                            <a:extLst>
                              <a:ext uri="{FF2B5EF4-FFF2-40B4-BE49-F238E27FC236}">
                                <a16:creationId xmlns:a16="http://schemas.microsoft.com/office/drawing/2014/main" id="{927A241D-C740-B28B-B2B3-65205FB5B5A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3" name="Rectangle 222">
                            <a:extLst>
                              <a:ext uri="{FF2B5EF4-FFF2-40B4-BE49-F238E27FC236}">
                                <a16:creationId xmlns:a16="http://schemas.microsoft.com/office/drawing/2014/main" id="{310BB661-784E-E9A6-4432-03C7A7D7EAA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15" name="Group 214">
                          <a:extLst>
                            <a:ext uri="{FF2B5EF4-FFF2-40B4-BE49-F238E27FC236}">
                              <a16:creationId xmlns:a16="http://schemas.microsoft.com/office/drawing/2014/main" id="{70485CB6-EE14-332D-AB07-99341F4FE5B8}"/>
                            </a:ext>
                          </a:extLst>
                        </p:cNvPr>
                        <p:cNvGrpSpPr/>
                        <p:nvPr/>
                      </p:nvGrpSpPr>
                      <p:grpSpPr>
                        <a:xfrm>
                          <a:off x="3701732" y="4724400"/>
                          <a:ext cx="731520" cy="731520"/>
                          <a:chOff x="2970212" y="4724400"/>
                          <a:chExt cx="731520" cy="731520"/>
                        </a:xfrm>
                      </p:grpSpPr>
                      <p:grpSp>
                        <p:nvGrpSpPr>
                          <p:cNvPr id="216" name="Group 215">
                            <a:extLst>
                              <a:ext uri="{FF2B5EF4-FFF2-40B4-BE49-F238E27FC236}">
                                <a16:creationId xmlns:a16="http://schemas.microsoft.com/office/drawing/2014/main" id="{3CE3202D-95F9-DA61-8A6D-A63E7416ACD1}"/>
                              </a:ext>
                            </a:extLst>
                          </p:cNvPr>
                          <p:cNvGrpSpPr/>
                          <p:nvPr/>
                        </p:nvGrpSpPr>
                        <p:grpSpPr>
                          <a:xfrm>
                            <a:off x="2970212" y="4724400"/>
                            <a:ext cx="731520" cy="365760"/>
                            <a:chOff x="2970212" y="4724400"/>
                            <a:chExt cx="731520" cy="365760"/>
                          </a:xfrm>
                        </p:grpSpPr>
                        <p:sp>
                          <p:nvSpPr>
                            <p:cNvPr id="219" name="Rectangle 218">
                              <a:extLst>
                                <a:ext uri="{FF2B5EF4-FFF2-40B4-BE49-F238E27FC236}">
                                  <a16:creationId xmlns:a16="http://schemas.microsoft.com/office/drawing/2014/main" id="{DC04123A-4526-25B3-75B9-3408BAF3349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0" name="Rectangle 219">
                              <a:extLst>
                                <a:ext uri="{FF2B5EF4-FFF2-40B4-BE49-F238E27FC236}">
                                  <a16:creationId xmlns:a16="http://schemas.microsoft.com/office/drawing/2014/main" id="{10F7056C-63D6-7EB1-7A85-00D35573BCC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17" name="Rectangle 216">
                            <a:extLst>
                              <a:ext uri="{FF2B5EF4-FFF2-40B4-BE49-F238E27FC236}">
                                <a16:creationId xmlns:a16="http://schemas.microsoft.com/office/drawing/2014/main" id="{7F2F2FAF-E672-FE6D-001E-577D103F6D8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18" name="Rectangle 217">
                            <a:extLst>
                              <a:ext uri="{FF2B5EF4-FFF2-40B4-BE49-F238E27FC236}">
                                <a16:creationId xmlns:a16="http://schemas.microsoft.com/office/drawing/2014/main" id="{06318D3F-157E-57C4-775C-612E8AE426D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185" name="Group 184">
                      <a:extLst>
                        <a:ext uri="{FF2B5EF4-FFF2-40B4-BE49-F238E27FC236}">
                          <a16:creationId xmlns:a16="http://schemas.microsoft.com/office/drawing/2014/main" id="{60E248E5-6AC8-BD4D-060A-F470234BE41E}"/>
                        </a:ext>
                      </a:extLst>
                    </p:cNvPr>
                    <p:cNvGrpSpPr/>
                    <p:nvPr/>
                  </p:nvGrpSpPr>
                  <p:grpSpPr>
                    <a:xfrm>
                      <a:off x="4433252" y="4724400"/>
                      <a:ext cx="1463040" cy="1463040"/>
                      <a:chOff x="2970212" y="4724400"/>
                      <a:chExt cx="1463040" cy="1463040"/>
                    </a:xfrm>
                  </p:grpSpPr>
                  <p:grpSp>
                    <p:nvGrpSpPr>
                      <p:cNvPr id="186" name="Group 185">
                        <a:extLst>
                          <a:ext uri="{FF2B5EF4-FFF2-40B4-BE49-F238E27FC236}">
                            <a16:creationId xmlns:a16="http://schemas.microsoft.com/office/drawing/2014/main" id="{C12CCAB5-445F-F567-7524-8F2EA703405B}"/>
                          </a:ext>
                        </a:extLst>
                      </p:cNvPr>
                      <p:cNvGrpSpPr/>
                      <p:nvPr/>
                    </p:nvGrpSpPr>
                    <p:grpSpPr>
                      <a:xfrm>
                        <a:off x="2970212" y="4724400"/>
                        <a:ext cx="1463040" cy="731520"/>
                        <a:chOff x="2970212" y="4724400"/>
                        <a:chExt cx="1463040" cy="731520"/>
                      </a:xfrm>
                    </p:grpSpPr>
                    <p:grpSp>
                      <p:nvGrpSpPr>
                        <p:cNvPr id="200" name="Group 199">
                          <a:extLst>
                            <a:ext uri="{FF2B5EF4-FFF2-40B4-BE49-F238E27FC236}">
                              <a16:creationId xmlns:a16="http://schemas.microsoft.com/office/drawing/2014/main" id="{C5CB87FC-005A-7549-FD4D-4137C9228AE5}"/>
                            </a:ext>
                          </a:extLst>
                        </p:cNvPr>
                        <p:cNvGrpSpPr/>
                        <p:nvPr/>
                      </p:nvGrpSpPr>
                      <p:grpSpPr>
                        <a:xfrm>
                          <a:off x="2970212" y="4724400"/>
                          <a:ext cx="731520" cy="731520"/>
                          <a:chOff x="2970212" y="4724400"/>
                          <a:chExt cx="731520" cy="731520"/>
                        </a:xfrm>
                      </p:grpSpPr>
                      <p:grpSp>
                        <p:nvGrpSpPr>
                          <p:cNvPr id="207" name="Group 206">
                            <a:extLst>
                              <a:ext uri="{FF2B5EF4-FFF2-40B4-BE49-F238E27FC236}">
                                <a16:creationId xmlns:a16="http://schemas.microsoft.com/office/drawing/2014/main" id="{DCA11C85-3325-E478-62C3-A0A903955368}"/>
                              </a:ext>
                            </a:extLst>
                          </p:cNvPr>
                          <p:cNvGrpSpPr/>
                          <p:nvPr/>
                        </p:nvGrpSpPr>
                        <p:grpSpPr>
                          <a:xfrm>
                            <a:off x="2970212" y="4724400"/>
                            <a:ext cx="731520" cy="365760"/>
                            <a:chOff x="2970212" y="4724400"/>
                            <a:chExt cx="731520" cy="365760"/>
                          </a:xfrm>
                        </p:grpSpPr>
                        <p:sp>
                          <p:nvSpPr>
                            <p:cNvPr id="210" name="Rectangle 209">
                              <a:extLst>
                                <a:ext uri="{FF2B5EF4-FFF2-40B4-BE49-F238E27FC236}">
                                  <a16:creationId xmlns:a16="http://schemas.microsoft.com/office/drawing/2014/main" id="{AE78BA34-6FBA-85C9-3C2A-D2646C117796}"/>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11" name="Rectangle 210">
                              <a:extLst>
                                <a:ext uri="{FF2B5EF4-FFF2-40B4-BE49-F238E27FC236}">
                                  <a16:creationId xmlns:a16="http://schemas.microsoft.com/office/drawing/2014/main" id="{1EB005B4-D971-FA3B-7289-F002D23846A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08" name="Rectangle 207">
                            <a:extLst>
                              <a:ext uri="{FF2B5EF4-FFF2-40B4-BE49-F238E27FC236}">
                                <a16:creationId xmlns:a16="http://schemas.microsoft.com/office/drawing/2014/main" id="{51C0C08B-0833-B7A2-9E34-7DE7439D209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9" name="Rectangle 208">
                            <a:extLst>
                              <a:ext uri="{FF2B5EF4-FFF2-40B4-BE49-F238E27FC236}">
                                <a16:creationId xmlns:a16="http://schemas.microsoft.com/office/drawing/2014/main" id="{2CAF787D-5D64-E453-3538-F677EA6F842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01" name="Group 200">
                          <a:extLst>
                            <a:ext uri="{FF2B5EF4-FFF2-40B4-BE49-F238E27FC236}">
                              <a16:creationId xmlns:a16="http://schemas.microsoft.com/office/drawing/2014/main" id="{7BF417C7-BEE9-2D2B-8DAA-A91B4BC4B8D3}"/>
                            </a:ext>
                          </a:extLst>
                        </p:cNvPr>
                        <p:cNvGrpSpPr/>
                        <p:nvPr/>
                      </p:nvGrpSpPr>
                      <p:grpSpPr>
                        <a:xfrm>
                          <a:off x="3701732" y="4724400"/>
                          <a:ext cx="731520" cy="731520"/>
                          <a:chOff x="2970212" y="4724400"/>
                          <a:chExt cx="731520" cy="731520"/>
                        </a:xfrm>
                      </p:grpSpPr>
                      <p:grpSp>
                        <p:nvGrpSpPr>
                          <p:cNvPr id="202" name="Group 201">
                            <a:extLst>
                              <a:ext uri="{FF2B5EF4-FFF2-40B4-BE49-F238E27FC236}">
                                <a16:creationId xmlns:a16="http://schemas.microsoft.com/office/drawing/2014/main" id="{17C1BCDC-53E9-3687-1FE1-DB03A610FCB5}"/>
                              </a:ext>
                            </a:extLst>
                          </p:cNvPr>
                          <p:cNvGrpSpPr/>
                          <p:nvPr/>
                        </p:nvGrpSpPr>
                        <p:grpSpPr>
                          <a:xfrm>
                            <a:off x="2970212" y="4724400"/>
                            <a:ext cx="731520" cy="365760"/>
                            <a:chOff x="2970212" y="4724400"/>
                            <a:chExt cx="731520" cy="365760"/>
                          </a:xfrm>
                        </p:grpSpPr>
                        <p:sp>
                          <p:nvSpPr>
                            <p:cNvPr id="205" name="Rectangle 204">
                              <a:extLst>
                                <a:ext uri="{FF2B5EF4-FFF2-40B4-BE49-F238E27FC236}">
                                  <a16:creationId xmlns:a16="http://schemas.microsoft.com/office/drawing/2014/main" id="{B68B986C-4063-B479-9585-9DEFF2B1ED5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6" name="Rectangle 205">
                              <a:extLst>
                                <a:ext uri="{FF2B5EF4-FFF2-40B4-BE49-F238E27FC236}">
                                  <a16:creationId xmlns:a16="http://schemas.microsoft.com/office/drawing/2014/main" id="{BC09C458-4FEC-A50C-6937-0FD9E6869E4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03" name="Rectangle 202">
                            <a:extLst>
                              <a:ext uri="{FF2B5EF4-FFF2-40B4-BE49-F238E27FC236}">
                                <a16:creationId xmlns:a16="http://schemas.microsoft.com/office/drawing/2014/main" id="{921106FE-F12E-5E15-FA37-2B9396FC4A0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4" name="Rectangle 203">
                            <a:extLst>
                              <a:ext uri="{FF2B5EF4-FFF2-40B4-BE49-F238E27FC236}">
                                <a16:creationId xmlns:a16="http://schemas.microsoft.com/office/drawing/2014/main" id="{35331B61-0F33-C8DD-E89C-D5DF3D555957}"/>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187" name="Group 186">
                        <a:extLst>
                          <a:ext uri="{FF2B5EF4-FFF2-40B4-BE49-F238E27FC236}">
                            <a16:creationId xmlns:a16="http://schemas.microsoft.com/office/drawing/2014/main" id="{0AE928AE-CE2D-9E83-87AA-61C9C8704C00}"/>
                          </a:ext>
                        </a:extLst>
                      </p:cNvPr>
                      <p:cNvGrpSpPr/>
                      <p:nvPr/>
                    </p:nvGrpSpPr>
                    <p:grpSpPr>
                      <a:xfrm>
                        <a:off x="2970212" y="5455920"/>
                        <a:ext cx="1463040" cy="731520"/>
                        <a:chOff x="2970212" y="4724400"/>
                        <a:chExt cx="1463040" cy="731520"/>
                      </a:xfrm>
                    </p:grpSpPr>
                    <p:grpSp>
                      <p:nvGrpSpPr>
                        <p:cNvPr id="188" name="Group 187">
                          <a:extLst>
                            <a:ext uri="{FF2B5EF4-FFF2-40B4-BE49-F238E27FC236}">
                              <a16:creationId xmlns:a16="http://schemas.microsoft.com/office/drawing/2014/main" id="{AEBF79D0-D4B6-EA37-F87D-A71FC386F019}"/>
                            </a:ext>
                          </a:extLst>
                        </p:cNvPr>
                        <p:cNvGrpSpPr/>
                        <p:nvPr/>
                      </p:nvGrpSpPr>
                      <p:grpSpPr>
                        <a:xfrm>
                          <a:off x="2970212" y="4724400"/>
                          <a:ext cx="731520" cy="731520"/>
                          <a:chOff x="2970212" y="4724400"/>
                          <a:chExt cx="731520" cy="731520"/>
                        </a:xfrm>
                      </p:grpSpPr>
                      <p:grpSp>
                        <p:nvGrpSpPr>
                          <p:cNvPr id="195" name="Group 194">
                            <a:extLst>
                              <a:ext uri="{FF2B5EF4-FFF2-40B4-BE49-F238E27FC236}">
                                <a16:creationId xmlns:a16="http://schemas.microsoft.com/office/drawing/2014/main" id="{431D042F-A84F-CA68-88CA-0AD3A36590DC}"/>
                              </a:ext>
                            </a:extLst>
                          </p:cNvPr>
                          <p:cNvGrpSpPr/>
                          <p:nvPr/>
                        </p:nvGrpSpPr>
                        <p:grpSpPr>
                          <a:xfrm>
                            <a:off x="2970212" y="4724400"/>
                            <a:ext cx="731520" cy="365760"/>
                            <a:chOff x="2970212" y="4724400"/>
                            <a:chExt cx="731520" cy="365760"/>
                          </a:xfrm>
                        </p:grpSpPr>
                        <p:sp>
                          <p:nvSpPr>
                            <p:cNvPr id="198" name="Rectangle 197">
                              <a:extLst>
                                <a:ext uri="{FF2B5EF4-FFF2-40B4-BE49-F238E27FC236}">
                                  <a16:creationId xmlns:a16="http://schemas.microsoft.com/office/drawing/2014/main" id="{CC2DEEA2-3C2C-B5FE-1EC3-1B7202F1DBA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9" name="Rectangle 198">
                              <a:extLst>
                                <a:ext uri="{FF2B5EF4-FFF2-40B4-BE49-F238E27FC236}">
                                  <a16:creationId xmlns:a16="http://schemas.microsoft.com/office/drawing/2014/main" id="{1017E713-0627-DEAD-B247-2E4AEB8C4F6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96" name="Rectangle 195">
                            <a:extLst>
                              <a:ext uri="{FF2B5EF4-FFF2-40B4-BE49-F238E27FC236}">
                                <a16:creationId xmlns:a16="http://schemas.microsoft.com/office/drawing/2014/main" id="{A97A5EC1-CCC0-FF66-87CF-011BF6811F5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7" name="Rectangle 196">
                            <a:extLst>
                              <a:ext uri="{FF2B5EF4-FFF2-40B4-BE49-F238E27FC236}">
                                <a16:creationId xmlns:a16="http://schemas.microsoft.com/office/drawing/2014/main" id="{E2A63448-01BF-F7A2-4095-E5ABBCC3E0EC}"/>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89" name="Group 188">
                          <a:extLst>
                            <a:ext uri="{FF2B5EF4-FFF2-40B4-BE49-F238E27FC236}">
                              <a16:creationId xmlns:a16="http://schemas.microsoft.com/office/drawing/2014/main" id="{4A707F49-16A4-0C88-EE34-107A4B1EEA5C}"/>
                            </a:ext>
                          </a:extLst>
                        </p:cNvPr>
                        <p:cNvGrpSpPr/>
                        <p:nvPr/>
                      </p:nvGrpSpPr>
                      <p:grpSpPr>
                        <a:xfrm>
                          <a:off x="3701732" y="4724400"/>
                          <a:ext cx="731520" cy="731520"/>
                          <a:chOff x="2970212" y="4724400"/>
                          <a:chExt cx="731520" cy="731520"/>
                        </a:xfrm>
                      </p:grpSpPr>
                      <p:grpSp>
                        <p:nvGrpSpPr>
                          <p:cNvPr id="190" name="Group 189">
                            <a:extLst>
                              <a:ext uri="{FF2B5EF4-FFF2-40B4-BE49-F238E27FC236}">
                                <a16:creationId xmlns:a16="http://schemas.microsoft.com/office/drawing/2014/main" id="{C93437FD-810A-D71F-E7CA-C296E74AF877}"/>
                              </a:ext>
                            </a:extLst>
                          </p:cNvPr>
                          <p:cNvGrpSpPr/>
                          <p:nvPr/>
                        </p:nvGrpSpPr>
                        <p:grpSpPr>
                          <a:xfrm>
                            <a:off x="2970212" y="4724400"/>
                            <a:ext cx="731520" cy="365760"/>
                            <a:chOff x="2970212" y="4724400"/>
                            <a:chExt cx="731520" cy="365760"/>
                          </a:xfrm>
                        </p:grpSpPr>
                        <p:sp>
                          <p:nvSpPr>
                            <p:cNvPr id="193" name="Rectangle 192">
                              <a:extLst>
                                <a:ext uri="{FF2B5EF4-FFF2-40B4-BE49-F238E27FC236}">
                                  <a16:creationId xmlns:a16="http://schemas.microsoft.com/office/drawing/2014/main" id="{16601E4F-752C-67A7-9203-F21ED3F49F2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4" name="Rectangle 193">
                              <a:extLst>
                                <a:ext uri="{FF2B5EF4-FFF2-40B4-BE49-F238E27FC236}">
                                  <a16:creationId xmlns:a16="http://schemas.microsoft.com/office/drawing/2014/main" id="{EFA43D22-31DC-83B0-C0B3-3E8C77A1781D}"/>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91" name="Rectangle 190">
                            <a:extLst>
                              <a:ext uri="{FF2B5EF4-FFF2-40B4-BE49-F238E27FC236}">
                                <a16:creationId xmlns:a16="http://schemas.microsoft.com/office/drawing/2014/main" id="{2F2B9DD5-4336-DEF7-8B49-8150F6272C2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2" name="Rectangle 191">
                            <a:extLst>
                              <a:ext uri="{FF2B5EF4-FFF2-40B4-BE49-F238E27FC236}">
                                <a16:creationId xmlns:a16="http://schemas.microsoft.com/office/drawing/2014/main" id="{B52364F4-A4B9-A06E-9F6F-FC2250A327B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nvGrpSpPr>
                <p:cNvPr id="292" name="Group 291">
                  <a:extLst>
                    <a:ext uri="{FF2B5EF4-FFF2-40B4-BE49-F238E27FC236}">
                      <a16:creationId xmlns:a16="http://schemas.microsoft.com/office/drawing/2014/main" id="{9A6CA6B9-AA75-0505-799F-E25C7B1B8AD0}"/>
                    </a:ext>
                  </a:extLst>
                </p:cNvPr>
                <p:cNvGrpSpPr/>
                <p:nvPr/>
              </p:nvGrpSpPr>
              <p:grpSpPr>
                <a:xfrm>
                  <a:off x="7984172" y="3124200"/>
                  <a:ext cx="2926080" cy="2926080"/>
                  <a:chOff x="2132012" y="3124200"/>
                  <a:chExt cx="2926080" cy="2926080"/>
                </a:xfrm>
              </p:grpSpPr>
              <p:grpSp>
                <p:nvGrpSpPr>
                  <p:cNvPr id="293" name="Group 292">
                    <a:extLst>
                      <a:ext uri="{FF2B5EF4-FFF2-40B4-BE49-F238E27FC236}">
                        <a16:creationId xmlns:a16="http://schemas.microsoft.com/office/drawing/2014/main" id="{BE73FA84-4F6B-A398-FEB9-8BF7CD332373}"/>
                      </a:ext>
                    </a:extLst>
                  </p:cNvPr>
                  <p:cNvGrpSpPr/>
                  <p:nvPr/>
                </p:nvGrpSpPr>
                <p:grpSpPr>
                  <a:xfrm>
                    <a:off x="2132012" y="3124200"/>
                    <a:ext cx="2926080" cy="1463040"/>
                    <a:chOff x="2970212" y="4724400"/>
                    <a:chExt cx="2926080" cy="1463040"/>
                  </a:xfrm>
                </p:grpSpPr>
                <p:grpSp>
                  <p:nvGrpSpPr>
                    <p:cNvPr id="349" name="Group 348">
                      <a:extLst>
                        <a:ext uri="{FF2B5EF4-FFF2-40B4-BE49-F238E27FC236}">
                          <a16:creationId xmlns:a16="http://schemas.microsoft.com/office/drawing/2014/main" id="{5BDCFEAC-65E5-AC9D-FC54-D921B8B50B47}"/>
                        </a:ext>
                      </a:extLst>
                    </p:cNvPr>
                    <p:cNvGrpSpPr/>
                    <p:nvPr/>
                  </p:nvGrpSpPr>
                  <p:grpSpPr>
                    <a:xfrm>
                      <a:off x="2970212" y="4724400"/>
                      <a:ext cx="1463040" cy="1463040"/>
                      <a:chOff x="2970212" y="4724400"/>
                      <a:chExt cx="1463040" cy="1463040"/>
                    </a:xfrm>
                  </p:grpSpPr>
                  <p:grpSp>
                    <p:nvGrpSpPr>
                      <p:cNvPr id="377" name="Group 376">
                        <a:extLst>
                          <a:ext uri="{FF2B5EF4-FFF2-40B4-BE49-F238E27FC236}">
                            <a16:creationId xmlns:a16="http://schemas.microsoft.com/office/drawing/2014/main" id="{B8A4190C-5F72-3BC2-DCDD-A52C26582A76}"/>
                          </a:ext>
                        </a:extLst>
                      </p:cNvPr>
                      <p:cNvGrpSpPr/>
                      <p:nvPr/>
                    </p:nvGrpSpPr>
                    <p:grpSpPr>
                      <a:xfrm>
                        <a:off x="2970212" y="4724400"/>
                        <a:ext cx="1463040" cy="731520"/>
                        <a:chOff x="2970212" y="4724400"/>
                        <a:chExt cx="1463040" cy="731520"/>
                      </a:xfrm>
                    </p:grpSpPr>
                    <p:grpSp>
                      <p:nvGrpSpPr>
                        <p:cNvPr id="391" name="Group 390">
                          <a:extLst>
                            <a:ext uri="{FF2B5EF4-FFF2-40B4-BE49-F238E27FC236}">
                              <a16:creationId xmlns:a16="http://schemas.microsoft.com/office/drawing/2014/main" id="{2DAF74F5-B8ED-4C8C-D3F4-BCA6A6CAB990}"/>
                            </a:ext>
                          </a:extLst>
                        </p:cNvPr>
                        <p:cNvGrpSpPr/>
                        <p:nvPr/>
                      </p:nvGrpSpPr>
                      <p:grpSpPr>
                        <a:xfrm>
                          <a:off x="2970212" y="4724400"/>
                          <a:ext cx="731520" cy="731520"/>
                          <a:chOff x="2970212" y="4724400"/>
                          <a:chExt cx="731520" cy="731520"/>
                        </a:xfrm>
                      </p:grpSpPr>
                      <p:grpSp>
                        <p:nvGrpSpPr>
                          <p:cNvPr id="398" name="Group 397">
                            <a:extLst>
                              <a:ext uri="{FF2B5EF4-FFF2-40B4-BE49-F238E27FC236}">
                                <a16:creationId xmlns:a16="http://schemas.microsoft.com/office/drawing/2014/main" id="{13FF7777-03CD-BE93-EDCE-ADE3B51B783B}"/>
                              </a:ext>
                            </a:extLst>
                          </p:cNvPr>
                          <p:cNvGrpSpPr/>
                          <p:nvPr/>
                        </p:nvGrpSpPr>
                        <p:grpSpPr>
                          <a:xfrm>
                            <a:off x="2970212" y="4724400"/>
                            <a:ext cx="731520" cy="365760"/>
                            <a:chOff x="2970212" y="4724400"/>
                            <a:chExt cx="731520" cy="365760"/>
                          </a:xfrm>
                        </p:grpSpPr>
                        <p:sp>
                          <p:nvSpPr>
                            <p:cNvPr id="401" name="Rectangle 400">
                              <a:extLst>
                                <a:ext uri="{FF2B5EF4-FFF2-40B4-BE49-F238E27FC236}">
                                  <a16:creationId xmlns:a16="http://schemas.microsoft.com/office/drawing/2014/main" id="{F316A1F2-8BAE-6B56-346A-6FC89A018E0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2" name="Rectangle 401">
                              <a:extLst>
                                <a:ext uri="{FF2B5EF4-FFF2-40B4-BE49-F238E27FC236}">
                                  <a16:creationId xmlns:a16="http://schemas.microsoft.com/office/drawing/2014/main" id="{36A571F7-B78E-96BC-6864-5899B4B86FF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99" name="Rectangle 398">
                            <a:extLst>
                              <a:ext uri="{FF2B5EF4-FFF2-40B4-BE49-F238E27FC236}">
                                <a16:creationId xmlns:a16="http://schemas.microsoft.com/office/drawing/2014/main" id="{60505AAF-5D19-BBD8-3F97-4BFC04A395B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0" name="Rectangle 399">
                            <a:extLst>
                              <a:ext uri="{FF2B5EF4-FFF2-40B4-BE49-F238E27FC236}">
                                <a16:creationId xmlns:a16="http://schemas.microsoft.com/office/drawing/2014/main" id="{E0BEE075-9657-665A-829B-B43D45A9890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92" name="Group 391">
                          <a:extLst>
                            <a:ext uri="{FF2B5EF4-FFF2-40B4-BE49-F238E27FC236}">
                              <a16:creationId xmlns:a16="http://schemas.microsoft.com/office/drawing/2014/main" id="{C3D63536-57E3-D868-63B8-0791ACC52D2E}"/>
                            </a:ext>
                          </a:extLst>
                        </p:cNvPr>
                        <p:cNvGrpSpPr/>
                        <p:nvPr/>
                      </p:nvGrpSpPr>
                      <p:grpSpPr>
                        <a:xfrm>
                          <a:off x="3701732" y="4724400"/>
                          <a:ext cx="731520" cy="731520"/>
                          <a:chOff x="2970212" y="4724400"/>
                          <a:chExt cx="731520" cy="731520"/>
                        </a:xfrm>
                      </p:grpSpPr>
                      <p:grpSp>
                        <p:nvGrpSpPr>
                          <p:cNvPr id="393" name="Group 392">
                            <a:extLst>
                              <a:ext uri="{FF2B5EF4-FFF2-40B4-BE49-F238E27FC236}">
                                <a16:creationId xmlns:a16="http://schemas.microsoft.com/office/drawing/2014/main" id="{F822152E-34A9-1241-EA83-2C799FAC253F}"/>
                              </a:ext>
                            </a:extLst>
                          </p:cNvPr>
                          <p:cNvGrpSpPr/>
                          <p:nvPr/>
                        </p:nvGrpSpPr>
                        <p:grpSpPr>
                          <a:xfrm>
                            <a:off x="2970212" y="4724400"/>
                            <a:ext cx="731520" cy="365760"/>
                            <a:chOff x="2970212" y="4724400"/>
                            <a:chExt cx="731520" cy="365760"/>
                          </a:xfrm>
                        </p:grpSpPr>
                        <p:sp>
                          <p:nvSpPr>
                            <p:cNvPr id="396" name="Rectangle 395">
                              <a:extLst>
                                <a:ext uri="{FF2B5EF4-FFF2-40B4-BE49-F238E27FC236}">
                                  <a16:creationId xmlns:a16="http://schemas.microsoft.com/office/drawing/2014/main" id="{2DC70C7C-B482-A82F-281F-8A76FA53D48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7" name="Rectangle 396">
                              <a:extLst>
                                <a:ext uri="{FF2B5EF4-FFF2-40B4-BE49-F238E27FC236}">
                                  <a16:creationId xmlns:a16="http://schemas.microsoft.com/office/drawing/2014/main" id="{AF9CFDD6-53BE-D84F-651A-E1A2AA27155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94" name="Rectangle 393">
                            <a:extLst>
                              <a:ext uri="{FF2B5EF4-FFF2-40B4-BE49-F238E27FC236}">
                                <a16:creationId xmlns:a16="http://schemas.microsoft.com/office/drawing/2014/main" id="{9A4C9636-090F-430B-B70A-CF02D3D2788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5" name="Rectangle 394">
                            <a:extLst>
                              <a:ext uri="{FF2B5EF4-FFF2-40B4-BE49-F238E27FC236}">
                                <a16:creationId xmlns:a16="http://schemas.microsoft.com/office/drawing/2014/main" id="{A0CC7B8E-F661-4EC0-D85F-98828284FD6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78" name="Group 377">
                        <a:extLst>
                          <a:ext uri="{FF2B5EF4-FFF2-40B4-BE49-F238E27FC236}">
                            <a16:creationId xmlns:a16="http://schemas.microsoft.com/office/drawing/2014/main" id="{F4A11FD2-21BA-D543-3022-338CB20E8BE2}"/>
                          </a:ext>
                        </a:extLst>
                      </p:cNvPr>
                      <p:cNvGrpSpPr/>
                      <p:nvPr/>
                    </p:nvGrpSpPr>
                    <p:grpSpPr>
                      <a:xfrm>
                        <a:off x="2970212" y="5455920"/>
                        <a:ext cx="1463040" cy="731520"/>
                        <a:chOff x="2970212" y="4724400"/>
                        <a:chExt cx="1463040" cy="731520"/>
                      </a:xfrm>
                    </p:grpSpPr>
                    <p:grpSp>
                      <p:nvGrpSpPr>
                        <p:cNvPr id="379" name="Group 378">
                          <a:extLst>
                            <a:ext uri="{FF2B5EF4-FFF2-40B4-BE49-F238E27FC236}">
                              <a16:creationId xmlns:a16="http://schemas.microsoft.com/office/drawing/2014/main" id="{BA6EB5DA-66E0-0998-25BD-5287BBE4F5D3}"/>
                            </a:ext>
                          </a:extLst>
                        </p:cNvPr>
                        <p:cNvGrpSpPr/>
                        <p:nvPr/>
                      </p:nvGrpSpPr>
                      <p:grpSpPr>
                        <a:xfrm>
                          <a:off x="2970212" y="4724400"/>
                          <a:ext cx="731520" cy="731520"/>
                          <a:chOff x="2970212" y="4724400"/>
                          <a:chExt cx="731520" cy="731520"/>
                        </a:xfrm>
                      </p:grpSpPr>
                      <p:grpSp>
                        <p:nvGrpSpPr>
                          <p:cNvPr id="386" name="Group 385">
                            <a:extLst>
                              <a:ext uri="{FF2B5EF4-FFF2-40B4-BE49-F238E27FC236}">
                                <a16:creationId xmlns:a16="http://schemas.microsoft.com/office/drawing/2014/main" id="{5D069E1C-B0CB-B7E8-F740-1224A3294B86}"/>
                              </a:ext>
                            </a:extLst>
                          </p:cNvPr>
                          <p:cNvGrpSpPr/>
                          <p:nvPr/>
                        </p:nvGrpSpPr>
                        <p:grpSpPr>
                          <a:xfrm>
                            <a:off x="2970212" y="4724400"/>
                            <a:ext cx="731520" cy="365760"/>
                            <a:chOff x="2970212" y="4724400"/>
                            <a:chExt cx="731520" cy="365760"/>
                          </a:xfrm>
                        </p:grpSpPr>
                        <p:sp>
                          <p:nvSpPr>
                            <p:cNvPr id="389" name="Rectangle 388">
                              <a:extLst>
                                <a:ext uri="{FF2B5EF4-FFF2-40B4-BE49-F238E27FC236}">
                                  <a16:creationId xmlns:a16="http://schemas.microsoft.com/office/drawing/2014/main" id="{6607725D-D756-3920-5FA8-095D78E37AC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0" name="Rectangle 389">
                              <a:extLst>
                                <a:ext uri="{FF2B5EF4-FFF2-40B4-BE49-F238E27FC236}">
                                  <a16:creationId xmlns:a16="http://schemas.microsoft.com/office/drawing/2014/main" id="{9275EBFB-26D0-091F-53C9-30512CD7461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87" name="Rectangle 386">
                            <a:extLst>
                              <a:ext uri="{FF2B5EF4-FFF2-40B4-BE49-F238E27FC236}">
                                <a16:creationId xmlns:a16="http://schemas.microsoft.com/office/drawing/2014/main" id="{560F52C2-B682-86CA-B2F8-4FB5A512B193}"/>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8" name="Rectangle 387">
                            <a:extLst>
                              <a:ext uri="{FF2B5EF4-FFF2-40B4-BE49-F238E27FC236}">
                                <a16:creationId xmlns:a16="http://schemas.microsoft.com/office/drawing/2014/main" id="{C943F446-36F0-27DC-95A4-2EACD181801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80" name="Group 379">
                          <a:extLst>
                            <a:ext uri="{FF2B5EF4-FFF2-40B4-BE49-F238E27FC236}">
                              <a16:creationId xmlns:a16="http://schemas.microsoft.com/office/drawing/2014/main" id="{7D6BCE38-1A21-0331-B86F-377FCDFE9287}"/>
                            </a:ext>
                          </a:extLst>
                        </p:cNvPr>
                        <p:cNvGrpSpPr/>
                        <p:nvPr/>
                      </p:nvGrpSpPr>
                      <p:grpSpPr>
                        <a:xfrm>
                          <a:off x="3701732" y="4724400"/>
                          <a:ext cx="731520" cy="731520"/>
                          <a:chOff x="2970212" y="4724400"/>
                          <a:chExt cx="731520" cy="731520"/>
                        </a:xfrm>
                      </p:grpSpPr>
                      <p:grpSp>
                        <p:nvGrpSpPr>
                          <p:cNvPr id="381" name="Group 380">
                            <a:extLst>
                              <a:ext uri="{FF2B5EF4-FFF2-40B4-BE49-F238E27FC236}">
                                <a16:creationId xmlns:a16="http://schemas.microsoft.com/office/drawing/2014/main" id="{1859EC56-9B41-69AD-6D9B-DB7BBB37E567}"/>
                              </a:ext>
                            </a:extLst>
                          </p:cNvPr>
                          <p:cNvGrpSpPr/>
                          <p:nvPr/>
                        </p:nvGrpSpPr>
                        <p:grpSpPr>
                          <a:xfrm>
                            <a:off x="2970212" y="4724400"/>
                            <a:ext cx="731520" cy="365760"/>
                            <a:chOff x="2970212" y="4724400"/>
                            <a:chExt cx="731520" cy="365760"/>
                          </a:xfrm>
                        </p:grpSpPr>
                        <p:sp>
                          <p:nvSpPr>
                            <p:cNvPr id="384" name="Rectangle 383">
                              <a:extLst>
                                <a:ext uri="{FF2B5EF4-FFF2-40B4-BE49-F238E27FC236}">
                                  <a16:creationId xmlns:a16="http://schemas.microsoft.com/office/drawing/2014/main" id="{5BB634CA-CB51-74D5-9389-6E20167AA89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5" name="Rectangle 384">
                              <a:extLst>
                                <a:ext uri="{FF2B5EF4-FFF2-40B4-BE49-F238E27FC236}">
                                  <a16:creationId xmlns:a16="http://schemas.microsoft.com/office/drawing/2014/main" id="{416B7B37-87B6-651D-3521-BEE2C3587E8F}"/>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82" name="Rectangle 381">
                            <a:extLst>
                              <a:ext uri="{FF2B5EF4-FFF2-40B4-BE49-F238E27FC236}">
                                <a16:creationId xmlns:a16="http://schemas.microsoft.com/office/drawing/2014/main" id="{8E4DB480-2577-37FD-5E5F-7AA80551929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3" name="Rectangle 382">
                            <a:extLst>
                              <a:ext uri="{FF2B5EF4-FFF2-40B4-BE49-F238E27FC236}">
                                <a16:creationId xmlns:a16="http://schemas.microsoft.com/office/drawing/2014/main" id="{E2294DD4-93DB-C6A2-3A77-73802302BCF3}"/>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350" name="Group 349">
                      <a:extLst>
                        <a:ext uri="{FF2B5EF4-FFF2-40B4-BE49-F238E27FC236}">
                          <a16:creationId xmlns:a16="http://schemas.microsoft.com/office/drawing/2014/main" id="{453F4548-23AC-F4DB-F10B-796F61381B20}"/>
                        </a:ext>
                      </a:extLst>
                    </p:cNvPr>
                    <p:cNvGrpSpPr/>
                    <p:nvPr/>
                  </p:nvGrpSpPr>
                  <p:grpSpPr>
                    <a:xfrm>
                      <a:off x="4433252" y="4724400"/>
                      <a:ext cx="1463040" cy="1463040"/>
                      <a:chOff x="2970212" y="4724400"/>
                      <a:chExt cx="1463040" cy="1463040"/>
                    </a:xfrm>
                  </p:grpSpPr>
                  <p:grpSp>
                    <p:nvGrpSpPr>
                      <p:cNvPr id="351" name="Group 350">
                        <a:extLst>
                          <a:ext uri="{FF2B5EF4-FFF2-40B4-BE49-F238E27FC236}">
                            <a16:creationId xmlns:a16="http://schemas.microsoft.com/office/drawing/2014/main" id="{7ACF60A2-B443-8C6F-EE3E-46EC70F2990D}"/>
                          </a:ext>
                        </a:extLst>
                      </p:cNvPr>
                      <p:cNvGrpSpPr/>
                      <p:nvPr/>
                    </p:nvGrpSpPr>
                    <p:grpSpPr>
                      <a:xfrm>
                        <a:off x="2970212" y="4724400"/>
                        <a:ext cx="1463040" cy="731520"/>
                        <a:chOff x="2970212" y="4724400"/>
                        <a:chExt cx="1463040" cy="731520"/>
                      </a:xfrm>
                    </p:grpSpPr>
                    <p:grpSp>
                      <p:nvGrpSpPr>
                        <p:cNvPr id="365" name="Group 364">
                          <a:extLst>
                            <a:ext uri="{FF2B5EF4-FFF2-40B4-BE49-F238E27FC236}">
                              <a16:creationId xmlns:a16="http://schemas.microsoft.com/office/drawing/2014/main" id="{17E3139F-1247-8F81-B35F-02E061C4DAD9}"/>
                            </a:ext>
                          </a:extLst>
                        </p:cNvPr>
                        <p:cNvGrpSpPr/>
                        <p:nvPr/>
                      </p:nvGrpSpPr>
                      <p:grpSpPr>
                        <a:xfrm>
                          <a:off x="2970212" y="4724400"/>
                          <a:ext cx="731520" cy="731520"/>
                          <a:chOff x="2970212" y="4724400"/>
                          <a:chExt cx="731520" cy="731520"/>
                        </a:xfrm>
                      </p:grpSpPr>
                      <p:grpSp>
                        <p:nvGrpSpPr>
                          <p:cNvPr id="372" name="Group 371">
                            <a:extLst>
                              <a:ext uri="{FF2B5EF4-FFF2-40B4-BE49-F238E27FC236}">
                                <a16:creationId xmlns:a16="http://schemas.microsoft.com/office/drawing/2014/main" id="{88E53927-6D2F-7585-98A1-04FD2DC6F5A1}"/>
                              </a:ext>
                            </a:extLst>
                          </p:cNvPr>
                          <p:cNvGrpSpPr/>
                          <p:nvPr/>
                        </p:nvGrpSpPr>
                        <p:grpSpPr>
                          <a:xfrm>
                            <a:off x="2970212" y="4724400"/>
                            <a:ext cx="731520" cy="365760"/>
                            <a:chOff x="2970212" y="4724400"/>
                            <a:chExt cx="731520" cy="365760"/>
                          </a:xfrm>
                        </p:grpSpPr>
                        <p:sp>
                          <p:nvSpPr>
                            <p:cNvPr id="375" name="Rectangle 374">
                              <a:extLst>
                                <a:ext uri="{FF2B5EF4-FFF2-40B4-BE49-F238E27FC236}">
                                  <a16:creationId xmlns:a16="http://schemas.microsoft.com/office/drawing/2014/main" id="{7DC2E484-268E-BD11-63A2-A309CC8FAAFA}"/>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6" name="Rectangle 375">
                              <a:extLst>
                                <a:ext uri="{FF2B5EF4-FFF2-40B4-BE49-F238E27FC236}">
                                  <a16:creationId xmlns:a16="http://schemas.microsoft.com/office/drawing/2014/main" id="{235834B4-4132-5003-FFB6-D6109A87DF8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73" name="Rectangle 372">
                            <a:extLst>
                              <a:ext uri="{FF2B5EF4-FFF2-40B4-BE49-F238E27FC236}">
                                <a16:creationId xmlns:a16="http://schemas.microsoft.com/office/drawing/2014/main" id="{52CEE0EC-F4DE-F72F-5528-C4C7A9764660}"/>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4" name="Rectangle 373">
                            <a:extLst>
                              <a:ext uri="{FF2B5EF4-FFF2-40B4-BE49-F238E27FC236}">
                                <a16:creationId xmlns:a16="http://schemas.microsoft.com/office/drawing/2014/main" id="{F3580D2A-9868-C365-6AC8-0C9BF9D1AE5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66" name="Group 365">
                          <a:extLst>
                            <a:ext uri="{FF2B5EF4-FFF2-40B4-BE49-F238E27FC236}">
                              <a16:creationId xmlns:a16="http://schemas.microsoft.com/office/drawing/2014/main" id="{98275637-279B-BE65-398B-1AA77DD9ED96}"/>
                            </a:ext>
                          </a:extLst>
                        </p:cNvPr>
                        <p:cNvGrpSpPr/>
                        <p:nvPr/>
                      </p:nvGrpSpPr>
                      <p:grpSpPr>
                        <a:xfrm>
                          <a:off x="3701732" y="4724400"/>
                          <a:ext cx="731520" cy="731520"/>
                          <a:chOff x="2970212" y="4724400"/>
                          <a:chExt cx="731520" cy="731520"/>
                        </a:xfrm>
                      </p:grpSpPr>
                      <p:grpSp>
                        <p:nvGrpSpPr>
                          <p:cNvPr id="367" name="Group 366">
                            <a:extLst>
                              <a:ext uri="{FF2B5EF4-FFF2-40B4-BE49-F238E27FC236}">
                                <a16:creationId xmlns:a16="http://schemas.microsoft.com/office/drawing/2014/main" id="{0D8E0C1A-AF3A-642E-A58D-AD40A8AB4D09}"/>
                              </a:ext>
                            </a:extLst>
                          </p:cNvPr>
                          <p:cNvGrpSpPr/>
                          <p:nvPr/>
                        </p:nvGrpSpPr>
                        <p:grpSpPr>
                          <a:xfrm>
                            <a:off x="2970212" y="4724400"/>
                            <a:ext cx="731520" cy="365760"/>
                            <a:chOff x="2970212" y="4724400"/>
                            <a:chExt cx="731520" cy="365760"/>
                          </a:xfrm>
                        </p:grpSpPr>
                        <p:sp>
                          <p:nvSpPr>
                            <p:cNvPr id="370" name="Rectangle 369">
                              <a:extLst>
                                <a:ext uri="{FF2B5EF4-FFF2-40B4-BE49-F238E27FC236}">
                                  <a16:creationId xmlns:a16="http://schemas.microsoft.com/office/drawing/2014/main" id="{BFF05082-E114-63E9-8FE7-4AAF69AD70B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1" name="Rectangle 370">
                              <a:extLst>
                                <a:ext uri="{FF2B5EF4-FFF2-40B4-BE49-F238E27FC236}">
                                  <a16:creationId xmlns:a16="http://schemas.microsoft.com/office/drawing/2014/main" id="{07B88583-F2EF-79A6-03D2-F8644FC0189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68" name="Rectangle 367">
                            <a:extLst>
                              <a:ext uri="{FF2B5EF4-FFF2-40B4-BE49-F238E27FC236}">
                                <a16:creationId xmlns:a16="http://schemas.microsoft.com/office/drawing/2014/main" id="{DE9577D5-D7A0-578F-F831-C1866C6FA1B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9" name="Rectangle 368">
                            <a:extLst>
                              <a:ext uri="{FF2B5EF4-FFF2-40B4-BE49-F238E27FC236}">
                                <a16:creationId xmlns:a16="http://schemas.microsoft.com/office/drawing/2014/main" id="{3AE89D77-6E20-D332-8A1C-3AB80B9E223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52" name="Group 351">
                        <a:extLst>
                          <a:ext uri="{FF2B5EF4-FFF2-40B4-BE49-F238E27FC236}">
                            <a16:creationId xmlns:a16="http://schemas.microsoft.com/office/drawing/2014/main" id="{C6FAB756-3C0B-33CD-7F1F-F0495C5196AB}"/>
                          </a:ext>
                        </a:extLst>
                      </p:cNvPr>
                      <p:cNvGrpSpPr/>
                      <p:nvPr/>
                    </p:nvGrpSpPr>
                    <p:grpSpPr>
                      <a:xfrm>
                        <a:off x="2970212" y="5455920"/>
                        <a:ext cx="1463040" cy="731520"/>
                        <a:chOff x="2970212" y="4724400"/>
                        <a:chExt cx="1463040" cy="731520"/>
                      </a:xfrm>
                    </p:grpSpPr>
                    <p:grpSp>
                      <p:nvGrpSpPr>
                        <p:cNvPr id="353" name="Group 352">
                          <a:extLst>
                            <a:ext uri="{FF2B5EF4-FFF2-40B4-BE49-F238E27FC236}">
                              <a16:creationId xmlns:a16="http://schemas.microsoft.com/office/drawing/2014/main" id="{02A84719-1F98-74E3-82DB-C4B7E2096DDB}"/>
                            </a:ext>
                          </a:extLst>
                        </p:cNvPr>
                        <p:cNvGrpSpPr/>
                        <p:nvPr/>
                      </p:nvGrpSpPr>
                      <p:grpSpPr>
                        <a:xfrm>
                          <a:off x="2970212" y="4724400"/>
                          <a:ext cx="731520" cy="731520"/>
                          <a:chOff x="2970212" y="4724400"/>
                          <a:chExt cx="731520" cy="731520"/>
                        </a:xfrm>
                      </p:grpSpPr>
                      <p:grpSp>
                        <p:nvGrpSpPr>
                          <p:cNvPr id="360" name="Group 359">
                            <a:extLst>
                              <a:ext uri="{FF2B5EF4-FFF2-40B4-BE49-F238E27FC236}">
                                <a16:creationId xmlns:a16="http://schemas.microsoft.com/office/drawing/2014/main" id="{C21AD923-A8C0-8EC9-389F-729BD1EFAAA5}"/>
                              </a:ext>
                            </a:extLst>
                          </p:cNvPr>
                          <p:cNvGrpSpPr/>
                          <p:nvPr/>
                        </p:nvGrpSpPr>
                        <p:grpSpPr>
                          <a:xfrm>
                            <a:off x="2970212" y="4724400"/>
                            <a:ext cx="731520" cy="365760"/>
                            <a:chOff x="2970212" y="4724400"/>
                            <a:chExt cx="731520" cy="365760"/>
                          </a:xfrm>
                        </p:grpSpPr>
                        <p:sp>
                          <p:nvSpPr>
                            <p:cNvPr id="363" name="Rectangle 362">
                              <a:extLst>
                                <a:ext uri="{FF2B5EF4-FFF2-40B4-BE49-F238E27FC236}">
                                  <a16:creationId xmlns:a16="http://schemas.microsoft.com/office/drawing/2014/main" id="{4B964868-AD90-F1A2-79BE-AB54B0275EE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4" name="Rectangle 363">
                              <a:extLst>
                                <a:ext uri="{FF2B5EF4-FFF2-40B4-BE49-F238E27FC236}">
                                  <a16:creationId xmlns:a16="http://schemas.microsoft.com/office/drawing/2014/main" id="{CC9ABC8F-7EBA-53FC-E452-9DFD63819AC4}"/>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61" name="Rectangle 360">
                            <a:extLst>
                              <a:ext uri="{FF2B5EF4-FFF2-40B4-BE49-F238E27FC236}">
                                <a16:creationId xmlns:a16="http://schemas.microsoft.com/office/drawing/2014/main" id="{9AE2B285-E514-6E6A-1A0B-110053E7950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2" name="Rectangle 361">
                            <a:extLst>
                              <a:ext uri="{FF2B5EF4-FFF2-40B4-BE49-F238E27FC236}">
                                <a16:creationId xmlns:a16="http://schemas.microsoft.com/office/drawing/2014/main" id="{5B431E27-5DA0-62CD-4C40-FDA68E264B6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54" name="Group 353">
                          <a:extLst>
                            <a:ext uri="{FF2B5EF4-FFF2-40B4-BE49-F238E27FC236}">
                              <a16:creationId xmlns:a16="http://schemas.microsoft.com/office/drawing/2014/main" id="{0A36CF56-80CA-9082-5040-81CA79E367D1}"/>
                            </a:ext>
                          </a:extLst>
                        </p:cNvPr>
                        <p:cNvGrpSpPr/>
                        <p:nvPr/>
                      </p:nvGrpSpPr>
                      <p:grpSpPr>
                        <a:xfrm>
                          <a:off x="3701732" y="4724400"/>
                          <a:ext cx="731520" cy="731520"/>
                          <a:chOff x="2970212" y="4724400"/>
                          <a:chExt cx="731520" cy="731520"/>
                        </a:xfrm>
                      </p:grpSpPr>
                      <p:grpSp>
                        <p:nvGrpSpPr>
                          <p:cNvPr id="355" name="Group 354">
                            <a:extLst>
                              <a:ext uri="{FF2B5EF4-FFF2-40B4-BE49-F238E27FC236}">
                                <a16:creationId xmlns:a16="http://schemas.microsoft.com/office/drawing/2014/main" id="{FDE87C27-78E5-F363-BBD1-26D2D62C7146}"/>
                              </a:ext>
                            </a:extLst>
                          </p:cNvPr>
                          <p:cNvGrpSpPr/>
                          <p:nvPr/>
                        </p:nvGrpSpPr>
                        <p:grpSpPr>
                          <a:xfrm>
                            <a:off x="2970212" y="4724400"/>
                            <a:ext cx="731520" cy="365760"/>
                            <a:chOff x="2970212" y="4724400"/>
                            <a:chExt cx="731520" cy="365760"/>
                          </a:xfrm>
                        </p:grpSpPr>
                        <p:sp>
                          <p:nvSpPr>
                            <p:cNvPr id="358" name="Rectangle 357">
                              <a:extLst>
                                <a:ext uri="{FF2B5EF4-FFF2-40B4-BE49-F238E27FC236}">
                                  <a16:creationId xmlns:a16="http://schemas.microsoft.com/office/drawing/2014/main" id="{69A22D26-EBFA-567F-D5F6-C330536859B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9" name="Rectangle 358">
                              <a:extLst>
                                <a:ext uri="{FF2B5EF4-FFF2-40B4-BE49-F238E27FC236}">
                                  <a16:creationId xmlns:a16="http://schemas.microsoft.com/office/drawing/2014/main" id="{34316F32-3A27-5E17-F713-4EC9085168E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56" name="Rectangle 355">
                            <a:extLst>
                              <a:ext uri="{FF2B5EF4-FFF2-40B4-BE49-F238E27FC236}">
                                <a16:creationId xmlns:a16="http://schemas.microsoft.com/office/drawing/2014/main" id="{FE2C0F78-456E-0051-D42D-86A0B1A2255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7" name="Rectangle 356">
                            <a:extLst>
                              <a:ext uri="{FF2B5EF4-FFF2-40B4-BE49-F238E27FC236}">
                                <a16:creationId xmlns:a16="http://schemas.microsoft.com/office/drawing/2014/main" id="{C22C50E3-881B-86FA-2F2B-0D98B3F7250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294" name="Group 293">
                    <a:extLst>
                      <a:ext uri="{FF2B5EF4-FFF2-40B4-BE49-F238E27FC236}">
                        <a16:creationId xmlns:a16="http://schemas.microsoft.com/office/drawing/2014/main" id="{5451AC70-07A6-B65D-B13C-E69A7F9742E3}"/>
                      </a:ext>
                    </a:extLst>
                  </p:cNvPr>
                  <p:cNvGrpSpPr/>
                  <p:nvPr/>
                </p:nvGrpSpPr>
                <p:grpSpPr>
                  <a:xfrm>
                    <a:off x="2132012" y="4587240"/>
                    <a:ext cx="2926080" cy="1463040"/>
                    <a:chOff x="2970212" y="4724400"/>
                    <a:chExt cx="2926080" cy="1463040"/>
                  </a:xfrm>
                </p:grpSpPr>
                <p:grpSp>
                  <p:nvGrpSpPr>
                    <p:cNvPr id="295" name="Group 294">
                      <a:extLst>
                        <a:ext uri="{FF2B5EF4-FFF2-40B4-BE49-F238E27FC236}">
                          <a16:creationId xmlns:a16="http://schemas.microsoft.com/office/drawing/2014/main" id="{06173395-B9A0-3C95-FFF3-F148C19A8B25}"/>
                        </a:ext>
                      </a:extLst>
                    </p:cNvPr>
                    <p:cNvGrpSpPr/>
                    <p:nvPr/>
                  </p:nvGrpSpPr>
                  <p:grpSpPr>
                    <a:xfrm>
                      <a:off x="2970212" y="4724400"/>
                      <a:ext cx="1463040" cy="1463040"/>
                      <a:chOff x="2970212" y="4724400"/>
                      <a:chExt cx="1463040" cy="1463040"/>
                    </a:xfrm>
                  </p:grpSpPr>
                  <p:grpSp>
                    <p:nvGrpSpPr>
                      <p:cNvPr id="323" name="Group 322">
                        <a:extLst>
                          <a:ext uri="{FF2B5EF4-FFF2-40B4-BE49-F238E27FC236}">
                            <a16:creationId xmlns:a16="http://schemas.microsoft.com/office/drawing/2014/main" id="{2455AEB1-56BC-CEBC-665B-2614B79DE65C}"/>
                          </a:ext>
                        </a:extLst>
                      </p:cNvPr>
                      <p:cNvGrpSpPr/>
                      <p:nvPr/>
                    </p:nvGrpSpPr>
                    <p:grpSpPr>
                      <a:xfrm>
                        <a:off x="2970212" y="4724400"/>
                        <a:ext cx="1463040" cy="731520"/>
                        <a:chOff x="2970212" y="4724400"/>
                        <a:chExt cx="1463040" cy="731520"/>
                      </a:xfrm>
                    </p:grpSpPr>
                    <p:grpSp>
                      <p:nvGrpSpPr>
                        <p:cNvPr id="337" name="Group 336">
                          <a:extLst>
                            <a:ext uri="{FF2B5EF4-FFF2-40B4-BE49-F238E27FC236}">
                              <a16:creationId xmlns:a16="http://schemas.microsoft.com/office/drawing/2014/main" id="{2701E8B9-D83E-E01A-23A7-AAC933CFCCB1}"/>
                            </a:ext>
                          </a:extLst>
                        </p:cNvPr>
                        <p:cNvGrpSpPr/>
                        <p:nvPr/>
                      </p:nvGrpSpPr>
                      <p:grpSpPr>
                        <a:xfrm>
                          <a:off x="2970212" y="4724400"/>
                          <a:ext cx="731520" cy="731520"/>
                          <a:chOff x="2970212" y="4724400"/>
                          <a:chExt cx="731520" cy="731520"/>
                        </a:xfrm>
                      </p:grpSpPr>
                      <p:grpSp>
                        <p:nvGrpSpPr>
                          <p:cNvPr id="344" name="Group 343">
                            <a:extLst>
                              <a:ext uri="{FF2B5EF4-FFF2-40B4-BE49-F238E27FC236}">
                                <a16:creationId xmlns:a16="http://schemas.microsoft.com/office/drawing/2014/main" id="{5458F26F-F6A9-690D-1DD5-AEBF39CA03A9}"/>
                              </a:ext>
                            </a:extLst>
                          </p:cNvPr>
                          <p:cNvGrpSpPr/>
                          <p:nvPr/>
                        </p:nvGrpSpPr>
                        <p:grpSpPr>
                          <a:xfrm>
                            <a:off x="2970212" y="4724400"/>
                            <a:ext cx="731520" cy="365760"/>
                            <a:chOff x="2970212" y="4724400"/>
                            <a:chExt cx="731520" cy="365760"/>
                          </a:xfrm>
                        </p:grpSpPr>
                        <p:sp>
                          <p:nvSpPr>
                            <p:cNvPr id="347" name="Rectangle 346">
                              <a:extLst>
                                <a:ext uri="{FF2B5EF4-FFF2-40B4-BE49-F238E27FC236}">
                                  <a16:creationId xmlns:a16="http://schemas.microsoft.com/office/drawing/2014/main" id="{EB02430E-D1ED-67E1-8F5A-65020847896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8" name="Rectangle 347">
                              <a:extLst>
                                <a:ext uri="{FF2B5EF4-FFF2-40B4-BE49-F238E27FC236}">
                                  <a16:creationId xmlns:a16="http://schemas.microsoft.com/office/drawing/2014/main" id="{F6D154C0-AC3C-9F20-02B3-D7F4D91F630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45" name="Rectangle 344">
                            <a:extLst>
                              <a:ext uri="{FF2B5EF4-FFF2-40B4-BE49-F238E27FC236}">
                                <a16:creationId xmlns:a16="http://schemas.microsoft.com/office/drawing/2014/main" id="{0B70A6CC-4B35-0AA0-E8C9-EB22FF46F89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6" name="Rectangle 345">
                            <a:extLst>
                              <a:ext uri="{FF2B5EF4-FFF2-40B4-BE49-F238E27FC236}">
                                <a16:creationId xmlns:a16="http://schemas.microsoft.com/office/drawing/2014/main" id="{756B6BF9-D4BB-D4C2-7F11-CED8E5FF50B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38" name="Group 337">
                          <a:extLst>
                            <a:ext uri="{FF2B5EF4-FFF2-40B4-BE49-F238E27FC236}">
                              <a16:creationId xmlns:a16="http://schemas.microsoft.com/office/drawing/2014/main" id="{1D9A6073-B6CA-B769-1D4E-28A35F9B428C}"/>
                            </a:ext>
                          </a:extLst>
                        </p:cNvPr>
                        <p:cNvGrpSpPr/>
                        <p:nvPr/>
                      </p:nvGrpSpPr>
                      <p:grpSpPr>
                        <a:xfrm>
                          <a:off x="3701732" y="4724400"/>
                          <a:ext cx="731520" cy="731520"/>
                          <a:chOff x="2970212" y="4724400"/>
                          <a:chExt cx="731520" cy="731520"/>
                        </a:xfrm>
                      </p:grpSpPr>
                      <p:grpSp>
                        <p:nvGrpSpPr>
                          <p:cNvPr id="339" name="Group 338">
                            <a:extLst>
                              <a:ext uri="{FF2B5EF4-FFF2-40B4-BE49-F238E27FC236}">
                                <a16:creationId xmlns:a16="http://schemas.microsoft.com/office/drawing/2014/main" id="{A4466672-A05A-3222-6E18-B5BA17A2AA49}"/>
                              </a:ext>
                            </a:extLst>
                          </p:cNvPr>
                          <p:cNvGrpSpPr/>
                          <p:nvPr/>
                        </p:nvGrpSpPr>
                        <p:grpSpPr>
                          <a:xfrm>
                            <a:off x="2970212" y="4724400"/>
                            <a:ext cx="731520" cy="365760"/>
                            <a:chOff x="2970212" y="4724400"/>
                            <a:chExt cx="731520" cy="365760"/>
                          </a:xfrm>
                        </p:grpSpPr>
                        <p:sp>
                          <p:nvSpPr>
                            <p:cNvPr id="342" name="Rectangle 341">
                              <a:extLst>
                                <a:ext uri="{FF2B5EF4-FFF2-40B4-BE49-F238E27FC236}">
                                  <a16:creationId xmlns:a16="http://schemas.microsoft.com/office/drawing/2014/main" id="{A6501194-9B2A-E124-7C59-A6FE53CAD23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3" name="Rectangle 342">
                              <a:extLst>
                                <a:ext uri="{FF2B5EF4-FFF2-40B4-BE49-F238E27FC236}">
                                  <a16:creationId xmlns:a16="http://schemas.microsoft.com/office/drawing/2014/main" id="{CFB1315C-90B4-99BC-BF07-2BFCCA3BC28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40" name="Rectangle 339">
                            <a:extLst>
                              <a:ext uri="{FF2B5EF4-FFF2-40B4-BE49-F238E27FC236}">
                                <a16:creationId xmlns:a16="http://schemas.microsoft.com/office/drawing/2014/main" id="{85516523-061D-EA21-8320-01804C9E638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1" name="Rectangle 340">
                            <a:extLst>
                              <a:ext uri="{FF2B5EF4-FFF2-40B4-BE49-F238E27FC236}">
                                <a16:creationId xmlns:a16="http://schemas.microsoft.com/office/drawing/2014/main" id="{D320154C-8C11-B490-91F5-2D081A1260C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24" name="Group 323">
                        <a:extLst>
                          <a:ext uri="{FF2B5EF4-FFF2-40B4-BE49-F238E27FC236}">
                            <a16:creationId xmlns:a16="http://schemas.microsoft.com/office/drawing/2014/main" id="{A9D98002-DBBB-A9BC-4B62-9C7B8B1FB5A3}"/>
                          </a:ext>
                        </a:extLst>
                      </p:cNvPr>
                      <p:cNvGrpSpPr/>
                      <p:nvPr/>
                    </p:nvGrpSpPr>
                    <p:grpSpPr>
                      <a:xfrm>
                        <a:off x="2970212" y="5455920"/>
                        <a:ext cx="1463040" cy="731520"/>
                        <a:chOff x="2970212" y="4724400"/>
                        <a:chExt cx="1463040" cy="731520"/>
                      </a:xfrm>
                    </p:grpSpPr>
                    <p:grpSp>
                      <p:nvGrpSpPr>
                        <p:cNvPr id="325" name="Group 324">
                          <a:extLst>
                            <a:ext uri="{FF2B5EF4-FFF2-40B4-BE49-F238E27FC236}">
                              <a16:creationId xmlns:a16="http://schemas.microsoft.com/office/drawing/2014/main" id="{BDD5C11D-2433-684C-553A-3E7DBDFA009B}"/>
                            </a:ext>
                          </a:extLst>
                        </p:cNvPr>
                        <p:cNvGrpSpPr/>
                        <p:nvPr/>
                      </p:nvGrpSpPr>
                      <p:grpSpPr>
                        <a:xfrm>
                          <a:off x="2970212" y="4724400"/>
                          <a:ext cx="731520" cy="731520"/>
                          <a:chOff x="2970212" y="4724400"/>
                          <a:chExt cx="731520" cy="731520"/>
                        </a:xfrm>
                      </p:grpSpPr>
                      <p:grpSp>
                        <p:nvGrpSpPr>
                          <p:cNvPr id="332" name="Group 331">
                            <a:extLst>
                              <a:ext uri="{FF2B5EF4-FFF2-40B4-BE49-F238E27FC236}">
                                <a16:creationId xmlns:a16="http://schemas.microsoft.com/office/drawing/2014/main" id="{FFB74A87-85CA-1E84-8D44-1250D1051DF8}"/>
                              </a:ext>
                            </a:extLst>
                          </p:cNvPr>
                          <p:cNvGrpSpPr/>
                          <p:nvPr/>
                        </p:nvGrpSpPr>
                        <p:grpSpPr>
                          <a:xfrm>
                            <a:off x="2970212" y="4724400"/>
                            <a:ext cx="731520" cy="365760"/>
                            <a:chOff x="2970212" y="4724400"/>
                            <a:chExt cx="731520" cy="365760"/>
                          </a:xfrm>
                        </p:grpSpPr>
                        <p:sp>
                          <p:nvSpPr>
                            <p:cNvPr id="335" name="Rectangle 334">
                              <a:extLst>
                                <a:ext uri="{FF2B5EF4-FFF2-40B4-BE49-F238E27FC236}">
                                  <a16:creationId xmlns:a16="http://schemas.microsoft.com/office/drawing/2014/main" id="{8BA4ACA3-FAFF-A371-9DB4-0DA8D29A274D}"/>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6" name="Rectangle 335">
                              <a:extLst>
                                <a:ext uri="{FF2B5EF4-FFF2-40B4-BE49-F238E27FC236}">
                                  <a16:creationId xmlns:a16="http://schemas.microsoft.com/office/drawing/2014/main" id="{311E5514-BEB1-7E94-3DDE-01345309A2F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33" name="Rectangle 332">
                            <a:extLst>
                              <a:ext uri="{FF2B5EF4-FFF2-40B4-BE49-F238E27FC236}">
                                <a16:creationId xmlns:a16="http://schemas.microsoft.com/office/drawing/2014/main" id="{46B6A354-D0F9-EE61-98F1-877D769A536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4" name="Rectangle 333">
                            <a:extLst>
                              <a:ext uri="{FF2B5EF4-FFF2-40B4-BE49-F238E27FC236}">
                                <a16:creationId xmlns:a16="http://schemas.microsoft.com/office/drawing/2014/main" id="{268BAD6F-0701-3DDE-52C5-D681153CD02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26" name="Group 325">
                          <a:extLst>
                            <a:ext uri="{FF2B5EF4-FFF2-40B4-BE49-F238E27FC236}">
                              <a16:creationId xmlns:a16="http://schemas.microsoft.com/office/drawing/2014/main" id="{4278590D-3427-D9F7-7BD3-AE8A551498BD}"/>
                            </a:ext>
                          </a:extLst>
                        </p:cNvPr>
                        <p:cNvGrpSpPr/>
                        <p:nvPr/>
                      </p:nvGrpSpPr>
                      <p:grpSpPr>
                        <a:xfrm>
                          <a:off x="3701732" y="4724400"/>
                          <a:ext cx="731520" cy="731520"/>
                          <a:chOff x="2970212" y="4724400"/>
                          <a:chExt cx="731520" cy="731520"/>
                        </a:xfrm>
                      </p:grpSpPr>
                      <p:grpSp>
                        <p:nvGrpSpPr>
                          <p:cNvPr id="327" name="Group 326">
                            <a:extLst>
                              <a:ext uri="{FF2B5EF4-FFF2-40B4-BE49-F238E27FC236}">
                                <a16:creationId xmlns:a16="http://schemas.microsoft.com/office/drawing/2014/main" id="{3B46B4A4-B20E-27E5-B2CE-DE8869109430}"/>
                              </a:ext>
                            </a:extLst>
                          </p:cNvPr>
                          <p:cNvGrpSpPr/>
                          <p:nvPr/>
                        </p:nvGrpSpPr>
                        <p:grpSpPr>
                          <a:xfrm>
                            <a:off x="2970212" y="4724400"/>
                            <a:ext cx="731520" cy="365760"/>
                            <a:chOff x="2970212" y="4724400"/>
                            <a:chExt cx="731520" cy="365760"/>
                          </a:xfrm>
                        </p:grpSpPr>
                        <p:sp>
                          <p:nvSpPr>
                            <p:cNvPr id="330" name="Rectangle 329">
                              <a:extLst>
                                <a:ext uri="{FF2B5EF4-FFF2-40B4-BE49-F238E27FC236}">
                                  <a16:creationId xmlns:a16="http://schemas.microsoft.com/office/drawing/2014/main" id="{3AB71A41-CFBE-DBC6-D0F3-9EB306DCBC6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1" name="Rectangle 330">
                              <a:extLst>
                                <a:ext uri="{FF2B5EF4-FFF2-40B4-BE49-F238E27FC236}">
                                  <a16:creationId xmlns:a16="http://schemas.microsoft.com/office/drawing/2014/main" id="{BF6689A3-CB33-1991-0E03-707B5BD0AEF3}"/>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28" name="Rectangle 327">
                            <a:extLst>
                              <a:ext uri="{FF2B5EF4-FFF2-40B4-BE49-F238E27FC236}">
                                <a16:creationId xmlns:a16="http://schemas.microsoft.com/office/drawing/2014/main" id="{9529BED3-2D6D-60FB-A624-4C87047B1D1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9" name="Rectangle 328">
                            <a:extLst>
                              <a:ext uri="{FF2B5EF4-FFF2-40B4-BE49-F238E27FC236}">
                                <a16:creationId xmlns:a16="http://schemas.microsoft.com/office/drawing/2014/main" id="{C41BA0B4-1B84-E2E5-13DA-BE2D7F997751}"/>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296" name="Group 295">
                      <a:extLst>
                        <a:ext uri="{FF2B5EF4-FFF2-40B4-BE49-F238E27FC236}">
                          <a16:creationId xmlns:a16="http://schemas.microsoft.com/office/drawing/2014/main" id="{DEEB281F-6698-9259-3FBF-C6B8E3AB9938}"/>
                        </a:ext>
                      </a:extLst>
                    </p:cNvPr>
                    <p:cNvGrpSpPr/>
                    <p:nvPr/>
                  </p:nvGrpSpPr>
                  <p:grpSpPr>
                    <a:xfrm>
                      <a:off x="4433252" y="4724400"/>
                      <a:ext cx="1463040" cy="1463040"/>
                      <a:chOff x="2970212" y="4724400"/>
                      <a:chExt cx="1463040" cy="1463040"/>
                    </a:xfrm>
                  </p:grpSpPr>
                  <p:grpSp>
                    <p:nvGrpSpPr>
                      <p:cNvPr id="297" name="Group 296">
                        <a:extLst>
                          <a:ext uri="{FF2B5EF4-FFF2-40B4-BE49-F238E27FC236}">
                            <a16:creationId xmlns:a16="http://schemas.microsoft.com/office/drawing/2014/main" id="{1411D1E4-12C1-D189-77B9-10103FF5A610}"/>
                          </a:ext>
                        </a:extLst>
                      </p:cNvPr>
                      <p:cNvGrpSpPr/>
                      <p:nvPr/>
                    </p:nvGrpSpPr>
                    <p:grpSpPr>
                      <a:xfrm>
                        <a:off x="2970212" y="4724400"/>
                        <a:ext cx="1463040" cy="731520"/>
                        <a:chOff x="2970212" y="4724400"/>
                        <a:chExt cx="1463040" cy="731520"/>
                      </a:xfrm>
                    </p:grpSpPr>
                    <p:grpSp>
                      <p:nvGrpSpPr>
                        <p:cNvPr id="311" name="Group 310">
                          <a:extLst>
                            <a:ext uri="{FF2B5EF4-FFF2-40B4-BE49-F238E27FC236}">
                              <a16:creationId xmlns:a16="http://schemas.microsoft.com/office/drawing/2014/main" id="{BD770330-CF11-5128-C663-F757922E8482}"/>
                            </a:ext>
                          </a:extLst>
                        </p:cNvPr>
                        <p:cNvGrpSpPr/>
                        <p:nvPr/>
                      </p:nvGrpSpPr>
                      <p:grpSpPr>
                        <a:xfrm>
                          <a:off x="2970212" y="4724400"/>
                          <a:ext cx="731520" cy="731520"/>
                          <a:chOff x="2970212" y="4724400"/>
                          <a:chExt cx="731520" cy="731520"/>
                        </a:xfrm>
                      </p:grpSpPr>
                      <p:grpSp>
                        <p:nvGrpSpPr>
                          <p:cNvPr id="318" name="Group 317">
                            <a:extLst>
                              <a:ext uri="{FF2B5EF4-FFF2-40B4-BE49-F238E27FC236}">
                                <a16:creationId xmlns:a16="http://schemas.microsoft.com/office/drawing/2014/main" id="{1C3E6BFB-DCBF-FECB-1336-B1B1C4270490}"/>
                              </a:ext>
                            </a:extLst>
                          </p:cNvPr>
                          <p:cNvGrpSpPr/>
                          <p:nvPr/>
                        </p:nvGrpSpPr>
                        <p:grpSpPr>
                          <a:xfrm>
                            <a:off x="2970212" y="4724400"/>
                            <a:ext cx="731520" cy="365760"/>
                            <a:chOff x="2970212" y="4724400"/>
                            <a:chExt cx="731520" cy="365760"/>
                          </a:xfrm>
                        </p:grpSpPr>
                        <p:sp>
                          <p:nvSpPr>
                            <p:cNvPr id="321" name="Rectangle 320">
                              <a:extLst>
                                <a:ext uri="{FF2B5EF4-FFF2-40B4-BE49-F238E27FC236}">
                                  <a16:creationId xmlns:a16="http://schemas.microsoft.com/office/drawing/2014/main" id="{681E0BC1-D5B1-5DF4-C193-AC8EB532F39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2" name="Rectangle 321">
                              <a:extLst>
                                <a:ext uri="{FF2B5EF4-FFF2-40B4-BE49-F238E27FC236}">
                                  <a16:creationId xmlns:a16="http://schemas.microsoft.com/office/drawing/2014/main" id="{82F0BD83-AB5D-3A34-C4A5-E25F7EC0ED8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19" name="Rectangle 318">
                            <a:extLst>
                              <a:ext uri="{FF2B5EF4-FFF2-40B4-BE49-F238E27FC236}">
                                <a16:creationId xmlns:a16="http://schemas.microsoft.com/office/drawing/2014/main" id="{475EF8B7-6E21-716B-C1E8-1ACDDA05E13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0" name="Rectangle 319">
                            <a:extLst>
                              <a:ext uri="{FF2B5EF4-FFF2-40B4-BE49-F238E27FC236}">
                                <a16:creationId xmlns:a16="http://schemas.microsoft.com/office/drawing/2014/main" id="{0E20E345-1670-F19D-5806-65F8321E7C87}"/>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12" name="Group 311">
                          <a:extLst>
                            <a:ext uri="{FF2B5EF4-FFF2-40B4-BE49-F238E27FC236}">
                              <a16:creationId xmlns:a16="http://schemas.microsoft.com/office/drawing/2014/main" id="{EEBEB632-2CB1-A8BA-C6E1-A637CE50A8DE}"/>
                            </a:ext>
                          </a:extLst>
                        </p:cNvPr>
                        <p:cNvGrpSpPr/>
                        <p:nvPr/>
                      </p:nvGrpSpPr>
                      <p:grpSpPr>
                        <a:xfrm>
                          <a:off x="3701732" y="4724400"/>
                          <a:ext cx="731520" cy="731520"/>
                          <a:chOff x="2970212" y="4724400"/>
                          <a:chExt cx="731520" cy="731520"/>
                        </a:xfrm>
                      </p:grpSpPr>
                      <p:grpSp>
                        <p:nvGrpSpPr>
                          <p:cNvPr id="313" name="Group 312">
                            <a:extLst>
                              <a:ext uri="{FF2B5EF4-FFF2-40B4-BE49-F238E27FC236}">
                                <a16:creationId xmlns:a16="http://schemas.microsoft.com/office/drawing/2014/main" id="{D2C33FBF-5DA0-AD99-B0FB-5859312EAFA3}"/>
                              </a:ext>
                            </a:extLst>
                          </p:cNvPr>
                          <p:cNvGrpSpPr/>
                          <p:nvPr/>
                        </p:nvGrpSpPr>
                        <p:grpSpPr>
                          <a:xfrm>
                            <a:off x="2970212" y="4724400"/>
                            <a:ext cx="731520" cy="365760"/>
                            <a:chOff x="2970212" y="4724400"/>
                            <a:chExt cx="731520" cy="365760"/>
                          </a:xfrm>
                        </p:grpSpPr>
                        <p:sp>
                          <p:nvSpPr>
                            <p:cNvPr id="316" name="Rectangle 315">
                              <a:extLst>
                                <a:ext uri="{FF2B5EF4-FFF2-40B4-BE49-F238E27FC236}">
                                  <a16:creationId xmlns:a16="http://schemas.microsoft.com/office/drawing/2014/main" id="{A4C11039-B6BB-1D78-973D-30C3F2F4853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7" name="Rectangle 316">
                              <a:extLst>
                                <a:ext uri="{FF2B5EF4-FFF2-40B4-BE49-F238E27FC236}">
                                  <a16:creationId xmlns:a16="http://schemas.microsoft.com/office/drawing/2014/main" id="{E0569F04-CC95-6A4E-6930-2BDF71D1F99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14" name="Rectangle 313">
                            <a:extLst>
                              <a:ext uri="{FF2B5EF4-FFF2-40B4-BE49-F238E27FC236}">
                                <a16:creationId xmlns:a16="http://schemas.microsoft.com/office/drawing/2014/main" id="{6DF28B24-88D1-5ED1-A381-77BCF4D9708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5" name="Rectangle 314">
                            <a:extLst>
                              <a:ext uri="{FF2B5EF4-FFF2-40B4-BE49-F238E27FC236}">
                                <a16:creationId xmlns:a16="http://schemas.microsoft.com/office/drawing/2014/main" id="{0C132725-FB26-40D1-4363-2D60DCC47A62}"/>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98" name="Group 297">
                        <a:extLst>
                          <a:ext uri="{FF2B5EF4-FFF2-40B4-BE49-F238E27FC236}">
                            <a16:creationId xmlns:a16="http://schemas.microsoft.com/office/drawing/2014/main" id="{48264E53-F1DA-9973-CEF8-DE33263BBE0F}"/>
                          </a:ext>
                        </a:extLst>
                      </p:cNvPr>
                      <p:cNvGrpSpPr/>
                      <p:nvPr/>
                    </p:nvGrpSpPr>
                    <p:grpSpPr>
                      <a:xfrm>
                        <a:off x="2970212" y="5455920"/>
                        <a:ext cx="1463040" cy="731520"/>
                        <a:chOff x="2970212" y="4724400"/>
                        <a:chExt cx="1463040" cy="731520"/>
                      </a:xfrm>
                    </p:grpSpPr>
                    <p:grpSp>
                      <p:nvGrpSpPr>
                        <p:cNvPr id="299" name="Group 298">
                          <a:extLst>
                            <a:ext uri="{FF2B5EF4-FFF2-40B4-BE49-F238E27FC236}">
                              <a16:creationId xmlns:a16="http://schemas.microsoft.com/office/drawing/2014/main" id="{ED41ABCF-792A-862A-5726-5A7B9F5F6E64}"/>
                            </a:ext>
                          </a:extLst>
                        </p:cNvPr>
                        <p:cNvGrpSpPr/>
                        <p:nvPr/>
                      </p:nvGrpSpPr>
                      <p:grpSpPr>
                        <a:xfrm>
                          <a:off x="2970212" y="4724400"/>
                          <a:ext cx="731520" cy="731520"/>
                          <a:chOff x="2970212" y="4724400"/>
                          <a:chExt cx="731520" cy="731520"/>
                        </a:xfrm>
                      </p:grpSpPr>
                      <p:grpSp>
                        <p:nvGrpSpPr>
                          <p:cNvPr id="306" name="Group 305">
                            <a:extLst>
                              <a:ext uri="{FF2B5EF4-FFF2-40B4-BE49-F238E27FC236}">
                                <a16:creationId xmlns:a16="http://schemas.microsoft.com/office/drawing/2014/main" id="{1AD52840-8332-36FC-0F0E-1597509FF1B6}"/>
                              </a:ext>
                            </a:extLst>
                          </p:cNvPr>
                          <p:cNvGrpSpPr/>
                          <p:nvPr/>
                        </p:nvGrpSpPr>
                        <p:grpSpPr>
                          <a:xfrm>
                            <a:off x="2970212" y="4724400"/>
                            <a:ext cx="731520" cy="365760"/>
                            <a:chOff x="2970212" y="4724400"/>
                            <a:chExt cx="731520" cy="365760"/>
                          </a:xfrm>
                        </p:grpSpPr>
                        <p:sp>
                          <p:nvSpPr>
                            <p:cNvPr id="309" name="Rectangle 308">
                              <a:extLst>
                                <a:ext uri="{FF2B5EF4-FFF2-40B4-BE49-F238E27FC236}">
                                  <a16:creationId xmlns:a16="http://schemas.microsoft.com/office/drawing/2014/main" id="{14D55F2C-4E81-96B4-6F55-6E311A5189B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0" name="Rectangle 309">
                              <a:extLst>
                                <a:ext uri="{FF2B5EF4-FFF2-40B4-BE49-F238E27FC236}">
                                  <a16:creationId xmlns:a16="http://schemas.microsoft.com/office/drawing/2014/main" id="{01F9F6C4-FC46-E227-3944-4CBDA809535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07" name="Rectangle 306">
                            <a:extLst>
                              <a:ext uri="{FF2B5EF4-FFF2-40B4-BE49-F238E27FC236}">
                                <a16:creationId xmlns:a16="http://schemas.microsoft.com/office/drawing/2014/main" id="{854F6AF1-7E81-B774-95AA-C5ECEDAF9DC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8" name="Rectangle 307">
                            <a:extLst>
                              <a:ext uri="{FF2B5EF4-FFF2-40B4-BE49-F238E27FC236}">
                                <a16:creationId xmlns:a16="http://schemas.microsoft.com/office/drawing/2014/main" id="{1F63942F-61D2-DB9C-F0DD-087CF5B56F2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00" name="Group 299">
                          <a:extLst>
                            <a:ext uri="{FF2B5EF4-FFF2-40B4-BE49-F238E27FC236}">
                              <a16:creationId xmlns:a16="http://schemas.microsoft.com/office/drawing/2014/main" id="{4CFE56AF-B608-3A45-E5A6-E401BC7EB744}"/>
                            </a:ext>
                          </a:extLst>
                        </p:cNvPr>
                        <p:cNvGrpSpPr/>
                        <p:nvPr/>
                      </p:nvGrpSpPr>
                      <p:grpSpPr>
                        <a:xfrm>
                          <a:off x="3701732" y="4724400"/>
                          <a:ext cx="731520" cy="731520"/>
                          <a:chOff x="2970212" y="4724400"/>
                          <a:chExt cx="731520" cy="731520"/>
                        </a:xfrm>
                      </p:grpSpPr>
                      <p:grpSp>
                        <p:nvGrpSpPr>
                          <p:cNvPr id="301" name="Group 300">
                            <a:extLst>
                              <a:ext uri="{FF2B5EF4-FFF2-40B4-BE49-F238E27FC236}">
                                <a16:creationId xmlns:a16="http://schemas.microsoft.com/office/drawing/2014/main" id="{DB8E16CF-635D-B96E-5C5B-92F10C826203}"/>
                              </a:ext>
                            </a:extLst>
                          </p:cNvPr>
                          <p:cNvGrpSpPr/>
                          <p:nvPr/>
                        </p:nvGrpSpPr>
                        <p:grpSpPr>
                          <a:xfrm>
                            <a:off x="2970212" y="4724400"/>
                            <a:ext cx="731520" cy="365760"/>
                            <a:chOff x="2970212" y="4724400"/>
                            <a:chExt cx="731520" cy="365760"/>
                          </a:xfrm>
                        </p:grpSpPr>
                        <p:sp>
                          <p:nvSpPr>
                            <p:cNvPr id="304" name="Rectangle 303">
                              <a:extLst>
                                <a:ext uri="{FF2B5EF4-FFF2-40B4-BE49-F238E27FC236}">
                                  <a16:creationId xmlns:a16="http://schemas.microsoft.com/office/drawing/2014/main" id="{C07C0057-0255-DFAD-0A86-9DC63797B38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5" name="Rectangle 304">
                              <a:extLst>
                                <a:ext uri="{FF2B5EF4-FFF2-40B4-BE49-F238E27FC236}">
                                  <a16:creationId xmlns:a16="http://schemas.microsoft.com/office/drawing/2014/main" id="{6A65D2B8-7E4D-64B6-4A84-5B00541736C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02" name="Rectangle 301">
                            <a:extLst>
                              <a:ext uri="{FF2B5EF4-FFF2-40B4-BE49-F238E27FC236}">
                                <a16:creationId xmlns:a16="http://schemas.microsoft.com/office/drawing/2014/main" id="{AEBE97B2-6C3D-DA20-AF5B-0A93B4C8301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3" name="Rectangle 302">
                            <a:extLst>
                              <a:ext uri="{FF2B5EF4-FFF2-40B4-BE49-F238E27FC236}">
                                <a16:creationId xmlns:a16="http://schemas.microsoft.com/office/drawing/2014/main" id="{13C9DF93-7235-F0D8-A785-1B07686747D3}"/>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cxnSp>
            <p:nvCxnSpPr>
              <p:cNvPr id="405" name="Straight Connector 404">
                <a:extLst>
                  <a:ext uri="{FF2B5EF4-FFF2-40B4-BE49-F238E27FC236}">
                    <a16:creationId xmlns:a16="http://schemas.microsoft.com/office/drawing/2014/main" id="{1272C31A-973A-2F6C-E70D-4AD2E8448450}"/>
                  </a:ext>
                </a:extLst>
              </p:cNvPr>
              <p:cNvCxnSpPr>
                <a:cxnSpLocks/>
              </p:cNvCxnSpPr>
              <p:nvPr/>
            </p:nvCxnSpPr>
            <p:spPr>
              <a:xfrm flipV="1">
                <a:off x="2132012" y="4572000"/>
                <a:ext cx="8778240" cy="15240"/>
              </a:xfrm>
              <a:prstGeom prst="line">
                <a:avLst/>
              </a:prstGeom>
            </p:spPr>
            <p:style>
              <a:lnRef idx="3">
                <a:schemeClr val="dk1"/>
              </a:lnRef>
              <a:fillRef idx="0">
                <a:schemeClr val="dk1"/>
              </a:fillRef>
              <a:effectRef idx="2">
                <a:schemeClr val="dk1"/>
              </a:effectRef>
              <a:fontRef idx="minor">
                <a:schemeClr val="tx1"/>
              </a:fontRef>
            </p:style>
          </p:cxnSp>
          <p:cxnSp>
            <p:nvCxnSpPr>
              <p:cNvPr id="409" name="Straight Connector 408">
                <a:extLst>
                  <a:ext uri="{FF2B5EF4-FFF2-40B4-BE49-F238E27FC236}">
                    <a16:creationId xmlns:a16="http://schemas.microsoft.com/office/drawing/2014/main" id="{210A4E37-53AA-A2F6-D12A-5B8A3E602D9C}"/>
                  </a:ext>
                </a:extLst>
              </p:cNvPr>
              <p:cNvCxnSpPr/>
              <p:nvPr/>
            </p:nvCxnSpPr>
            <p:spPr>
              <a:xfrm>
                <a:off x="6537011" y="3124200"/>
                <a:ext cx="0" cy="2971800"/>
              </a:xfrm>
              <a:prstGeom prst="line">
                <a:avLst/>
              </a:prstGeom>
            </p:spPr>
            <p:style>
              <a:lnRef idx="3">
                <a:schemeClr val="dk1"/>
              </a:lnRef>
              <a:fillRef idx="0">
                <a:schemeClr val="dk1"/>
              </a:fillRef>
              <a:effectRef idx="2">
                <a:schemeClr val="dk1"/>
              </a:effectRef>
              <a:fontRef idx="minor">
                <a:schemeClr val="tx1"/>
              </a:fontRef>
            </p:style>
          </p:cxnSp>
        </p:grpSp>
        <p:sp>
          <p:nvSpPr>
            <p:cNvPr id="2" name="TextBox 1">
              <a:extLst>
                <a:ext uri="{FF2B5EF4-FFF2-40B4-BE49-F238E27FC236}">
                  <a16:creationId xmlns:a16="http://schemas.microsoft.com/office/drawing/2014/main" id="{BEC2A244-326D-1AE4-C330-AB3583817238}"/>
                </a:ext>
              </a:extLst>
            </p:cNvPr>
            <p:cNvSpPr txBox="1"/>
            <p:nvPr/>
          </p:nvSpPr>
          <p:spPr>
            <a:xfrm>
              <a:off x="2055813" y="3240009"/>
              <a:ext cx="8778238" cy="369332"/>
            </a:xfrm>
            <a:prstGeom prst="rect">
              <a:avLst/>
            </a:prstGeom>
            <a:noFill/>
          </p:spPr>
          <p:txBody>
            <a:bodyPr wrap="square" rtlCol="0">
              <a:spAutoFit/>
            </a:bodyPr>
            <a:lstStyle/>
            <a:p>
              <a:pPr algn="ctr"/>
              <a:r>
                <a:rPr lang="en-US" dirty="0">
                  <a:solidFill>
                    <a:schemeClr val="bg1"/>
                  </a:solidFill>
                  <a:latin typeface="Consolas" panose="020B0609020204030204" pitchFamily="49" charset="0"/>
                </a:rPr>
                <a:t>-9 -8 -7 -6 -5 -4 -3 -2 -1 0 +1 +2 +3 +4 +5 +6 +7 +8 +9</a:t>
              </a:r>
            </a:p>
          </p:txBody>
        </p:sp>
        <p:sp>
          <p:nvSpPr>
            <p:cNvPr id="3" name="TextBox 2">
              <a:extLst>
                <a:ext uri="{FF2B5EF4-FFF2-40B4-BE49-F238E27FC236}">
                  <a16:creationId xmlns:a16="http://schemas.microsoft.com/office/drawing/2014/main" id="{A76A89A7-7886-E351-1396-C566B9EFA6DF}"/>
                </a:ext>
              </a:extLst>
            </p:cNvPr>
            <p:cNvSpPr txBox="1"/>
            <p:nvPr/>
          </p:nvSpPr>
          <p:spPr>
            <a:xfrm>
              <a:off x="1516718" y="3412480"/>
              <a:ext cx="527036" cy="3416320"/>
            </a:xfrm>
            <a:prstGeom prst="rect">
              <a:avLst/>
            </a:prstGeom>
            <a:noFill/>
          </p:spPr>
          <p:txBody>
            <a:bodyPr wrap="square" rtlCol="0">
              <a:spAutoFit/>
            </a:bodyPr>
            <a:lstStyle/>
            <a:p>
              <a:pPr algn="r"/>
              <a:r>
                <a:rPr lang="en-US" sz="2400" dirty="0">
                  <a:solidFill>
                    <a:schemeClr val="bg1"/>
                  </a:solidFill>
                  <a:latin typeface="Consolas" panose="020B0609020204030204" pitchFamily="49" charset="0"/>
                </a:rPr>
                <a:t>+4</a:t>
              </a:r>
            </a:p>
            <a:p>
              <a:pPr algn="r"/>
              <a:r>
                <a:rPr lang="en-US" sz="2400" dirty="0">
                  <a:solidFill>
                    <a:schemeClr val="bg1"/>
                  </a:solidFill>
                  <a:latin typeface="Consolas" panose="020B0609020204030204" pitchFamily="49" charset="0"/>
                </a:rPr>
                <a:t>+3</a:t>
              </a:r>
            </a:p>
            <a:p>
              <a:pPr algn="r"/>
              <a:r>
                <a:rPr lang="en-US" sz="2400" dirty="0">
                  <a:solidFill>
                    <a:schemeClr val="bg1"/>
                  </a:solidFill>
                  <a:latin typeface="Consolas" panose="020B0609020204030204" pitchFamily="49" charset="0"/>
                </a:rPr>
                <a:t>+2</a:t>
              </a:r>
            </a:p>
            <a:p>
              <a:pPr algn="r"/>
              <a:r>
                <a:rPr lang="en-US" sz="2400" dirty="0">
                  <a:solidFill>
                    <a:schemeClr val="bg1"/>
                  </a:solidFill>
                  <a:latin typeface="Consolas" panose="020B0609020204030204" pitchFamily="49" charset="0"/>
                </a:rPr>
                <a:t>+1</a:t>
              </a:r>
            </a:p>
            <a:p>
              <a:pPr algn="r"/>
              <a:r>
                <a:rPr lang="en-US" sz="2400" dirty="0">
                  <a:solidFill>
                    <a:schemeClr val="bg1"/>
                  </a:solidFill>
                  <a:latin typeface="Consolas" panose="020B0609020204030204" pitchFamily="49" charset="0"/>
                </a:rPr>
                <a:t>0</a:t>
              </a:r>
            </a:p>
            <a:p>
              <a:pPr algn="r"/>
              <a:r>
                <a:rPr lang="en-US" sz="2400" dirty="0">
                  <a:solidFill>
                    <a:schemeClr val="bg1"/>
                  </a:solidFill>
                  <a:latin typeface="Consolas" panose="020B0609020204030204" pitchFamily="49" charset="0"/>
                </a:rPr>
                <a:t>-1</a:t>
              </a:r>
            </a:p>
            <a:p>
              <a:pPr algn="r"/>
              <a:r>
                <a:rPr lang="en-US" sz="2400" dirty="0">
                  <a:solidFill>
                    <a:schemeClr val="bg1"/>
                  </a:solidFill>
                  <a:latin typeface="Consolas" panose="020B0609020204030204" pitchFamily="49" charset="0"/>
                </a:rPr>
                <a:t>-2</a:t>
              </a:r>
            </a:p>
            <a:p>
              <a:pPr algn="r"/>
              <a:r>
                <a:rPr lang="en-US" sz="2400" dirty="0">
                  <a:solidFill>
                    <a:schemeClr val="bg1"/>
                  </a:solidFill>
                  <a:latin typeface="Consolas" panose="020B0609020204030204" pitchFamily="49" charset="0"/>
                </a:rPr>
                <a:t>-3</a:t>
              </a:r>
            </a:p>
            <a:p>
              <a:pPr algn="r"/>
              <a:r>
                <a:rPr lang="en-US" sz="2400" dirty="0">
                  <a:solidFill>
                    <a:schemeClr val="bg1"/>
                  </a:solidFill>
                  <a:latin typeface="Consolas" panose="020B0609020204030204" pitchFamily="49" charset="0"/>
                </a:rPr>
                <a:t>-4</a:t>
              </a:r>
            </a:p>
          </p:txBody>
        </p:sp>
      </p:grpSp>
      <p:sp>
        <p:nvSpPr>
          <p:cNvPr id="13" name="Oval 12">
            <a:extLst>
              <a:ext uri="{FF2B5EF4-FFF2-40B4-BE49-F238E27FC236}">
                <a16:creationId xmlns:a16="http://schemas.microsoft.com/office/drawing/2014/main" id="{11B999EA-092B-AEB6-6894-0A248B582420}"/>
              </a:ext>
            </a:extLst>
          </p:cNvPr>
          <p:cNvSpPr/>
          <p:nvPr/>
        </p:nvSpPr>
        <p:spPr>
          <a:xfrm>
            <a:off x="3447125" y="3942450"/>
            <a:ext cx="146706" cy="152400"/>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FFA554F2-FF69-6473-E93F-FFB8F52C7C37}"/>
              </a:ext>
            </a:extLst>
          </p:cNvPr>
          <p:cNvSpPr/>
          <p:nvPr/>
        </p:nvSpPr>
        <p:spPr>
          <a:xfrm>
            <a:off x="3795379" y="4297680"/>
            <a:ext cx="146706" cy="152400"/>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83505891-9FA4-70F7-C029-233BD6271407}"/>
              </a:ext>
            </a:extLst>
          </p:cNvPr>
          <p:cNvSpPr/>
          <p:nvPr/>
        </p:nvSpPr>
        <p:spPr>
          <a:xfrm>
            <a:off x="3437559" y="4638321"/>
            <a:ext cx="146706" cy="152400"/>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425EEC59-B2C3-34E5-E133-7AA937647DCB}"/>
              </a:ext>
            </a:extLst>
          </p:cNvPr>
          <p:cNvSpPr/>
          <p:nvPr/>
        </p:nvSpPr>
        <p:spPr>
          <a:xfrm>
            <a:off x="4184958" y="4678680"/>
            <a:ext cx="146706" cy="152400"/>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E8E1DC5F-2A5D-10D2-A6EA-E30A89998275}"/>
              </a:ext>
            </a:extLst>
          </p:cNvPr>
          <p:cNvSpPr/>
          <p:nvPr/>
        </p:nvSpPr>
        <p:spPr>
          <a:xfrm>
            <a:off x="4916479" y="4312920"/>
            <a:ext cx="146706" cy="152400"/>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2BB46887-A768-F435-A986-314297281E87}"/>
              </a:ext>
            </a:extLst>
          </p:cNvPr>
          <p:cNvSpPr/>
          <p:nvPr/>
        </p:nvSpPr>
        <p:spPr>
          <a:xfrm>
            <a:off x="3791261" y="5059680"/>
            <a:ext cx="146706" cy="152400"/>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Oval 125">
            <a:extLst>
              <a:ext uri="{FF2B5EF4-FFF2-40B4-BE49-F238E27FC236}">
                <a16:creationId xmlns:a16="http://schemas.microsoft.com/office/drawing/2014/main" id="{CBAE51F6-41E3-B9A9-56EE-B1E0879625D0}"/>
              </a:ext>
            </a:extLst>
          </p:cNvPr>
          <p:cNvSpPr/>
          <p:nvPr/>
        </p:nvSpPr>
        <p:spPr>
          <a:xfrm>
            <a:off x="4546246" y="3975101"/>
            <a:ext cx="146706" cy="152400"/>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Oval 126">
            <a:extLst>
              <a:ext uri="{FF2B5EF4-FFF2-40B4-BE49-F238E27FC236}">
                <a16:creationId xmlns:a16="http://schemas.microsoft.com/office/drawing/2014/main" id="{4994ECB4-C033-F70E-76B5-DA3B45BE96C4}"/>
              </a:ext>
            </a:extLst>
          </p:cNvPr>
          <p:cNvSpPr/>
          <p:nvPr/>
        </p:nvSpPr>
        <p:spPr>
          <a:xfrm>
            <a:off x="3447125" y="5435319"/>
            <a:ext cx="146706" cy="152400"/>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 127">
            <a:extLst>
              <a:ext uri="{FF2B5EF4-FFF2-40B4-BE49-F238E27FC236}">
                <a16:creationId xmlns:a16="http://schemas.microsoft.com/office/drawing/2014/main" id="{8780DFB5-B19E-8E25-137C-F0FC1DFD0046}"/>
              </a:ext>
            </a:extLst>
          </p:cNvPr>
          <p:cNvSpPr/>
          <p:nvPr/>
        </p:nvSpPr>
        <p:spPr>
          <a:xfrm>
            <a:off x="6012095" y="4678680"/>
            <a:ext cx="146706" cy="152400"/>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a:extLst>
              <a:ext uri="{FF2B5EF4-FFF2-40B4-BE49-F238E27FC236}">
                <a16:creationId xmlns:a16="http://schemas.microsoft.com/office/drawing/2014/main" id="{D142F0E0-D70E-473F-D00D-9CF247A528BD}"/>
              </a:ext>
            </a:extLst>
          </p:cNvPr>
          <p:cNvSpPr/>
          <p:nvPr/>
        </p:nvSpPr>
        <p:spPr>
          <a:xfrm>
            <a:off x="5652117" y="5036820"/>
            <a:ext cx="146706" cy="152400"/>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a:extLst>
              <a:ext uri="{FF2B5EF4-FFF2-40B4-BE49-F238E27FC236}">
                <a16:creationId xmlns:a16="http://schemas.microsoft.com/office/drawing/2014/main" id="{3760C61A-1BDF-6FFA-3113-E34F682E34C2}"/>
              </a:ext>
            </a:extLst>
          </p:cNvPr>
          <p:cNvSpPr/>
          <p:nvPr/>
        </p:nvSpPr>
        <p:spPr>
          <a:xfrm>
            <a:off x="7111039" y="5775960"/>
            <a:ext cx="146706" cy="152400"/>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a:extLst>
              <a:ext uri="{FF2B5EF4-FFF2-40B4-BE49-F238E27FC236}">
                <a16:creationId xmlns:a16="http://schemas.microsoft.com/office/drawing/2014/main" id="{198630FC-0E38-E284-0623-A1621E0F47D8}"/>
              </a:ext>
            </a:extLst>
          </p:cNvPr>
          <p:cNvSpPr/>
          <p:nvPr/>
        </p:nvSpPr>
        <p:spPr>
          <a:xfrm>
            <a:off x="7484738" y="4678680"/>
            <a:ext cx="146706" cy="152400"/>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a:extLst>
              <a:ext uri="{FF2B5EF4-FFF2-40B4-BE49-F238E27FC236}">
                <a16:creationId xmlns:a16="http://schemas.microsoft.com/office/drawing/2014/main" id="{7B08E8A7-CBDD-0246-7333-5C46A02E5536}"/>
              </a:ext>
            </a:extLst>
          </p:cNvPr>
          <p:cNvSpPr/>
          <p:nvPr/>
        </p:nvSpPr>
        <p:spPr>
          <a:xfrm>
            <a:off x="5266359" y="5766004"/>
            <a:ext cx="146706" cy="152400"/>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a:extLst>
              <a:ext uri="{FF2B5EF4-FFF2-40B4-BE49-F238E27FC236}">
                <a16:creationId xmlns:a16="http://schemas.microsoft.com/office/drawing/2014/main" id="{1902BDCE-ED58-E93C-63EC-A2D88F276916}"/>
              </a:ext>
            </a:extLst>
          </p:cNvPr>
          <p:cNvSpPr/>
          <p:nvPr/>
        </p:nvSpPr>
        <p:spPr>
          <a:xfrm>
            <a:off x="7826679" y="3947160"/>
            <a:ext cx="146706" cy="152400"/>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Oval 134">
            <a:extLst>
              <a:ext uri="{FF2B5EF4-FFF2-40B4-BE49-F238E27FC236}">
                <a16:creationId xmlns:a16="http://schemas.microsoft.com/office/drawing/2014/main" id="{ADC15E99-4053-32BD-5F74-BD7198A49A0E}"/>
              </a:ext>
            </a:extLst>
          </p:cNvPr>
          <p:cNvSpPr/>
          <p:nvPr/>
        </p:nvSpPr>
        <p:spPr>
          <a:xfrm>
            <a:off x="6379519" y="5400014"/>
            <a:ext cx="146706" cy="152400"/>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a:extLst>
              <a:ext uri="{FF2B5EF4-FFF2-40B4-BE49-F238E27FC236}">
                <a16:creationId xmlns:a16="http://schemas.microsoft.com/office/drawing/2014/main" id="{BEA8190E-D6F8-1E40-3C9A-FAD03241ADF9}"/>
              </a:ext>
            </a:extLst>
          </p:cNvPr>
          <p:cNvSpPr/>
          <p:nvPr/>
        </p:nvSpPr>
        <p:spPr>
          <a:xfrm>
            <a:off x="5997879" y="6141720"/>
            <a:ext cx="146706" cy="152400"/>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Oval 136">
            <a:extLst>
              <a:ext uri="{FF2B5EF4-FFF2-40B4-BE49-F238E27FC236}">
                <a16:creationId xmlns:a16="http://schemas.microsoft.com/office/drawing/2014/main" id="{ABD98D12-1397-C005-D3A0-78FC46FFC28E}"/>
              </a:ext>
            </a:extLst>
          </p:cNvPr>
          <p:cNvSpPr/>
          <p:nvPr/>
        </p:nvSpPr>
        <p:spPr>
          <a:xfrm>
            <a:off x="8216258" y="4352590"/>
            <a:ext cx="146706" cy="152400"/>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Oval 137">
            <a:extLst>
              <a:ext uri="{FF2B5EF4-FFF2-40B4-BE49-F238E27FC236}">
                <a16:creationId xmlns:a16="http://schemas.microsoft.com/office/drawing/2014/main" id="{98E50861-4EF2-6A55-ED59-A66FEF216A59}"/>
              </a:ext>
            </a:extLst>
          </p:cNvPr>
          <p:cNvSpPr/>
          <p:nvPr/>
        </p:nvSpPr>
        <p:spPr>
          <a:xfrm>
            <a:off x="8200379" y="5412344"/>
            <a:ext cx="146706" cy="152400"/>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Oval 138">
            <a:extLst>
              <a:ext uri="{FF2B5EF4-FFF2-40B4-BE49-F238E27FC236}">
                <a16:creationId xmlns:a16="http://schemas.microsoft.com/office/drawing/2014/main" id="{EB0D3967-1FAB-FBBD-E5BC-40572AEB9C98}"/>
              </a:ext>
            </a:extLst>
          </p:cNvPr>
          <p:cNvSpPr/>
          <p:nvPr/>
        </p:nvSpPr>
        <p:spPr>
          <a:xfrm>
            <a:off x="7842558" y="6139040"/>
            <a:ext cx="146706" cy="152400"/>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Oval 139">
            <a:extLst>
              <a:ext uri="{FF2B5EF4-FFF2-40B4-BE49-F238E27FC236}">
                <a16:creationId xmlns:a16="http://schemas.microsoft.com/office/drawing/2014/main" id="{37016424-101C-DFEF-ECF8-6EB6C0B50925}"/>
              </a:ext>
            </a:extLst>
          </p:cNvPr>
          <p:cNvSpPr/>
          <p:nvPr/>
        </p:nvSpPr>
        <p:spPr>
          <a:xfrm>
            <a:off x="8931899" y="5044440"/>
            <a:ext cx="146706" cy="152400"/>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2" name="Straight Connector 141">
            <a:extLst>
              <a:ext uri="{FF2B5EF4-FFF2-40B4-BE49-F238E27FC236}">
                <a16:creationId xmlns:a16="http://schemas.microsoft.com/office/drawing/2014/main" id="{634BE52B-04CC-9774-E3EC-754ED1389310}"/>
              </a:ext>
            </a:extLst>
          </p:cNvPr>
          <p:cNvCxnSpPr/>
          <p:nvPr/>
        </p:nvCxnSpPr>
        <p:spPr>
          <a:xfrm flipH="1">
            <a:off x="3153092" y="3657600"/>
            <a:ext cx="2926080" cy="2926080"/>
          </a:xfrm>
          <a:prstGeom prst="line">
            <a:avLst/>
          </a:prstGeom>
          <a:ln w="76200">
            <a:prstDash val="sysDot"/>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992571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42"/>
                                        </p:tgtEl>
                                        <p:attrNameLst>
                                          <p:attrName>style.visibility</p:attrName>
                                        </p:attrNameLst>
                                      </p:cBhvr>
                                      <p:to>
                                        <p:strVal val="visible"/>
                                      </p:to>
                                    </p:set>
                                    <p:animEffect transition="in" filter="randombar(horizontal)">
                                      <p:cBhvr>
                                        <p:cTn id="7" dur="500"/>
                                        <p:tgtEl>
                                          <p:spTgt spid="1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Algorithm</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10087601" cy="1676400"/>
          </a:xfrm>
        </p:spPr>
        <p:txBody>
          <a:bodyPr>
            <a:normAutofit/>
          </a:bodyPr>
          <a:lstStyle/>
          <a:p>
            <a:pPr marL="0" indent="0">
              <a:buNone/>
            </a:pPr>
            <a:r>
              <a:rPr lang="en-US" b="0" dirty="0">
                <a:latin typeface="Cambria Math" panose="02040503050406030204" pitchFamily="18" charset="0"/>
                <a:cs typeface="Arial" panose="020B0604020202020204" pitchFamily="34" charset="0"/>
              </a:rPr>
              <a:t>In practice, data sets are not always </a:t>
            </a:r>
            <a:r>
              <a:rPr lang="en-US" b="1" i="1" dirty="0">
                <a:latin typeface="Cambria Math" panose="02040503050406030204" pitchFamily="18" charset="0"/>
                <a:cs typeface="Arial" panose="020B0604020202020204" pitchFamily="34" charset="0"/>
              </a:rPr>
              <a:t>linear-separable</a:t>
            </a:r>
            <a:r>
              <a:rPr lang="en-US" i="1" dirty="0">
                <a:latin typeface="Cambria Math" panose="02040503050406030204" pitchFamily="18" charset="0"/>
                <a:cs typeface="Arial" panose="020B0604020202020204" pitchFamily="34" charset="0"/>
              </a:rPr>
              <a:t>. </a:t>
            </a:r>
            <a:r>
              <a:rPr lang="en-US" dirty="0">
                <a:latin typeface="Cambria Math" panose="02040503050406030204" pitchFamily="18" charset="0"/>
                <a:cs typeface="Arial" panose="020B0604020202020204" pitchFamily="34" charset="0"/>
              </a:rPr>
              <a:t>In this case, the purpose is to find a hyper-plane that minimizes or maximizes one of the metrics (FPR, ACC, </a:t>
            </a:r>
            <a:r>
              <a:rPr lang="en-US" dirty="0" err="1">
                <a:latin typeface="Cambria Math" panose="02040503050406030204" pitchFamily="18" charset="0"/>
                <a:cs typeface="Arial" panose="020B0604020202020204" pitchFamily="34" charset="0"/>
              </a:rPr>
              <a:t>etc</a:t>
            </a:r>
            <a:r>
              <a:rPr lang="en-US" dirty="0">
                <a:latin typeface="Cambria Math" panose="02040503050406030204" pitchFamily="18" charset="0"/>
                <a:cs typeface="Arial" panose="020B0604020202020204" pitchFamily="34" charset="0"/>
              </a:rPr>
              <a:t>).</a:t>
            </a:r>
            <a:endParaRPr lang="en-US" b="0" dirty="0">
              <a:latin typeface="Cambria Math" panose="02040503050406030204" pitchFamily="18" charset="0"/>
              <a:cs typeface="Arial" panose="020B0604020202020204" pitchFamily="34" charset="0"/>
            </a:endParaRPr>
          </a:p>
        </p:txBody>
      </p:sp>
      <p:grpSp>
        <p:nvGrpSpPr>
          <p:cNvPr id="7" name="Group 6">
            <a:extLst>
              <a:ext uri="{FF2B5EF4-FFF2-40B4-BE49-F238E27FC236}">
                <a16:creationId xmlns:a16="http://schemas.microsoft.com/office/drawing/2014/main" id="{42B32645-CD4E-18D8-DF6F-45FC0DF5D1D8}"/>
              </a:ext>
            </a:extLst>
          </p:cNvPr>
          <p:cNvGrpSpPr/>
          <p:nvPr/>
        </p:nvGrpSpPr>
        <p:grpSpPr>
          <a:xfrm>
            <a:off x="1516718" y="3240009"/>
            <a:ext cx="9317334" cy="3588791"/>
            <a:chOff x="1516718" y="3240009"/>
            <a:chExt cx="9317334" cy="3588791"/>
          </a:xfrm>
        </p:grpSpPr>
        <p:grpSp>
          <p:nvGrpSpPr>
            <p:cNvPr id="410" name="Group 409">
              <a:extLst>
                <a:ext uri="{FF2B5EF4-FFF2-40B4-BE49-F238E27FC236}">
                  <a16:creationId xmlns:a16="http://schemas.microsoft.com/office/drawing/2014/main" id="{88B3EBF7-C9A2-D9F2-3358-428A949F3CD4}"/>
                </a:ext>
              </a:extLst>
            </p:cNvPr>
            <p:cNvGrpSpPr/>
            <p:nvPr/>
          </p:nvGrpSpPr>
          <p:grpSpPr>
            <a:xfrm>
              <a:off x="2055812" y="3657600"/>
              <a:ext cx="8778240" cy="2971800"/>
              <a:chOff x="2132012" y="3124200"/>
              <a:chExt cx="8778240" cy="2971800"/>
            </a:xfrm>
          </p:grpSpPr>
          <p:grpSp>
            <p:nvGrpSpPr>
              <p:cNvPr id="403" name="Group 402">
                <a:extLst>
                  <a:ext uri="{FF2B5EF4-FFF2-40B4-BE49-F238E27FC236}">
                    <a16:creationId xmlns:a16="http://schemas.microsoft.com/office/drawing/2014/main" id="{17AB6608-F51E-D44B-5D04-5ADBEFBA3C28}"/>
                  </a:ext>
                </a:extLst>
              </p:cNvPr>
              <p:cNvGrpSpPr/>
              <p:nvPr/>
            </p:nvGrpSpPr>
            <p:grpSpPr>
              <a:xfrm>
                <a:off x="2132012" y="3124200"/>
                <a:ext cx="8778240" cy="2926080"/>
                <a:chOff x="2132012" y="3124200"/>
                <a:chExt cx="8778240" cy="2926080"/>
              </a:xfrm>
            </p:grpSpPr>
            <p:grpSp>
              <p:nvGrpSpPr>
                <p:cNvPr id="125" name="Group 124">
                  <a:extLst>
                    <a:ext uri="{FF2B5EF4-FFF2-40B4-BE49-F238E27FC236}">
                      <a16:creationId xmlns:a16="http://schemas.microsoft.com/office/drawing/2014/main" id="{9CBAC667-CF1B-92BF-8137-C3B66C320A63}"/>
                    </a:ext>
                  </a:extLst>
                </p:cNvPr>
                <p:cNvGrpSpPr/>
                <p:nvPr/>
              </p:nvGrpSpPr>
              <p:grpSpPr>
                <a:xfrm>
                  <a:off x="2132012" y="3124200"/>
                  <a:ext cx="2926080" cy="2926080"/>
                  <a:chOff x="2132012" y="3124200"/>
                  <a:chExt cx="2926080" cy="2926080"/>
                </a:xfrm>
              </p:grpSpPr>
              <p:grpSp>
                <p:nvGrpSpPr>
                  <p:cNvPr id="69" name="Group 68">
                    <a:extLst>
                      <a:ext uri="{FF2B5EF4-FFF2-40B4-BE49-F238E27FC236}">
                        <a16:creationId xmlns:a16="http://schemas.microsoft.com/office/drawing/2014/main" id="{57CE3321-BDA9-BC9D-4458-5A9FDFCC9279}"/>
                      </a:ext>
                    </a:extLst>
                  </p:cNvPr>
                  <p:cNvGrpSpPr/>
                  <p:nvPr/>
                </p:nvGrpSpPr>
                <p:grpSpPr>
                  <a:xfrm>
                    <a:off x="2132012" y="3124200"/>
                    <a:ext cx="2926080" cy="1463040"/>
                    <a:chOff x="2970212" y="4724400"/>
                    <a:chExt cx="2926080" cy="1463040"/>
                  </a:xfrm>
                </p:grpSpPr>
                <p:grpSp>
                  <p:nvGrpSpPr>
                    <p:cNvPr id="41" name="Group 40">
                      <a:extLst>
                        <a:ext uri="{FF2B5EF4-FFF2-40B4-BE49-F238E27FC236}">
                          <a16:creationId xmlns:a16="http://schemas.microsoft.com/office/drawing/2014/main" id="{E591D691-764B-040E-1287-F2E1AFEE5A49}"/>
                        </a:ext>
                      </a:extLst>
                    </p:cNvPr>
                    <p:cNvGrpSpPr/>
                    <p:nvPr/>
                  </p:nvGrpSpPr>
                  <p:grpSpPr>
                    <a:xfrm>
                      <a:off x="2970212" y="4724400"/>
                      <a:ext cx="1463040" cy="1463040"/>
                      <a:chOff x="2970212" y="4724400"/>
                      <a:chExt cx="1463040" cy="1463040"/>
                    </a:xfrm>
                  </p:grpSpPr>
                  <p:grpSp>
                    <p:nvGrpSpPr>
                      <p:cNvPr id="21" name="Group 20">
                        <a:extLst>
                          <a:ext uri="{FF2B5EF4-FFF2-40B4-BE49-F238E27FC236}">
                            <a16:creationId xmlns:a16="http://schemas.microsoft.com/office/drawing/2014/main" id="{3FE1A9B0-E26D-384A-8587-D9FB00A3D72B}"/>
                          </a:ext>
                        </a:extLst>
                      </p:cNvPr>
                      <p:cNvGrpSpPr/>
                      <p:nvPr/>
                    </p:nvGrpSpPr>
                    <p:grpSpPr>
                      <a:xfrm>
                        <a:off x="2970212" y="4724400"/>
                        <a:ext cx="1463040" cy="731520"/>
                        <a:chOff x="2970212" y="4724400"/>
                        <a:chExt cx="1463040" cy="731520"/>
                      </a:xfrm>
                    </p:grpSpPr>
                    <p:grpSp>
                      <p:nvGrpSpPr>
                        <p:cNvPr id="12" name="Group 11">
                          <a:extLst>
                            <a:ext uri="{FF2B5EF4-FFF2-40B4-BE49-F238E27FC236}">
                              <a16:creationId xmlns:a16="http://schemas.microsoft.com/office/drawing/2014/main" id="{D8B94FAE-1D6F-221E-9C77-92A447977311}"/>
                            </a:ext>
                          </a:extLst>
                        </p:cNvPr>
                        <p:cNvGrpSpPr/>
                        <p:nvPr/>
                      </p:nvGrpSpPr>
                      <p:grpSpPr>
                        <a:xfrm>
                          <a:off x="2970212" y="4724400"/>
                          <a:ext cx="731520" cy="731520"/>
                          <a:chOff x="2970212" y="4724400"/>
                          <a:chExt cx="731520" cy="731520"/>
                        </a:xfrm>
                      </p:grpSpPr>
                      <p:grpSp>
                        <p:nvGrpSpPr>
                          <p:cNvPr id="9" name="Group 8">
                            <a:extLst>
                              <a:ext uri="{FF2B5EF4-FFF2-40B4-BE49-F238E27FC236}">
                                <a16:creationId xmlns:a16="http://schemas.microsoft.com/office/drawing/2014/main" id="{FDA4200E-7308-5745-D397-42C3A1941F97}"/>
                              </a:ext>
                            </a:extLst>
                          </p:cNvPr>
                          <p:cNvGrpSpPr/>
                          <p:nvPr/>
                        </p:nvGrpSpPr>
                        <p:grpSpPr>
                          <a:xfrm>
                            <a:off x="2970212" y="4724400"/>
                            <a:ext cx="731520" cy="365760"/>
                            <a:chOff x="2970212" y="4724400"/>
                            <a:chExt cx="731520" cy="365760"/>
                          </a:xfrm>
                        </p:grpSpPr>
                        <p:sp>
                          <p:nvSpPr>
                            <p:cNvPr id="4" name="Rectangle 3">
                              <a:extLst>
                                <a:ext uri="{FF2B5EF4-FFF2-40B4-BE49-F238E27FC236}">
                                  <a16:creationId xmlns:a16="http://schemas.microsoft.com/office/drawing/2014/main" id="{40A1CE94-EFD3-2136-E072-F672753A679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AA4C45E6-FCD4-0567-B532-9A52124BA01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 name="Rectangle 9">
                            <a:extLst>
                              <a:ext uri="{FF2B5EF4-FFF2-40B4-BE49-F238E27FC236}">
                                <a16:creationId xmlns:a16="http://schemas.microsoft.com/office/drawing/2014/main" id="{A0B5002B-6CF4-9256-9D80-1757C55991E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 name="Rectangle 10">
                            <a:extLst>
                              <a:ext uri="{FF2B5EF4-FFF2-40B4-BE49-F238E27FC236}">
                                <a16:creationId xmlns:a16="http://schemas.microsoft.com/office/drawing/2014/main" id="{7948705D-8B21-7B36-379C-C3D1BF9047A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F8F5FDF1-4199-1447-6130-7EB6BD3D2F1D}"/>
                            </a:ext>
                          </a:extLst>
                        </p:cNvPr>
                        <p:cNvGrpSpPr/>
                        <p:nvPr/>
                      </p:nvGrpSpPr>
                      <p:grpSpPr>
                        <a:xfrm>
                          <a:off x="3701732" y="4724400"/>
                          <a:ext cx="731520" cy="731520"/>
                          <a:chOff x="2970212" y="4724400"/>
                          <a:chExt cx="731520" cy="731520"/>
                        </a:xfrm>
                      </p:grpSpPr>
                      <p:grpSp>
                        <p:nvGrpSpPr>
                          <p:cNvPr id="16" name="Group 15">
                            <a:extLst>
                              <a:ext uri="{FF2B5EF4-FFF2-40B4-BE49-F238E27FC236}">
                                <a16:creationId xmlns:a16="http://schemas.microsoft.com/office/drawing/2014/main" id="{78EF4743-9A9F-A0A7-0608-53590E58AF48}"/>
                              </a:ext>
                            </a:extLst>
                          </p:cNvPr>
                          <p:cNvGrpSpPr/>
                          <p:nvPr/>
                        </p:nvGrpSpPr>
                        <p:grpSpPr>
                          <a:xfrm>
                            <a:off x="2970212" y="4724400"/>
                            <a:ext cx="731520" cy="365760"/>
                            <a:chOff x="2970212" y="4724400"/>
                            <a:chExt cx="731520" cy="365760"/>
                          </a:xfrm>
                        </p:grpSpPr>
                        <p:sp>
                          <p:nvSpPr>
                            <p:cNvPr id="19" name="Rectangle 18">
                              <a:extLst>
                                <a:ext uri="{FF2B5EF4-FFF2-40B4-BE49-F238E27FC236}">
                                  <a16:creationId xmlns:a16="http://schemas.microsoft.com/office/drawing/2014/main" id="{EA711D48-D6C3-65ED-4089-C8498EEAB111}"/>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 name="Rectangle 19">
                              <a:extLst>
                                <a:ext uri="{FF2B5EF4-FFF2-40B4-BE49-F238E27FC236}">
                                  <a16:creationId xmlns:a16="http://schemas.microsoft.com/office/drawing/2014/main" id="{6F418835-1B9D-65D8-0266-23456CAAF174}"/>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ABFAFC10-8BDA-1167-B0C6-EFB75A83681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8" name="Rectangle 17">
                            <a:extLst>
                              <a:ext uri="{FF2B5EF4-FFF2-40B4-BE49-F238E27FC236}">
                                <a16:creationId xmlns:a16="http://schemas.microsoft.com/office/drawing/2014/main" id="{5C71C587-4D6E-565C-9679-F5FAFD607D0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8" name="Group 27">
                        <a:extLst>
                          <a:ext uri="{FF2B5EF4-FFF2-40B4-BE49-F238E27FC236}">
                            <a16:creationId xmlns:a16="http://schemas.microsoft.com/office/drawing/2014/main" id="{49373B72-7E08-2D1A-F813-2A9786513C90}"/>
                          </a:ext>
                        </a:extLst>
                      </p:cNvPr>
                      <p:cNvGrpSpPr/>
                      <p:nvPr/>
                    </p:nvGrpSpPr>
                    <p:grpSpPr>
                      <a:xfrm>
                        <a:off x="2970212" y="5455920"/>
                        <a:ext cx="1463040" cy="731520"/>
                        <a:chOff x="2970212" y="4724400"/>
                        <a:chExt cx="1463040" cy="731520"/>
                      </a:xfrm>
                    </p:grpSpPr>
                    <p:grpSp>
                      <p:nvGrpSpPr>
                        <p:cNvPr id="29" name="Group 28">
                          <a:extLst>
                            <a:ext uri="{FF2B5EF4-FFF2-40B4-BE49-F238E27FC236}">
                              <a16:creationId xmlns:a16="http://schemas.microsoft.com/office/drawing/2014/main" id="{5718B21C-F6A5-7D68-5C18-101867B9D4A3}"/>
                            </a:ext>
                          </a:extLst>
                        </p:cNvPr>
                        <p:cNvGrpSpPr/>
                        <p:nvPr/>
                      </p:nvGrpSpPr>
                      <p:grpSpPr>
                        <a:xfrm>
                          <a:off x="2970212" y="4724400"/>
                          <a:ext cx="731520" cy="731520"/>
                          <a:chOff x="2970212" y="4724400"/>
                          <a:chExt cx="731520" cy="731520"/>
                        </a:xfrm>
                      </p:grpSpPr>
                      <p:grpSp>
                        <p:nvGrpSpPr>
                          <p:cNvPr id="36" name="Group 35">
                            <a:extLst>
                              <a:ext uri="{FF2B5EF4-FFF2-40B4-BE49-F238E27FC236}">
                                <a16:creationId xmlns:a16="http://schemas.microsoft.com/office/drawing/2014/main" id="{3B278792-A4BC-D4E5-0966-FE8BB6FDDF9B}"/>
                              </a:ext>
                            </a:extLst>
                          </p:cNvPr>
                          <p:cNvGrpSpPr/>
                          <p:nvPr/>
                        </p:nvGrpSpPr>
                        <p:grpSpPr>
                          <a:xfrm>
                            <a:off x="2970212" y="4724400"/>
                            <a:ext cx="731520" cy="365760"/>
                            <a:chOff x="2970212" y="4724400"/>
                            <a:chExt cx="731520" cy="365760"/>
                          </a:xfrm>
                        </p:grpSpPr>
                        <p:sp>
                          <p:nvSpPr>
                            <p:cNvPr id="39" name="Rectangle 38">
                              <a:extLst>
                                <a:ext uri="{FF2B5EF4-FFF2-40B4-BE49-F238E27FC236}">
                                  <a16:creationId xmlns:a16="http://schemas.microsoft.com/office/drawing/2014/main" id="{13A8CF73-5EB4-9A75-6143-563910E97BF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 name="Rectangle 39">
                              <a:extLst>
                                <a:ext uri="{FF2B5EF4-FFF2-40B4-BE49-F238E27FC236}">
                                  <a16:creationId xmlns:a16="http://schemas.microsoft.com/office/drawing/2014/main" id="{9D4E0F80-DD44-E107-7159-2C4A9C649327}"/>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7" name="Rectangle 36">
                            <a:extLst>
                              <a:ext uri="{FF2B5EF4-FFF2-40B4-BE49-F238E27FC236}">
                                <a16:creationId xmlns:a16="http://schemas.microsoft.com/office/drawing/2014/main" id="{260A1155-EDF9-E4A7-6C6C-E9E13E59295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 name="Rectangle 37">
                            <a:extLst>
                              <a:ext uri="{FF2B5EF4-FFF2-40B4-BE49-F238E27FC236}">
                                <a16:creationId xmlns:a16="http://schemas.microsoft.com/office/drawing/2014/main" id="{25B1D993-EE4A-69DE-A5FA-47373AFFE06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2E2EF1A7-9B43-2820-2A53-D0C1CDDEF949}"/>
                            </a:ext>
                          </a:extLst>
                        </p:cNvPr>
                        <p:cNvGrpSpPr/>
                        <p:nvPr/>
                      </p:nvGrpSpPr>
                      <p:grpSpPr>
                        <a:xfrm>
                          <a:off x="3701732" y="4724400"/>
                          <a:ext cx="731520" cy="731520"/>
                          <a:chOff x="2970212" y="4724400"/>
                          <a:chExt cx="731520" cy="731520"/>
                        </a:xfrm>
                      </p:grpSpPr>
                      <p:grpSp>
                        <p:nvGrpSpPr>
                          <p:cNvPr id="31" name="Group 30">
                            <a:extLst>
                              <a:ext uri="{FF2B5EF4-FFF2-40B4-BE49-F238E27FC236}">
                                <a16:creationId xmlns:a16="http://schemas.microsoft.com/office/drawing/2014/main" id="{A18F52D0-B7F7-C731-7DE7-6883F2C935CD}"/>
                              </a:ext>
                            </a:extLst>
                          </p:cNvPr>
                          <p:cNvGrpSpPr/>
                          <p:nvPr/>
                        </p:nvGrpSpPr>
                        <p:grpSpPr>
                          <a:xfrm>
                            <a:off x="2970212" y="4724400"/>
                            <a:ext cx="731520" cy="365760"/>
                            <a:chOff x="2970212" y="4724400"/>
                            <a:chExt cx="731520" cy="365760"/>
                          </a:xfrm>
                        </p:grpSpPr>
                        <p:sp>
                          <p:nvSpPr>
                            <p:cNvPr id="34" name="Rectangle 33">
                              <a:extLst>
                                <a:ext uri="{FF2B5EF4-FFF2-40B4-BE49-F238E27FC236}">
                                  <a16:creationId xmlns:a16="http://schemas.microsoft.com/office/drawing/2014/main" id="{8437F47D-5007-6290-FFE2-C4DEA9740CA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 name="Rectangle 34">
                              <a:extLst>
                                <a:ext uri="{FF2B5EF4-FFF2-40B4-BE49-F238E27FC236}">
                                  <a16:creationId xmlns:a16="http://schemas.microsoft.com/office/drawing/2014/main" id="{036B0E81-F778-8426-B1F3-DFC4B751109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2" name="Rectangle 31">
                            <a:extLst>
                              <a:ext uri="{FF2B5EF4-FFF2-40B4-BE49-F238E27FC236}">
                                <a16:creationId xmlns:a16="http://schemas.microsoft.com/office/drawing/2014/main" id="{DA846111-1FC3-30BC-794A-5430619991D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 name="Rectangle 32">
                            <a:extLst>
                              <a:ext uri="{FF2B5EF4-FFF2-40B4-BE49-F238E27FC236}">
                                <a16:creationId xmlns:a16="http://schemas.microsoft.com/office/drawing/2014/main" id="{948700FF-46EE-7304-FD9E-9ADE26AE2AEB}"/>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42" name="Group 41">
                      <a:extLst>
                        <a:ext uri="{FF2B5EF4-FFF2-40B4-BE49-F238E27FC236}">
                          <a16:creationId xmlns:a16="http://schemas.microsoft.com/office/drawing/2014/main" id="{172ABDE7-1C1D-2911-7658-525298CE9549}"/>
                        </a:ext>
                      </a:extLst>
                    </p:cNvPr>
                    <p:cNvGrpSpPr/>
                    <p:nvPr/>
                  </p:nvGrpSpPr>
                  <p:grpSpPr>
                    <a:xfrm>
                      <a:off x="4433252" y="4724400"/>
                      <a:ext cx="1463040" cy="1463040"/>
                      <a:chOff x="2970212" y="4724400"/>
                      <a:chExt cx="1463040" cy="1463040"/>
                    </a:xfrm>
                  </p:grpSpPr>
                  <p:grpSp>
                    <p:nvGrpSpPr>
                      <p:cNvPr id="43" name="Group 42">
                        <a:extLst>
                          <a:ext uri="{FF2B5EF4-FFF2-40B4-BE49-F238E27FC236}">
                            <a16:creationId xmlns:a16="http://schemas.microsoft.com/office/drawing/2014/main" id="{0B454B95-6AED-5998-C509-C0BAC8087CE0}"/>
                          </a:ext>
                        </a:extLst>
                      </p:cNvPr>
                      <p:cNvGrpSpPr/>
                      <p:nvPr/>
                    </p:nvGrpSpPr>
                    <p:grpSpPr>
                      <a:xfrm>
                        <a:off x="2970212" y="4724400"/>
                        <a:ext cx="1463040" cy="731520"/>
                        <a:chOff x="2970212" y="4724400"/>
                        <a:chExt cx="1463040" cy="731520"/>
                      </a:xfrm>
                    </p:grpSpPr>
                    <p:grpSp>
                      <p:nvGrpSpPr>
                        <p:cNvPr id="57" name="Group 56">
                          <a:extLst>
                            <a:ext uri="{FF2B5EF4-FFF2-40B4-BE49-F238E27FC236}">
                              <a16:creationId xmlns:a16="http://schemas.microsoft.com/office/drawing/2014/main" id="{CE03F92E-45A3-4EB2-EC57-2A11F3AE20CF}"/>
                            </a:ext>
                          </a:extLst>
                        </p:cNvPr>
                        <p:cNvGrpSpPr/>
                        <p:nvPr/>
                      </p:nvGrpSpPr>
                      <p:grpSpPr>
                        <a:xfrm>
                          <a:off x="2970212" y="4724400"/>
                          <a:ext cx="731520" cy="731520"/>
                          <a:chOff x="2970212" y="4724400"/>
                          <a:chExt cx="731520" cy="731520"/>
                        </a:xfrm>
                      </p:grpSpPr>
                      <p:grpSp>
                        <p:nvGrpSpPr>
                          <p:cNvPr id="64" name="Group 63">
                            <a:extLst>
                              <a:ext uri="{FF2B5EF4-FFF2-40B4-BE49-F238E27FC236}">
                                <a16:creationId xmlns:a16="http://schemas.microsoft.com/office/drawing/2014/main" id="{B1920F4D-A5A2-27FE-AEB3-9AD7FC1BAED2}"/>
                              </a:ext>
                            </a:extLst>
                          </p:cNvPr>
                          <p:cNvGrpSpPr/>
                          <p:nvPr/>
                        </p:nvGrpSpPr>
                        <p:grpSpPr>
                          <a:xfrm>
                            <a:off x="2970212" y="4724400"/>
                            <a:ext cx="731520" cy="365760"/>
                            <a:chOff x="2970212" y="4724400"/>
                            <a:chExt cx="731520" cy="365760"/>
                          </a:xfrm>
                        </p:grpSpPr>
                        <p:sp>
                          <p:nvSpPr>
                            <p:cNvPr id="67" name="Rectangle 66">
                              <a:extLst>
                                <a:ext uri="{FF2B5EF4-FFF2-40B4-BE49-F238E27FC236}">
                                  <a16:creationId xmlns:a16="http://schemas.microsoft.com/office/drawing/2014/main" id="{1B96144B-3BC7-5C9C-7EA3-9C021A70CB7F}"/>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8" name="Rectangle 67">
                              <a:extLst>
                                <a:ext uri="{FF2B5EF4-FFF2-40B4-BE49-F238E27FC236}">
                                  <a16:creationId xmlns:a16="http://schemas.microsoft.com/office/drawing/2014/main" id="{05B0656E-5999-0B70-7CE7-274773257D6E}"/>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65" name="Rectangle 64">
                            <a:extLst>
                              <a:ext uri="{FF2B5EF4-FFF2-40B4-BE49-F238E27FC236}">
                                <a16:creationId xmlns:a16="http://schemas.microsoft.com/office/drawing/2014/main" id="{5F464F21-5061-D038-E819-C7DF0BE7261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6" name="Rectangle 65">
                            <a:extLst>
                              <a:ext uri="{FF2B5EF4-FFF2-40B4-BE49-F238E27FC236}">
                                <a16:creationId xmlns:a16="http://schemas.microsoft.com/office/drawing/2014/main" id="{933FEF85-2585-0566-D089-AD52D2C61DC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58" name="Group 57">
                          <a:extLst>
                            <a:ext uri="{FF2B5EF4-FFF2-40B4-BE49-F238E27FC236}">
                              <a16:creationId xmlns:a16="http://schemas.microsoft.com/office/drawing/2014/main" id="{6EE20B55-F3DE-4BA5-4002-4C8F7847D116}"/>
                            </a:ext>
                          </a:extLst>
                        </p:cNvPr>
                        <p:cNvGrpSpPr/>
                        <p:nvPr/>
                      </p:nvGrpSpPr>
                      <p:grpSpPr>
                        <a:xfrm>
                          <a:off x="3701732" y="4724400"/>
                          <a:ext cx="731520" cy="731520"/>
                          <a:chOff x="2970212" y="4724400"/>
                          <a:chExt cx="731520" cy="731520"/>
                        </a:xfrm>
                      </p:grpSpPr>
                      <p:grpSp>
                        <p:nvGrpSpPr>
                          <p:cNvPr id="59" name="Group 58">
                            <a:extLst>
                              <a:ext uri="{FF2B5EF4-FFF2-40B4-BE49-F238E27FC236}">
                                <a16:creationId xmlns:a16="http://schemas.microsoft.com/office/drawing/2014/main" id="{3255FB4D-5554-8B8E-0C7A-28F863B6B67B}"/>
                              </a:ext>
                            </a:extLst>
                          </p:cNvPr>
                          <p:cNvGrpSpPr/>
                          <p:nvPr/>
                        </p:nvGrpSpPr>
                        <p:grpSpPr>
                          <a:xfrm>
                            <a:off x="2970212" y="4724400"/>
                            <a:ext cx="731520" cy="365760"/>
                            <a:chOff x="2970212" y="4724400"/>
                            <a:chExt cx="731520" cy="365760"/>
                          </a:xfrm>
                        </p:grpSpPr>
                        <p:sp>
                          <p:nvSpPr>
                            <p:cNvPr id="62" name="Rectangle 61">
                              <a:extLst>
                                <a:ext uri="{FF2B5EF4-FFF2-40B4-BE49-F238E27FC236}">
                                  <a16:creationId xmlns:a16="http://schemas.microsoft.com/office/drawing/2014/main" id="{6387A1E8-475B-82DC-CC51-10242640AF9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3" name="Rectangle 62">
                              <a:extLst>
                                <a:ext uri="{FF2B5EF4-FFF2-40B4-BE49-F238E27FC236}">
                                  <a16:creationId xmlns:a16="http://schemas.microsoft.com/office/drawing/2014/main" id="{E1262F7B-14BA-BC08-8254-4E74B858383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60" name="Rectangle 59">
                            <a:extLst>
                              <a:ext uri="{FF2B5EF4-FFF2-40B4-BE49-F238E27FC236}">
                                <a16:creationId xmlns:a16="http://schemas.microsoft.com/office/drawing/2014/main" id="{251DA5CD-9A2C-1716-7390-4CF9F7FE5FA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1" name="Rectangle 60">
                            <a:extLst>
                              <a:ext uri="{FF2B5EF4-FFF2-40B4-BE49-F238E27FC236}">
                                <a16:creationId xmlns:a16="http://schemas.microsoft.com/office/drawing/2014/main" id="{563E7A1D-EA89-29BD-301D-3385197B513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44" name="Group 43">
                        <a:extLst>
                          <a:ext uri="{FF2B5EF4-FFF2-40B4-BE49-F238E27FC236}">
                            <a16:creationId xmlns:a16="http://schemas.microsoft.com/office/drawing/2014/main" id="{3F03E808-9C24-C334-856A-3AF613303F02}"/>
                          </a:ext>
                        </a:extLst>
                      </p:cNvPr>
                      <p:cNvGrpSpPr/>
                      <p:nvPr/>
                    </p:nvGrpSpPr>
                    <p:grpSpPr>
                      <a:xfrm>
                        <a:off x="2970212" y="5455920"/>
                        <a:ext cx="1463040" cy="731520"/>
                        <a:chOff x="2970212" y="4724400"/>
                        <a:chExt cx="1463040" cy="731520"/>
                      </a:xfrm>
                    </p:grpSpPr>
                    <p:grpSp>
                      <p:nvGrpSpPr>
                        <p:cNvPr id="45" name="Group 44">
                          <a:extLst>
                            <a:ext uri="{FF2B5EF4-FFF2-40B4-BE49-F238E27FC236}">
                              <a16:creationId xmlns:a16="http://schemas.microsoft.com/office/drawing/2014/main" id="{F7A39F38-820C-4B63-0005-B627346FCF22}"/>
                            </a:ext>
                          </a:extLst>
                        </p:cNvPr>
                        <p:cNvGrpSpPr/>
                        <p:nvPr/>
                      </p:nvGrpSpPr>
                      <p:grpSpPr>
                        <a:xfrm>
                          <a:off x="2970212" y="4724400"/>
                          <a:ext cx="731520" cy="731520"/>
                          <a:chOff x="2970212" y="4724400"/>
                          <a:chExt cx="731520" cy="731520"/>
                        </a:xfrm>
                      </p:grpSpPr>
                      <p:grpSp>
                        <p:nvGrpSpPr>
                          <p:cNvPr id="52" name="Group 51">
                            <a:extLst>
                              <a:ext uri="{FF2B5EF4-FFF2-40B4-BE49-F238E27FC236}">
                                <a16:creationId xmlns:a16="http://schemas.microsoft.com/office/drawing/2014/main" id="{F1758ADC-828F-B3B2-3659-EBD8EC5426E7}"/>
                              </a:ext>
                            </a:extLst>
                          </p:cNvPr>
                          <p:cNvGrpSpPr/>
                          <p:nvPr/>
                        </p:nvGrpSpPr>
                        <p:grpSpPr>
                          <a:xfrm>
                            <a:off x="2970212" y="4724400"/>
                            <a:ext cx="731520" cy="365760"/>
                            <a:chOff x="2970212" y="4724400"/>
                            <a:chExt cx="731520" cy="365760"/>
                          </a:xfrm>
                        </p:grpSpPr>
                        <p:sp>
                          <p:nvSpPr>
                            <p:cNvPr id="55" name="Rectangle 54">
                              <a:extLst>
                                <a:ext uri="{FF2B5EF4-FFF2-40B4-BE49-F238E27FC236}">
                                  <a16:creationId xmlns:a16="http://schemas.microsoft.com/office/drawing/2014/main" id="{5F54D3B5-1228-CD52-8DE6-24916633AC3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6" name="Rectangle 55">
                              <a:extLst>
                                <a:ext uri="{FF2B5EF4-FFF2-40B4-BE49-F238E27FC236}">
                                  <a16:creationId xmlns:a16="http://schemas.microsoft.com/office/drawing/2014/main" id="{297F7C33-C433-C621-F5EF-CB8A73500DB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53" name="Rectangle 52">
                            <a:extLst>
                              <a:ext uri="{FF2B5EF4-FFF2-40B4-BE49-F238E27FC236}">
                                <a16:creationId xmlns:a16="http://schemas.microsoft.com/office/drawing/2014/main" id="{041D8961-5A58-EAC7-4F60-37E2F065010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4" name="Rectangle 53">
                            <a:extLst>
                              <a:ext uri="{FF2B5EF4-FFF2-40B4-BE49-F238E27FC236}">
                                <a16:creationId xmlns:a16="http://schemas.microsoft.com/office/drawing/2014/main" id="{43D832B5-98C0-9773-46AC-B4F4808D74EC}"/>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46" name="Group 45">
                          <a:extLst>
                            <a:ext uri="{FF2B5EF4-FFF2-40B4-BE49-F238E27FC236}">
                              <a16:creationId xmlns:a16="http://schemas.microsoft.com/office/drawing/2014/main" id="{CE22E725-4FAF-F456-61B3-1AD9FD78B673}"/>
                            </a:ext>
                          </a:extLst>
                        </p:cNvPr>
                        <p:cNvGrpSpPr/>
                        <p:nvPr/>
                      </p:nvGrpSpPr>
                      <p:grpSpPr>
                        <a:xfrm>
                          <a:off x="3701732" y="4724400"/>
                          <a:ext cx="731520" cy="731520"/>
                          <a:chOff x="2970212" y="4724400"/>
                          <a:chExt cx="731520" cy="731520"/>
                        </a:xfrm>
                      </p:grpSpPr>
                      <p:grpSp>
                        <p:nvGrpSpPr>
                          <p:cNvPr id="47" name="Group 46">
                            <a:extLst>
                              <a:ext uri="{FF2B5EF4-FFF2-40B4-BE49-F238E27FC236}">
                                <a16:creationId xmlns:a16="http://schemas.microsoft.com/office/drawing/2014/main" id="{299BEFDF-8275-E8F6-6CD0-5064A6D17B4C}"/>
                              </a:ext>
                            </a:extLst>
                          </p:cNvPr>
                          <p:cNvGrpSpPr/>
                          <p:nvPr/>
                        </p:nvGrpSpPr>
                        <p:grpSpPr>
                          <a:xfrm>
                            <a:off x="2970212" y="4724400"/>
                            <a:ext cx="731520" cy="365760"/>
                            <a:chOff x="2970212" y="4724400"/>
                            <a:chExt cx="731520" cy="365760"/>
                          </a:xfrm>
                        </p:grpSpPr>
                        <p:sp>
                          <p:nvSpPr>
                            <p:cNvPr id="50" name="Rectangle 49">
                              <a:extLst>
                                <a:ext uri="{FF2B5EF4-FFF2-40B4-BE49-F238E27FC236}">
                                  <a16:creationId xmlns:a16="http://schemas.microsoft.com/office/drawing/2014/main" id="{0A617FE3-F397-5B24-3183-B268F92FC3E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1" name="Rectangle 50">
                              <a:extLst>
                                <a:ext uri="{FF2B5EF4-FFF2-40B4-BE49-F238E27FC236}">
                                  <a16:creationId xmlns:a16="http://schemas.microsoft.com/office/drawing/2014/main" id="{683B4162-9B1A-98EB-80B3-CCAB33FFE7D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48" name="Rectangle 47">
                            <a:extLst>
                              <a:ext uri="{FF2B5EF4-FFF2-40B4-BE49-F238E27FC236}">
                                <a16:creationId xmlns:a16="http://schemas.microsoft.com/office/drawing/2014/main" id="{AC91D1CB-EDC8-AE8C-73C6-97463B4845F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9" name="Rectangle 48">
                            <a:extLst>
                              <a:ext uri="{FF2B5EF4-FFF2-40B4-BE49-F238E27FC236}">
                                <a16:creationId xmlns:a16="http://schemas.microsoft.com/office/drawing/2014/main" id="{CF654491-3515-DDCB-8697-EBAD8A13ECE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70" name="Group 69">
                    <a:extLst>
                      <a:ext uri="{FF2B5EF4-FFF2-40B4-BE49-F238E27FC236}">
                        <a16:creationId xmlns:a16="http://schemas.microsoft.com/office/drawing/2014/main" id="{E95469E0-711B-401E-894B-91041B2AF119}"/>
                      </a:ext>
                    </a:extLst>
                  </p:cNvPr>
                  <p:cNvGrpSpPr/>
                  <p:nvPr/>
                </p:nvGrpSpPr>
                <p:grpSpPr>
                  <a:xfrm>
                    <a:off x="2132012" y="4587240"/>
                    <a:ext cx="2926080" cy="1463040"/>
                    <a:chOff x="2970212" y="4724400"/>
                    <a:chExt cx="2926080" cy="1463040"/>
                  </a:xfrm>
                </p:grpSpPr>
                <p:grpSp>
                  <p:nvGrpSpPr>
                    <p:cNvPr id="71" name="Group 70">
                      <a:extLst>
                        <a:ext uri="{FF2B5EF4-FFF2-40B4-BE49-F238E27FC236}">
                          <a16:creationId xmlns:a16="http://schemas.microsoft.com/office/drawing/2014/main" id="{6063D257-015D-E24A-EA83-C81CD94D8E19}"/>
                        </a:ext>
                      </a:extLst>
                    </p:cNvPr>
                    <p:cNvGrpSpPr/>
                    <p:nvPr/>
                  </p:nvGrpSpPr>
                  <p:grpSpPr>
                    <a:xfrm>
                      <a:off x="2970212" y="4724400"/>
                      <a:ext cx="1463040" cy="1463040"/>
                      <a:chOff x="2970212" y="4724400"/>
                      <a:chExt cx="1463040" cy="1463040"/>
                    </a:xfrm>
                  </p:grpSpPr>
                  <p:grpSp>
                    <p:nvGrpSpPr>
                      <p:cNvPr id="99" name="Group 98">
                        <a:extLst>
                          <a:ext uri="{FF2B5EF4-FFF2-40B4-BE49-F238E27FC236}">
                            <a16:creationId xmlns:a16="http://schemas.microsoft.com/office/drawing/2014/main" id="{3EDDBEC6-7846-E653-FD8E-B3C71DCC2E4D}"/>
                          </a:ext>
                        </a:extLst>
                      </p:cNvPr>
                      <p:cNvGrpSpPr/>
                      <p:nvPr/>
                    </p:nvGrpSpPr>
                    <p:grpSpPr>
                      <a:xfrm>
                        <a:off x="2970212" y="4724400"/>
                        <a:ext cx="1463040" cy="731520"/>
                        <a:chOff x="2970212" y="4724400"/>
                        <a:chExt cx="1463040" cy="731520"/>
                      </a:xfrm>
                    </p:grpSpPr>
                    <p:grpSp>
                      <p:nvGrpSpPr>
                        <p:cNvPr id="113" name="Group 112">
                          <a:extLst>
                            <a:ext uri="{FF2B5EF4-FFF2-40B4-BE49-F238E27FC236}">
                              <a16:creationId xmlns:a16="http://schemas.microsoft.com/office/drawing/2014/main" id="{A3F75599-EAA3-FFBF-E7B8-D987A8832813}"/>
                            </a:ext>
                          </a:extLst>
                        </p:cNvPr>
                        <p:cNvGrpSpPr/>
                        <p:nvPr/>
                      </p:nvGrpSpPr>
                      <p:grpSpPr>
                        <a:xfrm>
                          <a:off x="2970212" y="4724400"/>
                          <a:ext cx="731520" cy="731520"/>
                          <a:chOff x="2970212" y="4724400"/>
                          <a:chExt cx="731520" cy="731520"/>
                        </a:xfrm>
                      </p:grpSpPr>
                      <p:grpSp>
                        <p:nvGrpSpPr>
                          <p:cNvPr id="120" name="Group 119">
                            <a:extLst>
                              <a:ext uri="{FF2B5EF4-FFF2-40B4-BE49-F238E27FC236}">
                                <a16:creationId xmlns:a16="http://schemas.microsoft.com/office/drawing/2014/main" id="{CDE596BE-B4E6-1733-084F-28E76F7CA6F9}"/>
                              </a:ext>
                            </a:extLst>
                          </p:cNvPr>
                          <p:cNvGrpSpPr/>
                          <p:nvPr/>
                        </p:nvGrpSpPr>
                        <p:grpSpPr>
                          <a:xfrm>
                            <a:off x="2970212" y="4724400"/>
                            <a:ext cx="731520" cy="365760"/>
                            <a:chOff x="2970212" y="4724400"/>
                            <a:chExt cx="731520" cy="365760"/>
                          </a:xfrm>
                        </p:grpSpPr>
                        <p:sp>
                          <p:nvSpPr>
                            <p:cNvPr id="123" name="Rectangle 122">
                              <a:extLst>
                                <a:ext uri="{FF2B5EF4-FFF2-40B4-BE49-F238E27FC236}">
                                  <a16:creationId xmlns:a16="http://schemas.microsoft.com/office/drawing/2014/main" id="{B0D96188-04A0-22D5-D874-095A052F9AB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4" name="Rectangle 123">
                              <a:extLst>
                                <a:ext uri="{FF2B5EF4-FFF2-40B4-BE49-F238E27FC236}">
                                  <a16:creationId xmlns:a16="http://schemas.microsoft.com/office/drawing/2014/main" id="{BC6B740B-A72F-B611-6CF9-D4CBE8D9054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21" name="Rectangle 120">
                            <a:extLst>
                              <a:ext uri="{FF2B5EF4-FFF2-40B4-BE49-F238E27FC236}">
                                <a16:creationId xmlns:a16="http://schemas.microsoft.com/office/drawing/2014/main" id="{B507DF56-15B3-21BF-23DF-27625BC533B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2" name="Rectangle 121">
                            <a:extLst>
                              <a:ext uri="{FF2B5EF4-FFF2-40B4-BE49-F238E27FC236}">
                                <a16:creationId xmlns:a16="http://schemas.microsoft.com/office/drawing/2014/main" id="{A15750D7-5656-46D8-7720-FE6AE66AAD7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14" name="Group 113">
                          <a:extLst>
                            <a:ext uri="{FF2B5EF4-FFF2-40B4-BE49-F238E27FC236}">
                              <a16:creationId xmlns:a16="http://schemas.microsoft.com/office/drawing/2014/main" id="{167AE103-F7A8-D8EE-786D-03E04FDEC31A}"/>
                            </a:ext>
                          </a:extLst>
                        </p:cNvPr>
                        <p:cNvGrpSpPr/>
                        <p:nvPr/>
                      </p:nvGrpSpPr>
                      <p:grpSpPr>
                        <a:xfrm>
                          <a:off x="3701732" y="4724400"/>
                          <a:ext cx="731520" cy="731520"/>
                          <a:chOff x="2970212" y="4724400"/>
                          <a:chExt cx="731520" cy="731520"/>
                        </a:xfrm>
                      </p:grpSpPr>
                      <p:grpSp>
                        <p:nvGrpSpPr>
                          <p:cNvPr id="115" name="Group 114">
                            <a:extLst>
                              <a:ext uri="{FF2B5EF4-FFF2-40B4-BE49-F238E27FC236}">
                                <a16:creationId xmlns:a16="http://schemas.microsoft.com/office/drawing/2014/main" id="{6848AAFC-3591-A12C-4B2F-CF6C1ACA0D30}"/>
                              </a:ext>
                            </a:extLst>
                          </p:cNvPr>
                          <p:cNvGrpSpPr/>
                          <p:nvPr/>
                        </p:nvGrpSpPr>
                        <p:grpSpPr>
                          <a:xfrm>
                            <a:off x="2970212" y="4724400"/>
                            <a:ext cx="731520" cy="365760"/>
                            <a:chOff x="2970212" y="4724400"/>
                            <a:chExt cx="731520" cy="365760"/>
                          </a:xfrm>
                        </p:grpSpPr>
                        <p:sp>
                          <p:nvSpPr>
                            <p:cNvPr id="118" name="Rectangle 117">
                              <a:extLst>
                                <a:ext uri="{FF2B5EF4-FFF2-40B4-BE49-F238E27FC236}">
                                  <a16:creationId xmlns:a16="http://schemas.microsoft.com/office/drawing/2014/main" id="{2F4780AA-FB05-B79A-D9E9-DD6E1A217F3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9" name="Rectangle 118">
                              <a:extLst>
                                <a:ext uri="{FF2B5EF4-FFF2-40B4-BE49-F238E27FC236}">
                                  <a16:creationId xmlns:a16="http://schemas.microsoft.com/office/drawing/2014/main" id="{EEABC3C4-7E4E-0B81-F1B1-C3F11EA2DD96}"/>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16" name="Rectangle 115">
                            <a:extLst>
                              <a:ext uri="{FF2B5EF4-FFF2-40B4-BE49-F238E27FC236}">
                                <a16:creationId xmlns:a16="http://schemas.microsoft.com/office/drawing/2014/main" id="{BF7B9303-2F8C-3562-0912-D58F5147790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7" name="Rectangle 116">
                            <a:extLst>
                              <a:ext uri="{FF2B5EF4-FFF2-40B4-BE49-F238E27FC236}">
                                <a16:creationId xmlns:a16="http://schemas.microsoft.com/office/drawing/2014/main" id="{D4A37911-CC9A-07C1-0DB1-DC3FA199BCEA}"/>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100" name="Group 99">
                        <a:extLst>
                          <a:ext uri="{FF2B5EF4-FFF2-40B4-BE49-F238E27FC236}">
                            <a16:creationId xmlns:a16="http://schemas.microsoft.com/office/drawing/2014/main" id="{CF544DE0-89E8-BAC0-9C76-D7FA94F9E538}"/>
                          </a:ext>
                        </a:extLst>
                      </p:cNvPr>
                      <p:cNvGrpSpPr/>
                      <p:nvPr/>
                    </p:nvGrpSpPr>
                    <p:grpSpPr>
                      <a:xfrm>
                        <a:off x="2970212" y="5455920"/>
                        <a:ext cx="1463040" cy="731520"/>
                        <a:chOff x="2970212" y="4724400"/>
                        <a:chExt cx="1463040" cy="731520"/>
                      </a:xfrm>
                    </p:grpSpPr>
                    <p:grpSp>
                      <p:nvGrpSpPr>
                        <p:cNvPr id="101" name="Group 100">
                          <a:extLst>
                            <a:ext uri="{FF2B5EF4-FFF2-40B4-BE49-F238E27FC236}">
                              <a16:creationId xmlns:a16="http://schemas.microsoft.com/office/drawing/2014/main" id="{4FC06795-F10A-E9E6-F495-F56590495C49}"/>
                            </a:ext>
                          </a:extLst>
                        </p:cNvPr>
                        <p:cNvGrpSpPr/>
                        <p:nvPr/>
                      </p:nvGrpSpPr>
                      <p:grpSpPr>
                        <a:xfrm>
                          <a:off x="2970212" y="4724400"/>
                          <a:ext cx="731520" cy="731520"/>
                          <a:chOff x="2970212" y="4724400"/>
                          <a:chExt cx="731520" cy="731520"/>
                        </a:xfrm>
                      </p:grpSpPr>
                      <p:grpSp>
                        <p:nvGrpSpPr>
                          <p:cNvPr id="108" name="Group 107">
                            <a:extLst>
                              <a:ext uri="{FF2B5EF4-FFF2-40B4-BE49-F238E27FC236}">
                                <a16:creationId xmlns:a16="http://schemas.microsoft.com/office/drawing/2014/main" id="{1C19B01F-A570-89E8-C3CC-59F0A0FBCE7B}"/>
                              </a:ext>
                            </a:extLst>
                          </p:cNvPr>
                          <p:cNvGrpSpPr/>
                          <p:nvPr/>
                        </p:nvGrpSpPr>
                        <p:grpSpPr>
                          <a:xfrm>
                            <a:off x="2970212" y="4724400"/>
                            <a:ext cx="731520" cy="365760"/>
                            <a:chOff x="2970212" y="4724400"/>
                            <a:chExt cx="731520" cy="365760"/>
                          </a:xfrm>
                        </p:grpSpPr>
                        <p:sp>
                          <p:nvSpPr>
                            <p:cNvPr id="111" name="Rectangle 110">
                              <a:extLst>
                                <a:ext uri="{FF2B5EF4-FFF2-40B4-BE49-F238E27FC236}">
                                  <a16:creationId xmlns:a16="http://schemas.microsoft.com/office/drawing/2014/main" id="{0475172F-A701-179F-3590-7EA1E0E9F06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2" name="Rectangle 111">
                              <a:extLst>
                                <a:ext uri="{FF2B5EF4-FFF2-40B4-BE49-F238E27FC236}">
                                  <a16:creationId xmlns:a16="http://schemas.microsoft.com/office/drawing/2014/main" id="{2A9B2116-36D4-2C79-5539-EF359C79CCC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9" name="Rectangle 108">
                            <a:extLst>
                              <a:ext uri="{FF2B5EF4-FFF2-40B4-BE49-F238E27FC236}">
                                <a16:creationId xmlns:a16="http://schemas.microsoft.com/office/drawing/2014/main" id="{67F3D780-72E5-E985-7072-9223AFB5490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0" name="Rectangle 109">
                            <a:extLst>
                              <a:ext uri="{FF2B5EF4-FFF2-40B4-BE49-F238E27FC236}">
                                <a16:creationId xmlns:a16="http://schemas.microsoft.com/office/drawing/2014/main" id="{5C5EE404-8C54-E591-73AD-0E202A91E85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02" name="Group 101">
                          <a:extLst>
                            <a:ext uri="{FF2B5EF4-FFF2-40B4-BE49-F238E27FC236}">
                              <a16:creationId xmlns:a16="http://schemas.microsoft.com/office/drawing/2014/main" id="{718540D2-5A18-4A15-6DBF-EC61EA8079A2}"/>
                            </a:ext>
                          </a:extLst>
                        </p:cNvPr>
                        <p:cNvGrpSpPr/>
                        <p:nvPr/>
                      </p:nvGrpSpPr>
                      <p:grpSpPr>
                        <a:xfrm>
                          <a:off x="3701732" y="4724400"/>
                          <a:ext cx="731520" cy="731520"/>
                          <a:chOff x="2970212" y="4724400"/>
                          <a:chExt cx="731520" cy="731520"/>
                        </a:xfrm>
                      </p:grpSpPr>
                      <p:grpSp>
                        <p:nvGrpSpPr>
                          <p:cNvPr id="103" name="Group 102">
                            <a:extLst>
                              <a:ext uri="{FF2B5EF4-FFF2-40B4-BE49-F238E27FC236}">
                                <a16:creationId xmlns:a16="http://schemas.microsoft.com/office/drawing/2014/main" id="{121E8F8B-F587-E153-9DE3-FF09F3CD7ACA}"/>
                              </a:ext>
                            </a:extLst>
                          </p:cNvPr>
                          <p:cNvGrpSpPr/>
                          <p:nvPr/>
                        </p:nvGrpSpPr>
                        <p:grpSpPr>
                          <a:xfrm>
                            <a:off x="2970212" y="4724400"/>
                            <a:ext cx="731520" cy="365760"/>
                            <a:chOff x="2970212" y="4724400"/>
                            <a:chExt cx="731520" cy="365760"/>
                          </a:xfrm>
                        </p:grpSpPr>
                        <p:sp>
                          <p:nvSpPr>
                            <p:cNvPr id="106" name="Rectangle 105">
                              <a:extLst>
                                <a:ext uri="{FF2B5EF4-FFF2-40B4-BE49-F238E27FC236}">
                                  <a16:creationId xmlns:a16="http://schemas.microsoft.com/office/drawing/2014/main" id="{59A0CDD8-3D30-ABC2-A14D-78C57C4E64F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7" name="Rectangle 106">
                              <a:extLst>
                                <a:ext uri="{FF2B5EF4-FFF2-40B4-BE49-F238E27FC236}">
                                  <a16:creationId xmlns:a16="http://schemas.microsoft.com/office/drawing/2014/main" id="{58B50FA8-F41E-47C8-8DA1-923FEB3C4336}"/>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04" name="Rectangle 103">
                            <a:extLst>
                              <a:ext uri="{FF2B5EF4-FFF2-40B4-BE49-F238E27FC236}">
                                <a16:creationId xmlns:a16="http://schemas.microsoft.com/office/drawing/2014/main" id="{D438CEEF-1996-ED72-0079-0828AABF86A7}"/>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5" name="Rectangle 104">
                            <a:extLst>
                              <a:ext uri="{FF2B5EF4-FFF2-40B4-BE49-F238E27FC236}">
                                <a16:creationId xmlns:a16="http://schemas.microsoft.com/office/drawing/2014/main" id="{DCBEBCE6-0EB8-FE07-2688-30DF0F9E07BA}"/>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72" name="Group 71">
                      <a:extLst>
                        <a:ext uri="{FF2B5EF4-FFF2-40B4-BE49-F238E27FC236}">
                          <a16:creationId xmlns:a16="http://schemas.microsoft.com/office/drawing/2014/main" id="{4C278C3C-E639-0FF7-0766-5BD33506231E}"/>
                        </a:ext>
                      </a:extLst>
                    </p:cNvPr>
                    <p:cNvGrpSpPr/>
                    <p:nvPr/>
                  </p:nvGrpSpPr>
                  <p:grpSpPr>
                    <a:xfrm>
                      <a:off x="4433252" y="4724400"/>
                      <a:ext cx="1463040" cy="1463040"/>
                      <a:chOff x="2970212" y="4724400"/>
                      <a:chExt cx="1463040" cy="1463040"/>
                    </a:xfrm>
                  </p:grpSpPr>
                  <p:grpSp>
                    <p:nvGrpSpPr>
                      <p:cNvPr id="73" name="Group 72">
                        <a:extLst>
                          <a:ext uri="{FF2B5EF4-FFF2-40B4-BE49-F238E27FC236}">
                            <a16:creationId xmlns:a16="http://schemas.microsoft.com/office/drawing/2014/main" id="{9836511F-9DD3-BD97-D57A-6C2193911599}"/>
                          </a:ext>
                        </a:extLst>
                      </p:cNvPr>
                      <p:cNvGrpSpPr/>
                      <p:nvPr/>
                    </p:nvGrpSpPr>
                    <p:grpSpPr>
                      <a:xfrm>
                        <a:off x="2970212" y="4724400"/>
                        <a:ext cx="1463040" cy="731520"/>
                        <a:chOff x="2970212" y="4724400"/>
                        <a:chExt cx="1463040" cy="731520"/>
                      </a:xfrm>
                    </p:grpSpPr>
                    <p:grpSp>
                      <p:nvGrpSpPr>
                        <p:cNvPr id="87" name="Group 86">
                          <a:extLst>
                            <a:ext uri="{FF2B5EF4-FFF2-40B4-BE49-F238E27FC236}">
                              <a16:creationId xmlns:a16="http://schemas.microsoft.com/office/drawing/2014/main" id="{1632F4D5-DFCB-BD94-A7E3-3D952CEDCE88}"/>
                            </a:ext>
                          </a:extLst>
                        </p:cNvPr>
                        <p:cNvGrpSpPr/>
                        <p:nvPr/>
                      </p:nvGrpSpPr>
                      <p:grpSpPr>
                        <a:xfrm>
                          <a:off x="2970212" y="4724400"/>
                          <a:ext cx="731520" cy="731520"/>
                          <a:chOff x="2970212" y="4724400"/>
                          <a:chExt cx="731520" cy="731520"/>
                        </a:xfrm>
                      </p:grpSpPr>
                      <p:grpSp>
                        <p:nvGrpSpPr>
                          <p:cNvPr id="94" name="Group 93">
                            <a:extLst>
                              <a:ext uri="{FF2B5EF4-FFF2-40B4-BE49-F238E27FC236}">
                                <a16:creationId xmlns:a16="http://schemas.microsoft.com/office/drawing/2014/main" id="{33544E49-7FAE-172F-4B0F-D0640360A780}"/>
                              </a:ext>
                            </a:extLst>
                          </p:cNvPr>
                          <p:cNvGrpSpPr/>
                          <p:nvPr/>
                        </p:nvGrpSpPr>
                        <p:grpSpPr>
                          <a:xfrm>
                            <a:off x="2970212" y="4724400"/>
                            <a:ext cx="731520" cy="365760"/>
                            <a:chOff x="2970212" y="4724400"/>
                            <a:chExt cx="731520" cy="365760"/>
                          </a:xfrm>
                        </p:grpSpPr>
                        <p:sp>
                          <p:nvSpPr>
                            <p:cNvPr id="97" name="Rectangle 96">
                              <a:extLst>
                                <a:ext uri="{FF2B5EF4-FFF2-40B4-BE49-F238E27FC236}">
                                  <a16:creationId xmlns:a16="http://schemas.microsoft.com/office/drawing/2014/main" id="{D63F5653-3FDF-6652-227C-DC33EB042D6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8" name="Rectangle 97">
                              <a:extLst>
                                <a:ext uri="{FF2B5EF4-FFF2-40B4-BE49-F238E27FC236}">
                                  <a16:creationId xmlns:a16="http://schemas.microsoft.com/office/drawing/2014/main" id="{65619C36-BEA1-4657-12B7-CEC8A1EA805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95" name="Rectangle 94">
                            <a:extLst>
                              <a:ext uri="{FF2B5EF4-FFF2-40B4-BE49-F238E27FC236}">
                                <a16:creationId xmlns:a16="http://schemas.microsoft.com/office/drawing/2014/main" id="{694E9D81-48B5-8521-BBEC-C690EE038CC7}"/>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6" name="Rectangle 95">
                            <a:extLst>
                              <a:ext uri="{FF2B5EF4-FFF2-40B4-BE49-F238E27FC236}">
                                <a16:creationId xmlns:a16="http://schemas.microsoft.com/office/drawing/2014/main" id="{CA2C897E-11CA-5E93-05EF-17A51BF39A6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88" name="Group 87">
                          <a:extLst>
                            <a:ext uri="{FF2B5EF4-FFF2-40B4-BE49-F238E27FC236}">
                              <a16:creationId xmlns:a16="http://schemas.microsoft.com/office/drawing/2014/main" id="{4D913862-B20B-01D7-BA7A-23DF0FC8A023}"/>
                            </a:ext>
                          </a:extLst>
                        </p:cNvPr>
                        <p:cNvGrpSpPr/>
                        <p:nvPr/>
                      </p:nvGrpSpPr>
                      <p:grpSpPr>
                        <a:xfrm>
                          <a:off x="3701732" y="4724400"/>
                          <a:ext cx="731520" cy="731520"/>
                          <a:chOff x="2970212" y="4724400"/>
                          <a:chExt cx="731520" cy="731520"/>
                        </a:xfrm>
                      </p:grpSpPr>
                      <p:grpSp>
                        <p:nvGrpSpPr>
                          <p:cNvPr id="89" name="Group 88">
                            <a:extLst>
                              <a:ext uri="{FF2B5EF4-FFF2-40B4-BE49-F238E27FC236}">
                                <a16:creationId xmlns:a16="http://schemas.microsoft.com/office/drawing/2014/main" id="{8FE2F16A-FBA6-3715-9FAF-DA5B91918AC5}"/>
                              </a:ext>
                            </a:extLst>
                          </p:cNvPr>
                          <p:cNvGrpSpPr/>
                          <p:nvPr/>
                        </p:nvGrpSpPr>
                        <p:grpSpPr>
                          <a:xfrm>
                            <a:off x="2970212" y="4724400"/>
                            <a:ext cx="731520" cy="365760"/>
                            <a:chOff x="2970212" y="4724400"/>
                            <a:chExt cx="731520" cy="365760"/>
                          </a:xfrm>
                        </p:grpSpPr>
                        <p:sp>
                          <p:nvSpPr>
                            <p:cNvPr id="92" name="Rectangle 91">
                              <a:extLst>
                                <a:ext uri="{FF2B5EF4-FFF2-40B4-BE49-F238E27FC236}">
                                  <a16:creationId xmlns:a16="http://schemas.microsoft.com/office/drawing/2014/main" id="{7C349BBE-B81B-E489-1F04-39B66BA09B8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3" name="Rectangle 92">
                              <a:extLst>
                                <a:ext uri="{FF2B5EF4-FFF2-40B4-BE49-F238E27FC236}">
                                  <a16:creationId xmlns:a16="http://schemas.microsoft.com/office/drawing/2014/main" id="{9A19E765-3F13-4EA2-D03C-B67F297007D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90" name="Rectangle 89">
                            <a:extLst>
                              <a:ext uri="{FF2B5EF4-FFF2-40B4-BE49-F238E27FC236}">
                                <a16:creationId xmlns:a16="http://schemas.microsoft.com/office/drawing/2014/main" id="{51623074-FD5A-5EDB-3E7F-3D6C29E935A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1" name="Rectangle 90">
                            <a:extLst>
                              <a:ext uri="{FF2B5EF4-FFF2-40B4-BE49-F238E27FC236}">
                                <a16:creationId xmlns:a16="http://schemas.microsoft.com/office/drawing/2014/main" id="{11CD845C-BA43-1456-DD19-FF5C701D362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74" name="Group 73">
                        <a:extLst>
                          <a:ext uri="{FF2B5EF4-FFF2-40B4-BE49-F238E27FC236}">
                            <a16:creationId xmlns:a16="http://schemas.microsoft.com/office/drawing/2014/main" id="{2B9F4068-F64E-9A70-0942-B4FAC9D7D943}"/>
                          </a:ext>
                        </a:extLst>
                      </p:cNvPr>
                      <p:cNvGrpSpPr/>
                      <p:nvPr/>
                    </p:nvGrpSpPr>
                    <p:grpSpPr>
                      <a:xfrm>
                        <a:off x="2970212" y="5455920"/>
                        <a:ext cx="1463040" cy="731520"/>
                        <a:chOff x="2970212" y="4724400"/>
                        <a:chExt cx="1463040" cy="731520"/>
                      </a:xfrm>
                    </p:grpSpPr>
                    <p:grpSp>
                      <p:nvGrpSpPr>
                        <p:cNvPr id="75" name="Group 74">
                          <a:extLst>
                            <a:ext uri="{FF2B5EF4-FFF2-40B4-BE49-F238E27FC236}">
                              <a16:creationId xmlns:a16="http://schemas.microsoft.com/office/drawing/2014/main" id="{D05932E0-B12B-BF27-A4A8-8D2D063F6019}"/>
                            </a:ext>
                          </a:extLst>
                        </p:cNvPr>
                        <p:cNvGrpSpPr/>
                        <p:nvPr/>
                      </p:nvGrpSpPr>
                      <p:grpSpPr>
                        <a:xfrm>
                          <a:off x="2970212" y="4724400"/>
                          <a:ext cx="731520" cy="731520"/>
                          <a:chOff x="2970212" y="4724400"/>
                          <a:chExt cx="731520" cy="731520"/>
                        </a:xfrm>
                      </p:grpSpPr>
                      <p:grpSp>
                        <p:nvGrpSpPr>
                          <p:cNvPr id="82" name="Group 81">
                            <a:extLst>
                              <a:ext uri="{FF2B5EF4-FFF2-40B4-BE49-F238E27FC236}">
                                <a16:creationId xmlns:a16="http://schemas.microsoft.com/office/drawing/2014/main" id="{F84CB894-33FE-A944-BCC7-B251CCA6ACA0}"/>
                              </a:ext>
                            </a:extLst>
                          </p:cNvPr>
                          <p:cNvGrpSpPr/>
                          <p:nvPr/>
                        </p:nvGrpSpPr>
                        <p:grpSpPr>
                          <a:xfrm>
                            <a:off x="2970212" y="4724400"/>
                            <a:ext cx="731520" cy="365760"/>
                            <a:chOff x="2970212" y="4724400"/>
                            <a:chExt cx="731520" cy="365760"/>
                          </a:xfrm>
                        </p:grpSpPr>
                        <p:sp>
                          <p:nvSpPr>
                            <p:cNvPr id="85" name="Rectangle 84">
                              <a:extLst>
                                <a:ext uri="{FF2B5EF4-FFF2-40B4-BE49-F238E27FC236}">
                                  <a16:creationId xmlns:a16="http://schemas.microsoft.com/office/drawing/2014/main" id="{2FC057C4-C309-A93E-094C-71B40536744C}"/>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6" name="Rectangle 85">
                              <a:extLst>
                                <a:ext uri="{FF2B5EF4-FFF2-40B4-BE49-F238E27FC236}">
                                  <a16:creationId xmlns:a16="http://schemas.microsoft.com/office/drawing/2014/main" id="{800F61F2-C59A-0FE9-1E91-693D88C10F3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83" name="Rectangle 82">
                            <a:extLst>
                              <a:ext uri="{FF2B5EF4-FFF2-40B4-BE49-F238E27FC236}">
                                <a16:creationId xmlns:a16="http://schemas.microsoft.com/office/drawing/2014/main" id="{61CFD236-CD48-896A-9EAB-7C866808564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4" name="Rectangle 83">
                            <a:extLst>
                              <a:ext uri="{FF2B5EF4-FFF2-40B4-BE49-F238E27FC236}">
                                <a16:creationId xmlns:a16="http://schemas.microsoft.com/office/drawing/2014/main" id="{8344BEDB-3286-D01F-7BCA-DD23A6A2337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76" name="Group 75">
                          <a:extLst>
                            <a:ext uri="{FF2B5EF4-FFF2-40B4-BE49-F238E27FC236}">
                              <a16:creationId xmlns:a16="http://schemas.microsoft.com/office/drawing/2014/main" id="{7EC9B7F6-C063-F80F-8D0C-AF776D5C6DFD}"/>
                            </a:ext>
                          </a:extLst>
                        </p:cNvPr>
                        <p:cNvGrpSpPr/>
                        <p:nvPr/>
                      </p:nvGrpSpPr>
                      <p:grpSpPr>
                        <a:xfrm>
                          <a:off x="3701732" y="4724400"/>
                          <a:ext cx="731520" cy="731520"/>
                          <a:chOff x="2970212" y="4724400"/>
                          <a:chExt cx="731520" cy="731520"/>
                        </a:xfrm>
                      </p:grpSpPr>
                      <p:grpSp>
                        <p:nvGrpSpPr>
                          <p:cNvPr id="77" name="Group 76">
                            <a:extLst>
                              <a:ext uri="{FF2B5EF4-FFF2-40B4-BE49-F238E27FC236}">
                                <a16:creationId xmlns:a16="http://schemas.microsoft.com/office/drawing/2014/main" id="{A7DE8B47-9940-81D4-7876-55E49B9E78DD}"/>
                              </a:ext>
                            </a:extLst>
                          </p:cNvPr>
                          <p:cNvGrpSpPr/>
                          <p:nvPr/>
                        </p:nvGrpSpPr>
                        <p:grpSpPr>
                          <a:xfrm>
                            <a:off x="2970212" y="4724400"/>
                            <a:ext cx="731520" cy="365760"/>
                            <a:chOff x="2970212" y="4724400"/>
                            <a:chExt cx="731520" cy="365760"/>
                          </a:xfrm>
                        </p:grpSpPr>
                        <p:sp>
                          <p:nvSpPr>
                            <p:cNvPr id="80" name="Rectangle 79">
                              <a:extLst>
                                <a:ext uri="{FF2B5EF4-FFF2-40B4-BE49-F238E27FC236}">
                                  <a16:creationId xmlns:a16="http://schemas.microsoft.com/office/drawing/2014/main" id="{BFCFA2A4-EB6B-5304-F901-6BC569403A2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1" name="Rectangle 80">
                              <a:extLst>
                                <a:ext uri="{FF2B5EF4-FFF2-40B4-BE49-F238E27FC236}">
                                  <a16:creationId xmlns:a16="http://schemas.microsoft.com/office/drawing/2014/main" id="{D8E8473B-5331-52DD-3334-6863996B64F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78" name="Rectangle 77">
                            <a:extLst>
                              <a:ext uri="{FF2B5EF4-FFF2-40B4-BE49-F238E27FC236}">
                                <a16:creationId xmlns:a16="http://schemas.microsoft.com/office/drawing/2014/main" id="{541AA220-D7DC-C29F-8842-8D4920CB6CA0}"/>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79" name="Rectangle 78">
                            <a:extLst>
                              <a:ext uri="{FF2B5EF4-FFF2-40B4-BE49-F238E27FC236}">
                                <a16:creationId xmlns:a16="http://schemas.microsoft.com/office/drawing/2014/main" id="{804BD431-E88F-82F7-5245-C271B0D2D15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nvGrpSpPr>
                <p:cNvPr id="181" name="Group 180">
                  <a:extLst>
                    <a:ext uri="{FF2B5EF4-FFF2-40B4-BE49-F238E27FC236}">
                      <a16:creationId xmlns:a16="http://schemas.microsoft.com/office/drawing/2014/main" id="{DC3D0616-E758-97E1-EE77-8AD5F2BBC1A3}"/>
                    </a:ext>
                  </a:extLst>
                </p:cNvPr>
                <p:cNvGrpSpPr/>
                <p:nvPr/>
              </p:nvGrpSpPr>
              <p:grpSpPr>
                <a:xfrm>
                  <a:off x="5058092" y="3124200"/>
                  <a:ext cx="2926080" cy="2926080"/>
                  <a:chOff x="2132012" y="3124200"/>
                  <a:chExt cx="2926080" cy="2926080"/>
                </a:xfrm>
              </p:grpSpPr>
              <p:grpSp>
                <p:nvGrpSpPr>
                  <p:cNvPr id="182" name="Group 181">
                    <a:extLst>
                      <a:ext uri="{FF2B5EF4-FFF2-40B4-BE49-F238E27FC236}">
                        <a16:creationId xmlns:a16="http://schemas.microsoft.com/office/drawing/2014/main" id="{F06B89F4-01E6-A43C-2504-750C1E31021A}"/>
                      </a:ext>
                    </a:extLst>
                  </p:cNvPr>
                  <p:cNvGrpSpPr/>
                  <p:nvPr/>
                </p:nvGrpSpPr>
                <p:grpSpPr>
                  <a:xfrm>
                    <a:off x="2132012" y="3124200"/>
                    <a:ext cx="2926080" cy="1463040"/>
                    <a:chOff x="2970212" y="4724400"/>
                    <a:chExt cx="2926080" cy="1463040"/>
                  </a:xfrm>
                </p:grpSpPr>
                <p:grpSp>
                  <p:nvGrpSpPr>
                    <p:cNvPr id="238" name="Group 237">
                      <a:extLst>
                        <a:ext uri="{FF2B5EF4-FFF2-40B4-BE49-F238E27FC236}">
                          <a16:creationId xmlns:a16="http://schemas.microsoft.com/office/drawing/2014/main" id="{78C991A3-893D-D3CD-A7DC-B34F40F69B61}"/>
                        </a:ext>
                      </a:extLst>
                    </p:cNvPr>
                    <p:cNvGrpSpPr/>
                    <p:nvPr/>
                  </p:nvGrpSpPr>
                  <p:grpSpPr>
                    <a:xfrm>
                      <a:off x="2970212" y="4724400"/>
                      <a:ext cx="1463040" cy="1463040"/>
                      <a:chOff x="2970212" y="4724400"/>
                      <a:chExt cx="1463040" cy="1463040"/>
                    </a:xfrm>
                  </p:grpSpPr>
                  <p:grpSp>
                    <p:nvGrpSpPr>
                      <p:cNvPr id="266" name="Group 265">
                        <a:extLst>
                          <a:ext uri="{FF2B5EF4-FFF2-40B4-BE49-F238E27FC236}">
                            <a16:creationId xmlns:a16="http://schemas.microsoft.com/office/drawing/2014/main" id="{2787BC15-B479-CF21-7757-4CBB886A24A5}"/>
                          </a:ext>
                        </a:extLst>
                      </p:cNvPr>
                      <p:cNvGrpSpPr/>
                      <p:nvPr/>
                    </p:nvGrpSpPr>
                    <p:grpSpPr>
                      <a:xfrm>
                        <a:off x="2970212" y="4724400"/>
                        <a:ext cx="1463040" cy="731520"/>
                        <a:chOff x="2970212" y="4724400"/>
                        <a:chExt cx="1463040" cy="731520"/>
                      </a:xfrm>
                    </p:grpSpPr>
                    <p:grpSp>
                      <p:nvGrpSpPr>
                        <p:cNvPr id="280" name="Group 279">
                          <a:extLst>
                            <a:ext uri="{FF2B5EF4-FFF2-40B4-BE49-F238E27FC236}">
                              <a16:creationId xmlns:a16="http://schemas.microsoft.com/office/drawing/2014/main" id="{876C5508-5B98-848C-CDF0-F370F117916D}"/>
                            </a:ext>
                          </a:extLst>
                        </p:cNvPr>
                        <p:cNvGrpSpPr/>
                        <p:nvPr/>
                      </p:nvGrpSpPr>
                      <p:grpSpPr>
                        <a:xfrm>
                          <a:off x="2970212" y="4724400"/>
                          <a:ext cx="731520" cy="731520"/>
                          <a:chOff x="2970212" y="4724400"/>
                          <a:chExt cx="731520" cy="731520"/>
                        </a:xfrm>
                      </p:grpSpPr>
                      <p:grpSp>
                        <p:nvGrpSpPr>
                          <p:cNvPr id="287" name="Group 286">
                            <a:extLst>
                              <a:ext uri="{FF2B5EF4-FFF2-40B4-BE49-F238E27FC236}">
                                <a16:creationId xmlns:a16="http://schemas.microsoft.com/office/drawing/2014/main" id="{07144071-E423-9C4E-9470-4C6BD293EB40}"/>
                              </a:ext>
                            </a:extLst>
                          </p:cNvPr>
                          <p:cNvGrpSpPr/>
                          <p:nvPr/>
                        </p:nvGrpSpPr>
                        <p:grpSpPr>
                          <a:xfrm>
                            <a:off x="2970212" y="4724400"/>
                            <a:ext cx="731520" cy="365760"/>
                            <a:chOff x="2970212" y="4724400"/>
                            <a:chExt cx="731520" cy="365760"/>
                          </a:xfrm>
                        </p:grpSpPr>
                        <p:sp>
                          <p:nvSpPr>
                            <p:cNvPr id="290" name="Rectangle 289">
                              <a:extLst>
                                <a:ext uri="{FF2B5EF4-FFF2-40B4-BE49-F238E27FC236}">
                                  <a16:creationId xmlns:a16="http://schemas.microsoft.com/office/drawing/2014/main" id="{B010B432-2113-B26F-24B6-7208657D33C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91" name="Rectangle 290">
                              <a:extLst>
                                <a:ext uri="{FF2B5EF4-FFF2-40B4-BE49-F238E27FC236}">
                                  <a16:creationId xmlns:a16="http://schemas.microsoft.com/office/drawing/2014/main" id="{E19D5EA8-43A0-79E1-D937-EA62E5322CA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88" name="Rectangle 287">
                            <a:extLst>
                              <a:ext uri="{FF2B5EF4-FFF2-40B4-BE49-F238E27FC236}">
                                <a16:creationId xmlns:a16="http://schemas.microsoft.com/office/drawing/2014/main" id="{A5058DF3-5E54-4859-1A63-7872E210CC1C}"/>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9" name="Rectangle 288">
                            <a:extLst>
                              <a:ext uri="{FF2B5EF4-FFF2-40B4-BE49-F238E27FC236}">
                                <a16:creationId xmlns:a16="http://schemas.microsoft.com/office/drawing/2014/main" id="{8565FE7E-7DC7-5AF4-DEFA-07F709EDB6E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81" name="Group 280">
                          <a:extLst>
                            <a:ext uri="{FF2B5EF4-FFF2-40B4-BE49-F238E27FC236}">
                              <a16:creationId xmlns:a16="http://schemas.microsoft.com/office/drawing/2014/main" id="{49C2ED1B-3F1F-4C1E-C7E7-31CD0D519B1F}"/>
                            </a:ext>
                          </a:extLst>
                        </p:cNvPr>
                        <p:cNvGrpSpPr/>
                        <p:nvPr/>
                      </p:nvGrpSpPr>
                      <p:grpSpPr>
                        <a:xfrm>
                          <a:off x="3701732" y="4724400"/>
                          <a:ext cx="731520" cy="731520"/>
                          <a:chOff x="2970212" y="4724400"/>
                          <a:chExt cx="731520" cy="731520"/>
                        </a:xfrm>
                      </p:grpSpPr>
                      <p:grpSp>
                        <p:nvGrpSpPr>
                          <p:cNvPr id="282" name="Group 281">
                            <a:extLst>
                              <a:ext uri="{FF2B5EF4-FFF2-40B4-BE49-F238E27FC236}">
                                <a16:creationId xmlns:a16="http://schemas.microsoft.com/office/drawing/2014/main" id="{2978EB4B-0DC1-7DBD-F1A0-1547A4D4F64B}"/>
                              </a:ext>
                            </a:extLst>
                          </p:cNvPr>
                          <p:cNvGrpSpPr/>
                          <p:nvPr/>
                        </p:nvGrpSpPr>
                        <p:grpSpPr>
                          <a:xfrm>
                            <a:off x="2970212" y="4724400"/>
                            <a:ext cx="731520" cy="365760"/>
                            <a:chOff x="2970212" y="4724400"/>
                            <a:chExt cx="731520" cy="365760"/>
                          </a:xfrm>
                        </p:grpSpPr>
                        <p:sp>
                          <p:nvSpPr>
                            <p:cNvPr id="285" name="Rectangle 284">
                              <a:extLst>
                                <a:ext uri="{FF2B5EF4-FFF2-40B4-BE49-F238E27FC236}">
                                  <a16:creationId xmlns:a16="http://schemas.microsoft.com/office/drawing/2014/main" id="{FAFC5B12-716C-477A-36AC-ADB5F86E879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6" name="Rectangle 285">
                              <a:extLst>
                                <a:ext uri="{FF2B5EF4-FFF2-40B4-BE49-F238E27FC236}">
                                  <a16:creationId xmlns:a16="http://schemas.microsoft.com/office/drawing/2014/main" id="{E7B48678-0225-5359-AA4A-B137C846BBC0}"/>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83" name="Rectangle 282">
                            <a:extLst>
                              <a:ext uri="{FF2B5EF4-FFF2-40B4-BE49-F238E27FC236}">
                                <a16:creationId xmlns:a16="http://schemas.microsoft.com/office/drawing/2014/main" id="{BD8B3835-0D6A-1174-47EE-AFEA62BA53E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84" name="Rectangle 283">
                            <a:extLst>
                              <a:ext uri="{FF2B5EF4-FFF2-40B4-BE49-F238E27FC236}">
                                <a16:creationId xmlns:a16="http://schemas.microsoft.com/office/drawing/2014/main" id="{EFEB1AE6-BE0E-A801-5A18-467AD824F5D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67" name="Group 266">
                        <a:extLst>
                          <a:ext uri="{FF2B5EF4-FFF2-40B4-BE49-F238E27FC236}">
                            <a16:creationId xmlns:a16="http://schemas.microsoft.com/office/drawing/2014/main" id="{071986B0-447A-921E-557A-6CCA97D14542}"/>
                          </a:ext>
                        </a:extLst>
                      </p:cNvPr>
                      <p:cNvGrpSpPr/>
                      <p:nvPr/>
                    </p:nvGrpSpPr>
                    <p:grpSpPr>
                      <a:xfrm>
                        <a:off x="2970212" y="5455920"/>
                        <a:ext cx="1463040" cy="731520"/>
                        <a:chOff x="2970212" y="4724400"/>
                        <a:chExt cx="1463040" cy="731520"/>
                      </a:xfrm>
                    </p:grpSpPr>
                    <p:grpSp>
                      <p:nvGrpSpPr>
                        <p:cNvPr id="268" name="Group 267">
                          <a:extLst>
                            <a:ext uri="{FF2B5EF4-FFF2-40B4-BE49-F238E27FC236}">
                              <a16:creationId xmlns:a16="http://schemas.microsoft.com/office/drawing/2014/main" id="{EFB211DF-2A08-6CB9-C86F-6F2DCEDB4685}"/>
                            </a:ext>
                          </a:extLst>
                        </p:cNvPr>
                        <p:cNvGrpSpPr/>
                        <p:nvPr/>
                      </p:nvGrpSpPr>
                      <p:grpSpPr>
                        <a:xfrm>
                          <a:off x="2970212" y="4724400"/>
                          <a:ext cx="731520" cy="731520"/>
                          <a:chOff x="2970212" y="4724400"/>
                          <a:chExt cx="731520" cy="731520"/>
                        </a:xfrm>
                      </p:grpSpPr>
                      <p:grpSp>
                        <p:nvGrpSpPr>
                          <p:cNvPr id="275" name="Group 274">
                            <a:extLst>
                              <a:ext uri="{FF2B5EF4-FFF2-40B4-BE49-F238E27FC236}">
                                <a16:creationId xmlns:a16="http://schemas.microsoft.com/office/drawing/2014/main" id="{A85EE5F4-E22E-E8F8-EF12-5F8315CF9889}"/>
                              </a:ext>
                            </a:extLst>
                          </p:cNvPr>
                          <p:cNvGrpSpPr/>
                          <p:nvPr/>
                        </p:nvGrpSpPr>
                        <p:grpSpPr>
                          <a:xfrm>
                            <a:off x="2970212" y="4724400"/>
                            <a:ext cx="731520" cy="365760"/>
                            <a:chOff x="2970212" y="4724400"/>
                            <a:chExt cx="731520" cy="365760"/>
                          </a:xfrm>
                        </p:grpSpPr>
                        <p:sp>
                          <p:nvSpPr>
                            <p:cNvPr id="278" name="Rectangle 277">
                              <a:extLst>
                                <a:ext uri="{FF2B5EF4-FFF2-40B4-BE49-F238E27FC236}">
                                  <a16:creationId xmlns:a16="http://schemas.microsoft.com/office/drawing/2014/main" id="{6C611188-8953-97A4-ED6F-178BB5FA7E07}"/>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9" name="Rectangle 278">
                              <a:extLst>
                                <a:ext uri="{FF2B5EF4-FFF2-40B4-BE49-F238E27FC236}">
                                  <a16:creationId xmlns:a16="http://schemas.microsoft.com/office/drawing/2014/main" id="{F5A46E83-135B-D62B-2B16-C122280AB6C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76" name="Rectangle 275">
                            <a:extLst>
                              <a:ext uri="{FF2B5EF4-FFF2-40B4-BE49-F238E27FC236}">
                                <a16:creationId xmlns:a16="http://schemas.microsoft.com/office/drawing/2014/main" id="{19B23F0B-B8D1-B662-D1C4-69672FBE502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7" name="Rectangle 276">
                            <a:extLst>
                              <a:ext uri="{FF2B5EF4-FFF2-40B4-BE49-F238E27FC236}">
                                <a16:creationId xmlns:a16="http://schemas.microsoft.com/office/drawing/2014/main" id="{2A5A7DDF-F545-16FB-C728-A746B195758B}"/>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69" name="Group 268">
                          <a:extLst>
                            <a:ext uri="{FF2B5EF4-FFF2-40B4-BE49-F238E27FC236}">
                              <a16:creationId xmlns:a16="http://schemas.microsoft.com/office/drawing/2014/main" id="{588BE228-6797-A1E0-A456-B24B6C4BD76D}"/>
                            </a:ext>
                          </a:extLst>
                        </p:cNvPr>
                        <p:cNvGrpSpPr/>
                        <p:nvPr/>
                      </p:nvGrpSpPr>
                      <p:grpSpPr>
                        <a:xfrm>
                          <a:off x="3701732" y="4724400"/>
                          <a:ext cx="731520" cy="731520"/>
                          <a:chOff x="2970212" y="4724400"/>
                          <a:chExt cx="731520" cy="731520"/>
                        </a:xfrm>
                      </p:grpSpPr>
                      <p:grpSp>
                        <p:nvGrpSpPr>
                          <p:cNvPr id="270" name="Group 269">
                            <a:extLst>
                              <a:ext uri="{FF2B5EF4-FFF2-40B4-BE49-F238E27FC236}">
                                <a16:creationId xmlns:a16="http://schemas.microsoft.com/office/drawing/2014/main" id="{78054DE0-5E3B-8153-258D-6ED6DE5EE80E}"/>
                              </a:ext>
                            </a:extLst>
                          </p:cNvPr>
                          <p:cNvGrpSpPr/>
                          <p:nvPr/>
                        </p:nvGrpSpPr>
                        <p:grpSpPr>
                          <a:xfrm>
                            <a:off x="2970212" y="4724400"/>
                            <a:ext cx="731520" cy="365760"/>
                            <a:chOff x="2970212" y="4724400"/>
                            <a:chExt cx="731520" cy="365760"/>
                          </a:xfrm>
                        </p:grpSpPr>
                        <p:sp>
                          <p:nvSpPr>
                            <p:cNvPr id="273" name="Rectangle 272">
                              <a:extLst>
                                <a:ext uri="{FF2B5EF4-FFF2-40B4-BE49-F238E27FC236}">
                                  <a16:creationId xmlns:a16="http://schemas.microsoft.com/office/drawing/2014/main" id="{8B63F195-FC93-799F-4E9C-666188BF1DB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4" name="Rectangle 273">
                              <a:extLst>
                                <a:ext uri="{FF2B5EF4-FFF2-40B4-BE49-F238E27FC236}">
                                  <a16:creationId xmlns:a16="http://schemas.microsoft.com/office/drawing/2014/main" id="{34280049-4FA0-A093-3E18-56589B332D11}"/>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71" name="Rectangle 270">
                            <a:extLst>
                              <a:ext uri="{FF2B5EF4-FFF2-40B4-BE49-F238E27FC236}">
                                <a16:creationId xmlns:a16="http://schemas.microsoft.com/office/drawing/2014/main" id="{31788E8B-0114-0C7B-6F3F-067CCFD242D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72" name="Rectangle 271">
                            <a:extLst>
                              <a:ext uri="{FF2B5EF4-FFF2-40B4-BE49-F238E27FC236}">
                                <a16:creationId xmlns:a16="http://schemas.microsoft.com/office/drawing/2014/main" id="{B6C959A2-ABE6-8432-B404-7622E173C18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239" name="Group 238">
                      <a:extLst>
                        <a:ext uri="{FF2B5EF4-FFF2-40B4-BE49-F238E27FC236}">
                          <a16:creationId xmlns:a16="http://schemas.microsoft.com/office/drawing/2014/main" id="{B3D34467-F1B7-985F-034E-1992C3D0F268}"/>
                        </a:ext>
                      </a:extLst>
                    </p:cNvPr>
                    <p:cNvGrpSpPr/>
                    <p:nvPr/>
                  </p:nvGrpSpPr>
                  <p:grpSpPr>
                    <a:xfrm>
                      <a:off x="4433252" y="4724400"/>
                      <a:ext cx="1463040" cy="1463040"/>
                      <a:chOff x="2970212" y="4724400"/>
                      <a:chExt cx="1463040" cy="1463040"/>
                    </a:xfrm>
                  </p:grpSpPr>
                  <p:grpSp>
                    <p:nvGrpSpPr>
                      <p:cNvPr id="240" name="Group 239">
                        <a:extLst>
                          <a:ext uri="{FF2B5EF4-FFF2-40B4-BE49-F238E27FC236}">
                            <a16:creationId xmlns:a16="http://schemas.microsoft.com/office/drawing/2014/main" id="{5E87856B-EC4C-4781-5205-4DE446506F41}"/>
                          </a:ext>
                        </a:extLst>
                      </p:cNvPr>
                      <p:cNvGrpSpPr/>
                      <p:nvPr/>
                    </p:nvGrpSpPr>
                    <p:grpSpPr>
                      <a:xfrm>
                        <a:off x="2970212" y="4724400"/>
                        <a:ext cx="1463040" cy="731520"/>
                        <a:chOff x="2970212" y="4724400"/>
                        <a:chExt cx="1463040" cy="731520"/>
                      </a:xfrm>
                    </p:grpSpPr>
                    <p:grpSp>
                      <p:nvGrpSpPr>
                        <p:cNvPr id="254" name="Group 253">
                          <a:extLst>
                            <a:ext uri="{FF2B5EF4-FFF2-40B4-BE49-F238E27FC236}">
                              <a16:creationId xmlns:a16="http://schemas.microsoft.com/office/drawing/2014/main" id="{2587CCBD-7E3A-042B-1109-9E3186989C92}"/>
                            </a:ext>
                          </a:extLst>
                        </p:cNvPr>
                        <p:cNvGrpSpPr/>
                        <p:nvPr/>
                      </p:nvGrpSpPr>
                      <p:grpSpPr>
                        <a:xfrm>
                          <a:off x="2970212" y="4724400"/>
                          <a:ext cx="731520" cy="731520"/>
                          <a:chOff x="2970212" y="4724400"/>
                          <a:chExt cx="731520" cy="731520"/>
                        </a:xfrm>
                      </p:grpSpPr>
                      <p:grpSp>
                        <p:nvGrpSpPr>
                          <p:cNvPr id="261" name="Group 260">
                            <a:extLst>
                              <a:ext uri="{FF2B5EF4-FFF2-40B4-BE49-F238E27FC236}">
                                <a16:creationId xmlns:a16="http://schemas.microsoft.com/office/drawing/2014/main" id="{CBBA38B7-68D9-19A7-4CA7-9A09F38A8015}"/>
                              </a:ext>
                            </a:extLst>
                          </p:cNvPr>
                          <p:cNvGrpSpPr/>
                          <p:nvPr/>
                        </p:nvGrpSpPr>
                        <p:grpSpPr>
                          <a:xfrm>
                            <a:off x="2970212" y="4724400"/>
                            <a:ext cx="731520" cy="365760"/>
                            <a:chOff x="2970212" y="4724400"/>
                            <a:chExt cx="731520" cy="365760"/>
                          </a:xfrm>
                        </p:grpSpPr>
                        <p:sp>
                          <p:nvSpPr>
                            <p:cNvPr id="264" name="Rectangle 263">
                              <a:extLst>
                                <a:ext uri="{FF2B5EF4-FFF2-40B4-BE49-F238E27FC236}">
                                  <a16:creationId xmlns:a16="http://schemas.microsoft.com/office/drawing/2014/main" id="{264446B1-6D98-F141-7F43-56954B2B053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5" name="Rectangle 264">
                              <a:extLst>
                                <a:ext uri="{FF2B5EF4-FFF2-40B4-BE49-F238E27FC236}">
                                  <a16:creationId xmlns:a16="http://schemas.microsoft.com/office/drawing/2014/main" id="{B4D1F769-4F9C-E829-0648-D371699F6B9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62" name="Rectangle 261">
                            <a:extLst>
                              <a:ext uri="{FF2B5EF4-FFF2-40B4-BE49-F238E27FC236}">
                                <a16:creationId xmlns:a16="http://schemas.microsoft.com/office/drawing/2014/main" id="{DB1FB918-DE23-E60E-8F80-FC468EDC14A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3" name="Rectangle 262">
                            <a:extLst>
                              <a:ext uri="{FF2B5EF4-FFF2-40B4-BE49-F238E27FC236}">
                                <a16:creationId xmlns:a16="http://schemas.microsoft.com/office/drawing/2014/main" id="{8E7ADF55-AA35-5432-2576-C5030A649C1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55" name="Group 254">
                          <a:extLst>
                            <a:ext uri="{FF2B5EF4-FFF2-40B4-BE49-F238E27FC236}">
                              <a16:creationId xmlns:a16="http://schemas.microsoft.com/office/drawing/2014/main" id="{C8755F6E-1C89-C9EA-E55A-435864B688A1}"/>
                            </a:ext>
                          </a:extLst>
                        </p:cNvPr>
                        <p:cNvGrpSpPr/>
                        <p:nvPr/>
                      </p:nvGrpSpPr>
                      <p:grpSpPr>
                        <a:xfrm>
                          <a:off x="3701732" y="4724400"/>
                          <a:ext cx="731520" cy="731520"/>
                          <a:chOff x="2970212" y="4724400"/>
                          <a:chExt cx="731520" cy="731520"/>
                        </a:xfrm>
                      </p:grpSpPr>
                      <p:grpSp>
                        <p:nvGrpSpPr>
                          <p:cNvPr id="256" name="Group 255">
                            <a:extLst>
                              <a:ext uri="{FF2B5EF4-FFF2-40B4-BE49-F238E27FC236}">
                                <a16:creationId xmlns:a16="http://schemas.microsoft.com/office/drawing/2014/main" id="{8A86C341-AE0C-5902-E7B9-39E4850134E8}"/>
                              </a:ext>
                            </a:extLst>
                          </p:cNvPr>
                          <p:cNvGrpSpPr/>
                          <p:nvPr/>
                        </p:nvGrpSpPr>
                        <p:grpSpPr>
                          <a:xfrm>
                            <a:off x="2970212" y="4724400"/>
                            <a:ext cx="731520" cy="365760"/>
                            <a:chOff x="2970212" y="4724400"/>
                            <a:chExt cx="731520" cy="365760"/>
                          </a:xfrm>
                        </p:grpSpPr>
                        <p:sp>
                          <p:nvSpPr>
                            <p:cNvPr id="259" name="Rectangle 258">
                              <a:extLst>
                                <a:ext uri="{FF2B5EF4-FFF2-40B4-BE49-F238E27FC236}">
                                  <a16:creationId xmlns:a16="http://schemas.microsoft.com/office/drawing/2014/main" id="{FA21437E-DDA2-F45F-072A-5FD0E6D35B09}"/>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60" name="Rectangle 259">
                              <a:extLst>
                                <a:ext uri="{FF2B5EF4-FFF2-40B4-BE49-F238E27FC236}">
                                  <a16:creationId xmlns:a16="http://schemas.microsoft.com/office/drawing/2014/main" id="{FCDD2D23-B866-0163-ABE1-503089837F87}"/>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57" name="Rectangle 256">
                            <a:extLst>
                              <a:ext uri="{FF2B5EF4-FFF2-40B4-BE49-F238E27FC236}">
                                <a16:creationId xmlns:a16="http://schemas.microsoft.com/office/drawing/2014/main" id="{023012C2-AB95-0B97-A2A9-12C9A91CC68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8" name="Rectangle 257">
                            <a:extLst>
                              <a:ext uri="{FF2B5EF4-FFF2-40B4-BE49-F238E27FC236}">
                                <a16:creationId xmlns:a16="http://schemas.microsoft.com/office/drawing/2014/main" id="{F34BFE23-5358-5F1E-5B8D-38AC7CA7800E}"/>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41" name="Group 240">
                        <a:extLst>
                          <a:ext uri="{FF2B5EF4-FFF2-40B4-BE49-F238E27FC236}">
                            <a16:creationId xmlns:a16="http://schemas.microsoft.com/office/drawing/2014/main" id="{79CB21ED-3D2B-116E-BA79-56BF88E306AF}"/>
                          </a:ext>
                        </a:extLst>
                      </p:cNvPr>
                      <p:cNvGrpSpPr/>
                      <p:nvPr/>
                    </p:nvGrpSpPr>
                    <p:grpSpPr>
                      <a:xfrm>
                        <a:off x="2970212" y="5455920"/>
                        <a:ext cx="1463040" cy="731520"/>
                        <a:chOff x="2970212" y="4724400"/>
                        <a:chExt cx="1463040" cy="731520"/>
                      </a:xfrm>
                    </p:grpSpPr>
                    <p:grpSp>
                      <p:nvGrpSpPr>
                        <p:cNvPr id="242" name="Group 241">
                          <a:extLst>
                            <a:ext uri="{FF2B5EF4-FFF2-40B4-BE49-F238E27FC236}">
                              <a16:creationId xmlns:a16="http://schemas.microsoft.com/office/drawing/2014/main" id="{8652529F-CAC1-1CBE-0797-BD3366C518E3}"/>
                            </a:ext>
                          </a:extLst>
                        </p:cNvPr>
                        <p:cNvGrpSpPr/>
                        <p:nvPr/>
                      </p:nvGrpSpPr>
                      <p:grpSpPr>
                        <a:xfrm>
                          <a:off x="2970212" y="4724400"/>
                          <a:ext cx="731520" cy="731520"/>
                          <a:chOff x="2970212" y="4724400"/>
                          <a:chExt cx="731520" cy="731520"/>
                        </a:xfrm>
                      </p:grpSpPr>
                      <p:grpSp>
                        <p:nvGrpSpPr>
                          <p:cNvPr id="249" name="Group 248">
                            <a:extLst>
                              <a:ext uri="{FF2B5EF4-FFF2-40B4-BE49-F238E27FC236}">
                                <a16:creationId xmlns:a16="http://schemas.microsoft.com/office/drawing/2014/main" id="{8582BD87-C3B3-4A0F-8BDC-FA0EF67D0CDB}"/>
                              </a:ext>
                            </a:extLst>
                          </p:cNvPr>
                          <p:cNvGrpSpPr/>
                          <p:nvPr/>
                        </p:nvGrpSpPr>
                        <p:grpSpPr>
                          <a:xfrm>
                            <a:off x="2970212" y="4724400"/>
                            <a:ext cx="731520" cy="365760"/>
                            <a:chOff x="2970212" y="4724400"/>
                            <a:chExt cx="731520" cy="365760"/>
                          </a:xfrm>
                        </p:grpSpPr>
                        <p:sp>
                          <p:nvSpPr>
                            <p:cNvPr id="252" name="Rectangle 251">
                              <a:extLst>
                                <a:ext uri="{FF2B5EF4-FFF2-40B4-BE49-F238E27FC236}">
                                  <a16:creationId xmlns:a16="http://schemas.microsoft.com/office/drawing/2014/main" id="{AF5C351D-5C0B-7366-6F34-6DE343D6851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3" name="Rectangle 252">
                              <a:extLst>
                                <a:ext uri="{FF2B5EF4-FFF2-40B4-BE49-F238E27FC236}">
                                  <a16:creationId xmlns:a16="http://schemas.microsoft.com/office/drawing/2014/main" id="{10122B2F-5E40-32E1-D434-AFE4D68650B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50" name="Rectangle 249">
                            <a:extLst>
                              <a:ext uri="{FF2B5EF4-FFF2-40B4-BE49-F238E27FC236}">
                                <a16:creationId xmlns:a16="http://schemas.microsoft.com/office/drawing/2014/main" id="{D073A017-3A2F-28A8-4FCD-D2CF2341C32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51" name="Rectangle 250">
                            <a:extLst>
                              <a:ext uri="{FF2B5EF4-FFF2-40B4-BE49-F238E27FC236}">
                                <a16:creationId xmlns:a16="http://schemas.microsoft.com/office/drawing/2014/main" id="{4BFB7C9F-3F8B-359D-8FE3-FED6F53A1E7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43" name="Group 242">
                          <a:extLst>
                            <a:ext uri="{FF2B5EF4-FFF2-40B4-BE49-F238E27FC236}">
                              <a16:creationId xmlns:a16="http://schemas.microsoft.com/office/drawing/2014/main" id="{8EA054F7-FBB2-7B72-FC80-92E5A2E04E55}"/>
                            </a:ext>
                          </a:extLst>
                        </p:cNvPr>
                        <p:cNvGrpSpPr/>
                        <p:nvPr/>
                      </p:nvGrpSpPr>
                      <p:grpSpPr>
                        <a:xfrm>
                          <a:off x="3701732" y="4724400"/>
                          <a:ext cx="731520" cy="731520"/>
                          <a:chOff x="2970212" y="4724400"/>
                          <a:chExt cx="731520" cy="731520"/>
                        </a:xfrm>
                      </p:grpSpPr>
                      <p:grpSp>
                        <p:nvGrpSpPr>
                          <p:cNvPr id="244" name="Group 243">
                            <a:extLst>
                              <a:ext uri="{FF2B5EF4-FFF2-40B4-BE49-F238E27FC236}">
                                <a16:creationId xmlns:a16="http://schemas.microsoft.com/office/drawing/2014/main" id="{FEA67C01-F60F-F1C9-ABAF-495746A53636}"/>
                              </a:ext>
                            </a:extLst>
                          </p:cNvPr>
                          <p:cNvGrpSpPr/>
                          <p:nvPr/>
                        </p:nvGrpSpPr>
                        <p:grpSpPr>
                          <a:xfrm>
                            <a:off x="2970212" y="4724400"/>
                            <a:ext cx="731520" cy="365760"/>
                            <a:chOff x="2970212" y="4724400"/>
                            <a:chExt cx="731520" cy="365760"/>
                          </a:xfrm>
                        </p:grpSpPr>
                        <p:sp>
                          <p:nvSpPr>
                            <p:cNvPr id="247" name="Rectangle 246">
                              <a:extLst>
                                <a:ext uri="{FF2B5EF4-FFF2-40B4-BE49-F238E27FC236}">
                                  <a16:creationId xmlns:a16="http://schemas.microsoft.com/office/drawing/2014/main" id="{2BF4B444-D457-6117-CCCD-FA1277B3AEC1}"/>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48" name="Rectangle 247">
                              <a:extLst>
                                <a:ext uri="{FF2B5EF4-FFF2-40B4-BE49-F238E27FC236}">
                                  <a16:creationId xmlns:a16="http://schemas.microsoft.com/office/drawing/2014/main" id="{119EB92C-3BC8-071A-F148-B82ECA1B755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45" name="Rectangle 244">
                            <a:extLst>
                              <a:ext uri="{FF2B5EF4-FFF2-40B4-BE49-F238E27FC236}">
                                <a16:creationId xmlns:a16="http://schemas.microsoft.com/office/drawing/2014/main" id="{BCBADC26-9D47-0A93-CA59-9FEF5F5BF10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46" name="Rectangle 245">
                            <a:extLst>
                              <a:ext uri="{FF2B5EF4-FFF2-40B4-BE49-F238E27FC236}">
                                <a16:creationId xmlns:a16="http://schemas.microsoft.com/office/drawing/2014/main" id="{E2612721-7B41-CB38-C157-F01E3420D10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183" name="Group 182">
                    <a:extLst>
                      <a:ext uri="{FF2B5EF4-FFF2-40B4-BE49-F238E27FC236}">
                        <a16:creationId xmlns:a16="http://schemas.microsoft.com/office/drawing/2014/main" id="{53397187-12D2-E839-0DCD-8DE5AA7EE8FC}"/>
                      </a:ext>
                    </a:extLst>
                  </p:cNvPr>
                  <p:cNvGrpSpPr/>
                  <p:nvPr/>
                </p:nvGrpSpPr>
                <p:grpSpPr>
                  <a:xfrm>
                    <a:off x="2132012" y="4587240"/>
                    <a:ext cx="2926080" cy="1463040"/>
                    <a:chOff x="2970212" y="4724400"/>
                    <a:chExt cx="2926080" cy="1463040"/>
                  </a:xfrm>
                </p:grpSpPr>
                <p:grpSp>
                  <p:nvGrpSpPr>
                    <p:cNvPr id="184" name="Group 183">
                      <a:extLst>
                        <a:ext uri="{FF2B5EF4-FFF2-40B4-BE49-F238E27FC236}">
                          <a16:creationId xmlns:a16="http://schemas.microsoft.com/office/drawing/2014/main" id="{D9783632-CE2F-9CFB-5302-316C089447DA}"/>
                        </a:ext>
                      </a:extLst>
                    </p:cNvPr>
                    <p:cNvGrpSpPr/>
                    <p:nvPr/>
                  </p:nvGrpSpPr>
                  <p:grpSpPr>
                    <a:xfrm>
                      <a:off x="2970212" y="4724400"/>
                      <a:ext cx="1463040" cy="1463040"/>
                      <a:chOff x="2970212" y="4724400"/>
                      <a:chExt cx="1463040" cy="1463040"/>
                    </a:xfrm>
                  </p:grpSpPr>
                  <p:grpSp>
                    <p:nvGrpSpPr>
                      <p:cNvPr id="212" name="Group 211">
                        <a:extLst>
                          <a:ext uri="{FF2B5EF4-FFF2-40B4-BE49-F238E27FC236}">
                            <a16:creationId xmlns:a16="http://schemas.microsoft.com/office/drawing/2014/main" id="{88F3AB9A-D1BA-9EFB-3EC2-AD6424327E57}"/>
                          </a:ext>
                        </a:extLst>
                      </p:cNvPr>
                      <p:cNvGrpSpPr/>
                      <p:nvPr/>
                    </p:nvGrpSpPr>
                    <p:grpSpPr>
                      <a:xfrm>
                        <a:off x="2970212" y="4724400"/>
                        <a:ext cx="1463040" cy="731520"/>
                        <a:chOff x="2970212" y="4724400"/>
                        <a:chExt cx="1463040" cy="731520"/>
                      </a:xfrm>
                    </p:grpSpPr>
                    <p:grpSp>
                      <p:nvGrpSpPr>
                        <p:cNvPr id="226" name="Group 225">
                          <a:extLst>
                            <a:ext uri="{FF2B5EF4-FFF2-40B4-BE49-F238E27FC236}">
                              <a16:creationId xmlns:a16="http://schemas.microsoft.com/office/drawing/2014/main" id="{C5CE6062-4693-19CA-850B-68013B9FED14}"/>
                            </a:ext>
                          </a:extLst>
                        </p:cNvPr>
                        <p:cNvGrpSpPr/>
                        <p:nvPr/>
                      </p:nvGrpSpPr>
                      <p:grpSpPr>
                        <a:xfrm>
                          <a:off x="2970212" y="4724400"/>
                          <a:ext cx="731520" cy="731520"/>
                          <a:chOff x="2970212" y="4724400"/>
                          <a:chExt cx="731520" cy="731520"/>
                        </a:xfrm>
                      </p:grpSpPr>
                      <p:grpSp>
                        <p:nvGrpSpPr>
                          <p:cNvPr id="233" name="Group 232">
                            <a:extLst>
                              <a:ext uri="{FF2B5EF4-FFF2-40B4-BE49-F238E27FC236}">
                                <a16:creationId xmlns:a16="http://schemas.microsoft.com/office/drawing/2014/main" id="{6FB93103-0740-5159-5CA2-33FEA2B7CE5D}"/>
                              </a:ext>
                            </a:extLst>
                          </p:cNvPr>
                          <p:cNvGrpSpPr/>
                          <p:nvPr/>
                        </p:nvGrpSpPr>
                        <p:grpSpPr>
                          <a:xfrm>
                            <a:off x="2970212" y="4724400"/>
                            <a:ext cx="731520" cy="365760"/>
                            <a:chOff x="2970212" y="4724400"/>
                            <a:chExt cx="731520" cy="365760"/>
                          </a:xfrm>
                        </p:grpSpPr>
                        <p:sp>
                          <p:nvSpPr>
                            <p:cNvPr id="236" name="Rectangle 235">
                              <a:extLst>
                                <a:ext uri="{FF2B5EF4-FFF2-40B4-BE49-F238E27FC236}">
                                  <a16:creationId xmlns:a16="http://schemas.microsoft.com/office/drawing/2014/main" id="{9B23085A-5D9D-43F4-A871-33929DA9143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7" name="Rectangle 236">
                              <a:extLst>
                                <a:ext uri="{FF2B5EF4-FFF2-40B4-BE49-F238E27FC236}">
                                  <a16:creationId xmlns:a16="http://schemas.microsoft.com/office/drawing/2014/main" id="{3C569825-E9AF-BD58-22F9-B3376D0FCE2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34" name="Rectangle 233">
                            <a:extLst>
                              <a:ext uri="{FF2B5EF4-FFF2-40B4-BE49-F238E27FC236}">
                                <a16:creationId xmlns:a16="http://schemas.microsoft.com/office/drawing/2014/main" id="{32DD5094-1839-7863-90A6-5C54DAFCAF0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5" name="Rectangle 234">
                            <a:extLst>
                              <a:ext uri="{FF2B5EF4-FFF2-40B4-BE49-F238E27FC236}">
                                <a16:creationId xmlns:a16="http://schemas.microsoft.com/office/drawing/2014/main" id="{667A3AD8-919C-5DCC-6995-CF00B088D7A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27" name="Group 226">
                          <a:extLst>
                            <a:ext uri="{FF2B5EF4-FFF2-40B4-BE49-F238E27FC236}">
                              <a16:creationId xmlns:a16="http://schemas.microsoft.com/office/drawing/2014/main" id="{6310A9CE-891B-A044-D7FB-4A05CC1DE5BB}"/>
                            </a:ext>
                          </a:extLst>
                        </p:cNvPr>
                        <p:cNvGrpSpPr/>
                        <p:nvPr/>
                      </p:nvGrpSpPr>
                      <p:grpSpPr>
                        <a:xfrm>
                          <a:off x="3701732" y="4724400"/>
                          <a:ext cx="731520" cy="731520"/>
                          <a:chOff x="2970212" y="4724400"/>
                          <a:chExt cx="731520" cy="731520"/>
                        </a:xfrm>
                      </p:grpSpPr>
                      <p:grpSp>
                        <p:nvGrpSpPr>
                          <p:cNvPr id="228" name="Group 227">
                            <a:extLst>
                              <a:ext uri="{FF2B5EF4-FFF2-40B4-BE49-F238E27FC236}">
                                <a16:creationId xmlns:a16="http://schemas.microsoft.com/office/drawing/2014/main" id="{8D14F848-A6F6-A13B-559B-44C868AA023B}"/>
                              </a:ext>
                            </a:extLst>
                          </p:cNvPr>
                          <p:cNvGrpSpPr/>
                          <p:nvPr/>
                        </p:nvGrpSpPr>
                        <p:grpSpPr>
                          <a:xfrm>
                            <a:off x="2970212" y="4724400"/>
                            <a:ext cx="731520" cy="365760"/>
                            <a:chOff x="2970212" y="4724400"/>
                            <a:chExt cx="731520" cy="365760"/>
                          </a:xfrm>
                        </p:grpSpPr>
                        <p:sp>
                          <p:nvSpPr>
                            <p:cNvPr id="231" name="Rectangle 230">
                              <a:extLst>
                                <a:ext uri="{FF2B5EF4-FFF2-40B4-BE49-F238E27FC236}">
                                  <a16:creationId xmlns:a16="http://schemas.microsoft.com/office/drawing/2014/main" id="{33BBFF7B-9262-4C56-9DDC-E4F52DFAFE3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2" name="Rectangle 231">
                              <a:extLst>
                                <a:ext uri="{FF2B5EF4-FFF2-40B4-BE49-F238E27FC236}">
                                  <a16:creationId xmlns:a16="http://schemas.microsoft.com/office/drawing/2014/main" id="{CB191756-6C7E-3B3B-B768-A8358D54DB82}"/>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29" name="Rectangle 228">
                            <a:extLst>
                              <a:ext uri="{FF2B5EF4-FFF2-40B4-BE49-F238E27FC236}">
                                <a16:creationId xmlns:a16="http://schemas.microsoft.com/office/drawing/2014/main" id="{DAD1F42B-0A07-4FB6-3498-34AF0AD00A5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30" name="Rectangle 229">
                            <a:extLst>
                              <a:ext uri="{FF2B5EF4-FFF2-40B4-BE49-F238E27FC236}">
                                <a16:creationId xmlns:a16="http://schemas.microsoft.com/office/drawing/2014/main" id="{E6812FF4-3FCC-DCAC-1550-E31712AFA57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13" name="Group 212">
                        <a:extLst>
                          <a:ext uri="{FF2B5EF4-FFF2-40B4-BE49-F238E27FC236}">
                            <a16:creationId xmlns:a16="http://schemas.microsoft.com/office/drawing/2014/main" id="{98B1FC35-4864-03A9-8334-F027498F005A}"/>
                          </a:ext>
                        </a:extLst>
                      </p:cNvPr>
                      <p:cNvGrpSpPr/>
                      <p:nvPr/>
                    </p:nvGrpSpPr>
                    <p:grpSpPr>
                      <a:xfrm>
                        <a:off x="2970212" y="5455920"/>
                        <a:ext cx="1463040" cy="731520"/>
                        <a:chOff x="2970212" y="4724400"/>
                        <a:chExt cx="1463040" cy="731520"/>
                      </a:xfrm>
                    </p:grpSpPr>
                    <p:grpSp>
                      <p:nvGrpSpPr>
                        <p:cNvPr id="214" name="Group 213">
                          <a:extLst>
                            <a:ext uri="{FF2B5EF4-FFF2-40B4-BE49-F238E27FC236}">
                              <a16:creationId xmlns:a16="http://schemas.microsoft.com/office/drawing/2014/main" id="{E42E776E-00A3-3BFF-1E2F-F6AF972BAFC4}"/>
                            </a:ext>
                          </a:extLst>
                        </p:cNvPr>
                        <p:cNvGrpSpPr/>
                        <p:nvPr/>
                      </p:nvGrpSpPr>
                      <p:grpSpPr>
                        <a:xfrm>
                          <a:off x="2970212" y="4724400"/>
                          <a:ext cx="731520" cy="731520"/>
                          <a:chOff x="2970212" y="4724400"/>
                          <a:chExt cx="731520" cy="731520"/>
                        </a:xfrm>
                      </p:grpSpPr>
                      <p:grpSp>
                        <p:nvGrpSpPr>
                          <p:cNvPr id="221" name="Group 220">
                            <a:extLst>
                              <a:ext uri="{FF2B5EF4-FFF2-40B4-BE49-F238E27FC236}">
                                <a16:creationId xmlns:a16="http://schemas.microsoft.com/office/drawing/2014/main" id="{CAF35A9E-EB52-B741-69DE-89548F783E22}"/>
                              </a:ext>
                            </a:extLst>
                          </p:cNvPr>
                          <p:cNvGrpSpPr/>
                          <p:nvPr/>
                        </p:nvGrpSpPr>
                        <p:grpSpPr>
                          <a:xfrm>
                            <a:off x="2970212" y="4724400"/>
                            <a:ext cx="731520" cy="365760"/>
                            <a:chOff x="2970212" y="4724400"/>
                            <a:chExt cx="731520" cy="365760"/>
                          </a:xfrm>
                        </p:grpSpPr>
                        <p:sp>
                          <p:nvSpPr>
                            <p:cNvPr id="224" name="Rectangle 223">
                              <a:extLst>
                                <a:ext uri="{FF2B5EF4-FFF2-40B4-BE49-F238E27FC236}">
                                  <a16:creationId xmlns:a16="http://schemas.microsoft.com/office/drawing/2014/main" id="{1EF638FF-A509-B8FE-426B-79B50BFA808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5" name="Rectangle 224">
                              <a:extLst>
                                <a:ext uri="{FF2B5EF4-FFF2-40B4-BE49-F238E27FC236}">
                                  <a16:creationId xmlns:a16="http://schemas.microsoft.com/office/drawing/2014/main" id="{93BE3AD1-DA43-84BC-E8B3-F8B0CC4F5B1F}"/>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22" name="Rectangle 221">
                            <a:extLst>
                              <a:ext uri="{FF2B5EF4-FFF2-40B4-BE49-F238E27FC236}">
                                <a16:creationId xmlns:a16="http://schemas.microsoft.com/office/drawing/2014/main" id="{927A241D-C740-B28B-B2B3-65205FB5B5A2}"/>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3" name="Rectangle 222">
                            <a:extLst>
                              <a:ext uri="{FF2B5EF4-FFF2-40B4-BE49-F238E27FC236}">
                                <a16:creationId xmlns:a16="http://schemas.microsoft.com/office/drawing/2014/main" id="{310BB661-784E-E9A6-4432-03C7A7D7EAA0}"/>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15" name="Group 214">
                          <a:extLst>
                            <a:ext uri="{FF2B5EF4-FFF2-40B4-BE49-F238E27FC236}">
                              <a16:creationId xmlns:a16="http://schemas.microsoft.com/office/drawing/2014/main" id="{70485CB6-EE14-332D-AB07-99341F4FE5B8}"/>
                            </a:ext>
                          </a:extLst>
                        </p:cNvPr>
                        <p:cNvGrpSpPr/>
                        <p:nvPr/>
                      </p:nvGrpSpPr>
                      <p:grpSpPr>
                        <a:xfrm>
                          <a:off x="3701732" y="4724400"/>
                          <a:ext cx="731520" cy="731520"/>
                          <a:chOff x="2970212" y="4724400"/>
                          <a:chExt cx="731520" cy="731520"/>
                        </a:xfrm>
                      </p:grpSpPr>
                      <p:grpSp>
                        <p:nvGrpSpPr>
                          <p:cNvPr id="216" name="Group 215">
                            <a:extLst>
                              <a:ext uri="{FF2B5EF4-FFF2-40B4-BE49-F238E27FC236}">
                                <a16:creationId xmlns:a16="http://schemas.microsoft.com/office/drawing/2014/main" id="{3CE3202D-95F9-DA61-8A6D-A63E7416ACD1}"/>
                              </a:ext>
                            </a:extLst>
                          </p:cNvPr>
                          <p:cNvGrpSpPr/>
                          <p:nvPr/>
                        </p:nvGrpSpPr>
                        <p:grpSpPr>
                          <a:xfrm>
                            <a:off x="2970212" y="4724400"/>
                            <a:ext cx="731520" cy="365760"/>
                            <a:chOff x="2970212" y="4724400"/>
                            <a:chExt cx="731520" cy="365760"/>
                          </a:xfrm>
                        </p:grpSpPr>
                        <p:sp>
                          <p:nvSpPr>
                            <p:cNvPr id="219" name="Rectangle 218">
                              <a:extLst>
                                <a:ext uri="{FF2B5EF4-FFF2-40B4-BE49-F238E27FC236}">
                                  <a16:creationId xmlns:a16="http://schemas.microsoft.com/office/drawing/2014/main" id="{DC04123A-4526-25B3-75B9-3408BAF3349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20" name="Rectangle 219">
                              <a:extLst>
                                <a:ext uri="{FF2B5EF4-FFF2-40B4-BE49-F238E27FC236}">
                                  <a16:creationId xmlns:a16="http://schemas.microsoft.com/office/drawing/2014/main" id="{10F7056C-63D6-7EB1-7A85-00D35573BCC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17" name="Rectangle 216">
                            <a:extLst>
                              <a:ext uri="{FF2B5EF4-FFF2-40B4-BE49-F238E27FC236}">
                                <a16:creationId xmlns:a16="http://schemas.microsoft.com/office/drawing/2014/main" id="{7F2F2FAF-E672-FE6D-001E-577D103F6D8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18" name="Rectangle 217">
                            <a:extLst>
                              <a:ext uri="{FF2B5EF4-FFF2-40B4-BE49-F238E27FC236}">
                                <a16:creationId xmlns:a16="http://schemas.microsoft.com/office/drawing/2014/main" id="{06318D3F-157E-57C4-775C-612E8AE426D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185" name="Group 184">
                      <a:extLst>
                        <a:ext uri="{FF2B5EF4-FFF2-40B4-BE49-F238E27FC236}">
                          <a16:creationId xmlns:a16="http://schemas.microsoft.com/office/drawing/2014/main" id="{60E248E5-6AC8-BD4D-060A-F470234BE41E}"/>
                        </a:ext>
                      </a:extLst>
                    </p:cNvPr>
                    <p:cNvGrpSpPr/>
                    <p:nvPr/>
                  </p:nvGrpSpPr>
                  <p:grpSpPr>
                    <a:xfrm>
                      <a:off x="4433252" y="4724400"/>
                      <a:ext cx="1463040" cy="1463040"/>
                      <a:chOff x="2970212" y="4724400"/>
                      <a:chExt cx="1463040" cy="1463040"/>
                    </a:xfrm>
                  </p:grpSpPr>
                  <p:grpSp>
                    <p:nvGrpSpPr>
                      <p:cNvPr id="186" name="Group 185">
                        <a:extLst>
                          <a:ext uri="{FF2B5EF4-FFF2-40B4-BE49-F238E27FC236}">
                            <a16:creationId xmlns:a16="http://schemas.microsoft.com/office/drawing/2014/main" id="{C12CCAB5-445F-F567-7524-8F2EA703405B}"/>
                          </a:ext>
                        </a:extLst>
                      </p:cNvPr>
                      <p:cNvGrpSpPr/>
                      <p:nvPr/>
                    </p:nvGrpSpPr>
                    <p:grpSpPr>
                      <a:xfrm>
                        <a:off x="2970212" y="4724400"/>
                        <a:ext cx="1463040" cy="731520"/>
                        <a:chOff x="2970212" y="4724400"/>
                        <a:chExt cx="1463040" cy="731520"/>
                      </a:xfrm>
                    </p:grpSpPr>
                    <p:grpSp>
                      <p:nvGrpSpPr>
                        <p:cNvPr id="200" name="Group 199">
                          <a:extLst>
                            <a:ext uri="{FF2B5EF4-FFF2-40B4-BE49-F238E27FC236}">
                              <a16:creationId xmlns:a16="http://schemas.microsoft.com/office/drawing/2014/main" id="{C5CB87FC-005A-7549-FD4D-4137C9228AE5}"/>
                            </a:ext>
                          </a:extLst>
                        </p:cNvPr>
                        <p:cNvGrpSpPr/>
                        <p:nvPr/>
                      </p:nvGrpSpPr>
                      <p:grpSpPr>
                        <a:xfrm>
                          <a:off x="2970212" y="4724400"/>
                          <a:ext cx="731520" cy="731520"/>
                          <a:chOff x="2970212" y="4724400"/>
                          <a:chExt cx="731520" cy="731520"/>
                        </a:xfrm>
                      </p:grpSpPr>
                      <p:grpSp>
                        <p:nvGrpSpPr>
                          <p:cNvPr id="207" name="Group 206">
                            <a:extLst>
                              <a:ext uri="{FF2B5EF4-FFF2-40B4-BE49-F238E27FC236}">
                                <a16:creationId xmlns:a16="http://schemas.microsoft.com/office/drawing/2014/main" id="{DCA11C85-3325-E478-62C3-A0A903955368}"/>
                              </a:ext>
                            </a:extLst>
                          </p:cNvPr>
                          <p:cNvGrpSpPr/>
                          <p:nvPr/>
                        </p:nvGrpSpPr>
                        <p:grpSpPr>
                          <a:xfrm>
                            <a:off x="2970212" y="4724400"/>
                            <a:ext cx="731520" cy="365760"/>
                            <a:chOff x="2970212" y="4724400"/>
                            <a:chExt cx="731520" cy="365760"/>
                          </a:xfrm>
                        </p:grpSpPr>
                        <p:sp>
                          <p:nvSpPr>
                            <p:cNvPr id="210" name="Rectangle 209">
                              <a:extLst>
                                <a:ext uri="{FF2B5EF4-FFF2-40B4-BE49-F238E27FC236}">
                                  <a16:creationId xmlns:a16="http://schemas.microsoft.com/office/drawing/2014/main" id="{AE78BA34-6FBA-85C9-3C2A-D2646C117796}"/>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11" name="Rectangle 210">
                              <a:extLst>
                                <a:ext uri="{FF2B5EF4-FFF2-40B4-BE49-F238E27FC236}">
                                  <a16:creationId xmlns:a16="http://schemas.microsoft.com/office/drawing/2014/main" id="{1EB005B4-D971-FA3B-7289-F002D23846A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08" name="Rectangle 207">
                            <a:extLst>
                              <a:ext uri="{FF2B5EF4-FFF2-40B4-BE49-F238E27FC236}">
                                <a16:creationId xmlns:a16="http://schemas.microsoft.com/office/drawing/2014/main" id="{51C0C08B-0833-B7A2-9E34-7DE7439D209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9" name="Rectangle 208">
                            <a:extLst>
                              <a:ext uri="{FF2B5EF4-FFF2-40B4-BE49-F238E27FC236}">
                                <a16:creationId xmlns:a16="http://schemas.microsoft.com/office/drawing/2014/main" id="{2CAF787D-5D64-E453-3538-F677EA6F842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201" name="Group 200">
                          <a:extLst>
                            <a:ext uri="{FF2B5EF4-FFF2-40B4-BE49-F238E27FC236}">
                              <a16:creationId xmlns:a16="http://schemas.microsoft.com/office/drawing/2014/main" id="{7BF417C7-BEE9-2D2B-8DAA-A91B4BC4B8D3}"/>
                            </a:ext>
                          </a:extLst>
                        </p:cNvPr>
                        <p:cNvGrpSpPr/>
                        <p:nvPr/>
                      </p:nvGrpSpPr>
                      <p:grpSpPr>
                        <a:xfrm>
                          <a:off x="3701732" y="4724400"/>
                          <a:ext cx="731520" cy="731520"/>
                          <a:chOff x="2970212" y="4724400"/>
                          <a:chExt cx="731520" cy="731520"/>
                        </a:xfrm>
                      </p:grpSpPr>
                      <p:grpSp>
                        <p:nvGrpSpPr>
                          <p:cNvPr id="202" name="Group 201">
                            <a:extLst>
                              <a:ext uri="{FF2B5EF4-FFF2-40B4-BE49-F238E27FC236}">
                                <a16:creationId xmlns:a16="http://schemas.microsoft.com/office/drawing/2014/main" id="{17C1BCDC-53E9-3687-1FE1-DB03A610FCB5}"/>
                              </a:ext>
                            </a:extLst>
                          </p:cNvPr>
                          <p:cNvGrpSpPr/>
                          <p:nvPr/>
                        </p:nvGrpSpPr>
                        <p:grpSpPr>
                          <a:xfrm>
                            <a:off x="2970212" y="4724400"/>
                            <a:ext cx="731520" cy="365760"/>
                            <a:chOff x="2970212" y="4724400"/>
                            <a:chExt cx="731520" cy="365760"/>
                          </a:xfrm>
                        </p:grpSpPr>
                        <p:sp>
                          <p:nvSpPr>
                            <p:cNvPr id="205" name="Rectangle 204">
                              <a:extLst>
                                <a:ext uri="{FF2B5EF4-FFF2-40B4-BE49-F238E27FC236}">
                                  <a16:creationId xmlns:a16="http://schemas.microsoft.com/office/drawing/2014/main" id="{B68B986C-4063-B479-9585-9DEFF2B1ED5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6" name="Rectangle 205">
                              <a:extLst>
                                <a:ext uri="{FF2B5EF4-FFF2-40B4-BE49-F238E27FC236}">
                                  <a16:creationId xmlns:a16="http://schemas.microsoft.com/office/drawing/2014/main" id="{BC09C458-4FEC-A50C-6937-0FD9E6869E4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203" name="Rectangle 202">
                            <a:extLst>
                              <a:ext uri="{FF2B5EF4-FFF2-40B4-BE49-F238E27FC236}">
                                <a16:creationId xmlns:a16="http://schemas.microsoft.com/office/drawing/2014/main" id="{921106FE-F12E-5E15-FA37-2B9396FC4A0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04" name="Rectangle 203">
                            <a:extLst>
                              <a:ext uri="{FF2B5EF4-FFF2-40B4-BE49-F238E27FC236}">
                                <a16:creationId xmlns:a16="http://schemas.microsoft.com/office/drawing/2014/main" id="{35331B61-0F33-C8DD-E89C-D5DF3D555957}"/>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187" name="Group 186">
                        <a:extLst>
                          <a:ext uri="{FF2B5EF4-FFF2-40B4-BE49-F238E27FC236}">
                            <a16:creationId xmlns:a16="http://schemas.microsoft.com/office/drawing/2014/main" id="{0AE928AE-CE2D-9E83-87AA-61C9C8704C00}"/>
                          </a:ext>
                        </a:extLst>
                      </p:cNvPr>
                      <p:cNvGrpSpPr/>
                      <p:nvPr/>
                    </p:nvGrpSpPr>
                    <p:grpSpPr>
                      <a:xfrm>
                        <a:off x="2970212" y="5455920"/>
                        <a:ext cx="1463040" cy="731520"/>
                        <a:chOff x="2970212" y="4724400"/>
                        <a:chExt cx="1463040" cy="731520"/>
                      </a:xfrm>
                    </p:grpSpPr>
                    <p:grpSp>
                      <p:nvGrpSpPr>
                        <p:cNvPr id="188" name="Group 187">
                          <a:extLst>
                            <a:ext uri="{FF2B5EF4-FFF2-40B4-BE49-F238E27FC236}">
                              <a16:creationId xmlns:a16="http://schemas.microsoft.com/office/drawing/2014/main" id="{AEBF79D0-D4B6-EA37-F87D-A71FC386F019}"/>
                            </a:ext>
                          </a:extLst>
                        </p:cNvPr>
                        <p:cNvGrpSpPr/>
                        <p:nvPr/>
                      </p:nvGrpSpPr>
                      <p:grpSpPr>
                        <a:xfrm>
                          <a:off x="2970212" y="4724400"/>
                          <a:ext cx="731520" cy="731520"/>
                          <a:chOff x="2970212" y="4724400"/>
                          <a:chExt cx="731520" cy="731520"/>
                        </a:xfrm>
                      </p:grpSpPr>
                      <p:grpSp>
                        <p:nvGrpSpPr>
                          <p:cNvPr id="195" name="Group 194">
                            <a:extLst>
                              <a:ext uri="{FF2B5EF4-FFF2-40B4-BE49-F238E27FC236}">
                                <a16:creationId xmlns:a16="http://schemas.microsoft.com/office/drawing/2014/main" id="{431D042F-A84F-CA68-88CA-0AD3A36590DC}"/>
                              </a:ext>
                            </a:extLst>
                          </p:cNvPr>
                          <p:cNvGrpSpPr/>
                          <p:nvPr/>
                        </p:nvGrpSpPr>
                        <p:grpSpPr>
                          <a:xfrm>
                            <a:off x="2970212" y="4724400"/>
                            <a:ext cx="731520" cy="365760"/>
                            <a:chOff x="2970212" y="4724400"/>
                            <a:chExt cx="731520" cy="365760"/>
                          </a:xfrm>
                        </p:grpSpPr>
                        <p:sp>
                          <p:nvSpPr>
                            <p:cNvPr id="198" name="Rectangle 197">
                              <a:extLst>
                                <a:ext uri="{FF2B5EF4-FFF2-40B4-BE49-F238E27FC236}">
                                  <a16:creationId xmlns:a16="http://schemas.microsoft.com/office/drawing/2014/main" id="{CC2DEEA2-3C2C-B5FE-1EC3-1B7202F1DBA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9" name="Rectangle 198">
                              <a:extLst>
                                <a:ext uri="{FF2B5EF4-FFF2-40B4-BE49-F238E27FC236}">
                                  <a16:creationId xmlns:a16="http://schemas.microsoft.com/office/drawing/2014/main" id="{1017E713-0627-DEAD-B247-2E4AEB8C4F6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96" name="Rectangle 195">
                            <a:extLst>
                              <a:ext uri="{FF2B5EF4-FFF2-40B4-BE49-F238E27FC236}">
                                <a16:creationId xmlns:a16="http://schemas.microsoft.com/office/drawing/2014/main" id="{A97A5EC1-CCC0-FF66-87CF-011BF6811F5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7" name="Rectangle 196">
                            <a:extLst>
                              <a:ext uri="{FF2B5EF4-FFF2-40B4-BE49-F238E27FC236}">
                                <a16:creationId xmlns:a16="http://schemas.microsoft.com/office/drawing/2014/main" id="{E2A63448-01BF-F7A2-4095-E5ABBCC3E0EC}"/>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189" name="Group 188">
                          <a:extLst>
                            <a:ext uri="{FF2B5EF4-FFF2-40B4-BE49-F238E27FC236}">
                              <a16:creationId xmlns:a16="http://schemas.microsoft.com/office/drawing/2014/main" id="{4A707F49-16A4-0C88-EE34-107A4B1EEA5C}"/>
                            </a:ext>
                          </a:extLst>
                        </p:cNvPr>
                        <p:cNvGrpSpPr/>
                        <p:nvPr/>
                      </p:nvGrpSpPr>
                      <p:grpSpPr>
                        <a:xfrm>
                          <a:off x="3701732" y="4724400"/>
                          <a:ext cx="731520" cy="731520"/>
                          <a:chOff x="2970212" y="4724400"/>
                          <a:chExt cx="731520" cy="731520"/>
                        </a:xfrm>
                      </p:grpSpPr>
                      <p:grpSp>
                        <p:nvGrpSpPr>
                          <p:cNvPr id="190" name="Group 189">
                            <a:extLst>
                              <a:ext uri="{FF2B5EF4-FFF2-40B4-BE49-F238E27FC236}">
                                <a16:creationId xmlns:a16="http://schemas.microsoft.com/office/drawing/2014/main" id="{C93437FD-810A-D71F-E7CA-C296E74AF877}"/>
                              </a:ext>
                            </a:extLst>
                          </p:cNvPr>
                          <p:cNvGrpSpPr/>
                          <p:nvPr/>
                        </p:nvGrpSpPr>
                        <p:grpSpPr>
                          <a:xfrm>
                            <a:off x="2970212" y="4724400"/>
                            <a:ext cx="731520" cy="365760"/>
                            <a:chOff x="2970212" y="4724400"/>
                            <a:chExt cx="731520" cy="365760"/>
                          </a:xfrm>
                        </p:grpSpPr>
                        <p:sp>
                          <p:nvSpPr>
                            <p:cNvPr id="193" name="Rectangle 192">
                              <a:extLst>
                                <a:ext uri="{FF2B5EF4-FFF2-40B4-BE49-F238E27FC236}">
                                  <a16:creationId xmlns:a16="http://schemas.microsoft.com/office/drawing/2014/main" id="{16601E4F-752C-67A7-9203-F21ED3F49F2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4" name="Rectangle 193">
                              <a:extLst>
                                <a:ext uri="{FF2B5EF4-FFF2-40B4-BE49-F238E27FC236}">
                                  <a16:creationId xmlns:a16="http://schemas.microsoft.com/office/drawing/2014/main" id="{EFA43D22-31DC-83B0-C0B3-3E8C77A1781D}"/>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191" name="Rectangle 190">
                            <a:extLst>
                              <a:ext uri="{FF2B5EF4-FFF2-40B4-BE49-F238E27FC236}">
                                <a16:creationId xmlns:a16="http://schemas.microsoft.com/office/drawing/2014/main" id="{2F2B9DD5-4336-DEF7-8B49-8150F6272C2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92" name="Rectangle 191">
                            <a:extLst>
                              <a:ext uri="{FF2B5EF4-FFF2-40B4-BE49-F238E27FC236}">
                                <a16:creationId xmlns:a16="http://schemas.microsoft.com/office/drawing/2014/main" id="{B52364F4-A4B9-A06E-9F6F-FC2250A327B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nvGrpSpPr>
                <p:cNvPr id="292" name="Group 291">
                  <a:extLst>
                    <a:ext uri="{FF2B5EF4-FFF2-40B4-BE49-F238E27FC236}">
                      <a16:creationId xmlns:a16="http://schemas.microsoft.com/office/drawing/2014/main" id="{9A6CA6B9-AA75-0505-799F-E25C7B1B8AD0}"/>
                    </a:ext>
                  </a:extLst>
                </p:cNvPr>
                <p:cNvGrpSpPr/>
                <p:nvPr/>
              </p:nvGrpSpPr>
              <p:grpSpPr>
                <a:xfrm>
                  <a:off x="7984172" y="3124200"/>
                  <a:ext cx="2926080" cy="2926080"/>
                  <a:chOff x="2132012" y="3124200"/>
                  <a:chExt cx="2926080" cy="2926080"/>
                </a:xfrm>
              </p:grpSpPr>
              <p:grpSp>
                <p:nvGrpSpPr>
                  <p:cNvPr id="293" name="Group 292">
                    <a:extLst>
                      <a:ext uri="{FF2B5EF4-FFF2-40B4-BE49-F238E27FC236}">
                        <a16:creationId xmlns:a16="http://schemas.microsoft.com/office/drawing/2014/main" id="{BE73FA84-4F6B-A398-FEB9-8BF7CD332373}"/>
                      </a:ext>
                    </a:extLst>
                  </p:cNvPr>
                  <p:cNvGrpSpPr/>
                  <p:nvPr/>
                </p:nvGrpSpPr>
                <p:grpSpPr>
                  <a:xfrm>
                    <a:off x="2132012" y="3124200"/>
                    <a:ext cx="2926080" cy="1463040"/>
                    <a:chOff x="2970212" y="4724400"/>
                    <a:chExt cx="2926080" cy="1463040"/>
                  </a:xfrm>
                </p:grpSpPr>
                <p:grpSp>
                  <p:nvGrpSpPr>
                    <p:cNvPr id="349" name="Group 348">
                      <a:extLst>
                        <a:ext uri="{FF2B5EF4-FFF2-40B4-BE49-F238E27FC236}">
                          <a16:creationId xmlns:a16="http://schemas.microsoft.com/office/drawing/2014/main" id="{5BDCFEAC-65E5-AC9D-FC54-D921B8B50B47}"/>
                        </a:ext>
                      </a:extLst>
                    </p:cNvPr>
                    <p:cNvGrpSpPr/>
                    <p:nvPr/>
                  </p:nvGrpSpPr>
                  <p:grpSpPr>
                    <a:xfrm>
                      <a:off x="2970212" y="4724400"/>
                      <a:ext cx="1463040" cy="1463040"/>
                      <a:chOff x="2970212" y="4724400"/>
                      <a:chExt cx="1463040" cy="1463040"/>
                    </a:xfrm>
                  </p:grpSpPr>
                  <p:grpSp>
                    <p:nvGrpSpPr>
                      <p:cNvPr id="377" name="Group 376">
                        <a:extLst>
                          <a:ext uri="{FF2B5EF4-FFF2-40B4-BE49-F238E27FC236}">
                            <a16:creationId xmlns:a16="http://schemas.microsoft.com/office/drawing/2014/main" id="{B8A4190C-5F72-3BC2-DCDD-A52C26582A76}"/>
                          </a:ext>
                        </a:extLst>
                      </p:cNvPr>
                      <p:cNvGrpSpPr/>
                      <p:nvPr/>
                    </p:nvGrpSpPr>
                    <p:grpSpPr>
                      <a:xfrm>
                        <a:off x="2970212" y="4724400"/>
                        <a:ext cx="1463040" cy="731520"/>
                        <a:chOff x="2970212" y="4724400"/>
                        <a:chExt cx="1463040" cy="731520"/>
                      </a:xfrm>
                    </p:grpSpPr>
                    <p:grpSp>
                      <p:nvGrpSpPr>
                        <p:cNvPr id="391" name="Group 390">
                          <a:extLst>
                            <a:ext uri="{FF2B5EF4-FFF2-40B4-BE49-F238E27FC236}">
                              <a16:creationId xmlns:a16="http://schemas.microsoft.com/office/drawing/2014/main" id="{2DAF74F5-B8ED-4C8C-D3F4-BCA6A6CAB990}"/>
                            </a:ext>
                          </a:extLst>
                        </p:cNvPr>
                        <p:cNvGrpSpPr/>
                        <p:nvPr/>
                      </p:nvGrpSpPr>
                      <p:grpSpPr>
                        <a:xfrm>
                          <a:off x="2970212" y="4724400"/>
                          <a:ext cx="731520" cy="731520"/>
                          <a:chOff x="2970212" y="4724400"/>
                          <a:chExt cx="731520" cy="731520"/>
                        </a:xfrm>
                      </p:grpSpPr>
                      <p:grpSp>
                        <p:nvGrpSpPr>
                          <p:cNvPr id="398" name="Group 397">
                            <a:extLst>
                              <a:ext uri="{FF2B5EF4-FFF2-40B4-BE49-F238E27FC236}">
                                <a16:creationId xmlns:a16="http://schemas.microsoft.com/office/drawing/2014/main" id="{13FF7777-03CD-BE93-EDCE-ADE3B51B783B}"/>
                              </a:ext>
                            </a:extLst>
                          </p:cNvPr>
                          <p:cNvGrpSpPr/>
                          <p:nvPr/>
                        </p:nvGrpSpPr>
                        <p:grpSpPr>
                          <a:xfrm>
                            <a:off x="2970212" y="4724400"/>
                            <a:ext cx="731520" cy="365760"/>
                            <a:chOff x="2970212" y="4724400"/>
                            <a:chExt cx="731520" cy="365760"/>
                          </a:xfrm>
                        </p:grpSpPr>
                        <p:sp>
                          <p:nvSpPr>
                            <p:cNvPr id="401" name="Rectangle 400">
                              <a:extLst>
                                <a:ext uri="{FF2B5EF4-FFF2-40B4-BE49-F238E27FC236}">
                                  <a16:creationId xmlns:a16="http://schemas.microsoft.com/office/drawing/2014/main" id="{F316A1F2-8BAE-6B56-346A-6FC89A018E0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2" name="Rectangle 401">
                              <a:extLst>
                                <a:ext uri="{FF2B5EF4-FFF2-40B4-BE49-F238E27FC236}">
                                  <a16:creationId xmlns:a16="http://schemas.microsoft.com/office/drawing/2014/main" id="{36A571F7-B78E-96BC-6864-5899B4B86FF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99" name="Rectangle 398">
                            <a:extLst>
                              <a:ext uri="{FF2B5EF4-FFF2-40B4-BE49-F238E27FC236}">
                                <a16:creationId xmlns:a16="http://schemas.microsoft.com/office/drawing/2014/main" id="{60505AAF-5D19-BBD8-3F97-4BFC04A395B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400" name="Rectangle 399">
                            <a:extLst>
                              <a:ext uri="{FF2B5EF4-FFF2-40B4-BE49-F238E27FC236}">
                                <a16:creationId xmlns:a16="http://schemas.microsoft.com/office/drawing/2014/main" id="{E0BEE075-9657-665A-829B-B43D45A9890F}"/>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92" name="Group 391">
                          <a:extLst>
                            <a:ext uri="{FF2B5EF4-FFF2-40B4-BE49-F238E27FC236}">
                              <a16:creationId xmlns:a16="http://schemas.microsoft.com/office/drawing/2014/main" id="{C3D63536-57E3-D868-63B8-0791ACC52D2E}"/>
                            </a:ext>
                          </a:extLst>
                        </p:cNvPr>
                        <p:cNvGrpSpPr/>
                        <p:nvPr/>
                      </p:nvGrpSpPr>
                      <p:grpSpPr>
                        <a:xfrm>
                          <a:off x="3701732" y="4724400"/>
                          <a:ext cx="731520" cy="731520"/>
                          <a:chOff x="2970212" y="4724400"/>
                          <a:chExt cx="731520" cy="731520"/>
                        </a:xfrm>
                      </p:grpSpPr>
                      <p:grpSp>
                        <p:nvGrpSpPr>
                          <p:cNvPr id="393" name="Group 392">
                            <a:extLst>
                              <a:ext uri="{FF2B5EF4-FFF2-40B4-BE49-F238E27FC236}">
                                <a16:creationId xmlns:a16="http://schemas.microsoft.com/office/drawing/2014/main" id="{F822152E-34A9-1241-EA83-2C799FAC253F}"/>
                              </a:ext>
                            </a:extLst>
                          </p:cNvPr>
                          <p:cNvGrpSpPr/>
                          <p:nvPr/>
                        </p:nvGrpSpPr>
                        <p:grpSpPr>
                          <a:xfrm>
                            <a:off x="2970212" y="4724400"/>
                            <a:ext cx="731520" cy="365760"/>
                            <a:chOff x="2970212" y="4724400"/>
                            <a:chExt cx="731520" cy="365760"/>
                          </a:xfrm>
                        </p:grpSpPr>
                        <p:sp>
                          <p:nvSpPr>
                            <p:cNvPr id="396" name="Rectangle 395">
                              <a:extLst>
                                <a:ext uri="{FF2B5EF4-FFF2-40B4-BE49-F238E27FC236}">
                                  <a16:creationId xmlns:a16="http://schemas.microsoft.com/office/drawing/2014/main" id="{2DC70C7C-B482-A82F-281F-8A76FA53D484}"/>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7" name="Rectangle 396">
                              <a:extLst>
                                <a:ext uri="{FF2B5EF4-FFF2-40B4-BE49-F238E27FC236}">
                                  <a16:creationId xmlns:a16="http://schemas.microsoft.com/office/drawing/2014/main" id="{AF9CFDD6-53BE-D84F-651A-E1A2AA27155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94" name="Rectangle 393">
                            <a:extLst>
                              <a:ext uri="{FF2B5EF4-FFF2-40B4-BE49-F238E27FC236}">
                                <a16:creationId xmlns:a16="http://schemas.microsoft.com/office/drawing/2014/main" id="{9A4C9636-090F-430B-B70A-CF02D3D27884}"/>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5" name="Rectangle 394">
                            <a:extLst>
                              <a:ext uri="{FF2B5EF4-FFF2-40B4-BE49-F238E27FC236}">
                                <a16:creationId xmlns:a16="http://schemas.microsoft.com/office/drawing/2014/main" id="{A0CC7B8E-F661-4EC0-D85F-98828284FD6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78" name="Group 377">
                        <a:extLst>
                          <a:ext uri="{FF2B5EF4-FFF2-40B4-BE49-F238E27FC236}">
                            <a16:creationId xmlns:a16="http://schemas.microsoft.com/office/drawing/2014/main" id="{F4A11FD2-21BA-D543-3022-338CB20E8BE2}"/>
                          </a:ext>
                        </a:extLst>
                      </p:cNvPr>
                      <p:cNvGrpSpPr/>
                      <p:nvPr/>
                    </p:nvGrpSpPr>
                    <p:grpSpPr>
                      <a:xfrm>
                        <a:off x="2970212" y="5455920"/>
                        <a:ext cx="1463040" cy="731520"/>
                        <a:chOff x="2970212" y="4724400"/>
                        <a:chExt cx="1463040" cy="731520"/>
                      </a:xfrm>
                    </p:grpSpPr>
                    <p:grpSp>
                      <p:nvGrpSpPr>
                        <p:cNvPr id="379" name="Group 378">
                          <a:extLst>
                            <a:ext uri="{FF2B5EF4-FFF2-40B4-BE49-F238E27FC236}">
                              <a16:creationId xmlns:a16="http://schemas.microsoft.com/office/drawing/2014/main" id="{BA6EB5DA-66E0-0998-25BD-5287BBE4F5D3}"/>
                            </a:ext>
                          </a:extLst>
                        </p:cNvPr>
                        <p:cNvGrpSpPr/>
                        <p:nvPr/>
                      </p:nvGrpSpPr>
                      <p:grpSpPr>
                        <a:xfrm>
                          <a:off x="2970212" y="4724400"/>
                          <a:ext cx="731520" cy="731520"/>
                          <a:chOff x="2970212" y="4724400"/>
                          <a:chExt cx="731520" cy="731520"/>
                        </a:xfrm>
                      </p:grpSpPr>
                      <p:grpSp>
                        <p:nvGrpSpPr>
                          <p:cNvPr id="386" name="Group 385">
                            <a:extLst>
                              <a:ext uri="{FF2B5EF4-FFF2-40B4-BE49-F238E27FC236}">
                                <a16:creationId xmlns:a16="http://schemas.microsoft.com/office/drawing/2014/main" id="{5D069E1C-B0CB-B7E8-F740-1224A3294B86}"/>
                              </a:ext>
                            </a:extLst>
                          </p:cNvPr>
                          <p:cNvGrpSpPr/>
                          <p:nvPr/>
                        </p:nvGrpSpPr>
                        <p:grpSpPr>
                          <a:xfrm>
                            <a:off x="2970212" y="4724400"/>
                            <a:ext cx="731520" cy="365760"/>
                            <a:chOff x="2970212" y="4724400"/>
                            <a:chExt cx="731520" cy="365760"/>
                          </a:xfrm>
                        </p:grpSpPr>
                        <p:sp>
                          <p:nvSpPr>
                            <p:cNvPr id="389" name="Rectangle 388">
                              <a:extLst>
                                <a:ext uri="{FF2B5EF4-FFF2-40B4-BE49-F238E27FC236}">
                                  <a16:creationId xmlns:a16="http://schemas.microsoft.com/office/drawing/2014/main" id="{6607725D-D756-3920-5FA8-095D78E37AC3}"/>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90" name="Rectangle 389">
                              <a:extLst>
                                <a:ext uri="{FF2B5EF4-FFF2-40B4-BE49-F238E27FC236}">
                                  <a16:creationId xmlns:a16="http://schemas.microsoft.com/office/drawing/2014/main" id="{9275EBFB-26D0-091F-53C9-30512CD7461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87" name="Rectangle 386">
                            <a:extLst>
                              <a:ext uri="{FF2B5EF4-FFF2-40B4-BE49-F238E27FC236}">
                                <a16:creationId xmlns:a16="http://schemas.microsoft.com/office/drawing/2014/main" id="{560F52C2-B682-86CA-B2F8-4FB5A512B193}"/>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8" name="Rectangle 387">
                            <a:extLst>
                              <a:ext uri="{FF2B5EF4-FFF2-40B4-BE49-F238E27FC236}">
                                <a16:creationId xmlns:a16="http://schemas.microsoft.com/office/drawing/2014/main" id="{C943F446-36F0-27DC-95A4-2EACD1818014}"/>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80" name="Group 379">
                          <a:extLst>
                            <a:ext uri="{FF2B5EF4-FFF2-40B4-BE49-F238E27FC236}">
                              <a16:creationId xmlns:a16="http://schemas.microsoft.com/office/drawing/2014/main" id="{7D6BCE38-1A21-0331-B86F-377FCDFE9287}"/>
                            </a:ext>
                          </a:extLst>
                        </p:cNvPr>
                        <p:cNvGrpSpPr/>
                        <p:nvPr/>
                      </p:nvGrpSpPr>
                      <p:grpSpPr>
                        <a:xfrm>
                          <a:off x="3701732" y="4724400"/>
                          <a:ext cx="731520" cy="731520"/>
                          <a:chOff x="2970212" y="4724400"/>
                          <a:chExt cx="731520" cy="731520"/>
                        </a:xfrm>
                      </p:grpSpPr>
                      <p:grpSp>
                        <p:nvGrpSpPr>
                          <p:cNvPr id="381" name="Group 380">
                            <a:extLst>
                              <a:ext uri="{FF2B5EF4-FFF2-40B4-BE49-F238E27FC236}">
                                <a16:creationId xmlns:a16="http://schemas.microsoft.com/office/drawing/2014/main" id="{1859EC56-9B41-69AD-6D9B-DB7BBB37E567}"/>
                              </a:ext>
                            </a:extLst>
                          </p:cNvPr>
                          <p:cNvGrpSpPr/>
                          <p:nvPr/>
                        </p:nvGrpSpPr>
                        <p:grpSpPr>
                          <a:xfrm>
                            <a:off x="2970212" y="4724400"/>
                            <a:ext cx="731520" cy="365760"/>
                            <a:chOff x="2970212" y="4724400"/>
                            <a:chExt cx="731520" cy="365760"/>
                          </a:xfrm>
                        </p:grpSpPr>
                        <p:sp>
                          <p:nvSpPr>
                            <p:cNvPr id="384" name="Rectangle 383">
                              <a:extLst>
                                <a:ext uri="{FF2B5EF4-FFF2-40B4-BE49-F238E27FC236}">
                                  <a16:creationId xmlns:a16="http://schemas.microsoft.com/office/drawing/2014/main" id="{5BB634CA-CB51-74D5-9389-6E20167AA89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5" name="Rectangle 384">
                              <a:extLst>
                                <a:ext uri="{FF2B5EF4-FFF2-40B4-BE49-F238E27FC236}">
                                  <a16:creationId xmlns:a16="http://schemas.microsoft.com/office/drawing/2014/main" id="{416B7B37-87B6-651D-3521-BEE2C3587E8F}"/>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82" name="Rectangle 381">
                            <a:extLst>
                              <a:ext uri="{FF2B5EF4-FFF2-40B4-BE49-F238E27FC236}">
                                <a16:creationId xmlns:a16="http://schemas.microsoft.com/office/drawing/2014/main" id="{8E4DB480-2577-37FD-5E5F-7AA80551929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83" name="Rectangle 382">
                            <a:extLst>
                              <a:ext uri="{FF2B5EF4-FFF2-40B4-BE49-F238E27FC236}">
                                <a16:creationId xmlns:a16="http://schemas.microsoft.com/office/drawing/2014/main" id="{E2294DD4-93DB-C6A2-3A77-73802302BCF3}"/>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350" name="Group 349">
                      <a:extLst>
                        <a:ext uri="{FF2B5EF4-FFF2-40B4-BE49-F238E27FC236}">
                          <a16:creationId xmlns:a16="http://schemas.microsoft.com/office/drawing/2014/main" id="{453F4548-23AC-F4DB-F10B-796F61381B20}"/>
                        </a:ext>
                      </a:extLst>
                    </p:cNvPr>
                    <p:cNvGrpSpPr/>
                    <p:nvPr/>
                  </p:nvGrpSpPr>
                  <p:grpSpPr>
                    <a:xfrm>
                      <a:off x="4433252" y="4724400"/>
                      <a:ext cx="1463040" cy="1463040"/>
                      <a:chOff x="2970212" y="4724400"/>
                      <a:chExt cx="1463040" cy="1463040"/>
                    </a:xfrm>
                  </p:grpSpPr>
                  <p:grpSp>
                    <p:nvGrpSpPr>
                      <p:cNvPr id="351" name="Group 350">
                        <a:extLst>
                          <a:ext uri="{FF2B5EF4-FFF2-40B4-BE49-F238E27FC236}">
                            <a16:creationId xmlns:a16="http://schemas.microsoft.com/office/drawing/2014/main" id="{7ACF60A2-B443-8C6F-EE3E-46EC70F2990D}"/>
                          </a:ext>
                        </a:extLst>
                      </p:cNvPr>
                      <p:cNvGrpSpPr/>
                      <p:nvPr/>
                    </p:nvGrpSpPr>
                    <p:grpSpPr>
                      <a:xfrm>
                        <a:off x="2970212" y="4724400"/>
                        <a:ext cx="1463040" cy="731520"/>
                        <a:chOff x="2970212" y="4724400"/>
                        <a:chExt cx="1463040" cy="731520"/>
                      </a:xfrm>
                    </p:grpSpPr>
                    <p:grpSp>
                      <p:nvGrpSpPr>
                        <p:cNvPr id="365" name="Group 364">
                          <a:extLst>
                            <a:ext uri="{FF2B5EF4-FFF2-40B4-BE49-F238E27FC236}">
                              <a16:creationId xmlns:a16="http://schemas.microsoft.com/office/drawing/2014/main" id="{17E3139F-1247-8F81-B35F-02E061C4DAD9}"/>
                            </a:ext>
                          </a:extLst>
                        </p:cNvPr>
                        <p:cNvGrpSpPr/>
                        <p:nvPr/>
                      </p:nvGrpSpPr>
                      <p:grpSpPr>
                        <a:xfrm>
                          <a:off x="2970212" y="4724400"/>
                          <a:ext cx="731520" cy="731520"/>
                          <a:chOff x="2970212" y="4724400"/>
                          <a:chExt cx="731520" cy="731520"/>
                        </a:xfrm>
                      </p:grpSpPr>
                      <p:grpSp>
                        <p:nvGrpSpPr>
                          <p:cNvPr id="372" name="Group 371">
                            <a:extLst>
                              <a:ext uri="{FF2B5EF4-FFF2-40B4-BE49-F238E27FC236}">
                                <a16:creationId xmlns:a16="http://schemas.microsoft.com/office/drawing/2014/main" id="{88E53927-6D2F-7585-98A1-04FD2DC6F5A1}"/>
                              </a:ext>
                            </a:extLst>
                          </p:cNvPr>
                          <p:cNvGrpSpPr/>
                          <p:nvPr/>
                        </p:nvGrpSpPr>
                        <p:grpSpPr>
                          <a:xfrm>
                            <a:off x="2970212" y="4724400"/>
                            <a:ext cx="731520" cy="365760"/>
                            <a:chOff x="2970212" y="4724400"/>
                            <a:chExt cx="731520" cy="365760"/>
                          </a:xfrm>
                        </p:grpSpPr>
                        <p:sp>
                          <p:nvSpPr>
                            <p:cNvPr id="375" name="Rectangle 374">
                              <a:extLst>
                                <a:ext uri="{FF2B5EF4-FFF2-40B4-BE49-F238E27FC236}">
                                  <a16:creationId xmlns:a16="http://schemas.microsoft.com/office/drawing/2014/main" id="{7DC2E484-268E-BD11-63A2-A309CC8FAAFA}"/>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6" name="Rectangle 375">
                              <a:extLst>
                                <a:ext uri="{FF2B5EF4-FFF2-40B4-BE49-F238E27FC236}">
                                  <a16:creationId xmlns:a16="http://schemas.microsoft.com/office/drawing/2014/main" id="{235834B4-4132-5003-FFB6-D6109A87DF8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73" name="Rectangle 372">
                            <a:extLst>
                              <a:ext uri="{FF2B5EF4-FFF2-40B4-BE49-F238E27FC236}">
                                <a16:creationId xmlns:a16="http://schemas.microsoft.com/office/drawing/2014/main" id="{52CEE0EC-F4DE-F72F-5528-C4C7A9764660}"/>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4" name="Rectangle 373">
                            <a:extLst>
                              <a:ext uri="{FF2B5EF4-FFF2-40B4-BE49-F238E27FC236}">
                                <a16:creationId xmlns:a16="http://schemas.microsoft.com/office/drawing/2014/main" id="{F3580D2A-9868-C365-6AC8-0C9BF9D1AE5D}"/>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66" name="Group 365">
                          <a:extLst>
                            <a:ext uri="{FF2B5EF4-FFF2-40B4-BE49-F238E27FC236}">
                              <a16:creationId xmlns:a16="http://schemas.microsoft.com/office/drawing/2014/main" id="{98275637-279B-BE65-398B-1AA77DD9ED96}"/>
                            </a:ext>
                          </a:extLst>
                        </p:cNvPr>
                        <p:cNvGrpSpPr/>
                        <p:nvPr/>
                      </p:nvGrpSpPr>
                      <p:grpSpPr>
                        <a:xfrm>
                          <a:off x="3701732" y="4724400"/>
                          <a:ext cx="731520" cy="731520"/>
                          <a:chOff x="2970212" y="4724400"/>
                          <a:chExt cx="731520" cy="731520"/>
                        </a:xfrm>
                      </p:grpSpPr>
                      <p:grpSp>
                        <p:nvGrpSpPr>
                          <p:cNvPr id="367" name="Group 366">
                            <a:extLst>
                              <a:ext uri="{FF2B5EF4-FFF2-40B4-BE49-F238E27FC236}">
                                <a16:creationId xmlns:a16="http://schemas.microsoft.com/office/drawing/2014/main" id="{0D8E0C1A-AF3A-642E-A58D-AD40A8AB4D09}"/>
                              </a:ext>
                            </a:extLst>
                          </p:cNvPr>
                          <p:cNvGrpSpPr/>
                          <p:nvPr/>
                        </p:nvGrpSpPr>
                        <p:grpSpPr>
                          <a:xfrm>
                            <a:off x="2970212" y="4724400"/>
                            <a:ext cx="731520" cy="365760"/>
                            <a:chOff x="2970212" y="4724400"/>
                            <a:chExt cx="731520" cy="365760"/>
                          </a:xfrm>
                        </p:grpSpPr>
                        <p:sp>
                          <p:nvSpPr>
                            <p:cNvPr id="370" name="Rectangle 369">
                              <a:extLst>
                                <a:ext uri="{FF2B5EF4-FFF2-40B4-BE49-F238E27FC236}">
                                  <a16:creationId xmlns:a16="http://schemas.microsoft.com/office/drawing/2014/main" id="{BFF05082-E114-63E9-8FE7-4AAF69AD70B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71" name="Rectangle 370">
                              <a:extLst>
                                <a:ext uri="{FF2B5EF4-FFF2-40B4-BE49-F238E27FC236}">
                                  <a16:creationId xmlns:a16="http://schemas.microsoft.com/office/drawing/2014/main" id="{07B88583-F2EF-79A6-03D2-F8644FC0189C}"/>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68" name="Rectangle 367">
                            <a:extLst>
                              <a:ext uri="{FF2B5EF4-FFF2-40B4-BE49-F238E27FC236}">
                                <a16:creationId xmlns:a16="http://schemas.microsoft.com/office/drawing/2014/main" id="{DE9577D5-D7A0-578F-F831-C1866C6FA1B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9" name="Rectangle 368">
                            <a:extLst>
                              <a:ext uri="{FF2B5EF4-FFF2-40B4-BE49-F238E27FC236}">
                                <a16:creationId xmlns:a16="http://schemas.microsoft.com/office/drawing/2014/main" id="{3AE89D77-6E20-D332-8A1C-3AB80B9E2236}"/>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52" name="Group 351">
                        <a:extLst>
                          <a:ext uri="{FF2B5EF4-FFF2-40B4-BE49-F238E27FC236}">
                            <a16:creationId xmlns:a16="http://schemas.microsoft.com/office/drawing/2014/main" id="{C6FAB756-3C0B-33CD-7F1F-F0495C5196AB}"/>
                          </a:ext>
                        </a:extLst>
                      </p:cNvPr>
                      <p:cNvGrpSpPr/>
                      <p:nvPr/>
                    </p:nvGrpSpPr>
                    <p:grpSpPr>
                      <a:xfrm>
                        <a:off x="2970212" y="5455920"/>
                        <a:ext cx="1463040" cy="731520"/>
                        <a:chOff x="2970212" y="4724400"/>
                        <a:chExt cx="1463040" cy="731520"/>
                      </a:xfrm>
                    </p:grpSpPr>
                    <p:grpSp>
                      <p:nvGrpSpPr>
                        <p:cNvPr id="353" name="Group 352">
                          <a:extLst>
                            <a:ext uri="{FF2B5EF4-FFF2-40B4-BE49-F238E27FC236}">
                              <a16:creationId xmlns:a16="http://schemas.microsoft.com/office/drawing/2014/main" id="{02A84719-1F98-74E3-82DB-C4B7E2096DDB}"/>
                            </a:ext>
                          </a:extLst>
                        </p:cNvPr>
                        <p:cNvGrpSpPr/>
                        <p:nvPr/>
                      </p:nvGrpSpPr>
                      <p:grpSpPr>
                        <a:xfrm>
                          <a:off x="2970212" y="4724400"/>
                          <a:ext cx="731520" cy="731520"/>
                          <a:chOff x="2970212" y="4724400"/>
                          <a:chExt cx="731520" cy="731520"/>
                        </a:xfrm>
                      </p:grpSpPr>
                      <p:grpSp>
                        <p:nvGrpSpPr>
                          <p:cNvPr id="360" name="Group 359">
                            <a:extLst>
                              <a:ext uri="{FF2B5EF4-FFF2-40B4-BE49-F238E27FC236}">
                                <a16:creationId xmlns:a16="http://schemas.microsoft.com/office/drawing/2014/main" id="{C21AD923-A8C0-8EC9-389F-729BD1EFAAA5}"/>
                              </a:ext>
                            </a:extLst>
                          </p:cNvPr>
                          <p:cNvGrpSpPr/>
                          <p:nvPr/>
                        </p:nvGrpSpPr>
                        <p:grpSpPr>
                          <a:xfrm>
                            <a:off x="2970212" y="4724400"/>
                            <a:ext cx="731520" cy="365760"/>
                            <a:chOff x="2970212" y="4724400"/>
                            <a:chExt cx="731520" cy="365760"/>
                          </a:xfrm>
                        </p:grpSpPr>
                        <p:sp>
                          <p:nvSpPr>
                            <p:cNvPr id="363" name="Rectangle 362">
                              <a:extLst>
                                <a:ext uri="{FF2B5EF4-FFF2-40B4-BE49-F238E27FC236}">
                                  <a16:creationId xmlns:a16="http://schemas.microsoft.com/office/drawing/2014/main" id="{4B964868-AD90-F1A2-79BE-AB54B0275EE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4" name="Rectangle 363">
                              <a:extLst>
                                <a:ext uri="{FF2B5EF4-FFF2-40B4-BE49-F238E27FC236}">
                                  <a16:creationId xmlns:a16="http://schemas.microsoft.com/office/drawing/2014/main" id="{CC9ABC8F-7EBA-53FC-E452-9DFD63819AC4}"/>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61" name="Rectangle 360">
                            <a:extLst>
                              <a:ext uri="{FF2B5EF4-FFF2-40B4-BE49-F238E27FC236}">
                                <a16:creationId xmlns:a16="http://schemas.microsoft.com/office/drawing/2014/main" id="{9AE2B285-E514-6E6A-1A0B-110053E7950E}"/>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62" name="Rectangle 361">
                            <a:extLst>
                              <a:ext uri="{FF2B5EF4-FFF2-40B4-BE49-F238E27FC236}">
                                <a16:creationId xmlns:a16="http://schemas.microsoft.com/office/drawing/2014/main" id="{5B431E27-5DA0-62CD-4C40-FDA68E264B6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54" name="Group 353">
                          <a:extLst>
                            <a:ext uri="{FF2B5EF4-FFF2-40B4-BE49-F238E27FC236}">
                              <a16:creationId xmlns:a16="http://schemas.microsoft.com/office/drawing/2014/main" id="{0A36CF56-80CA-9082-5040-81CA79E367D1}"/>
                            </a:ext>
                          </a:extLst>
                        </p:cNvPr>
                        <p:cNvGrpSpPr/>
                        <p:nvPr/>
                      </p:nvGrpSpPr>
                      <p:grpSpPr>
                        <a:xfrm>
                          <a:off x="3701732" y="4724400"/>
                          <a:ext cx="731520" cy="731520"/>
                          <a:chOff x="2970212" y="4724400"/>
                          <a:chExt cx="731520" cy="731520"/>
                        </a:xfrm>
                      </p:grpSpPr>
                      <p:grpSp>
                        <p:nvGrpSpPr>
                          <p:cNvPr id="355" name="Group 354">
                            <a:extLst>
                              <a:ext uri="{FF2B5EF4-FFF2-40B4-BE49-F238E27FC236}">
                                <a16:creationId xmlns:a16="http://schemas.microsoft.com/office/drawing/2014/main" id="{FDE87C27-78E5-F363-BBD1-26D2D62C7146}"/>
                              </a:ext>
                            </a:extLst>
                          </p:cNvPr>
                          <p:cNvGrpSpPr/>
                          <p:nvPr/>
                        </p:nvGrpSpPr>
                        <p:grpSpPr>
                          <a:xfrm>
                            <a:off x="2970212" y="4724400"/>
                            <a:ext cx="731520" cy="365760"/>
                            <a:chOff x="2970212" y="4724400"/>
                            <a:chExt cx="731520" cy="365760"/>
                          </a:xfrm>
                        </p:grpSpPr>
                        <p:sp>
                          <p:nvSpPr>
                            <p:cNvPr id="358" name="Rectangle 357">
                              <a:extLst>
                                <a:ext uri="{FF2B5EF4-FFF2-40B4-BE49-F238E27FC236}">
                                  <a16:creationId xmlns:a16="http://schemas.microsoft.com/office/drawing/2014/main" id="{69A22D26-EBFA-567F-D5F6-C330536859B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9" name="Rectangle 358">
                              <a:extLst>
                                <a:ext uri="{FF2B5EF4-FFF2-40B4-BE49-F238E27FC236}">
                                  <a16:creationId xmlns:a16="http://schemas.microsoft.com/office/drawing/2014/main" id="{34316F32-3A27-5E17-F713-4EC9085168E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56" name="Rectangle 355">
                            <a:extLst>
                              <a:ext uri="{FF2B5EF4-FFF2-40B4-BE49-F238E27FC236}">
                                <a16:creationId xmlns:a16="http://schemas.microsoft.com/office/drawing/2014/main" id="{FE2C0F78-456E-0051-D42D-86A0B1A2255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57" name="Rectangle 356">
                            <a:extLst>
                              <a:ext uri="{FF2B5EF4-FFF2-40B4-BE49-F238E27FC236}">
                                <a16:creationId xmlns:a16="http://schemas.microsoft.com/office/drawing/2014/main" id="{C22C50E3-881B-86FA-2F2B-0D98B3F7250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nvGrpSpPr>
                  <p:cNvPr id="294" name="Group 293">
                    <a:extLst>
                      <a:ext uri="{FF2B5EF4-FFF2-40B4-BE49-F238E27FC236}">
                        <a16:creationId xmlns:a16="http://schemas.microsoft.com/office/drawing/2014/main" id="{5451AC70-07A6-B65D-B13C-E69A7F9742E3}"/>
                      </a:ext>
                    </a:extLst>
                  </p:cNvPr>
                  <p:cNvGrpSpPr/>
                  <p:nvPr/>
                </p:nvGrpSpPr>
                <p:grpSpPr>
                  <a:xfrm>
                    <a:off x="2132012" y="4587240"/>
                    <a:ext cx="2926080" cy="1463040"/>
                    <a:chOff x="2970212" y="4724400"/>
                    <a:chExt cx="2926080" cy="1463040"/>
                  </a:xfrm>
                </p:grpSpPr>
                <p:grpSp>
                  <p:nvGrpSpPr>
                    <p:cNvPr id="295" name="Group 294">
                      <a:extLst>
                        <a:ext uri="{FF2B5EF4-FFF2-40B4-BE49-F238E27FC236}">
                          <a16:creationId xmlns:a16="http://schemas.microsoft.com/office/drawing/2014/main" id="{06173395-B9A0-3C95-FFF3-F148C19A8B25}"/>
                        </a:ext>
                      </a:extLst>
                    </p:cNvPr>
                    <p:cNvGrpSpPr/>
                    <p:nvPr/>
                  </p:nvGrpSpPr>
                  <p:grpSpPr>
                    <a:xfrm>
                      <a:off x="2970212" y="4724400"/>
                      <a:ext cx="1463040" cy="1463040"/>
                      <a:chOff x="2970212" y="4724400"/>
                      <a:chExt cx="1463040" cy="1463040"/>
                    </a:xfrm>
                  </p:grpSpPr>
                  <p:grpSp>
                    <p:nvGrpSpPr>
                      <p:cNvPr id="323" name="Group 322">
                        <a:extLst>
                          <a:ext uri="{FF2B5EF4-FFF2-40B4-BE49-F238E27FC236}">
                            <a16:creationId xmlns:a16="http://schemas.microsoft.com/office/drawing/2014/main" id="{2455AEB1-56BC-CEBC-665B-2614B79DE65C}"/>
                          </a:ext>
                        </a:extLst>
                      </p:cNvPr>
                      <p:cNvGrpSpPr/>
                      <p:nvPr/>
                    </p:nvGrpSpPr>
                    <p:grpSpPr>
                      <a:xfrm>
                        <a:off x="2970212" y="4724400"/>
                        <a:ext cx="1463040" cy="731520"/>
                        <a:chOff x="2970212" y="4724400"/>
                        <a:chExt cx="1463040" cy="731520"/>
                      </a:xfrm>
                    </p:grpSpPr>
                    <p:grpSp>
                      <p:nvGrpSpPr>
                        <p:cNvPr id="337" name="Group 336">
                          <a:extLst>
                            <a:ext uri="{FF2B5EF4-FFF2-40B4-BE49-F238E27FC236}">
                              <a16:creationId xmlns:a16="http://schemas.microsoft.com/office/drawing/2014/main" id="{2701E8B9-D83E-E01A-23A7-AAC933CFCCB1}"/>
                            </a:ext>
                          </a:extLst>
                        </p:cNvPr>
                        <p:cNvGrpSpPr/>
                        <p:nvPr/>
                      </p:nvGrpSpPr>
                      <p:grpSpPr>
                        <a:xfrm>
                          <a:off x="2970212" y="4724400"/>
                          <a:ext cx="731520" cy="731520"/>
                          <a:chOff x="2970212" y="4724400"/>
                          <a:chExt cx="731520" cy="731520"/>
                        </a:xfrm>
                      </p:grpSpPr>
                      <p:grpSp>
                        <p:nvGrpSpPr>
                          <p:cNvPr id="344" name="Group 343">
                            <a:extLst>
                              <a:ext uri="{FF2B5EF4-FFF2-40B4-BE49-F238E27FC236}">
                                <a16:creationId xmlns:a16="http://schemas.microsoft.com/office/drawing/2014/main" id="{5458F26F-F6A9-690D-1DD5-AEBF39CA03A9}"/>
                              </a:ext>
                            </a:extLst>
                          </p:cNvPr>
                          <p:cNvGrpSpPr/>
                          <p:nvPr/>
                        </p:nvGrpSpPr>
                        <p:grpSpPr>
                          <a:xfrm>
                            <a:off x="2970212" y="4724400"/>
                            <a:ext cx="731520" cy="365760"/>
                            <a:chOff x="2970212" y="4724400"/>
                            <a:chExt cx="731520" cy="365760"/>
                          </a:xfrm>
                        </p:grpSpPr>
                        <p:sp>
                          <p:nvSpPr>
                            <p:cNvPr id="347" name="Rectangle 346">
                              <a:extLst>
                                <a:ext uri="{FF2B5EF4-FFF2-40B4-BE49-F238E27FC236}">
                                  <a16:creationId xmlns:a16="http://schemas.microsoft.com/office/drawing/2014/main" id="{EB02430E-D1ED-67E1-8F5A-65020847896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8" name="Rectangle 347">
                              <a:extLst>
                                <a:ext uri="{FF2B5EF4-FFF2-40B4-BE49-F238E27FC236}">
                                  <a16:creationId xmlns:a16="http://schemas.microsoft.com/office/drawing/2014/main" id="{F6D154C0-AC3C-9F20-02B3-D7F4D91F6308}"/>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45" name="Rectangle 344">
                            <a:extLst>
                              <a:ext uri="{FF2B5EF4-FFF2-40B4-BE49-F238E27FC236}">
                                <a16:creationId xmlns:a16="http://schemas.microsoft.com/office/drawing/2014/main" id="{0B70A6CC-4B35-0AA0-E8C9-EB22FF46F89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6" name="Rectangle 345">
                            <a:extLst>
                              <a:ext uri="{FF2B5EF4-FFF2-40B4-BE49-F238E27FC236}">
                                <a16:creationId xmlns:a16="http://schemas.microsoft.com/office/drawing/2014/main" id="{756B6BF9-D4BB-D4C2-7F11-CED8E5FF50B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38" name="Group 337">
                          <a:extLst>
                            <a:ext uri="{FF2B5EF4-FFF2-40B4-BE49-F238E27FC236}">
                              <a16:creationId xmlns:a16="http://schemas.microsoft.com/office/drawing/2014/main" id="{1D9A6073-B6CA-B769-1D4E-28A35F9B428C}"/>
                            </a:ext>
                          </a:extLst>
                        </p:cNvPr>
                        <p:cNvGrpSpPr/>
                        <p:nvPr/>
                      </p:nvGrpSpPr>
                      <p:grpSpPr>
                        <a:xfrm>
                          <a:off x="3701732" y="4724400"/>
                          <a:ext cx="731520" cy="731520"/>
                          <a:chOff x="2970212" y="4724400"/>
                          <a:chExt cx="731520" cy="731520"/>
                        </a:xfrm>
                      </p:grpSpPr>
                      <p:grpSp>
                        <p:nvGrpSpPr>
                          <p:cNvPr id="339" name="Group 338">
                            <a:extLst>
                              <a:ext uri="{FF2B5EF4-FFF2-40B4-BE49-F238E27FC236}">
                                <a16:creationId xmlns:a16="http://schemas.microsoft.com/office/drawing/2014/main" id="{A4466672-A05A-3222-6E18-B5BA17A2AA49}"/>
                              </a:ext>
                            </a:extLst>
                          </p:cNvPr>
                          <p:cNvGrpSpPr/>
                          <p:nvPr/>
                        </p:nvGrpSpPr>
                        <p:grpSpPr>
                          <a:xfrm>
                            <a:off x="2970212" y="4724400"/>
                            <a:ext cx="731520" cy="365760"/>
                            <a:chOff x="2970212" y="4724400"/>
                            <a:chExt cx="731520" cy="365760"/>
                          </a:xfrm>
                        </p:grpSpPr>
                        <p:sp>
                          <p:nvSpPr>
                            <p:cNvPr id="342" name="Rectangle 341">
                              <a:extLst>
                                <a:ext uri="{FF2B5EF4-FFF2-40B4-BE49-F238E27FC236}">
                                  <a16:creationId xmlns:a16="http://schemas.microsoft.com/office/drawing/2014/main" id="{A6501194-9B2A-E124-7C59-A6FE53CAD23E}"/>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3" name="Rectangle 342">
                              <a:extLst>
                                <a:ext uri="{FF2B5EF4-FFF2-40B4-BE49-F238E27FC236}">
                                  <a16:creationId xmlns:a16="http://schemas.microsoft.com/office/drawing/2014/main" id="{CFB1315C-90B4-99BC-BF07-2BFCCA3BC28B}"/>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40" name="Rectangle 339">
                            <a:extLst>
                              <a:ext uri="{FF2B5EF4-FFF2-40B4-BE49-F238E27FC236}">
                                <a16:creationId xmlns:a16="http://schemas.microsoft.com/office/drawing/2014/main" id="{85516523-061D-EA21-8320-01804C9E638F}"/>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41" name="Rectangle 340">
                            <a:extLst>
                              <a:ext uri="{FF2B5EF4-FFF2-40B4-BE49-F238E27FC236}">
                                <a16:creationId xmlns:a16="http://schemas.microsoft.com/office/drawing/2014/main" id="{D320154C-8C11-B490-91F5-2D081A1260C8}"/>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324" name="Group 323">
                        <a:extLst>
                          <a:ext uri="{FF2B5EF4-FFF2-40B4-BE49-F238E27FC236}">
                            <a16:creationId xmlns:a16="http://schemas.microsoft.com/office/drawing/2014/main" id="{A9D98002-DBBB-A9BC-4B62-9C7B8B1FB5A3}"/>
                          </a:ext>
                        </a:extLst>
                      </p:cNvPr>
                      <p:cNvGrpSpPr/>
                      <p:nvPr/>
                    </p:nvGrpSpPr>
                    <p:grpSpPr>
                      <a:xfrm>
                        <a:off x="2970212" y="5455920"/>
                        <a:ext cx="1463040" cy="731520"/>
                        <a:chOff x="2970212" y="4724400"/>
                        <a:chExt cx="1463040" cy="731520"/>
                      </a:xfrm>
                    </p:grpSpPr>
                    <p:grpSp>
                      <p:nvGrpSpPr>
                        <p:cNvPr id="325" name="Group 324">
                          <a:extLst>
                            <a:ext uri="{FF2B5EF4-FFF2-40B4-BE49-F238E27FC236}">
                              <a16:creationId xmlns:a16="http://schemas.microsoft.com/office/drawing/2014/main" id="{BDD5C11D-2433-684C-553A-3E7DBDFA009B}"/>
                            </a:ext>
                          </a:extLst>
                        </p:cNvPr>
                        <p:cNvGrpSpPr/>
                        <p:nvPr/>
                      </p:nvGrpSpPr>
                      <p:grpSpPr>
                        <a:xfrm>
                          <a:off x="2970212" y="4724400"/>
                          <a:ext cx="731520" cy="731520"/>
                          <a:chOff x="2970212" y="4724400"/>
                          <a:chExt cx="731520" cy="731520"/>
                        </a:xfrm>
                      </p:grpSpPr>
                      <p:grpSp>
                        <p:nvGrpSpPr>
                          <p:cNvPr id="332" name="Group 331">
                            <a:extLst>
                              <a:ext uri="{FF2B5EF4-FFF2-40B4-BE49-F238E27FC236}">
                                <a16:creationId xmlns:a16="http://schemas.microsoft.com/office/drawing/2014/main" id="{FFB74A87-85CA-1E84-8D44-1250D1051DF8}"/>
                              </a:ext>
                            </a:extLst>
                          </p:cNvPr>
                          <p:cNvGrpSpPr/>
                          <p:nvPr/>
                        </p:nvGrpSpPr>
                        <p:grpSpPr>
                          <a:xfrm>
                            <a:off x="2970212" y="4724400"/>
                            <a:ext cx="731520" cy="365760"/>
                            <a:chOff x="2970212" y="4724400"/>
                            <a:chExt cx="731520" cy="365760"/>
                          </a:xfrm>
                        </p:grpSpPr>
                        <p:sp>
                          <p:nvSpPr>
                            <p:cNvPr id="335" name="Rectangle 334">
                              <a:extLst>
                                <a:ext uri="{FF2B5EF4-FFF2-40B4-BE49-F238E27FC236}">
                                  <a16:creationId xmlns:a16="http://schemas.microsoft.com/office/drawing/2014/main" id="{8BA4ACA3-FAFF-A371-9DB4-0DA8D29A274D}"/>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6" name="Rectangle 335">
                              <a:extLst>
                                <a:ext uri="{FF2B5EF4-FFF2-40B4-BE49-F238E27FC236}">
                                  <a16:creationId xmlns:a16="http://schemas.microsoft.com/office/drawing/2014/main" id="{311E5514-BEB1-7E94-3DDE-01345309A2F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33" name="Rectangle 332">
                            <a:extLst>
                              <a:ext uri="{FF2B5EF4-FFF2-40B4-BE49-F238E27FC236}">
                                <a16:creationId xmlns:a16="http://schemas.microsoft.com/office/drawing/2014/main" id="{46B6A354-D0F9-EE61-98F1-877D769A536B}"/>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4" name="Rectangle 333">
                            <a:extLst>
                              <a:ext uri="{FF2B5EF4-FFF2-40B4-BE49-F238E27FC236}">
                                <a16:creationId xmlns:a16="http://schemas.microsoft.com/office/drawing/2014/main" id="{268BAD6F-0701-3DDE-52C5-D681153CD025}"/>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26" name="Group 325">
                          <a:extLst>
                            <a:ext uri="{FF2B5EF4-FFF2-40B4-BE49-F238E27FC236}">
                              <a16:creationId xmlns:a16="http://schemas.microsoft.com/office/drawing/2014/main" id="{4278590D-3427-D9F7-7BD3-AE8A551498BD}"/>
                            </a:ext>
                          </a:extLst>
                        </p:cNvPr>
                        <p:cNvGrpSpPr/>
                        <p:nvPr/>
                      </p:nvGrpSpPr>
                      <p:grpSpPr>
                        <a:xfrm>
                          <a:off x="3701732" y="4724400"/>
                          <a:ext cx="731520" cy="731520"/>
                          <a:chOff x="2970212" y="4724400"/>
                          <a:chExt cx="731520" cy="731520"/>
                        </a:xfrm>
                      </p:grpSpPr>
                      <p:grpSp>
                        <p:nvGrpSpPr>
                          <p:cNvPr id="327" name="Group 326">
                            <a:extLst>
                              <a:ext uri="{FF2B5EF4-FFF2-40B4-BE49-F238E27FC236}">
                                <a16:creationId xmlns:a16="http://schemas.microsoft.com/office/drawing/2014/main" id="{3B46B4A4-B20E-27E5-B2CE-DE8869109430}"/>
                              </a:ext>
                            </a:extLst>
                          </p:cNvPr>
                          <p:cNvGrpSpPr/>
                          <p:nvPr/>
                        </p:nvGrpSpPr>
                        <p:grpSpPr>
                          <a:xfrm>
                            <a:off x="2970212" y="4724400"/>
                            <a:ext cx="731520" cy="365760"/>
                            <a:chOff x="2970212" y="4724400"/>
                            <a:chExt cx="731520" cy="365760"/>
                          </a:xfrm>
                        </p:grpSpPr>
                        <p:sp>
                          <p:nvSpPr>
                            <p:cNvPr id="330" name="Rectangle 329">
                              <a:extLst>
                                <a:ext uri="{FF2B5EF4-FFF2-40B4-BE49-F238E27FC236}">
                                  <a16:creationId xmlns:a16="http://schemas.microsoft.com/office/drawing/2014/main" id="{3AB71A41-CFBE-DBC6-D0F3-9EB306DCBC65}"/>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31" name="Rectangle 330">
                              <a:extLst>
                                <a:ext uri="{FF2B5EF4-FFF2-40B4-BE49-F238E27FC236}">
                                  <a16:creationId xmlns:a16="http://schemas.microsoft.com/office/drawing/2014/main" id="{BF6689A3-CB33-1991-0E03-707B5BD0AEF3}"/>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28" name="Rectangle 327">
                            <a:extLst>
                              <a:ext uri="{FF2B5EF4-FFF2-40B4-BE49-F238E27FC236}">
                                <a16:creationId xmlns:a16="http://schemas.microsoft.com/office/drawing/2014/main" id="{9529BED3-2D6D-60FB-A624-4C87047B1D19}"/>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9" name="Rectangle 328">
                            <a:extLst>
                              <a:ext uri="{FF2B5EF4-FFF2-40B4-BE49-F238E27FC236}">
                                <a16:creationId xmlns:a16="http://schemas.microsoft.com/office/drawing/2014/main" id="{C41BA0B4-1B84-E2E5-13DA-BE2D7F997751}"/>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nvGrpSpPr>
                    <p:cNvPr id="296" name="Group 295">
                      <a:extLst>
                        <a:ext uri="{FF2B5EF4-FFF2-40B4-BE49-F238E27FC236}">
                          <a16:creationId xmlns:a16="http://schemas.microsoft.com/office/drawing/2014/main" id="{DEEB281F-6698-9259-3FBF-C6B8E3AB9938}"/>
                        </a:ext>
                      </a:extLst>
                    </p:cNvPr>
                    <p:cNvGrpSpPr/>
                    <p:nvPr/>
                  </p:nvGrpSpPr>
                  <p:grpSpPr>
                    <a:xfrm>
                      <a:off x="4433252" y="4724400"/>
                      <a:ext cx="1463040" cy="1463040"/>
                      <a:chOff x="2970212" y="4724400"/>
                      <a:chExt cx="1463040" cy="1463040"/>
                    </a:xfrm>
                  </p:grpSpPr>
                  <p:grpSp>
                    <p:nvGrpSpPr>
                      <p:cNvPr id="297" name="Group 296">
                        <a:extLst>
                          <a:ext uri="{FF2B5EF4-FFF2-40B4-BE49-F238E27FC236}">
                            <a16:creationId xmlns:a16="http://schemas.microsoft.com/office/drawing/2014/main" id="{1411D1E4-12C1-D189-77B9-10103FF5A610}"/>
                          </a:ext>
                        </a:extLst>
                      </p:cNvPr>
                      <p:cNvGrpSpPr/>
                      <p:nvPr/>
                    </p:nvGrpSpPr>
                    <p:grpSpPr>
                      <a:xfrm>
                        <a:off x="2970212" y="4724400"/>
                        <a:ext cx="1463040" cy="731520"/>
                        <a:chOff x="2970212" y="4724400"/>
                        <a:chExt cx="1463040" cy="731520"/>
                      </a:xfrm>
                    </p:grpSpPr>
                    <p:grpSp>
                      <p:nvGrpSpPr>
                        <p:cNvPr id="311" name="Group 310">
                          <a:extLst>
                            <a:ext uri="{FF2B5EF4-FFF2-40B4-BE49-F238E27FC236}">
                              <a16:creationId xmlns:a16="http://schemas.microsoft.com/office/drawing/2014/main" id="{BD770330-CF11-5128-C663-F757922E8482}"/>
                            </a:ext>
                          </a:extLst>
                        </p:cNvPr>
                        <p:cNvGrpSpPr/>
                        <p:nvPr/>
                      </p:nvGrpSpPr>
                      <p:grpSpPr>
                        <a:xfrm>
                          <a:off x="2970212" y="4724400"/>
                          <a:ext cx="731520" cy="731520"/>
                          <a:chOff x="2970212" y="4724400"/>
                          <a:chExt cx="731520" cy="731520"/>
                        </a:xfrm>
                      </p:grpSpPr>
                      <p:grpSp>
                        <p:nvGrpSpPr>
                          <p:cNvPr id="318" name="Group 317">
                            <a:extLst>
                              <a:ext uri="{FF2B5EF4-FFF2-40B4-BE49-F238E27FC236}">
                                <a16:creationId xmlns:a16="http://schemas.microsoft.com/office/drawing/2014/main" id="{1C3E6BFB-DCBF-FECB-1336-B1B1C4270490}"/>
                              </a:ext>
                            </a:extLst>
                          </p:cNvPr>
                          <p:cNvGrpSpPr/>
                          <p:nvPr/>
                        </p:nvGrpSpPr>
                        <p:grpSpPr>
                          <a:xfrm>
                            <a:off x="2970212" y="4724400"/>
                            <a:ext cx="731520" cy="365760"/>
                            <a:chOff x="2970212" y="4724400"/>
                            <a:chExt cx="731520" cy="365760"/>
                          </a:xfrm>
                        </p:grpSpPr>
                        <p:sp>
                          <p:nvSpPr>
                            <p:cNvPr id="321" name="Rectangle 320">
                              <a:extLst>
                                <a:ext uri="{FF2B5EF4-FFF2-40B4-BE49-F238E27FC236}">
                                  <a16:creationId xmlns:a16="http://schemas.microsoft.com/office/drawing/2014/main" id="{681E0BC1-D5B1-5DF4-C193-AC8EB532F39B}"/>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2" name="Rectangle 321">
                              <a:extLst>
                                <a:ext uri="{FF2B5EF4-FFF2-40B4-BE49-F238E27FC236}">
                                  <a16:creationId xmlns:a16="http://schemas.microsoft.com/office/drawing/2014/main" id="{82F0BD83-AB5D-3A34-C4A5-E25F7EC0ED85}"/>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19" name="Rectangle 318">
                            <a:extLst>
                              <a:ext uri="{FF2B5EF4-FFF2-40B4-BE49-F238E27FC236}">
                                <a16:creationId xmlns:a16="http://schemas.microsoft.com/office/drawing/2014/main" id="{475EF8B7-6E21-716B-C1E8-1ACDDA05E135}"/>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20" name="Rectangle 319">
                            <a:extLst>
                              <a:ext uri="{FF2B5EF4-FFF2-40B4-BE49-F238E27FC236}">
                                <a16:creationId xmlns:a16="http://schemas.microsoft.com/office/drawing/2014/main" id="{0E20E345-1670-F19D-5806-65F8321E7C87}"/>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12" name="Group 311">
                          <a:extLst>
                            <a:ext uri="{FF2B5EF4-FFF2-40B4-BE49-F238E27FC236}">
                              <a16:creationId xmlns:a16="http://schemas.microsoft.com/office/drawing/2014/main" id="{EEBEB632-2CB1-A8BA-C6E1-A637CE50A8DE}"/>
                            </a:ext>
                          </a:extLst>
                        </p:cNvPr>
                        <p:cNvGrpSpPr/>
                        <p:nvPr/>
                      </p:nvGrpSpPr>
                      <p:grpSpPr>
                        <a:xfrm>
                          <a:off x="3701732" y="4724400"/>
                          <a:ext cx="731520" cy="731520"/>
                          <a:chOff x="2970212" y="4724400"/>
                          <a:chExt cx="731520" cy="731520"/>
                        </a:xfrm>
                      </p:grpSpPr>
                      <p:grpSp>
                        <p:nvGrpSpPr>
                          <p:cNvPr id="313" name="Group 312">
                            <a:extLst>
                              <a:ext uri="{FF2B5EF4-FFF2-40B4-BE49-F238E27FC236}">
                                <a16:creationId xmlns:a16="http://schemas.microsoft.com/office/drawing/2014/main" id="{D2C33FBF-5DA0-AD99-B0FB-5859312EAFA3}"/>
                              </a:ext>
                            </a:extLst>
                          </p:cNvPr>
                          <p:cNvGrpSpPr/>
                          <p:nvPr/>
                        </p:nvGrpSpPr>
                        <p:grpSpPr>
                          <a:xfrm>
                            <a:off x="2970212" y="4724400"/>
                            <a:ext cx="731520" cy="365760"/>
                            <a:chOff x="2970212" y="4724400"/>
                            <a:chExt cx="731520" cy="365760"/>
                          </a:xfrm>
                        </p:grpSpPr>
                        <p:sp>
                          <p:nvSpPr>
                            <p:cNvPr id="316" name="Rectangle 315">
                              <a:extLst>
                                <a:ext uri="{FF2B5EF4-FFF2-40B4-BE49-F238E27FC236}">
                                  <a16:creationId xmlns:a16="http://schemas.microsoft.com/office/drawing/2014/main" id="{A4C11039-B6BB-1D78-973D-30C3F2F48532}"/>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7" name="Rectangle 316">
                              <a:extLst>
                                <a:ext uri="{FF2B5EF4-FFF2-40B4-BE49-F238E27FC236}">
                                  <a16:creationId xmlns:a16="http://schemas.microsoft.com/office/drawing/2014/main" id="{E0569F04-CC95-6A4E-6930-2BDF71D1F999}"/>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14" name="Rectangle 313">
                            <a:extLst>
                              <a:ext uri="{FF2B5EF4-FFF2-40B4-BE49-F238E27FC236}">
                                <a16:creationId xmlns:a16="http://schemas.microsoft.com/office/drawing/2014/main" id="{6DF28B24-88D1-5ED1-A381-77BCF4D9708A}"/>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5" name="Rectangle 314">
                            <a:extLst>
                              <a:ext uri="{FF2B5EF4-FFF2-40B4-BE49-F238E27FC236}">
                                <a16:creationId xmlns:a16="http://schemas.microsoft.com/office/drawing/2014/main" id="{0C132725-FB26-40D1-4363-2D60DCC47A62}"/>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nvGrpSpPr>
                      <p:cNvPr id="298" name="Group 297">
                        <a:extLst>
                          <a:ext uri="{FF2B5EF4-FFF2-40B4-BE49-F238E27FC236}">
                            <a16:creationId xmlns:a16="http://schemas.microsoft.com/office/drawing/2014/main" id="{48264E53-F1DA-9973-CEF8-DE33263BBE0F}"/>
                          </a:ext>
                        </a:extLst>
                      </p:cNvPr>
                      <p:cNvGrpSpPr/>
                      <p:nvPr/>
                    </p:nvGrpSpPr>
                    <p:grpSpPr>
                      <a:xfrm>
                        <a:off x="2970212" y="5455920"/>
                        <a:ext cx="1463040" cy="731520"/>
                        <a:chOff x="2970212" y="4724400"/>
                        <a:chExt cx="1463040" cy="731520"/>
                      </a:xfrm>
                    </p:grpSpPr>
                    <p:grpSp>
                      <p:nvGrpSpPr>
                        <p:cNvPr id="299" name="Group 298">
                          <a:extLst>
                            <a:ext uri="{FF2B5EF4-FFF2-40B4-BE49-F238E27FC236}">
                              <a16:creationId xmlns:a16="http://schemas.microsoft.com/office/drawing/2014/main" id="{ED41ABCF-792A-862A-5726-5A7B9F5F6E64}"/>
                            </a:ext>
                          </a:extLst>
                        </p:cNvPr>
                        <p:cNvGrpSpPr/>
                        <p:nvPr/>
                      </p:nvGrpSpPr>
                      <p:grpSpPr>
                        <a:xfrm>
                          <a:off x="2970212" y="4724400"/>
                          <a:ext cx="731520" cy="731520"/>
                          <a:chOff x="2970212" y="4724400"/>
                          <a:chExt cx="731520" cy="731520"/>
                        </a:xfrm>
                      </p:grpSpPr>
                      <p:grpSp>
                        <p:nvGrpSpPr>
                          <p:cNvPr id="306" name="Group 305">
                            <a:extLst>
                              <a:ext uri="{FF2B5EF4-FFF2-40B4-BE49-F238E27FC236}">
                                <a16:creationId xmlns:a16="http://schemas.microsoft.com/office/drawing/2014/main" id="{1AD52840-8332-36FC-0F0E-1597509FF1B6}"/>
                              </a:ext>
                            </a:extLst>
                          </p:cNvPr>
                          <p:cNvGrpSpPr/>
                          <p:nvPr/>
                        </p:nvGrpSpPr>
                        <p:grpSpPr>
                          <a:xfrm>
                            <a:off x="2970212" y="4724400"/>
                            <a:ext cx="731520" cy="365760"/>
                            <a:chOff x="2970212" y="4724400"/>
                            <a:chExt cx="731520" cy="365760"/>
                          </a:xfrm>
                        </p:grpSpPr>
                        <p:sp>
                          <p:nvSpPr>
                            <p:cNvPr id="309" name="Rectangle 308">
                              <a:extLst>
                                <a:ext uri="{FF2B5EF4-FFF2-40B4-BE49-F238E27FC236}">
                                  <a16:creationId xmlns:a16="http://schemas.microsoft.com/office/drawing/2014/main" id="{14D55F2C-4E81-96B4-6F55-6E311A5189B8}"/>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10" name="Rectangle 309">
                              <a:extLst>
                                <a:ext uri="{FF2B5EF4-FFF2-40B4-BE49-F238E27FC236}">
                                  <a16:creationId xmlns:a16="http://schemas.microsoft.com/office/drawing/2014/main" id="{01F9F6C4-FC46-E227-3944-4CBDA809535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07" name="Rectangle 306">
                            <a:extLst>
                              <a:ext uri="{FF2B5EF4-FFF2-40B4-BE49-F238E27FC236}">
                                <a16:creationId xmlns:a16="http://schemas.microsoft.com/office/drawing/2014/main" id="{854F6AF1-7E81-B774-95AA-C5ECEDAF9DC1}"/>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8" name="Rectangle 307">
                            <a:extLst>
                              <a:ext uri="{FF2B5EF4-FFF2-40B4-BE49-F238E27FC236}">
                                <a16:creationId xmlns:a16="http://schemas.microsoft.com/office/drawing/2014/main" id="{1F63942F-61D2-DB9C-F0DD-087CF5B56F29}"/>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nvGrpSpPr>
                        <p:cNvPr id="300" name="Group 299">
                          <a:extLst>
                            <a:ext uri="{FF2B5EF4-FFF2-40B4-BE49-F238E27FC236}">
                              <a16:creationId xmlns:a16="http://schemas.microsoft.com/office/drawing/2014/main" id="{4CFE56AF-B608-3A45-E5A6-E401BC7EB744}"/>
                            </a:ext>
                          </a:extLst>
                        </p:cNvPr>
                        <p:cNvGrpSpPr/>
                        <p:nvPr/>
                      </p:nvGrpSpPr>
                      <p:grpSpPr>
                        <a:xfrm>
                          <a:off x="3701732" y="4724400"/>
                          <a:ext cx="731520" cy="731520"/>
                          <a:chOff x="2970212" y="4724400"/>
                          <a:chExt cx="731520" cy="731520"/>
                        </a:xfrm>
                      </p:grpSpPr>
                      <p:grpSp>
                        <p:nvGrpSpPr>
                          <p:cNvPr id="301" name="Group 300">
                            <a:extLst>
                              <a:ext uri="{FF2B5EF4-FFF2-40B4-BE49-F238E27FC236}">
                                <a16:creationId xmlns:a16="http://schemas.microsoft.com/office/drawing/2014/main" id="{DB8E16CF-635D-B96E-5C5B-92F10C826203}"/>
                              </a:ext>
                            </a:extLst>
                          </p:cNvPr>
                          <p:cNvGrpSpPr/>
                          <p:nvPr/>
                        </p:nvGrpSpPr>
                        <p:grpSpPr>
                          <a:xfrm>
                            <a:off x="2970212" y="4724400"/>
                            <a:ext cx="731520" cy="365760"/>
                            <a:chOff x="2970212" y="4724400"/>
                            <a:chExt cx="731520" cy="365760"/>
                          </a:xfrm>
                        </p:grpSpPr>
                        <p:sp>
                          <p:nvSpPr>
                            <p:cNvPr id="304" name="Rectangle 303">
                              <a:extLst>
                                <a:ext uri="{FF2B5EF4-FFF2-40B4-BE49-F238E27FC236}">
                                  <a16:creationId xmlns:a16="http://schemas.microsoft.com/office/drawing/2014/main" id="{C07C0057-0255-DFAD-0A86-9DC63797B380}"/>
                                </a:ext>
                              </a:extLst>
                            </p:cNvPr>
                            <p:cNvSpPr/>
                            <p:nvPr/>
                          </p:nvSpPr>
                          <p:spPr>
                            <a:xfrm>
                              <a:off x="297021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5" name="Rectangle 304">
                              <a:extLst>
                                <a:ext uri="{FF2B5EF4-FFF2-40B4-BE49-F238E27FC236}">
                                  <a16:creationId xmlns:a16="http://schemas.microsoft.com/office/drawing/2014/main" id="{6A65D2B8-7E4D-64B6-4A84-5B00541736CA}"/>
                                </a:ext>
                              </a:extLst>
                            </p:cNvPr>
                            <p:cNvSpPr/>
                            <p:nvPr/>
                          </p:nvSpPr>
                          <p:spPr>
                            <a:xfrm>
                              <a:off x="3335972" y="472440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
                        <p:nvSpPr>
                          <p:cNvPr id="302" name="Rectangle 301">
                            <a:extLst>
                              <a:ext uri="{FF2B5EF4-FFF2-40B4-BE49-F238E27FC236}">
                                <a16:creationId xmlns:a16="http://schemas.microsoft.com/office/drawing/2014/main" id="{AEBE97B2-6C3D-DA20-AF5B-0A93B4C83018}"/>
                              </a:ext>
                            </a:extLst>
                          </p:cNvPr>
                          <p:cNvSpPr/>
                          <p:nvPr/>
                        </p:nvSpPr>
                        <p:spPr>
                          <a:xfrm>
                            <a:off x="297021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303" name="Rectangle 302">
                            <a:extLst>
                              <a:ext uri="{FF2B5EF4-FFF2-40B4-BE49-F238E27FC236}">
                                <a16:creationId xmlns:a16="http://schemas.microsoft.com/office/drawing/2014/main" id="{13C9DF93-7235-F0D8-A785-1B07686747D3}"/>
                              </a:ext>
                            </a:extLst>
                          </p:cNvPr>
                          <p:cNvSpPr/>
                          <p:nvPr/>
                        </p:nvSpPr>
                        <p:spPr>
                          <a:xfrm>
                            <a:off x="3335972" y="5090160"/>
                            <a:ext cx="365760" cy="365760"/>
                          </a:xfrm>
                          <a:prstGeom prst="rect">
                            <a:avLst/>
                          </a:prstGeom>
                          <a:ln>
                            <a:solidFill>
                              <a:schemeClr val="bg1">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grpSp>
                </p:grpSp>
              </p:grpSp>
            </p:grpSp>
          </p:grpSp>
          <p:cxnSp>
            <p:nvCxnSpPr>
              <p:cNvPr id="405" name="Straight Connector 404">
                <a:extLst>
                  <a:ext uri="{FF2B5EF4-FFF2-40B4-BE49-F238E27FC236}">
                    <a16:creationId xmlns:a16="http://schemas.microsoft.com/office/drawing/2014/main" id="{1272C31A-973A-2F6C-E70D-4AD2E8448450}"/>
                  </a:ext>
                </a:extLst>
              </p:cNvPr>
              <p:cNvCxnSpPr>
                <a:cxnSpLocks/>
              </p:cNvCxnSpPr>
              <p:nvPr/>
            </p:nvCxnSpPr>
            <p:spPr>
              <a:xfrm flipV="1">
                <a:off x="2132012" y="4572000"/>
                <a:ext cx="8778240" cy="15240"/>
              </a:xfrm>
              <a:prstGeom prst="line">
                <a:avLst/>
              </a:prstGeom>
            </p:spPr>
            <p:style>
              <a:lnRef idx="3">
                <a:schemeClr val="dk1"/>
              </a:lnRef>
              <a:fillRef idx="0">
                <a:schemeClr val="dk1"/>
              </a:fillRef>
              <a:effectRef idx="2">
                <a:schemeClr val="dk1"/>
              </a:effectRef>
              <a:fontRef idx="minor">
                <a:schemeClr val="tx1"/>
              </a:fontRef>
            </p:style>
          </p:cxnSp>
          <p:cxnSp>
            <p:nvCxnSpPr>
              <p:cNvPr id="409" name="Straight Connector 408">
                <a:extLst>
                  <a:ext uri="{FF2B5EF4-FFF2-40B4-BE49-F238E27FC236}">
                    <a16:creationId xmlns:a16="http://schemas.microsoft.com/office/drawing/2014/main" id="{210A4E37-53AA-A2F6-D12A-5B8A3E602D9C}"/>
                  </a:ext>
                </a:extLst>
              </p:cNvPr>
              <p:cNvCxnSpPr/>
              <p:nvPr/>
            </p:nvCxnSpPr>
            <p:spPr>
              <a:xfrm>
                <a:off x="6537011" y="3124200"/>
                <a:ext cx="0" cy="2971800"/>
              </a:xfrm>
              <a:prstGeom prst="line">
                <a:avLst/>
              </a:prstGeom>
            </p:spPr>
            <p:style>
              <a:lnRef idx="3">
                <a:schemeClr val="dk1"/>
              </a:lnRef>
              <a:fillRef idx="0">
                <a:schemeClr val="dk1"/>
              </a:fillRef>
              <a:effectRef idx="2">
                <a:schemeClr val="dk1"/>
              </a:effectRef>
              <a:fontRef idx="minor">
                <a:schemeClr val="tx1"/>
              </a:fontRef>
            </p:style>
          </p:cxnSp>
        </p:grpSp>
        <p:sp>
          <p:nvSpPr>
            <p:cNvPr id="2" name="TextBox 1">
              <a:extLst>
                <a:ext uri="{FF2B5EF4-FFF2-40B4-BE49-F238E27FC236}">
                  <a16:creationId xmlns:a16="http://schemas.microsoft.com/office/drawing/2014/main" id="{BEC2A244-326D-1AE4-C330-AB3583817238}"/>
                </a:ext>
              </a:extLst>
            </p:cNvPr>
            <p:cNvSpPr txBox="1"/>
            <p:nvPr/>
          </p:nvSpPr>
          <p:spPr>
            <a:xfrm>
              <a:off x="2055813" y="3240009"/>
              <a:ext cx="8778238" cy="369332"/>
            </a:xfrm>
            <a:prstGeom prst="rect">
              <a:avLst/>
            </a:prstGeom>
            <a:noFill/>
          </p:spPr>
          <p:txBody>
            <a:bodyPr wrap="square" rtlCol="0">
              <a:spAutoFit/>
            </a:bodyPr>
            <a:lstStyle/>
            <a:p>
              <a:pPr algn="ctr"/>
              <a:r>
                <a:rPr lang="en-US" dirty="0">
                  <a:solidFill>
                    <a:schemeClr val="bg1"/>
                  </a:solidFill>
                  <a:latin typeface="Consolas" panose="020B0609020204030204" pitchFamily="49" charset="0"/>
                </a:rPr>
                <a:t>-9 -8 -7 -6 -5 -4 -3 -2 -1 0 +1 +2 +3 +4 +5 +6 +7 +8 +9</a:t>
              </a:r>
            </a:p>
          </p:txBody>
        </p:sp>
        <p:sp>
          <p:nvSpPr>
            <p:cNvPr id="3" name="TextBox 2">
              <a:extLst>
                <a:ext uri="{FF2B5EF4-FFF2-40B4-BE49-F238E27FC236}">
                  <a16:creationId xmlns:a16="http://schemas.microsoft.com/office/drawing/2014/main" id="{A76A89A7-7886-E351-1396-C566B9EFA6DF}"/>
                </a:ext>
              </a:extLst>
            </p:cNvPr>
            <p:cNvSpPr txBox="1"/>
            <p:nvPr/>
          </p:nvSpPr>
          <p:spPr>
            <a:xfrm>
              <a:off x="1516718" y="3412480"/>
              <a:ext cx="527036" cy="3416320"/>
            </a:xfrm>
            <a:prstGeom prst="rect">
              <a:avLst/>
            </a:prstGeom>
            <a:noFill/>
          </p:spPr>
          <p:txBody>
            <a:bodyPr wrap="square" rtlCol="0">
              <a:spAutoFit/>
            </a:bodyPr>
            <a:lstStyle/>
            <a:p>
              <a:pPr algn="r"/>
              <a:r>
                <a:rPr lang="en-US" sz="2400" dirty="0">
                  <a:solidFill>
                    <a:schemeClr val="bg1"/>
                  </a:solidFill>
                  <a:latin typeface="Consolas" panose="020B0609020204030204" pitchFamily="49" charset="0"/>
                </a:rPr>
                <a:t>+4</a:t>
              </a:r>
            </a:p>
            <a:p>
              <a:pPr algn="r"/>
              <a:r>
                <a:rPr lang="en-US" sz="2400" dirty="0">
                  <a:solidFill>
                    <a:schemeClr val="bg1"/>
                  </a:solidFill>
                  <a:latin typeface="Consolas" panose="020B0609020204030204" pitchFamily="49" charset="0"/>
                </a:rPr>
                <a:t>+3</a:t>
              </a:r>
            </a:p>
            <a:p>
              <a:pPr algn="r"/>
              <a:r>
                <a:rPr lang="en-US" sz="2400" dirty="0">
                  <a:solidFill>
                    <a:schemeClr val="bg1"/>
                  </a:solidFill>
                  <a:latin typeface="Consolas" panose="020B0609020204030204" pitchFamily="49" charset="0"/>
                </a:rPr>
                <a:t>+2</a:t>
              </a:r>
            </a:p>
            <a:p>
              <a:pPr algn="r"/>
              <a:r>
                <a:rPr lang="en-US" sz="2400" dirty="0">
                  <a:solidFill>
                    <a:schemeClr val="bg1"/>
                  </a:solidFill>
                  <a:latin typeface="Consolas" panose="020B0609020204030204" pitchFamily="49" charset="0"/>
                </a:rPr>
                <a:t>+1</a:t>
              </a:r>
            </a:p>
            <a:p>
              <a:pPr algn="r"/>
              <a:r>
                <a:rPr lang="en-US" sz="2400" dirty="0">
                  <a:solidFill>
                    <a:schemeClr val="bg1"/>
                  </a:solidFill>
                  <a:latin typeface="Consolas" panose="020B0609020204030204" pitchFamily="49" charset="0"/>
                </a:rPr>
                <a:t>0</a:t>
              </a:r>
            </a:p>
            <a:p>
              <a:pPr algn="r"/>
              <a:r>
                <a:rPr lang="en-US" sz="2400" dirty="0">
                  <a:solidFill>
                    <a:schemeClr val="bg1"/>
                  </a:solidFill>
                  <a:latin typeface="Consolas" panose="020B0609020204030204" pitchFamily="49" charset="0"/>
                </a:rPr>
                <a:t>-1</a:t>
              </a:r>
            </a:p>
            <a:p>
              <a:pPr algn="r"/>
              <a:r>
                <a:rPr lang="en-US" sz="2400" dirty="0">
                  <a:solidFill>
                    <a:schemeClr val="bg1"/>
                  </a:solidFill>
                  <a:latin typeface="Consolas" panose="020B0609020204030204" pitchFamily="49" charset="0"/>
                </a:rPr>
                <a:t>-2</a:t>
              </a:r>
            </a:p>
            <a:p>
              <a:pPr algn="r"/>
              <a:r>
                <a:rPr lang="en-US" sz="2400" dirty="0">
                  <a:solidFill>
                    <a:schemeClr val="bg1"/>
                  </a:solidFill>
                  <a:latin typeface="Consolas" panose="020B0609020204030204" pitchFamily="49" charset="0"/>
                </a:rPr>
                <a:t>-3</a:t>
              </a:r>
            </a:p>
            <a:p>
              <a:pPr algn="r"/>
              <a:r>
                <a:rPr lang="en-US" sz="2400" dirty="0">
                  <a:solidFill>
                    <a:schemeClr val="bg1"/>
                  </a:solidFill>
                  <a:latin typeface="Consolas" panose="020B0609020204030204" pitchFamily="49" charset="0"/>
                </a:rPr>
                <a:t>-4</a:t>
              </a:r>
            </a:p>
          </p:txBody>
        </p:sp>
      </p:grpSp>
      <p:sp>
        <p:nvSpPr>
          <p:cNvPr id="13" name="Oval 12">
            <a:extLst>
              <a:ext uri="{FF2B5EF4-FFF2-40B4-BE49-F238E27FC236}">
                <a16:creationId xmlns:a16="http://schemas.microsoft.com/office/drawing/2014/main" id="{11B999EA-092B-AEB6-6894-0A248B582420}"/>
              </a:ext>
            </a:extLst>
          </p:cNvPr>
          <p:cNvSpPr/>
          <p:nvPr/>
        </p:nvSpPr>
        <p:spPr>
          <a:xfrm>
            <a:off x="3447125" y="3942450"/>
            <a:ext cx="146706" cy="152400"/>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FFA554F2-FF69-6473-E93F-FFB8F52C7C37}"/>
              </a:ext>
            </a:extLst>
          </p:cNvPr>
          <p:cNvSpPr/>
          <p:nvPr/>
        </p:nvSpPr>
        <p:spPr>
          <a:xfrm>
            <a:off x="3795379" y="4297680"/>
            <a:ext cx="146706" cy="152400"/>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83505891-9FA4-70F7-C029-233BD6271407}"/>
              </a:ext>
            </a:extLst>
          </p:cNvPr>
          <p:cNvSpPr/>
          <p:nvPr/>
        </p:nvSpPr>
        <p:spPr>
          <a:xfrm>
            <a:off x="3437559" y="4638321"/>
            <a:ext cx="146706" cy="152400"/>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425EEC59-B2C3-34E5-E133-7AA937647DCB}"/>
              </a:ext>
            </a:extLst>
          </p:cNvPr>
          <p:cNvSpPr/>
          <p:nvPr/>
        </p:nvSpPr>
        <p:spPr>
          <a:xfrm>
            <a:off x="5300971" y="4697366"/>
            <a:ext cx="146706" cy="152400"/>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E8E1DC5F-2A5D-10D2-A6EA-E30A89998275}"/>
              </a:ext>
            </a:extLst>
          </p:cNvPr>
          <p:cNvSpPr/>
          <p:nvPr/>
        </p:nvSpPr>
        <p:spPr>
          <a:xfrm>
            <a:off x="4916479" y="4312920"/>
            <a:ext cx="146706" cy="152400"/>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2BB46887-A768-F435-A986-314297281E87}"/>
              </a:ext>
            </a:extLst>
          </p:cNvPr>
          <p:cNvSpPr/>
          <p:nvPr/>
        </p:nvSpPr>
        <p:spPr>
          <a:xfrm>
            <a:off x="3791261" y="5059680"/>
            <a:ext cx="146706" cy="152400"/>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Oval 125">
            <a:extLst>
              <a:ext uri="{FF2B5EF4-FFF2-40B4-BE49-F238E27FC236}">
                <a16:creationId xmlns:a16="http://schemas.microsoft.com/office/drawing/2014/main" id="{CBAE51F6-41E3-B9A9-56EE-B1E0879625D0}"/>
              </a:ext>
            </a:extLst>
          </p:cNvPr>
          <p:cNvSpPr/>
          <p:nvPr/>
        </p:nvSpPr>
        <p:spPr>
          <a:xfrm>
            <a:off x="4546246" y="3975101"/>
            <a:ext cx="146706" cy="152400"/>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Oval 126">
            <a:extLst>
              <a:ext uri="{FF2B5EF4-FFF2-40B4-BE49-F238E27FC236}">
                <a16:creationId xmlns:a16="http://schemas.microsoft.com/office/drawing/2014/main" id="{4994ECB4-C033-F70E-76B5-DA3B45BE96C4}"/>
              </a:ext>
            </a:extLst>
          </p:cNvPr>
          <p:cNvSpPr/>
          <p:nvPr/>
        </p:nvSpPr>
        <p:spPr>
          <a:xfrm>
            <a:off x="3447125" y="5435319"/>
            <a:ext cx="146706" cy="152400"/>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Oval 127">
            <a:extLst>
              <a:ext uri="{FF2B5EF4-FFF2-40B4-BE49-F238E27FC236}">
                <a16:creationId xmlns:a16="http://schemas.microsoft.com/office/drawing/2014/main" id="{8780DFB5-B19E-8E25-137C-F0FC1DFD0046}"/>
              </a:ext>
            </a:extLst>
          </p:cNvPr>
          <p:cNvSpPr/>
          <p:nvPr/>
        </p:nvSpPr>
        <p:spPr>
          <a:xfrm>
            <a:off x="6012095" y="4678680"/>
            <a:ext cx="146706" cy="152400"/>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a:extLst>
              <a:ext uri="{FF2B5EF4-FFF2-40B4-BE49-F238E27FC236}">
                <a16:creationId xmlns:a16="http://schemas.microsoft.com/office/drawing/2014/main" id="{D142F0E0-D70E-473F-D00D-9CF247A528BD}"/>
              </a:ext>
            </a:extLst>
          </p:cNvPr>
          <p:cNvSpPr/>
          <p:nvPr/>
        </p:nvSpPr>
        <p:spPr>
          <a:xfrm>
            <a:off x="5652117" y="5036820"/>
            <a:ext cx="146706" cy="152400"/>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a:extLst>
              <a:ext uri="{FF2B5EF4-FFF2-40B4-BE49-F238E27FC236}">
                <a16:creationId xmlns:a16="http://schemas.microsoft.com/office/drawing/2014/main" id="{3760C61A-1BDF-6FFA-3113-E34F682E34C2}"/>
              </a:ext>
            </a:extLst>
          </p:cNvPr>
          <p:cNvSpPr/>
          <p:nvPr/>
        </p:nvSpPr>
        <p:spPr>
          <a:xfrm>
            <a:off x="7111039" y="5775960"/>
            <a:ext cx="146706" cy="152400"/>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Oval 130">
            <a:extLst>
              <a:ext uri="{FF2B5EF4-FFF2-40B4-BE49-F238E27FC236}">
                <a16:creationId xmlns:a16="http://schemas.microsoft.com/office/drawing/2014/main" id="{198630FC-0E38-E284-0623-A1621E0F47D8}"/>
              </a:ext>
            </a:extLst>
          </p:cNvPr>
          <p:cNvSpPr/>
          <p:nvPr/>
        </p:nvSpPr>
        <p:spPr>
          <a:xfrm>
            <a:off x="4133055" y="5806440"/>
            <a:ext cx="146706" cy="152400"/>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Oval 131">
            <a:extLst>
              <a:ext uri="{FF2B5EF4-FFF2-40B4-BE49-F238E27FC236}">
                <a16:creationId xmlns:a16="http://schemas.microsoft.com/office/drawing/2014/main" id="{7B08E8A7-CBDD-0246-7333-5C46A02E5536}"/>
              </a:ext>
            </a:extLst>
          </p:cNvPr>
          <p:cNvSpPr/>
          <p:nvPr/>
        </p:nvSpPr>
        <p:spPr>
          <a:xfrm>
            <a:off x="5266359" y="5766004"/>
            <a:ext cx="146706" cy="152400"/>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a:extLst>
              <a:ext uri="{FF2B5EF4-FFF2-40B4-BE49-F238E27FC236}">
                <a16:creationId xmlns:a16="http://schemas.microsoft.com/office/drawing/2014/main" id="{1902BDCE-ED58-E93C-63EC-A2D88F276916}"/>
              </a:ext>
            </a:extLst>
          </p:cNvPr>
          <p:cNvSpPr/>
          <p:nvPr/>
        </p:nvSpPr>
        <p:spPr>
          <a:xfrm>
            <a:off x="5903729" y="4260538"/>
            <a:ext cx="146706" cy="152400"/>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a:extLst>
              <a:ext uri="{FF2B5EF4-FFF2-40B4-BE49-F238E27FC236}">
                <a16:creationId xmlns:a16="http://schemas.microsoft.com/office/drawing/2014/main" id="{61109D43-D180-FC27-6872-01AF90C6ED4A}"/>
              </a:ext>
            </a:extLst>
          </p:cNvPr>
          <p:cNvSpPr/>
          <p:nvPr/>
        </p:nvSpPr>
        <p:spPr>
          <a:xfrm>
            <a:off x="5296158" y="3935672"/>
            <a:ext cx="146706" cy="152400"/>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Oval 134">
            <a:extLst>
              <a:ext uri="{FF2B5EF4-FFF2-40B4-BE49-F238E27FC236}">
                <a16:creationId xmlns:a16="http://schemas.microsoft.com/office/drawing/2014/main" id="{ADC15E99-4053-32BD-5F74-BD7198A49A0E}"/>
              </a:ext>
            </a:extLst>
          </p:cNvPr>
          <p:cNvSpPr/>
          <p:nvPr/>
        </p:nvSpPr>
        <p:spPr>
          <a:xfrm>
            <a:off x="6379519" y="5400014"/>
            <a:ext cx="146706" cy="152400"/>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a:extLst>
              <a:ext uri="{FF2B5EF4-FFF2-40B4-BE49-F238E27FC236}">
                <a16:creationId xmlns:a16="http://schemas.microsoft.com/office/drawing/2014/main" id="{BEA8190E-D6F8-1E40-3C9A-FAD03241ADF9}"/>
              </a:ext>
            </a:extLst>
          </p:cNvPr>
          <p:cNvSpPr/>
          <p:nvPr/>
        </p:nvSpPr>
        <p:spPr>
          <a:xfrm>
            <a:off x="5997879" y="6141720"/>
            <a:ext cx="146706" cy="152400"/>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Oval 136">
            <a:extLst>
              <a:ext uri="{FF2B5EF4-FFF2-40B4-BE49-F238E27FC236}">
                <a16:creationId xmlns:a16="http://schemas.microsoft.com/office/drawing/2014/main" id="{ABD98D12-1397-C005-D3A0-78FC46FFC28E}"/>
              </a:ext>
            </a:extLst>
          </p:cNvPr>
          <p:cNvSpPr/>
          <p:nvPr/>
        </p:nvSpPr>
        <p:spPr>
          <a:xfrm>
            <a:off x="4691501" y="5335800"/>
            <a:ext cx="146706" cy="152400"/>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Oval 137">
            <a:extLst>
              <a:ext uri="{FF2B5EF4-FFF2-40B4-BE49-F238E27FC236}">
                <a16:creationId xmlns:a16="http://schemas.microsoft.com/office/drawing/2014/main" id="{98E50861-4EF2-6A55-ED59-A66FEF216A59}"/>
              </a:ext>
            </a:extLst>
          </p:cNvPr>
          <p:cNvSpPr/>
          <p:nvPr/>
        </p:nvSpPr>
        <p:spPr>
          <a:xfrm>
            <a:off x="4189077" y="4998046"/>
            <a:ext cx="146706" cy="152400"/>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Oval 138">
            <a:extLst>
              <a:ext uri="{FF2B5EF4-FFF2-40B4-BE49-F238E27FC236}">
                <a16:creationId xmlns:a16="http://schemas.microsoft.com/office/drawing/2014/main" id="{EB0D3967-1FAB-FBBD-E5BC-40572AEB9C98}"/>
              </a:ext>
            </a:extLst>
          </p:cNvPr>
          <p:cNvSpPr/>
          <p:nvPr/>
        </p:nvSpPr>
        <p:spPr>
          <a:xfrm>
            <a:off x="7842558" y="6139040"/>
            <a:ext cx="146706" cy="152400"/>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Oval 139">
            <a:extLst>
              <a:ext uri="{FF2B5EF4-FFF2-40B4-BE49-F238E27FC236}">
                <a16:creationId xmlns:a16="http://schemas.microsoft.com/office/drawing/2014/main" id="{37016424-101C-DFEF-ECF8-6EB6C0B50925}"/>
              </a:ext>
            </a:extLst>
          </p:cNvPr>
          <p:cNvSpPr/>
          <p:nvPr/>
        </p:nvSpPr>
        <p:spPr>
          <a:xfrm>
            <a:off x="8931899" y="5044440"/>
            <a:ext cx="146706" cy="152400"/>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2" name="Straight Connector 141">
            <a:extLst>
              <a:ext uri="{FF2B5EF4-FFF2-40B4-BE49-F238E27FC236}">
                <a16:creationId xmlns:a16="http://schemas.microsoft.com/office/drawing/2014/main" id="{634BE52B-04CC-9774-E3EC-754ED1389310}"/>
              </a:ext>
            </a:extLst>
          </p:cNvPr>
          <p:cNvCxnSpPr/>
          <p:nvPr/>
        </p:nvCxnSpPr>
        <p:spPr>
          <a:xfrm flipH="1">
            <a:off x="3153092" y="3657600"/>
            <a:ext cx="2926080" cy="2926080"/>
          </a:xfrm>
          <a:prstGeom prst="line">
            <a:avLst/>
          </a:prstGeom>
          <a:ln w="76200">
            <a:prstDash val="sysDot"/>
          </a:ln>
        </p:spPr>
        <p:style>
          <a:lnRef idx="3">
            <a:schemeClr val="accent4"/>
          </a:lnRef>
          <a:fillRef idx="0">
            <a:schemeClr val="accent4"/>
          </a:fillRef>
          <a:effectRef idx="2">
            <a:schemeClr val="accent4"/>
          </a:effectRef>
          <a:fontRef idx="minor">
            <a:schemeClr val="tx1"/>
          </a:fontRef>
        </p:style>
      </p:cxnSp>
      <p:sp>
        <p:nvSpPr>
          <p:cNvPr id="14" name="Oval 13">
            <a:extLst>
              <a:ext uri="{FF2B5EF4-FFF2-40B4-BE49-F238E27FC236}">
                <a16:creationId xmlns:a16="http://schemas.microsoft.com/office/drawing/2014/main" id="{F6CEEB67-2E0C-72E9-3B7A-07B050C4A301}"/>
              </a:ext>
            </a:extLst>
          </p:cNvPr>
          <p:cNvSpPr/>
          <p:nvPr/>
        </p:nvSpPr>
        <p:spPr>
          <a:xfrm>
            <a:off x="4031318" y="4861024"/>
            <a:ext cx="457200" cy="457200"/>
          </a:xfrm>
          <a:prstGeom prst="ellipse">
            <a:avLst/>
          </a:prstGeom>
          <a:noFill/>
          <a:ln w="762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2663594A-492E-B73A-00F0-B1771A8FA6E6}"/>
              </a:ext>
            </a:extLst>
          </p:cNvPr>
          <p:cNvSpPr/>
          <p:nvPr/>
        </p:nvSpPr>
        <p:spPr>
          <a:xfrm>
            <a:off x="5150550" y="3781396"/>
            <a:ext cx="457200" cy="457200"/>
          </a:xfrm>
          <a:prstGeom prst="ellipse">
            <a:avLst/>
          </a:prstGeom>
          <a:noFill/>
          <a:ln w="762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Oval 140">
            <a:extLst>
              <a:ext uri="{FF2B5EF4-FFF2-40B4-BE49-F238E27FC236}">
                <a16:creationId xmlns:a16="http://schemas.microsoft.com/office/drawing/2014/main" id="{5BD7FAE2-6B5C-E647-9F52-C35DB56F83CC}"/>
              </a:ext>
            </a:extLst>
          </p:cNvPr>
          <p:cNvSpPr/>
          <p:nvPr/>
        </p:nvSpPr>
        <p:spPr>
          <a:xfrm>
            <a:off x="5148786" y="4552739"/>
            <a:ext cx="457200" cy="457200"/>
          </a:xfrm>
          <a:prstGeom prst="ellipse">
            <a:avLst/>
          </a:prstGeom>
          <a:noFill/>
          <a:ln w="762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3186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Algorithm</a:t>
            </a:r>
          </a:p>
        </p:txBody>
      </p:sp>
      <p:sp>
        <p:nvSpPr>
          <p:cNvPr id="9" name="Content Placeholder 8"/>
          <p:cNvSpPr>
            <a:spLocks noGrp="1"/>
          </p:cNvSpPr>
          <p:nvPr>
            <p:ph sz="half" idx="2"/>
          </p:nvPr>
        </p:nvSpPr>
        <p:spPr>
          <a:xfrm>
            <a:off x="1217612" y="1752600"/>
            <a:ext cx="10515600" cy="4485537"/>
          </a:xfrm>
        </p:spPr>
        <p:txBody>
          <a:bodyPr>
            <a:normAutofit/>
          </a:bodyPr>
          <a:lstStyle/>
          <a:p>
            <a:pPr lvl="1"/>
            <a:r>
              <a:rPr lang="en-US" dirty="0"/>
              <a:t>The perceptron is also called a linear classifier since it is defined by a linear equation.</a:t>
            </a:r>
          </a:p>
          <a:p>
            <a:pPr lvl="1"/>
            <a:r>
              <a:rPr lang="en-US" dirty="0"/>
              <a:t>In a 2 dimensional space, the perceptron is described as a line.  In a space with 3 or more dimensions it is described as a hyperplane</a:t>
            </a:r>
          </a:p>
          <a:p>
            <a:pPr marL="301752" lvl="1" indent="0">
              <a:buNone/>
            </a:pPr>
            <a:endParaRPr lang="ro-RO" dirty="0"/>
          </a:p>
          <a:p>
            <a:pPr lvl="1"/>
            <a:endParaRPr lang="ro-RO" dirty="0"/>
          </a:p>
          <a:p>
            <a:pPr lvl="1"/>
            <a:endParaRPr lang="ro-RO" dirty="0"/>
          </a:p>
          <a:p>
            <a:pPr lvl="1"/>
            <a:endParaRPr lang="ro-RO" dirty="0"/>
          </a:p>
          <a:p>
            <a:pPr lvl="1"/>
            <a:endParaRPr lang="en-US" dirty="0"/>
          </a:p>
          <a:p>
            <a:pPr lvl="1"/>
            <a:endParaRPr lang="en-US" dirty="0"/>
          </a:p>
          <a:p>
            <a:pPr lvl="1"/>
            <a:endParaRPr lang="en-US" dirty="0"/>
          </a:p>
        </p:txBody>
      </p:sp>
      <p:pic>
        <p:nvPicPr>
          <p:cNvPr id="7170" name="Picture 2" descr="http://3.bp.blogspot.com/-OVlHHKeYq28/Ukh6vBgVx3I/AAAAAAAACEI/5vw6LfK1xlY/s1600/linearly_separable_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2612" y="3157868"/>
            <a:ext cx="3733800" cy="3562351"/>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http://www.vias.org/tmdatanaleng/img/lda_exampl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6812" y="3545304"/>
            <a:ext cx="3200400" cy="3312696"/>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Connector 3"/>
          <p:cNvCxnSpPr/>
          <p:nvPr/>
        </p:nvCxnSpPr>
        <p:spPr>
          <a:xfrm flipH="1" flipV="1">
            <a:off x="2208212" y="4078704"/>
            <a:ext cx="3200400" cy="2057400"/>
          </a:xfrm>
          <a:prstGeom prst="line">
            <a:avLst/>
          </a:prstGeom>
          <a:ln w="25400">
            <a:solidFill>
              <a:schemeClr val="accent3">
                <a:lumMod val="50000"/>
              </a:schemeClr>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8507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Algorithm</a:t>
            </a:r>
          </a:p>
        </p:txBody>
      </p:sp>
      <p:sp>
        <p:nvSpPr>
          <p:cNvPr id="9" name="Content Placeholder 8"/>
          <p:cNvSpPr>
            <a:spLocks noGrp="1"/>
          </p:cNvSpPr>
          <p:nvPr>
            <p:ph sz="half" idx="2"/>
          </p:nvPr>
        </p:nvSpPr>
        <p:spPr>
          <a:xfrm>
            <a:off x="1217612" y="1752600"/>
            <a:ext cx="10668000" cy="4485537"/>
          </a:xfrm>
        </p:spPr>
        <p:txBody>
          <a:bodyPr>
            <a:normAutofit/>
          </a:bodyPr>
          <a:lstStyle/>
          <a:p>
            <a:pPr lvl="1"/>
            <a:r>
              <a:rPr lang="en-US" dirty="0"/>
              <a:t>The coefficients (weights) define a normal vector, that we can consider a unit vector (length 1)</a:t>
            </a:r>
          </a:p>
          <a:p>
            <a:pPr lvl="1"/>
            <a:r>
              <a:rPr lang="en-US" dirty="0"/>
              <a:t>The bias defines the distance from the origin to the plane</a:t>
            </a:r>
          </a:p>
          <a:p>
            <a:pPr lvl="1"/>
            <a:r>
              <a:rPr lang="en-US" dirty="0"/>
              <a:t>The dot product          will be equal to |b|, for every point located on the plane</a:t>
            </a:r>
          </a:p>
          <a:p>
            <a:pPr lvl="3"/>
            <a:r>
              <a:rPr lang="en-US" sz="1800" dirty="0"/>
              <a:t>Will be less than |b| for every point located under the plane</a:t>
            </a:r>
          </a:p>
          <a:p>
            <a:pPr lvl="3"/>
            <a:r>
              <a:rPr lang="en-US" sz="1800" dirty="0"/>
              <a:t>Will be grater than |b| for every point located above b</a:t>
            </a:r>
            <a:endParaRPr lang="ro-RO" sz="1800" dirty="0"/>
          </a:p>
          <a:p>
            <a:pPr lvl="1"/>
            <a:endParaRPr lang="ro-RO" dirty="0"/>
          </a:p>
          <a:p>
            <a:pPr lvl="1"/>
            <a:endParaRPr lang="ro-RO" dirty="0"/>
          </a:p>
          <a:p>
            <a:pPr lvl="1"/>
            <a:endParaRPr lang="ro-RO" dirty="0"/>
          </a:p>
          <a:p>
            <a:pPr lvl="1"/>
            <a:endParaRPr lang="en-US" dirty="0"/>
          </a:p>
          <a:p>
            <a:pPr lvl="1"/>
            <a:endParaRPr lang="en-US" dirty="0"/>
          </a:p>
          <a:p>
            <a:pPr lvl="1"/>
            <a:endParaRPr lang="en-US" dirty="0"/>
          </a:p>
        </p:txBody>
      </p:sp>
      <p:cxnSp>
        <p:nvCxnSpPr>
          <p:cNvPr id="4" name="Straight Connector 3"/>
          <p:cNvCxnSpPr/>
          <p:nvPr/>
        </p:nvCxnSpPr>
        <p:spPr>
          <a:xfrm flipH="1" flipV="1">
            <a:off x="3541713" y="4016282"/>
            <a:ext cx="6286499" cy="2461398"/>
          </a:xfrm>
          <a:prstGeom prst="line">
            <a:avLst/>
          </a:prstGeom>
          <a:ln w="25400">
            <a:solidFill>
              <a:schemeClr val="accent3">
                <a:lumMod val="50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a:off x="4341812" y="3711482"/>
            <a:ext cx="0" cy="2971800"/>
          </a:xfrm>
          <a:prstGeom prst="line">
            <a:avLst/>
          </a:prstGeom>
          <a:ln w="2540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3351212" y="5845082"/>
            <a:ext cx="5715000" cy="0"/>
          </a:xfrm>
          <a:prstGeom prst="line">
            <a:avLst/>
          </a:prstGeom>
          <a:ln w="2540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V="1">
            <a:off x="4341812" y="4549682"/>
            <a:ext cx="533400" cy="1295400"/>
          </a:xfrm>
          <a:prstGeom prst="line">
            <a:avLst/>
          </a:prstGeom>
          <a:ln w="2540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4608512" y="4992955"/>
            <a:ext cx="324128" cy="313932"/>
          </a:xfrm>
          <a:prstGeom prst="rect">
            <a:avLst/>
          </a:prstGeom>
          <a:noFill/>
        </p:spPr>
        <p:txBody>
          <a:bodyPr wrap="none" rtlCol="0">
            <a:spAutoFit/>
          </a:bodyPr>
          <a:lstStyle/>
          <a:p>
            <a:pPr>
              <a:lnSpc>
                <a:spcPct val="90000"/>
              </a:lnSpc>
            </a:pPr>
            <a:r>
              <a:rPr lang="en-US" sz="1600" dirty="0">
                <a:solidFill>
                  <a:schemeClr val="bg1"/>
                </a:solidFill>
              </a:rPr>
              <a:t>b</a:t>
            </a:r>
            <a:endParaRPr lang="en-US" sz="2400" dirty="0">
              <a:solidFill>
                <a:schemeClr val="bg1"/>
              </a:solidFill>
            </a:endParaRPr>
          </a:p>
        </p:txBody>
      </p:sp>
      <p:cxnSp>
        <p:nvCxnSpPr>
          <p:cNvPr id="21" name="Straight Arrow Connector 20"/>
          <p:cNvCxnSpPr/>
          <p:nvPr/>
        </p:nvCxnSpPr>
        <p:spPr>
          <a:xfrm flipV="1">
            <a:off x="4333921" y="5306887"/>
            <a:ext cx="228600" cy="568356"/>
          </a:xfrm>
          <a:prstGeom prst="straightConnector1">
            <a:avLst/>
          </a:prstGeom>
          <a:ln w="25400">
            <a:solidFill>
              <a:schemeClr val="accent3">
                <a:lumMod val="75000"/>
              </a:schemeClr>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4123846" y="5256510"/>
            <a:ext cx="354584" cy="313932"/>
          </a:xfrm>
          <a:prstGeom prst="rect">
            <a:avLst/>
          </a:prstGeom>
          <a:noFill/>
        </p:spPr>
        <p:txBody>
          <a:bodyPr wrap="none" rtlCol="0">
            <a:spAutoFit/>
          </a:bodyPr>
          <a:lstStyle/>
          <a:p>
            <a:pPr>
              <a:lnSpc>
                <a:spcPct val="90000"/>
              </a:lnSpc>
            </a:pPr>
            <a:r>
              <a:rPr lang="en-US" sz="1600" dirty="0">
                <a:solidFill>
                  <a:schemeClr val="bg1"/>
                </a:solidFill>
              </a:rPr>
              <a:t>w</a:t>
            </a:r>
            <a:endParaRPr lang="en-US" sz="2400" dirty="0">
              <a:solidFill>
                <a:schemeClr val="bg1"/>
              </a:solidFill>
            </a:endParaRPr>
          </a:p>
        </p:txBody>
      </p:sp>
      <p:sp>
        <p:nvSpPr>
          <p:cNvPr id="22" name="Oval 21"/>
          <p:cNvSpPr/>
          <p:nvPr/>
        </p:nvSpPr>
        <p:spPr>
          <a:xfrm>
            <a:off x="5713412" y="5230687"/>
            <a:ext cx="152400" cy="152400"/>
          </a:xfrm>
          <a:prstGeom prst="ellipse">
            <a:avLst/>
          </a:prstGeom>
          <a:solidFill>
            <a:srgbClr val="FF0000"/>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Arrow Connector 24"/>
          <p:cNvCxnSpPr>
            <a:endCxn id="22" idx="3"/>
          </p:cNvCxnSpPr>
          <p:nvPr/>
        </p:nvCxnSpPr>
        <p:spPr>
          <a:xfrm flipV="1">
            <a:off x="4341812" y="5360769"/>
            <a:ext cx="1393918" cy="514474"/>
          </a:xfrm>
          <a:prstGeom prst="straightConnector1">
            <a:avLst/>
          </a:prstGeom>
          <a:ln w="25400">
            <a:solidFill>
              <a:srgbClr val="FF0000"/>
            </a:solidFill>
            <a:miter lim="8000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Rectangle 29"/>
              <p:cNvSpPr/>
              <p:nvPr/>
            </p:nvSpPr>
            <p:spPr>
              <a:xfrm>
                <a:off x="3579812" y="2684386"/>
                <a:ext cx="1294263" cy="40011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000" b="0" i="1" smtClean="0">
                          <a:solidFill>
                            <a:schemeClr val="bg1"/>
                          </a:solidFill>
                          <a:latin typeface="Cambria Math" panose="02040503050406030204" pitchFamily="18" charset="0"/>
                        </a:rPr>
                        <m:t>𝑥</m:t>
                      </m:r>
                      <m: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𝑤</m:t>
                      </m:r>
                    </m:oMath>
                  </m:oMathPara>
                </a14:m>
                <a:endParaRPr lang="en-US" sz="1600" dirty="0">
                  <a:solidFill>
                    <a:schemeClr val="bg1"/>
                  </a:solidFill>
                </a:endParaRPr>
              </a:p>
            </p:txBody>
          </p:sp>
        </mc:Choice>
        <mc:Fallback xmlns="">
          <p:sp>
            <p:nvSpPr>
              <p:cNvPr id="30" name="Rectangle 29"/>
              <p:cNvSpPr>
                <a:spLocks noRot="1" noChangeAspect="1" noMove="1" noResize="1" noEditPoints="1" noAdjustHandles="1" noChangeArrowheads="1" noChangeShapeType="1" noTextEdit="1"/>
              </p:cNvSpPr>
              <p:nvPr/>
            </p:nvSpPr>
            <p:spPr>
              <a:xfrm>
                <a:off x="3579812" y="2684386"/>
                <a:ext cx="1294263" cy="400110"/>
              </a:xfrm>
              <a:prstGeom prst="rect">
                <a:avLst/>
              </a:prstGeom>
              <a:blipFill rotWithShape="0">
                <a:blip r:embed="rId3"/>
                <a:stretch>
                  <a:fillRect/>
                </a:stretch>
              </a:blipFill>
            </p:spPr>
            <p:txBody>
              <a:bodyPr/>
              <a:lstStyle/>
              <a:p>
                <a:r>
                  <a:rPr lang="en-US">
                    <a:noFill/>
                  </a:rPr>
                  <a:t> </a:t>
                </a:r>
              </a:p>
            </p:txBody>
          </p:sp>
        </mc:Fallback>
      </mc:AlternateContent>
      <p:sp>
        <p:nvSpPr>
          <p:cNvPr id="33" name="Oval 32"/>
          <p:cNvSpPr/>
          <p:nvPr/>
        </p:nvSpPr>
        <p:spPr>
          <a:xfrm>
            <a:off x="6513514" y="3810680"/>
            <a:ext cx="152400" cy="152400"/>
          </a:xfrm>
          <a:prstGeom prst="ellipse">
            <a:avLst/>
          </a:prstGeom>
          <a:solidFill>
            <a:schemeClr val="bg2">
              <a:lumMod val="90000"/>
            </a:schemeClr>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Arrow Connector 33"/>
          <p:cNvCxnSpPr>
            <a:endCxn id="33" idx="3"/>
          </p:cNvCxnSpPr>
          <p:nvPr/>
        </p:nvCxnSpPr>
        <p:spPr>
          <a:xfrm flipV="1">
            <a:off x="4333921" y="3940762"/>
            <a:ext cx="2201911" cy="1988364"/>
          </a:xfrm>
          <a:prstGeom prst="straightConnector1">
            <a:avLst/>
          </a:prstGeom>
          <a:ln w="25400">
            <a:solidFill>
              <a:schemeClr val="bg2">
                <a:lumMod val="90000"/>
              </a:schemeClr>
            </a:solidFill>
            <a:miter lim="8000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3951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Training</a:t>
            </a:r>
          </a:p>
        </p:txBody>
      </p:sp>
      <p:sp>
        <p:nvSpPr>
          <p:cNvPr id="5" name="Text Placeholder 4">
            <a:extLst>
              <a:ext uri="{FF2B5EF4-FFF2-40B4-BE49-F238E27FC236}">
                <a16:creationId xmlns:a16="http://schemas.microsoft.com/office/drawing/2014/main" id="{3D976C2B-6843-AFE9-31A7-08884EE5BB3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202126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Training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10087601" cy="1676400"/>
          </a:xfrm>
        </p:spPr>
        <p:txBody>
          <a:bodyPr>
            <a:normAutofit/>
          </a:bodyPr>
          <a:lstStyle/>
          <a:p>
            <a:pPr marL="0" indent="0">
              <a:buNone/>
            </a:pPr>
            <a:r>
              <a:rPr lang="en-US" b="0" dirty="0">
                <a:latin typeface="Cambria Math" panose="02040503050406030204" pitchFamily="18" charset="0"/>
                <a:cs typeface="Arial" panose="020B0604020202020204" pitchFamily="34" charset="0"/>
              </a:rPr>
              <a:t>At this point, we know that the perceptron algorithm is meant to search for a hyper-plane that can separate two data sets (as best of possible).</a:t>
            </a:r>
          </a:p>
          <a:p>
            <a:pPr marL="0" indent="0">
              <a:buNone/>
            </a:pPr>
            <a:r>
              <a:rPr lang="en-US" dirty="0">
                <a:latin typeface="Cambria Math" panose="02040503050406030204" pitchFamily="18" charset="0"/>
                <a:cs typeface="Arial" panose="020B0604020202020204" pitchFamily="34" charset="0"/>
              </a:rPr>
              <a:t>Let’s assume that we have the following dataset (for training):</a:t>
            </a:r>
            <a:endParaRPr lang="en-US" b="0" dirty="0">
              <a:latin typeface="Cambria Math" panose="02040503050406030204" pitchFamily="18" charset="0"/>
              <a:cs typeface="Arial" panose="020B0604020202020204" pitchFamily="34" charset="0"/>
            </a:endParaRPr>
          </a:p>
        </p:txBody>
      </p:sp>
      <p:graphicFrame>
        <p:nvGraphicFramePr>
          <p:cNvPr id="14" name="Table 13">
            <a:extLst>
              <a:ext uri="{FF2B5EF4-FFF2-40B4-BE49-F238E27FC236}">
                <a16:creationId xmlns:a16="http://schemas.microsoft.com/office/drawing/2014/main" id="{E8F49F50-D450-AB88-7E08-3408DFA27867}"/>
              </a:ext>
            </a:extLst>
          </p:cNvPr>
          <p:cNvGraphicFramePr>
            <a:graphicFrameLocks noGrp="1"/>
          </p:cNvGraphicFramePr>
          <p:nvPr/>
        </p:nvGraphicFramePr>
        <p:xfrm>
          <a:off x="1751012" y="3352800"/>
          <a:ext cx="5410200" cy="1854200"/>
        </p:xfrm>
        <a:graphic>
          <a:graphicData uri="http://schemas.openxmlformats.org/drawingml/2006/table">
            <a:tbl>
              <a:tblPr firstRow="1" bandRow="1">
                <a:tableStyleId>{073A0DAA-6AF3-43AB-8588-CEC1D06C72B9}</a:tableStyleId>
              </a:tblPr>
              <a:tblGrid>
                <a:gridCol w="901700">
                  <a:extLst>
                    <a:ext uri="{9D8B030D-6E8A-4147-A177-3AD203B41FA5}">
                      <a16:colId xmlns:a16="http://schemas.microsoft.com/office/drawing/2014/main" val="3809471710"/>
                    </a:ext>
                  </a:extLst>
                </a:gridCol>
                <a:gridCol w="901700">
                  <a:extLst>
                    <a:ext uri="{9D8B030D-6E8A-4147-A177-3AD203B41FA5}">
                      <a16:colId xmlns:a16="http://schemas.microsoft.com/office/drawing/2014/main" val="698173739"/>
                    </a:ext>
                  </a:extLst>
                </a:gridCol>
                <a:gridCol w="901700">
                  <a:extLst>
                    <a:ext uri="{9D8B030D-6E8A-4147-A177-3AD203B41FA5}">
                      <a16:colId xmlns:a16="http://schemas.microsoft.com/office/drawing/2014/main" val="4241484159"/>
                    </a:ext>
                  </a:extLst>
                </a:gridCol>
                <a:gridCol w="901700">
                  <a:extLst>
                    <a:ext uri="{9D8B030D-6E8A-4147-A177-3AD203B41FA5}">
                      <a16:colId xmlns:a16="http://schemas.microsoft.com/office/drawing/2014/main" val="2135852234"/>
                    </a:ext>
                  </a:extLst>
                </a:gridCol>
                <a:gridCol w="901700">
                  <a:extLst>
                    <a:ext uri="{9D8B030D-6E8A-4147-A177-3AD203B41FA5}">
                      <a16:colId xmlns:a16="http://schemas.microsoft.com/office/drawing/2014/main" val="1034484046"/>
                    </a:ext>
                  </a:extLst>
                </a:gridCol>
                <a:gridCol w="901700">
                  <a:extLst>
                    <a:ext uri="{9D8B030D-6E8A-4147-A177-3AD203B41FA5}">
                      <a16:colId xmlns:a16="http://schemas.microsoft.com/office/drawing/2014/main" val="2469034243"/>
                    </a:ext>
                  </a:extLst>
                </a:gridCol>
              </a:tblGrid>
              <a:tr h="370840">
                <a:tc>
                  <a:txBody>
                    <a:bodyPr/>
                    <a:lstStyle/>
                    <a:p>
                      <a:r>
                        <a:rPr lang="en-US" dirty="0">
                          <a:latin typeface="Arial" panose="020B0604020202020204" pitchFamily="34" charset="0"/>
                          <a:cs typeface="Arial" panose="020B0604020202020204" pitchFamily="34" charset="0"/>
                        </a:rPr>
                        <a:t>Entry</a:t>
                      </a:r>
                    </a:p>
                  </a:txBody>
                  <a:tcPr/>
                </a:tc>
                <a:tc>
                  <a:txBody>
                    <a:bodyPr/>
                    <a:lstStyle/>
                    <a:p>
                      <a:r>
                        <a:rPr lang="en-US">
                          <a:latin typeface="Arial" panose="020B0604020202020204" pitchFamily="34" charset="0"/>
                          <a:cs typeface="Arial" panose="020B0604020202020204" pitchFamily="34" charset="0"/>
                        </a:rPr>
                        <a:t>Input</a:t>
                      </a:r>
                      <a:r>
                        <a:rPr lang="en-US" baseline="-25000">
                          <a:latin typeface="Arial" panose="020B0604020202020204" pitchFamily="34" charset="0"/>
                          <a:cs typeface="Arial" panose="020B0604020202020204" pitchFamily="34" charset="0"/>
                        </a:rPr>
                        <a:t>1</a:t>
                      </a:r>
                      <a:endParaRPr lang="en-US"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Input</a:t>
                      </a:r>
                      <a:r>
                        <a:rPr lang="en-US" baseline="-25000" dirty="0">
                          <a:latin typeface="Arial" panose="020B0604020202020204" pitchFamily="34" charset="0"/>
                          <a:cs typeface="Arial" panose="020B0604020202020204" pitchFamily="34" charset="0"/>
                        </a:rPr>
                        <a:t>2</a:t>
                      </a:r>
                      <a:endParaRPr lang="en-US"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a:t>
                      </a:r>
                    </a:p>
                  </a:txBody>
                  <a:tcPr/>
                </a:tc>
                <a:tc>
                  <a:txBody>
                    <a:bodyPr/>
                    <a:lstStyle/>
                    <a:p>
                      <a:r>
                        <a:rPr lang="en-US" dirty="0" err="1">
                          <a:latin typeface="Arial" panose="020B0604020202020204" pitchFamily="34" charset="0"/>
                          <a:cs typeface="Arial" panose="020B0604020202020204" pitchFamily="34" charset="0"/>
                        </a:rPr>
                        <a:t>Input</a:t>
                      </a:r>
                      <a:r>
                        <a:rPr lang="en-US" baseline="-25000" dirty="0" err="1">
                          <a:latin typeface="Arial" panose="020B0604020202020204" pitchFamily="34" charset="0"/>
                          <a:cs typeface="Arial" panose="020B0604020202020204" pitchFamily="34" charset="0"/>
                        </a:rPr>
                        <a:t>n</a:t>
                      </a:r>
                      <a:endParaRPr lang="en-US"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Label</a:t>
                      </a:r>
                    </a:p>
                  </a:txBody>
                  <a:tcPr/>
                </a:tc>
                <a:extLst>
                  <a:ext uri="{0D108BD9-81ED-4DB2-BD59-A6C34878D82A}">
                    <a16:rowId xmlns:a16="http://schemas.microsoft.com/office/drawing/2014/main" val="3223542544"/>
                  </a:ext>
                </a:extLst>
              </a:tr>
              <a:tr h="370840">
                <a:tc>
                  <a:txBody>
                    <a:bodyPr/>
                    <a:lstStyle/>
                    <a:p>
                      <a:pPr algn="r"/>
                      <a:r>
                        <a:rPr lang="en-US" b="1" dirty="0">
                          <a:latin typeface="Arial" panose="020B0604020202020204" pitchFamily="34" charset="0"/>
                          <a:cs typeface="Arial" panose="020B0604020202020204" pitchFamily="34" charset="0"/>
                        </a:rPr>
                        <a:t>#1</a:t>
                      </a:r>
                    </a:p>
                  </a:txBody>
                  <a:tcPr/>
                </a:tc>
                <a:tc>
                  <a:txBody>
                    <a:bodyPr/>
                    <a:lstStyle/>
                    <a:p>
                      <a:r>
                        <a:rPr lang="en-US" dirty="0">
                          <a:latin typeface="Arial" panose="020B0604020202020204" pitchFamily="34" charset="0"/>
                          <a:cs typeface="Arial" panose="020B0604020202020204" pitchFamily="34" charset="0"/>
                        </a:rPr>
                        <a:t>I</a:t>
                      </a:r>
                      <a:r>
                        <a:rPr lang="en-US" baseline="-25000" dirty="0">
                          <a:latin typeface="Arial" panose="020B0604020202020204" pitchFamily="34" charset="0"/>
                          <a:cs typeface="Arial" panose="020B0604020202020204" pitchFamily="34" charset="0"/>
                        </a:rPr>
                        <a:t>(1,1)</a:t>
                      </a:r>
                      <a:endParaRPr lang="en-US"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I</a:t>
                      </a:r>
                      <a:r>
                        <a:rPr lang="en-US" baseline="-25000" dirty="0">
                          <a:latin typeface="Arial" panose="020B0604020202020204" pitchFamily="34" charset="0"/>
                          <a:cs typeface="Arial" panose="020B0604020202020204" pitchFamily="34" charset="0"/>
                        </a:rPr>
                        <a:t>(1,2)</a:t>
                      </a:r>
                      <a:endParaRPr lang="en-US" dirty="0">
                        <a:latin typeface="Arial" panose="020B0604020202020204" pitchFamily="34" charset="0"/>
                        <a:cs typeface="Arial" panose="020B0604020202020204" pitchFamily="34" charset="0"/>
                      </a:endParaRPr>
                    </a:p>
                  </a:txBody>
                  <a:tcPr/>
                </a:tc>
                <a:tc>
                  <a:txBody>
                    <a:bodyPr/>
                    <a:lstStyle/>
                    <a:p>
                      <a:endParaRPr lang="en-US">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I</a:t>
                      </a:r>
                      <a:r>
                        <a:rPr lang="en-US" baseline="-25000" dirty="0">
                          <a:latin typeface="Arial" panose="020B0604020202020204" pitchFamily="34" charset="0"/>
                          <a:cs typeface="Arial" panose="020B0604020202020204" pitchFamily="34" charset="0"/>
                        </a:rPr>
                        <a:t>(1,n)</a:t>
                      </a:r>
                      <a:endParaRPr lang="en-US"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YES</a:t>
                      </a:r>
                    </a:p>
                  </a:txBody>
                  <a:tcPr/>
                </a:tc>
                <a:extLst>
                  <a:ext uri="{0D108BD9-81ED-4DB2-BD59-A6C34878D82A}">
                    <a16:rowId xmlns:a16="http://schemas.microsoft.com/office/drawing/2014/main" val="3235754363"/>
                  </a:ext>
                </a:extLst>
              </a:tr>
              <a:tr h="370840">
                <a:tc>
                  <a:txBody>
                    <a:bodyPr/>
                    <a:lstStyle/>
                    <a:p>
                      <a:pPr algn="r"/>
                      <a:r>
                        <a:rPr lang="en-US" b="1" dirty="0">
                          <a:latin typeface="Arial" panose="020B0604020202020204" pitchFamily="34" charset="0"/>
                          <a:cs typeface="Arial" panose="020B0604020202020204" pitchFamily="34" charset="0"/>
                        </a:rPr>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I</a:t>
                      </a:r>
                      <a:r>
                        <a:rPr lang="en-US" baseline="-25000" dirty="0">
                          <a:latin typeface="Arial" panose="020B0604020202020204" pitchFamily="34" charset="0"/>
                          <a:cs typeface="Arial" panose="020B0604020202020204" pitchFamily="34" charset="0"/>
                        </a:rPr>
                        <a:t>(2,1)</a:t>
                      </a:r>
                      <a:endParaRPr lang="en-US"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I</a:t>
                      </a:r>
                      <a:r>
                        <a:rPr lang="en-US" baseline="-25000" dirty="0">
                          <a:latin typeface="Arial" panose="020B0604020202020204" pitchFamily="34" charset="0"/>
                          <a:cs typeface="Arial" panose="020B0604020202020204" pitchFamily="34" charset="0"/>
                        </a:rPr>
                        <a:t>(2,2)</a:t>
                      </a:r>
                      <a:endParaRPr lang="en-US" dirty="0">
                        <a:latin typeface="Arial" panose="020B0604020202020204" pitchFamily="34" charset="0"/>
                        <a:cs typeface="Arial" panose="020B0604020202020204" pitchFamily="34" charset="0"/>
                      </a:endParaRPr>
                    </a:p>
                  </a:txBody>
                  <a:tcPr/>
                </a:tc>
                <a:tc>
                  <a:txBody>
                    <a:bodyPr/>
                    <a:lstStyle/>
                    <a:p>
                      <a:endParaRPr lang="en-US">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I</a:t>
                      </a:r>
                      <a:r>
                        <a:rPr lang="en-US" baseline="-25000" dirty="0">
                          <a:latin typeface="Arial" panose="020B0604020202020204" pitchFamily="34" charset="0"/>
                          <a:cs typeface="Arial" panose="020B0604020202020204" pitchFamily="34" charset="0"/>
                        </a:rPr>
                        <a:t>(2,n)</a:t>
                      </a:r>
                      <a:endParaRPr lang="en-US"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NO</a:t>
                      </a:r>
                    </a:p>
                  </a:txBody>
                  <a:tcPr/>
                </a:tc>
                <a:extLst>
                  <a:ext uri="{0D108BD9-81ED-4DB2-BD59-A6C34878D82A}">
                    <a16:rowId xmlns:a16="http://schemas.microsoft.com/office/drawing/2014/main" val="1717954149"/>
                  </a:ext>
                </a:extLst>
              </a:tr>
              <a:tr h="370840">
                <a:tc gridSpan="6">
                  <a:txBody>
                    <a:bodyPr/>
                    <a:lstStyle/>
                    <a:p>
                      <a:pPr algn="ctr"/>
                      <a:r>
                        <a:rPr lang="en-US" dirty="0">
                          <a:latin typeface="Arial" panose="020B0604020202020204" pitchFamily="34" charset="0"/>
                          <a:cs typeface="Arial" panose="020B0604020202020204" pitchFamily="34" charset="0"/>
                        </a:rPr>
                        <a:t>…</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391375967"/>
                  </a:ext>
                </a:extLst>
              </a:tr>
              <a:tr h="370840">
                <a:tc>
                  <a:txBody>
                    <a:bodyPr/>
                    <a:lstStyle/>
                    <a:p>
                      <a:pPr algn="r"/>
                      <a:r>
                        <a:rPr lang="en-US" b="1" dirty="0">
                          <a:latin typeface="Arial" panose="020B0604020202020204" pitchFamily="34" charset="0"/>
                          <a:cs typeface="Arial" panose="020B0604020202020204" pitchFamily="34" charset="0"/>
                        </a:rPr>
                        <a:t>#m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I</a:t>
                      </a:r>
                      <a:r>
                        <a:rPr lang="en-US" baseline="-25000" dirty="0">
                          <a:latin typeface="Arial" panose="020B0604020202020204" pitchFamily="34" charset="0"/>
                          <a:cs typeface="Arial" panose="020B0604020202020204" pitchFamily="34" charset="0"/>
                        </a:rPr>
                        <a:t>(m,1)</a:t>
                      </a:r>
                      <a:endParaRPr lang="en-US"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I</a:t>
                      </a:r>
                      <a:r>
                        <a:rPr lang="en-US" baseline="-25000" dirty="0">
                          <a:latin typeface="Arial" panose="020B0604020202020204" pitchFamily="34" charset="0"/>
                          <a:cs typeface="Arial" panose="020B0604020202020204" pitchFamily="34" charset="0"/>
                        </a:rPr>
                        <a:t>(m,2)</a:t>
                      </a:r>
                      <a:endParaRPr lang="en-US" dirty="0">
                        <a:latin typeface="Arial" panose="020B0604020202020204" pitchFamily="34" charset="0"/>
                        <a:cs typeface="Arial" panose="020B0604020202020204" pitchFamily="34" charset="0"/>
                      </a:endParaRPr>
                    </a:p>
                  </a:txBody>
                  <a:tcPr/>
                </a:tc>
                <a:tc>
                  <a:txBody>
                    <a:bodyPr/>
                    <a:lstStyle/>
                    <a:p>
                      <a:endParaRPr lang="en-US">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I</a:t>
                      </a:r>
                      <a:r>
                        <a:rPr lang="en-US" baseline="-25000" dirty="0">
                          <a:latin typeface="Arial" panose="020B0604020202020204" pitchFamily="34" charset="0"/>
                          <a:cs typeface="Arial" panose="020B0604020202020204" pitchFamily="34" charset="0"/>
                        </a:rPr>
                        <a:t>(</a:t>
                      </a:r>
                      <a:r>
                        <a:rPr lang="en-US" baseline="-25000" dirty="0" err="1">
                          <a:latin typeface="Arial" panose="020B0604020202020204" pitchFamily="34" charset="0"/>
                          <a:cs typeface="Arial" panose="020B0604020202020204" pitchFamily="34" charset="0"/>
                        </a:rPr>
                        <a:t>m,n</a:t>
                      </a:r>
                      <a:r>
                        <a:rPr lang="en-US" baseline="-25000" dirty="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YES</a:t>
                      </a:r>
                    </a:p>
                  </a:txBody>
                  <a:tcPr/>
                </a:tc>
                <a:extLst>
                  <a:ext uri="{0D108BD9-81ED-4DB2-BD59-A6C34878D82A}">
                    <a16:rowId xmlns:a16="http://schemas.microsoft.com/office/drawing/2014/main" val="55851983"/>
                  </a:ext>
                </a:extLst>
              </a:tr>
            </a:tbl>
          </a:graphicData>
        </a:graphic>
      </p:graphicFrame>
    </p:spTree>
    <p:extLst>
      <p:ext uri="{BB962C8B-B14F-4D97-AF65-F5344CB8AC3E}">
        <p14:creationId xmlns:p14="http://schemas.microsoft.com/office/powerpoint/2010/main" val="384117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Training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10087601" cy="1676400"/>
          </a:xfrm>
        </p:spPr>
        <p:txBody>
          <a:bodyPr>
            <a:normAutofit/>
          </a:bodyPr>
          <a:lstStyle/>
          <a:p>
            <a:pPr marL="0" indent="0">
              <a:buNone/>
            </a:pPr>
            <a:r>
              <a:rPr lang="en-US" b="0" dirty="0">
                <a:latin typeface="Cambria Math" panose="02040503050406030204" pitchFamily="18" charset="0"/>
                <a:cs typeface="Arial" panose="020B0604020202020204" pitchFamily="34" charset="0"/>
              </a:rPr>
              <a:t>At this point, we know that the perceptron algorithm is meant to search for a hyper-plane that can separate two data sets (as best of possible).</a:t>
            </a:r>
          </a:p>
          <a:p>
            <a:pPr marL="0" indent="0">
              <a:buNone/>
            </a:pPr>
            <a:r>
              <a:rPr lang="en-US" dirty="0">
                <a:latin typeface="Cambria Math" panose="02040503050406030204" pitchFamily="18" charset="0"/>
                <a:cs typeface="Arial" panose="020B0604020202020204" pitchFamily="34" charset="0"/>
              </a:rPr>
              <a:t>Let’s assume that we have the following dataset (for training):</a:t>
            </a:r>
            <a:endParaRPr lang="en-US" b="0" dirty="0">
              <a:latin typeface="Cambria Math" panose="02040503050406030204" pitchFamily="18" charset="0"/>
              <a:cs typeface="Arial" panose="020B0604020202020204" pitchFamily="34" charset="0"/>
            </a:endParaRPr>
          </a:p>
        </p:txBody>
      </p:sp>
      <p:graphicFrame>
        <p:nvGraphicFramePr>
          <p:cNvPr id="14" name="Table 13">
            <a:extLst>
              <a:ext uri="{FF2B5EF4-FFF2-40B4-BE49-F238E27FC236}">
                <a16:creationId xmlns:a16="http://schemas.microsoft.com/office/drawing/2014/main" id="{E8F49F50-D450-AB88-7E08-3408DFA27867}"/>
              </a:ext>
            </a:extLst>
          </p:cNvPr>
          <p:cNvGraphicFramePr>
            <a:graphicFrameLocks noGrp="1"/>
          </p:cNvGraphicFramePr>
          <p:nvPr/>
        </p:nvGraphicFramePr>
        <p:xfrm>
          <a:off x="1751012" y="3352800"/>
          <a:ext cx="5410200" cy="1854200"/>
        </p:xfrm>
        <a:graphic>
          <a:graphicData uri="http://schemas.openxmlformats.org/drawingml/2006/table">
            <a:tbl>
              <a:tblPr firstRow="1" bandRow="1">
                <a:tableStyleId>{073A0DAA-6AF3-43AB-8588-CEC1D06C72B9}</a:tableStyleId>
              </a:tblPr>
              <a:tblGrid>
                <a:gridCol w="901700">
                  <a:extLst>
                    <a:ext uri="{9D8B030D-6E8A-4147-A177-3AD203B41FA5}">
                      <a16:colId xmlns:a16="http://schemas.microsoft.com/office/drawing/2014/main" val="3809471710"/>
                    </a:ext>
                  </a:extLst>
                </a:gridCol>
                <a:gridCol w="901700">
                  <a:extLst>
                    <a:ext uri="{9D8B030D-6E8A-4147-A177-3AD203B41FA5}">
                      <a16:colId xmlns:a16="http://schemas.microsoft.com/office/drawing/2014/main" val="698173739"/>
                    </a:ext>
                  </a:extLst>
                </a:gridCol>
                <a:gridCol w="901700">
                  <a:extLst>
                    <a:ext uri="{9D8B030D-6E8A-4147-A177-3AD203B41FA5}">
                      <a16:colId xmlns:a16="http://schemas.microsoft.com/office/drawing/2014/main" val="4241484159"/>
                    </a:ext>
                  </a:extLst>
                </a:gridCol>
                <a:gridCol w="901700">
                  <a:extLst>
                    <a:ext uri="{9D8B030D-6E8A-4147-A177-3AD203B41FA5}">
                      <a16:colId xmlns:a16="http://schemas.microsoft.com/office/drawing/2014/main" val="2135852234"/>
                    </a:ext>
                  </a:extLst>
                </a:gridCol>
                <a:gridCol w="901700">
                  <a:extLst>
                    <a:ext uri="{9D8B030D-6E8A-4147-A177-3AD203B41FA5}">
                      <a16:colId xmlns:a16="http://schemas.microsoft.com/office/drawing/2014/main" val="1034484046"/>
                    </a:ext>
                  </a:extLst>
                </a:gridCol>
                <a:gridCol w="901700">
                  <a:extLst>
                    <a:ext uri="{9D8B030D-6E8A-4147-A177-3AD203B41FA5}">
                      <a16:colId xmlns:a16="http://schemas.microsoft.com/office/drawing/2014/main" val="2469034243"/>
                    </a:ext>
                  </a:extLst>
                </a:gridCol>
              </a:tblGrid>
              <a:tr h="370840">
                <a:tc>
                  <a:txBody>
                    <a:bodyPr/>
                    <a:lstStyle/>
                    <a:p>
                      <a:r>
                        <a:rPr lang="en-US" dirty="0">
                          <a:latin typeface="Arial" panose="020B0604020202020204" pitchFamily="34" charset="0"/>
                          <a:cs typeface="Arial" panose="020B0604020202020204" pitchFamily="34" charset="0"/>
                        </a:rPr>
                        <a:t>Entry</a:t>
                      </a:r>
                    </a:p>
                  </a:txBody>
                  <a:tcPr/>
                </a:tc>
                <a:tc>
                  <a:txBody>
                    <a:bodyPr/>
                    <a:lstStyle/>
                    <a:p>
                      <a:r>
                        <a:rPr lang="en-US">
                          <a:latin typeface="Arial" panose="020B0604020202020204" pitchFamily="34" charset="0"/>
                          <a:cs typeface="Arial" panose="020B0604020202020204" pitchFamily="34" charset="0"/>
                        </a:rPr>
                        <a:t>Input</a:t>
                      </a:r>
                      <a:r>
                        <a:rPr lang="en-US" baseline="-25000">
                          <a:latin typeface="Arial" panose="020B0604020202020204" pitchFamily="34" charset="0"/>
                          <a:cs typeface="Arial" panose="020B0604020202020204" pitchFamily="34" charset="0"/>
                        </a:rPr>
                        <a:t>1</a:t>
                      </a:r>
                      <a:endParaRPr lang="en-US"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Input</a:t>
                      </a:r>
                      <a:r>
                        <a:rPr lang="en-US" baseline="-25000" dirty="0">
                          <a:latin typeface="Arial" panose="020B0604020202020204" pitchFamily="34" charset="0"/>
                          <a:cs typeface="Arial" panose="020B0604020202020204" pitchFamily="34" charset="0"/>
                        </a:rPr>
                        <a:t>2</a:t>
                      </a:r>
                      <a:endParaRPr lang="en-US"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a:t>
                      </a:r>
                    </a:p>
                  </a:txBody>
                  <a:tcPr/>
                </a:tc>
                <a:tc>
                  <a:txBody>
                    <a:bodyPr/>
                    <a:lstStyle/>
                    <a:p>
                      <a:r>
                        <a:rPr lang="en-US" dirty="0" err="1">
                          <a:latin typeface="Arial" panose="020B0604020202020204" pitchFamily="34" charset="0"/>
                          <a:cs typeface="Arial" panose="020B0604020202020204" pitchFamily="34" charset="0"/>
                        </a:rPr>
                        <a:t>Input</a:t>
                      </a:r>
                      <a:r>
                        <a:rPr lang="en-US" baseline="-25000" dirty="0" err="1">
                          <a:latin typeface="Arial" panose="020B0604020202020204" pitchFamily="34" charset="0"/>
                          <a:cs typeface="Arial" panose="020B0604020202020204" pitchFamily="34" charset="0"/>
                        </a:rPr>
                        <a:t>n</a:t>
                      </a:r>
                      <a:endParaRPr lang="en-US"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Label</a:t>
                      </a:r>
                    </a:p>
                  </a:txBody>
                  <a:tcPr/>
                </a:tc>
                <a:extLst>
                  <a:ext uri="{0D108BD9-81ED-4DB2-BD59-A6C34878D82A}">
                    <a16:rowId xmlns:a16="http://schemas.microsoft.com/office/drawing/2014/main" val="3223542544"/>
                  </a:ext>
                </a:extLst>
              </a:tr>
              <a:tr h="370840">
                <a:tc>
                  <a:txBody>
                    <a:bodyPr/>
                    <a:lstStyle/>
                    <a:p>
                      <a:pPr algn="r"/>
                      <a:r>
                        <a:rPr lang="en-US" b="1" dirty="0">
                          <a:latin typeface="Arial" panose="020B0604020202020204" pitchFamily="34" charset="0"/>
                          <a:cs typeface="Arial" panose="020B0604020202020204" pitchFamily="34" charset="0"/>
                        </a:rPr>
                        <a:t>#1</a:t>
                      </a:r>
                    </a:p>
                  </a:txBody>
                  <a:tcPr/>
                </a:tc>
                <a:tc>
                  <a:txBody>
                    <a:bodyPr/>
                    <a:lstStyle/>
                    <a:p>
                      <a:r>
                        <a:rPr lang="en-US" dirty="0">
                          <a:latin typeface="Arial" panose="020B0604020202020204" pitchFamily="34" charset="0"/>
                          <a:cs typeface="Arial" panose="020B0604020202020204" pitchFamily="34" charset="0"/>
                        </a:rPr>
                        <a:t>I</a:t>
                      </a:r>
                      <a:r>
                        <a:rPr lang="en-US" baseline="-25000" dirty="0">
                          <a:latin typeface="Arial" panose="020B0604020202020204" pitchFamily="34" charset="0"/>
                          <a:cs typeface="Arial" panose="020B0604020202020204" pitchFamily="34" charset="0"/>
                        </a:rPr>
                        <a:t>(1,1)</a:t>
                      </a:r>
                      <a:endParaRPr lang="en-US"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I</a:t>
                      </a:r>
                      <a:r>
                        <a:rPr lang="en-US" baseline="-25000" dirty="0">
                          <a:latin typeface="Arial" panose="020B0604020202020204" pitchFamily="34" charset="0"/>
                          <a:cs typeface="Arial" panose="020B0604020202020204" pitchFamily="34" charset="0"/>
                        </a:rPr>
                        <a:t>(1,2)</a:t>
                      </a:r>
                      <a:endParaRPr lang="en-US" dirty="0">
                        <a:latin typeface="Arial" panose="020B0604020202020204" pitchFamily="34" charset="0"/>
                        <a:cs typeface="Arial" panose="020B0604020202020204" pitchFamily="34" charset="0"/>
                      </a:endParaRPr>
                    </a:p>
                  </a:txBody>
                  <a:tcPr/>
                </a:tc>
                <a:tc>
                  <a:txBody>
                    <a:bodyPr/>
                    <a:lstStyle/>
                    <a:p>
                      <a:endParaRPr lang="en-US">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I</a:t>
                      </a:r>
                      <a:r>
                        <a:rPr lang="en-US" baseline="-25000" dirty="0">
                          <a:latin typeface="Arial" panose="020B0604020202020204" pitchFamily="34" charset="0"/>
                          <a:cs typeface="Arial" panose="020B0604020202020204" pitchFamily="34" charset="0"/>
                        </a:rPr>
                        <a:t>(1,n)</a:t>
                      </a:r>
                      <a:endParaRPr lang="en-US"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YES</a:t>
                      </a:r>
                    </a:p>
                  </a:txBody>
                  <a:tcPr/>
                </a:tc>
                <a:extLst>
                  <a:ext uri="{0D108BD9-81ED-4DB2-BD59-A6C34878D82A}">
                    <a16:rowId xmlns:a16="http://schemas.microsoft.com/office/drawing/2014/main" val="3235754363"/>
                  </a:ext>
                </a:extLst>
              </a:tr>
              <a:tr h="370840">
                <a:tc>
                  <a:txBody>
                    <a:bodyPr/>
                    <a:lstStyle/>
                    <a:p>
                      <a:pPr algn="r"/>
                      <a:r>
                        <a:rPr lang="en-US" b="1" dirty="0">
                          <a:latin typeface="Arial" panose="020B0604020202020204" pitchFamily="34" charset="0"/>
                          <a:cs typeface="Arial" panose="020B0604020202020204" pitchFamily="34" charset="0"/>
                        </a:rPr>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I</a:t>
                      </a:r>
                      <a:r>
                        <a:rPr lang="en-US" baseline="-25000" dirty="0">
                          <a:latin typeface="Arial" panose="020B0604020202020204" pitchFamily="34" charset="0"/>
                          <a:cs typeface="Arial" panose="020B0604020202020204" pitchFamily="34" charset="0"/>
                        </a:rPr>
                        <a:t>(2,1)</a:t>
                      </a:r>
                      <a:endParaRPr lang="en-US"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I</a:t>
                      </a:r>
                      <a:r>
                        <a:rPr lang="en-US" baseline="-25000" dirty="0">
                          <a:latin typeface="Arial" panose="020B0604020202020204" pitchFamily="34" charset="0"/>
                          <a:cs typeface="Arial" panose="020B0604020202020204" pitchFamily="34" charset="0"/>
                        </a:rPr>
                        <a:t>(2,2)</a:t>
                      </a:r>
                      <a:endParaRPr lang="en-US" dirty="0">
                        <a:latin typeface="Arial" panose="020B0604020202020204" pitchFamily="34" charset="0"/>
                        <a:cs typeface="Arial" panose="020B0604020202020204" pitchFamily="34" charset="0"/>
                      </a:endParaRPr>
                    </a:p>
                  </a:txBody>
                  <a:tcPr/>
                </a:tc>
                <a:tc>
                  <a:txBody>
                    <a:bodyPr/>
                    <a:lstStyle/>
                    <a:p>
                      <a:endParaRPr lang="en-US">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I</a:t>
                      </a:r>
                      <a:r>
                        <a:rPr lang="en-US" baseline="-25000" dirty="0">
                          <a:latin typeface="Arial" panose="020B0604020202020204" pitchFamily="34" charset="0"/>
                          <a:cs typeface="Arial" panose="020B0604020202020204" pitchFamily="34" charset="0"/>
                        </a:rPr>
                        <a:t>(2,n)</a:t>
                      </a:r>
                      <a:endParaRPr lang="en-US"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NO</a:t>
                      </a:r>
                    </a:p>
                  </a:txBody>
                  <a:tcPr/>
                </a:tc>
                <a:extLst>
                  <a:ext uri="{0D108BD9-81ED-4DB2-BD59-A6C34878D82A}">
                    <a16:rowId xmlns:a16="http://schemas.microsoft.com/office/drawing/2014/main" val="1717954149"/>
                  </a:ext>
                </a:extLst>
              </a:tr>
              <a:tr h="370840">
                <a:tc gridSpan="6">
                  <a:txBody>
                    <a:bodyPr/>
                    <a:lstStyle/>
                    <a:p>
                      <a:pPr algn="ctr"/>
                      <a:r>
                        <a:rPr lang="en-US" dirty="0">
                          <a:latin typeface="Arial" panose="020B0604020202020204" pitchFamily="34" charset="0"/>
                          <a:cs typeface="Arial" panose="020B0604020202020204" pitchFamily="34" charset="0"/>
                        </a:rPr>
                        <a:t>…</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391375967"/>
                  </a:ext>
                </a:extLst>
              </a:tr>
              <a:tr h="370840">
                <a:tc>
                  <a:txBody>
                    <a:bodyPr/>
                    <a:lstStyle/>
                    <a:p>
                      <a:pPr algn="r"/>
                      <a:r>
                        <a:rPr lang="en-US" b="1" dirty="0">
                          <a:latin typeface="Arial" panose="020B0604020202020204" pitchFamily="34" charset="0"/>
                          <a:cs typeface="Arial" panose="020B0604020202020204" pitchFamily="34" charset="0"/>
                        </a:rPr>
                        <a:t>#m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I</a:t>
                      </a:r>
                      <a:r>
                        <a:rPr lang="en-US" baseline="-25000" dirty="0">
                          <a:latin typeface="Arial" panose="020B0604020202020204" pitchFamily="34" charset="0"/>
                          <a:cs typeface="Arial" panose="020B0604020202020204" pitchFamily="34" charset="0"/>
                        </a:rPr>
                        <a:t>(m,1)</a:t>
                      </a:r>
                      <a:endParaRPr lang="en-US"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I</a:t>
                      </a:r>
                      <a:r>
                        <a:rPr lang="en-US" baseline="-25000" dirty="0">
                          <a:latin typeface="Arial" panose="020B0604020202020204" pitchFamily="34" charset="0"/>
                          <a:cs typeface="Arial" panose="020B0604020202020204" pitchFamily="34" charset="0"/>
                        </a:rPr>
                        <a:t>(m,2)</a:t>
                      </a:r>
                      <a:endParaRPr lang="en-US" dirty="0">
                        <a:latin typeface="Arial" panose="020B0604020202020204" pitchFamily="34" charset="0"/>
                        <a:cs typeface="Arial" panose="020B0604020202020204" pitchFamily="34" charset="0"/>
                      </a:endParaRPr>
                    </a:p>
                  </a:txBody>
                  <a:tcPr/>
                </a:tc>
                <a:tc>
                  <a:txBody>
                    <a:bodyPr/>
                    <a:lstStyle/>
                    <a:p>
                      <a:endParaRPr lang="en-US">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I</a:t>
                      </a:r>
                      <a:r>
                        <a:rPr lang="en-US" baseline="-25000" dirty="0">
                          <a:latin typeface="Arial" panose="020B0604020202020204" pitchFamily="34" charset="0"/>
                          <a:cs typeface="Arial" panose="020B0604020202020204" pitchFamily="34" charset="0"/>
                        </a:rPr>
                        <a:t>(</a:t>
                      </a:r>
                      <a:r>
                        <a:rPr lang="en-US" baseline="-25000" dirty="0" err="1">
                          <a:latin typeface="Arial" panose="020B0604020202020204" pitchFamily="34" charset="0"/>
                          <a:cs typeface="Arial" panose="020B0604020202020204" pitchFamily="34" charset="0"/>
                        </a:rPr>
                        <a:t>m,n</a:t>
                      </a:r>
                      <a:r>
                        <a:rPr lang="en-US" baseline="-25000" dirty="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YES</a:t>
                      </a:r>
                    </a:p>
                  </a:txBody>
                  <a:tcPr/>
                </a:tc>
                <a:extLst>
                  <a:ext uri="{0D108BD9-81ED-4DB2-BD59-A6C34878D82A}">
                    <a16:rowId xmlns:a16="http://schemas.microsoft.com/office/drawing/2014/main" val="55851983"/>
                  </a:ext>
                </a:extLst>
              </a:tr>
            </a:tbl>
          </a:graphicData>
        </a:graphic>
      </p:graphicFrame>
      <p:sp>
        <p:nvSpPr>
          <p:cNvPr id="2" name="Rectangle 1">
            <a:extLst>
              <a:ext uri="{FF2B5EF4-FFF2-40B4-BE49-F238E27FC236}">
                <a16:creationId xmlns:a16="http://schemas.microsoft.com/office/drawing/2014/main" id="{3B7E65F0-1D7F-AD02-99CF-CE581CE79937}"/>
              </a:ext>
            </a:extLst>
          </p:cNvPr>
          <p:cNvSpPr/>
          <p:nvPr/>
        </p:nvSpPr>
        <p:spPr>
          <a:xfrm>
            <a:off x="2589212" y="3685170"/>
            <a:ext cx="3657600" cy="423332"/>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allout: Left Arrow 2">
            <a:extLst>
              <a:ext uri="{FF2B5EF4-FFF2-40B4-BE49-F238E27FC236}">
                <a16:creationId xmlns:a16="http://schemas.microsoft.com/office/drawing/2014/main" id="{0B36C4D4-325F-3AFC-64D0-73EB41297601}"/>
              </a:ext>
            </a:extLst>
          </p:cNvPr>
          <p:cNvSpPr/>
          <p:nvPr/>
        </p:nvSpPr>
        <p:spPr>
          <a:xfrm>
            <a:off x="6323012" y="3340496"/>
            <a:ext cx="5257800" cy="1112680"/>
          </a:xfrm>
          <a:prstGeom prst="leftArrowCallout">
            <a:avLst>
              <a:gd name="adj1" fmla="val 25000"/>
              <a:gd name="adj2" fmla="val 25000"/>
              <a:gd name="adj3" fmla="val 25000"/>
              <a:gd name="adj4" fmla="val 90091"/>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Arial" panose="020B0604020202020204" pitchFamily="34" charset="0"/>
                <a:cs typeface="Arial" panose="020B0604020202020204" pitchFamily="34" charset="0"/>
              </a:rPr>
              <a:t>These are scalar values that represent the data associated with a particular entry. We can say that these could be considered </a:t>
            </a:r>
            <a:r>
              <a:rPr lang="en-US" dirty="0">
                <a:solidFill>
                  <a:srgbClr val="FFC000"/>
                </a:solidFill>
                <a:latin typeface="Arial" panose="020B0604020202020204" pitchFamily="34" charset="0"/>
                <a:cs typeface="Arial" panose="020B0604020202020204" pitchFamily="34" charset="0"/>
              </a:rPr>
              <a:t>coordinates</a:t>
            </a:r>
            <a:r>
              <a:rPr lang="en-US" dirty="0">
                <a:latin typeface="Arial" panose="020B0604020202020204" pitchFamily="34" charset="0"/>
                <a:cs typeface="Arial" panose="020B0604020202020204" pitchFamily="34" charset="0"/>
              </a:rPr>
              <a:t> in a </a:t>
            </a:r>
            <a:r>
              <a:rPr lang="en-US" dirty="0">
                <a:highlight>
                  <a:srgbClr val="000000"/>
                </a:highlight>
                <a:latin typeface="Arial" panose="020B0604020202020204" pitchFamily="34" charset="0"/>
                <a:cs typeface="Arial" panose="020B0604020202020204" pitchFamily="34" charset="0"/>
              </a:rPr>
              <a:t>“n”</a:t>
            </a:r>
            <a:r>
              <a:rPr lang="en-US" dirty="0">
                <a:latin typeface="Arial" panose="020B0604020202020204" pitchFamily="34" charset="0"/>
                <a:cs typeface="Arial" panose="020B0604020202020204" pitchFamily="34" charset="0"/>
              </a:rPr>
              <a:t> dimensional space</a:t>
            </a:r>
            <a:endParaRPr lang="en-US" dirty="0">
              <a:highlight>
                <a:srgbClr val="000000"/>
              </a:highlight>
              <a:latin typeface="Arial" panose="020B0604020202020204" pitchFamily="34" charset="0"/>
              <a:cs typeface="Arial" panose="020B0604020202020204" pitchFamily="34" charset="0"/>
            </a:endParaRPr>
          </a:p>
        </p:txBody>
      </p:sp>
      <p:sp>
        <p:nvSpPr>
          <p:cNvPr id="4" name="Callout: Up Arrow 3">
            <a:extLst>
              <a:ext uri="{FF2B5EF4-FFF2-40B4-BE49-F238E27FC236}">
                <a16:creationId xmlns:a16="http://schemas.microsoft.com/office/drawing/2014/main" id="{96B0EBA5-88BA-9570-5C0E-A1E3D2C2280A}"/>
              </a:ext>
            </a:extLst>
          </p:cNvPr>
          <p:cNvSpPr/>
          <p:nvPr/>
        </p:nvSpPr>
        <p:spPr>
          <a:xfrm>
            <a:off x="2741612" y="4191000"/>
            <a:ext cx="609600" cy="2489200"/>
          </a:xfrm>
          <a:prstGeom prst="upArrowCallout">
            <a:avLst>
              <a:gd name="adj1" fmla="val 25000"/>
              <a:gd name="adj2" fmla="val 25000"/>
              <a:gd name="adj3" fmla="val 25000"/>
              <a:gd name="adj4" fmla="val 79487"/>
            </a:avLst>
          </a:prstGeom>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b="1" dirty="0">
                <a:solidFill>
                  <a:schemeClr val="bg1"/>
                </a:solidFill>
              </a:rPr>
              <a:t>Coordinate on dimension </a:t>
            </a:r>
            <a:r>
              <a:rPr lang="en-US" b="1" dirty="0">
                <a:solidFill>
                  <a:schemeClr val="bg1"/>
                </a:solidFill>
                <a:highlight>
                  <a:srgbClr val="C0C0C0"/>
                </a:highlight>
              </a:rPr>
              <a:t>1</a:t>
            </a:r>
          </a:p>
        </p:txBody>
      </p:sp>
      <p:sp>
        <p:nvSpPr>
          <p:cNvPr id="7" name="Callout: Up Arrow 6">
            <a:extLst>
              <a:ext uri="{FF2B5EF4-FFF2-40B4-BE49-F238E27FC236}">
                <a16:creationId xmlns:a16="http://schemas.microsoft.com/office/drawing/2014/main" id="{7BCF1864-F5F0-9155-0BD9-F7D1CF669605}"/>
              </a:ext>
            </a:extLst>
          </p:cNvPr>
          <p:cNvSpPr/>
          <p:nvPr/>
        </p:nvSpPr>
        <p:spPr>
          <a:xfrm>
            <a:off x="3656012" y="4191000"/>
            <a:ext cx="609600" cy="2489200"/>
          </a:xfrm>
          <a:prstGeom prst="upArrowCallout">
            <a:avLst>
              <a:gd name="adj1" fmla="val 25000"/>
              <a:gd name="adj2" fmla="val 25000"/>
              <a:gd name="adj3" fmla="val 25000"/>
              <a:gd name="adj4" fmla="val 79487"/>
            </a:avLst>
          </a:prstGeom>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b="1" dirty="0">
                <a:solidFill>
                  <a:schemeClr val="bg1"/>
                </a:solidFill>
              </a:rPr>
              <a:t>Coordinate on dimension </a:t>
            </a:r>
            <a:r>
              <a:rPr lang="en-US" b="1" dirty="0">
                <a:solidFill>
                  <a:schemeClr val="bg1"/>
                </a:solidFill>
                <a:highlight>
                  <a:srgbClr val="C0C0C0"/>
                </a:highlight>
              </a:rPr>
              <a:t>2</a:t>
            </a:r>
          </a:p>
        </p:txBody>
      </p:sp>
      <p:sp>
        <p:nvSpPr>
          <p:cNvPr id="8" name="Callout: Up Arrow 7">
            <a:extLst>
              <a:ext uri="{FF2B5EF4-FFF2-40B4-BE49-F238E27FC236}">
                <a16:creationId xmlns:a16="http://schemas.microsoft.com/office/drawing/2014/main" id="{DA037D4D-CDBF-E995-4DD6-65EADE8B209C}"/>
              </a:ext>
            </a:extLst>
          </p:cNvPr>
          <p:cNvSpPr/>
          <p:nvPr/>
        </p:nvSpPr>
        <p:spPr>
          <a:xfrm>
            <a:off x="5484812" y="4191000"/>
            <a:ext cx="609600" cy="2489200"/>
          </a:xfrm>
          <a:prstGeom prst="upArrowCallout">
            <a:avLst>
              <a:gd name="adj1" fmla="val 25000"/>
              <a:gd name="adj2" fmla="val 25000"/>
              <a:gd name="adj3" fmla="val 25000"/>
              <a:gd name="adj4" fmla="val 79487"/>
            </a:avLst>
          </a:prstGeom>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b="1" dirty="0">
                <a:solidFill>
                  <a:schemeClr val="bg1"/>
                </a:solidFill>
              </a:rPr>
              <a:t>Coordinate on dimension </a:t>
            </a:r>
            <a:r>
              <a:rPr lang="en-US" b="1" dirty="0">
                <a:solidFill>
                  <a:schemeClr val="bg1"/>
                </a:solidFill>
                <a:highlight>
                  <a:srgbClr val="C0C0C0"/>
                </a:highlight>
              </a:rPr>
              <a:t>n</a:t>
            </a:r>
          </a:p>
        </p:txBody>
      </p:sp>
    </p:spTree>
    <p:extLst>
      <p:ext uri="{BB962C8B-B14F-4D97-AF65-F5344CB8AC3E}">
        <p14:creationId xmlns:p14="http://schemas.microsoft.com/office/powerpoint/2010/main" val="2739219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500" fill="hold"/>
                                        <p:tgtEl>
                                          <p:spTgt spid="8"/>
                                        </p:tgtEl>
                                        <p:attrNameLst>
                                          <p:attrName>ppt_x</p:attrName>
                                        </p:attrNameLst>
                                      </p:cBhvr>
                                      <p:tavLst>
                                        <p:tav tm="0">
                                          <p:val>
                                            <p:strVal val="#ppt_x"/>
                                          </p:val>
                                        </p:tav>
                                        <p:tav tm="100000">
                                          <p:val>
                                            <p:strVal val="#ppt_x"/>
                                          </p:val>
                                        </p:tav>
                                      </p:tavLst>
                                    </p:anim>
                                    <p:anim calcmode="lin" valueType="num">
                                      <p:cBhvr additive="base">
                                        <p:cTn id="2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7" grpId="0" animBg="1"/>
      <p:bldP spid="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Training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10087601" cy="1676400"/>
          </a:xfrm>
        </p:spPr>
        <p:txBody>
          <a:bodyPr>
            <a:normAutofit/>
          </a:bodyPr>
          <a:lstStyle/>
          <a:p>
            <a:pPr marL="0" indent="0">
              <a:buNone/>
            </a:pPr>
            <a:r>
              <a:rPr lang="en-US" b="0" dirty="0">
                <a:latin typeface="Cambria Math" panose="02040503050406030204" pitchFamily="18" charset="0"/>
                <a:cs typeface="Arial" panose="020B0604020202020204" pitchFamily="34" charset="0"/>
              </a:rPr>
              <a:t>At this point, we know that the perceptron algorithm is meant to search for a hyper-plane that can separate two data sets (as best of possible).</a:t>
            </a:r>
          </a:p>
          <a:p>
            <a:pPr marL="0" indent="0">
              <a:buNone/>
            </a:pPr>
            <a:r>
              <a:rPr lang="en-US" dirty="0">
                <a:latin typeface="Cambria Math" panose="02040503050406030204" pitchFamily="18" charset="0"/>
                <a:cs typeface="Arial" panose="020B0604020202020204" pitchFamily="34" charset="0"/>
              </a:rPr>
              <a:t>Let’s assume that we have the following dataset (for training):</a:t>
            </a:r>
            <a:endParaRPr lang="en-US" b="0" dirty="0">
              <a:latin typeface="Cambria Math" panose="02040503050406030204" pitchFamily="18" charset="0"/>
              <a:cs typeface="Arial" panose="020B0604020202020204" pitchFamily="34" charset="0"/>
            </a:endParaRPr>
          </a:p>
        </p:txBody>
      </p:sp>
      <p:graphicFrame>
        <p:nvGraphicFramePr>
          <p:cNvPr id="14" name="Table 13">
            <a:extLst>
              <a:ext uri="{FF2B5EF4-FFF2-40B4-BE49-F238E27FC236}">
                <a16:creationId xmlns:a16="http://schemas.microsoft.com/office/drawing/2014/main" id="{E8F49F50-D450-AB88-7E08-3408DFA27867}"/>
              </a:ext>
            </a:extLst>
          </p:cNvPr>
          <p:cNvGraphicFramePr>
            <a:graphicFrameLocks noGrp="1"/>
          </p:cNvGraphicFramePr>
          <p:nvPr/>
        </p:nvGraphicFramePr>
        <p:xfrm>
          <a:off x="1751012" y="3352800"/>
          <a:ext cx="5410200" cy="1854200"/>
        </p:xfrm>
        <a:graphic>
          <a:graphicData uri="http://schemas.openxmlformats.org/drawingml/2006/table">
            <a:tbl>
              <a:tblPr firstRow="1" bandRow="1">
                <a:tableStyleId>{073A0DAA-6AF3-43AB-8588-CEC1D06C72B9}</a:tableStyleId>
              </a:tblPr>
              <a:tblGrid>
                <a:gridCol w="901700">
                  <a:extLst>
                    <a:ext uri="{9D8B030D-6E8A-4147-A177-3AD203B41FA5}">
                      <a16:colId xmlns:a16="http://schemas.microsoft.com/office/drawing/2014/main" val="3809471710"/>
                    </a:ext>
                  </a:extLst>
                </a:gridCol>
                <a:gridCol w="901700">
                  <a:extLst>
                    <a:ext uri="{9D8B030D-6E8A-4147-A177-3AD203B41FA5}">
                      <a16:colId xmlns:a16="http://schemas.microsoft.com/office/drawing/2014/main" val="698173739"/>
                    </a:ext>
                  </a:extLst>
                </a:gridCol>
                <a:gridCol w="901700">
                  <a:extLst>
                    <a:ext uri="{9D8B030D-6E8A-4147-A177-3AD203B41FA5}">
                      <a16:colId xmlns:a16="http://schemas.microsoft.com/office/drawing/2014/main" val="4241484159"/>
                    </a:ext>
                  </a:extLst>
                </a:gridCol>
                <a:gridCol w="901700">
                  <a:extLst>
                    <a:ext uri="{9D8B030D-6E8A-4147-A177-3AD203B41FA5}">
                      <a16:colId xmlns:a16="http://schemas.microsoft.com/office/drawing/2014/main" val="2135852234"/>
                    </a:ext>
                  </a:extLst>
                </a:gridCol>
                <a:gridCol w="901700">
                  <a:extLst>
                    <a:ext uri="{9D8B030D-6E8A-4147-A177-3AD203B41FA5}">
                      <a16:colId xmlns:a16="http://schemas.microsoft.com/office/drawing/2014/main" val="1034484046"/>
                    </a:ext>
                  </a:extLst>
                </a:gridCol>
                <a:gridCol w="901700">
                  <a:extLst>
                    <a:ext uri="{9D8B030D-6E8A-4147-A177-3AD203B41FA5}">
                      <a16:colId xmlns:a16="http://schemas.microsoft.com/office/drawing/2014/main" val="2469034243"/>
                    </a:ext>
                  </a:extLst>
                </a:gridCol>
              </a:tblGrid>
              <a:tr h="370840">
                <a:tc>
                  <a:txBody>
                    <a:bodyPr/>
                    <a:lstStyle/>
                    <a:p>
                      <a:r>
                        <a:rPr lang="en-US" dirty="0">
                          <a:latin typeface="Arial" panose="020B0604020202020204" pitchFamily="34" charset="0"/>
                          <a:cs typeface="Arial" panose="020B0604020202020204" pitchFamily="34" charset="0"/>
                        </a:rPr>
                        <a:t>Entry</a:t>
                      </a:r>
                    </a:p>
                  </a:txBody>
                  <a:tcPr/>
                </a:tc>
                <a:tc>
                  <a:txBody>
                    <a:bodyPr/>
                    <a:lstStyle/>
                    <a:p>
                      <a:r>
                        <a:rPr lang="en-US">
                          <a:latin typeface="Arial" panose="020B0604020202020204" pitchFamily="34" charset="0"/>
                          <a:cs typeface="Arial" panose="020B0604020202020204" pitchFamily="34" charset="0"/>
                        </a:rPr>
                        <a:t>Input</a:t>
                      </a:r>
                      <a:r>
                        <a:rPr lang="en-US" baseline="-25000">
                          <a:latin typeface="Arial" panose="020B0604020202020204" pitchFamily="34" charset="0"/>
                          <a:cs typeface="Arial" panose="020B0604020202020204" pitchFamily="34" charset="0"/>
                        </a:rPr>
                        <a:t>1</a:t>
                      </a:r>
                      <a:endParaRPr lang="en-US"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Input</a:t>
                      </a:r>
                      <a:r>
                        <a:rPr lang="en-US" baseline="-25000" dirty="0">
                          <a:latin typeface="Arial" panose="020B0604020202020204" pitchFamily="34" charset="0"/>
                          <a:cs typeface="Arial" panose="020B0604020202020204" pitchFamily="34" charset="0"/>
                        </a:rPr>
                        <a:t>2</a:t>
                      </a:r>
                      <a:endParaRPr lang="en-US"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a:t>
                      </a:r>
                    </a:p>
                  </a:txBody>
                  <a:tcPr/>
                </a:tc>
                <a:tc>
                  <a:txBody>
                    <a:bodyPr/>
                    <a:lstStyle/>
                    <a:p>
                      <a:r>
                        <a:rPr lang="en-US" dirty="0" err="1">
                          <a:latin typeface="Arial" panose="020B0604020202020204" pitchFamily="34" charset="0"/>
                          <a:cs typeface="Arial" panose="020B0604020202020204" pitchFamily="34" charset="0"/>
                        </a:rPr>
                        <a:t>Input</a:t>
                      </a:r>
                      <a:r>
                        <a:rPr lang="en-US" baseline="-25000" dirty="0" err="1">
                          <a:latin typeface="Arial" panose="020B0604020202020204" pitchFamily="34" charset="0"/>
                          <a:cs typeface="Arial" panose="020B0604020202020204" pitchFamily="34" charset="0"/>
                        </a:rPr>
                        <a:t>n</a:t>
                      </a:r>
                      <a:endParaRPr lang="en-US"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Label</a:t>
                      </a:r>
                    </a:p>
                  </a:txBody>
                  <a:tcPr/>
                </a:tc>
                <a:extLst>
                  <a:ext uri="{0D108BD9-81ED-4DB2-BD59-A6C34878D82A}">
                    <a16:rowId xmlns:a16="http://schemas.microsoft.com/office/drawing/2014/main" val="3223542544"/>
                  </a:ext>
                </a:extLst>
              </a:tr>
              <a:tr h="370840">
                <a:tc>
                  <a:txBody>
                    <a:bodyPr/>
                    <a:lstStyle/>
                    <a:p>
                      <a:pPr algn="r"/>
                      <a:r>
                        <a:rPr lang="en-US" b="1" dirty="0">
                          <a:latin typeface="Arial" panose="020B0604020202020204" pitchFamily="34" charset="0"/>
                          <a:cs typeface="Arial" panose="020B0604020202020204" pitchFamily="34" charset="0"/>
                        </a:rPr>
                        <a:t>#1</a:t>
                      </a:r>
                    </a:p>
                  </a:txBody>
                  <a:tcPr/>
                </a:tc>
                <a:tc>
                  <a:txBody>
                    <a:bodyPr/>
                    <a:lstStyle/>
                    <a:p>
                      <a:r>
                        <a:rPr lang="en-US" dirty="0">
                          <a:latin typeface="Arial" panose="020B0604020202020204" pitchFamily="34" charset="0"/>
                          <a:cs typeface="Arial" panose="020B0604020202020204" pitchFamily="34" charset="0"/>
                        </a:rPr>
                        <a:t>I</a:t>
                      </a:r>
                      <a:r>
                        <a:rPr lang="en-US" baseline="-25000" dirty="0">
                          <a:latin typeface="Arial" panose="020B0604020202020204" pitchFamily="34" charset="0"/>
                          <a:cs typeface="Arial" panose="020B0604020202020204" pitchFamily="34" charset="0"/>
                        </a:rPr>
                        <a:t>(1,1)</a:t>
                      </a:r>
                      <a:endParaRPr lang="en-US"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I</a:t>
                      </a:r>
                      <a:r>
                        <a:rPr lang="en-US" baseline="-25000" dirty="0">
                          <a:latin typeface="Arial" panose="020B0604020202020204" pitchFamily="34" charset="0"/>
                          <a:cs typeface="Arial" panose="020B0604020202020204" pitchFamily="34" charset="0"/>
                        </a:rPr>
                        <a:t>(1,2)</a:t>
                      </a:r>
                      <a:endParaRPr lang="en-US" dirty="0">
                        <a:latin typeface="Arial" panose="020B0604020202020204" pitchFamily="34" charset="0"/>
                        <a:cs typeface="Arial" panose="020B0604020202020204" pitchFamily="34" charset="0"/>
                      </a:endParaRPr>
                    </a:p>
                  </a:txBody>
                  <a:tcPr/>
                </a:tc>
                <a:tc>
                  <a:txBody>
                    <a:bodyPr/>
                    <a:lstStyle/>
                    <a:p>
                      <a:endParaRPr lang="en-US">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I</a:t>
                      </a:r>
                      <a:r>
                        <a:rPr lang="en-US" baseline="-25000" dirty="0">
                          <a:latin typeface="Arial" panose="020B0604020202020204" pitchFamily="34" charset="0"/>
                          <a:cs typeface="Arial" panose="020B0604020202020204" pitchFamily="34" charset="0"/>
                        </a:rPr>
                        <a:t>(1,n)</a:t>
                      </a:r>
                      <a:endParaRPr lang="en-US"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YES</a:t>
                      </a:r>
                    </a:p>
                  </a:txBody>
                  <a:tcPr/>
                </a:tc>
                <a:extLst>
                  <a:ext uri="{0D108BD9-81ED-4DB2-BD59-A6C34878D82A}">
                    <a16:rowId xmlns:a16="http://schemas.microsoft.com/office/drawing/2014/main" val="3235754363"/>
                  </a:ext>
                </a:extLst>
              </a:tr>
              <a:tr h="370840">
                <a:tc>
                  <a:txBody>
                    <a:bodyPr/>
                    <a:lstStyle/>
                    <a:p>
                      <a:pPr algn="r"/>
                      <a:r>
                        <a:rPr lang="en-US" b="1" dirty="0">
                          <a:latin typeface="Arial" panose="020B0604020202020204" pitchFamily="34" charset="0"/>
                          <a:cs typeface="Arial" panose="020B0604020202020204" pitchFamily="34" charset="0"/>
                        </a:rPr>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I</a:t>
                      </a:r>
                      <a:r>
                        <a:rPr lang="en-US" baseline="-25000" dirty="0">
                          <a:latin typeface="Arial" panose="020B0604020202020204" pitchFamily="34" charset="0"/>
                          <a:cs typeface="Arial" panose="020B0604020202020204" pitchFamily="34" charset="0"/>
                        </a:rPr>
                        <a:t>(2,1)</a:t>
                      </a:r>
                      <a:endParaRPr lang="en-US"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I</a:t>
                      </a:r>
                      <a:r>
                        <a:rPr lang="en-US" baseline="-25000" dirty="0">
                          <a:latin typeface="Arial" panose="020B0604020202020204" pitchFamily="34" charset="0"/>
                          <a:cs typeface="Arial" panose="020B0604020202020204" pitchFamily="34" charset="0"/>
                        </a:rPr>
                        <a:t>(2,2)</a:t>
                      </a:r>
                      <a:endParaRPr lang="en-US" dirty="0">
                        <a:latin typeface="Arial" panose="020B0604020202020204" pitchFamily="34" charset="0"/>
                        <a:cs typeface="Arial" panose="020B0604020202020204" pitchFamily="34" charset="0"/>
                      </a:endParaRPr>
                    </a:p>
                  </a:txBody>
                  <a:tcPr/>
                </a:tc>
                <a:tc>
                  <a:txBody>
                    <a:bodyPr/>
                    <a:lstStyle/>
                    <a:p>
                      <a:endParaRPr lang="en-US">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I</a:t>
                      </a:r>
                      <a:r>
                        <a:rPr lang="en-US" baseline="-25000" dirty="0">
                          <a:latin typeface="Arial" panose="020B0604020202020204" pitchFamily="34" charset="0"/>
                          <a:cs typeface="Arial" panose="020B0604020202020204" pitchFamily="34" charset="0"/>
                        </a:rPr>
                        <a:t>(2,n)</a:t>
                      </a:r>
                      <a:endParaRPr lang="en-US"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NO</a:t>
                      </a:r>
                    </a:p>
                  </a:txBody>
                  <a:tcPr/>
                </a:tc>
                <a:extLst>
                  <a:ext uri="{0D108BD9-81ED-4DB2-BD59-A6C34878D82A}">
                    <a16:rowId xmlns:a16="http://schemas.microsoft.com/office/drawing/2014/main" val="1717954149"/>
                  </a:ext>
                </a:extLst>
              </a:tr>
              <a:tr h="370840">
                <a:tc gridSpan="6">
                  <a:txBody>
                    <a:bodyPr/>
                    <a:lstStyle/>
                    <a:p>
                      <a:pPr algn="ctr"/>
                      <a:r>
                        <a:rPr lang="en-US" dirty="0">
                          <a:latin typeface="Arial" panose="020B0604020202020204" pitchFamily="34" charset="0"/>
                          <a:cs typeface="Arial" panose="020B0604020202020204" pitchFamily="34" charset="0"/>
                        </a:rPr>
                        <a:t>…</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391375967"/>
                  </a:ext>
                </a:extLst>
              </a:tr>
              <a:tr h="370840">
                <a:tc>
                  <a:txBody>
                    <a:bodyPr/>
                    <a:lstStyle/>
                    <a:p>
                      <a:pPr algn="r"/>
                      <a:r>
                        <a:rPr lang="en-US" b="1" dirty="0">
                          <a:latin typeface="Arial" panose="020B0604020202020204" pitchFamily="34" charset="0"/>
                          <a:cs typeface="Arial" panose="020B0604020202020204" pitchFamily="34" charset="0"/>
                        </a:rPr>
                        <a:t>#m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I</a:t>
                      </a:r>
                      <a:r>
                        <a:rPr lang="en-US" baseline="-25000" dirty="0">
                          <a:latin typeface="Arial" panose="020B0604020202020204" pitchFamily="34" charset="0"/>
                          <a:cs typeface="Arial" panose="020B0604020202020204" pitchFamily="34" charset="0"/>
                        </a:rPr>
                        <a:t>(m,1)</a:t>
                      </a:r>
                      <a:endParaRPr lang="en-US"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I</a:t>
                      </a:r>
                      <a:r>
                        <a:rPr lang="en-US" baseline="-25000" dirty="0">
                          <a:latin typeface="Arial" panose="020B0604020202020204" pitchFamily="34" charset="0"/>
                          <a:cs typeface="Arial" panose="020B0604020202020204" pitchFamily="34" charset="0"/>
                        </a:rPr>
                        <a:t>(m,2)</a:t>
                      </a:r>
                      <a:endParaRPr lang="en-US" dirty="0">
                        <a:latin typeface="Arial" panose="020B0604020202020204" pitchFamily="34" charset="0"/>
                        <a:cs typeface="Arial" panose="020B0604020202020204" pitchFamily="34" charset="0"/>
                      </a:endParaRPr>
                    </a:p>
                  </a:txBody>
                  <a:tcPr/>
                </a:tc>
                <a:tc>
                  <a:txBody>
                    <a:bodyPr/>
                    <a:lstStyle/>
                    <a:p>
                      <a:endParaRPr lang="en-US">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I</a:t>
                      </a:r>
                      <a:r>
                        <a:rPr lang="en-US" baseline="-25000" dirty="0">
                          <a:latin typeface="Arial" panose="020B0604020202020204" pitchFamily="34" charset="0"/>
                          <a:cs typeface="Arial" panose="020B0604020202020204" pitchFamily="34" charset="0"/>
                        </a:rPr>
                        <a:t>(</a:t>
                      </a:r>
                      <a:r>
                        <a:rPr lang="en-US" baseline="-25000" dirty="0" err="1">
                          <a:latin typeface="Arial" panose="020B0604020202020204" pitchFamily="34" charset="0"/>
                          <a:cs typeface="Arial" panose="020B0604020202020204" pitchFamily="34" charset="0"/>
                        </a:rPr>
                        <a:t>m,n</a:t>
                      </a:r>
                      <a:r>
                        <a:rPr lang="en-US" baseline="-25000" dirty="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YES</a:t>
                      </a:r>
                    </a:p>
                  </a:txBody>
                  <a:tcPr/>
                </a:tc>
                <a:extLst>
                  <a:ext uri="{0D108BD9-81ED-4DB2-BD59-A6C34878D82A}">
                    <a16:rowId xmlns:a16="http://schemas.microsoft.com/office/drawing/2014/main" val="55851983"/>
                  </a:ext>
                </a:extLst>
              </a:tr>
            </a:tbl>
          </a:graphicData>
        </a:graphic>
      </p:graphicFrame>
      <p:sp>
        <p:nvSpPr>
          <p:cNvPr id="2" name="Rectangle 1">
            <a:extLst>
              <a:ext uri="{FF2B5EF4-FFF2-40B4-BE49-F238E27FC236}">
                <a16:creationId xmlns:a16="http://schemas.microsoft.com/office/drawing/2014/main" id="{D64616B0-A5D6-8BBD-3385-78627D609578}"/>
              </a:ext>
            </a:extLst>
          </p:cNvPr>
          <p:cNvSpPr/>
          <p:nvPr/>
        </p:nvSpPr>
        <p:spPr>
          <a:xfrm>
            <a:off x="6246812" y="3657600"/>
            <a:ext cx="914400" cy="423332"/>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allout: Up Arrow 2">
            <a:extLst>
              <a:ext uri="{FF2B5EF4-FFF2-40B4-BE49-F238E27FC236}">
                <a16:creationId xmlns:a16="http://schemas.microsoft.com/office/drawing/2014/main" id="{810765BA-FFC9-7694-32B1-BDE583F9B9F9}"/>
              </a:ext>
            </a:extLst>
          </p:cNvPr>
          <p:cNvSpPr/>
          <p:nvPr/>
        </p:nvSpPr>
        <p:spPr>
          <a:xfrm>
            <a:off x="3732212" y="4191000"/>
            <a:ext cx="5943600" cy="2590800"/>
          </a:xfrm>
          <a:prstGeom prst="upArrowCallout">
            <a:avLst>
              <a:gd name="adj1" fmla="val 9149"/>
              <a:gd name="adj2" fmla="val 10528"/>
              <a:gd name="adj3" fmla="val 9149"/>
              <a:gd name="adj4" fmla="val 83929"/>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dirty="0">
                <a:latin typeface="Arial" panose="020B0604020202020204" pitchFamily="34" charset="0"/>
                <a:cs typeface="Arial" panose="020B0604020202020204" pitchFamily="34" charset="0"/>
              </a:rPr>
              <a:t>The label could be anything:</a:t>
            </a:r>
          </a:p>
          <a:p>
            <a:pPr marL="285750" indent="-285750">
              <a:buFont typeface="Arial" panose="020B0604020202020204" pitchFamily="34" charset="0"/>
              <a:buChar char="•"/>
            </a:pPr>
            <a:r>
              <a:rPr lang="en-US" b="1" dirty="0">
                <a:solidFill>
                  <a:srgbClr val="FFC000"/>
                </a:solidFill>
                <a:latin typeface="Arial" panose="020B0604020202020204" pitchFamily="34" charset="0"/>
                <a:cs typeface="Arial" panose="020B0604020202020204" pitchFamily="34" charset="0"/>
              </a:rPr>
              <a:t>Yes</a:t>
            </a:r>
            <a:r>
              <a:rPr lang="en-US" dirty="0">
                <a:latin typeface="Arial" panose="020B0604020202020204" pitchFamily="34" charset="0"/>
                <a:cs typeface="Arial" panose="020B0604020202020204" pitchFamily="34" charset="0"/>
              </a:rPr>
              <a:t>/</a:t>
            </a:r>
            <a:r>
              <a:rPr lang="en-US" b="1" dirty="0">
                <a:solidFill>
                  <a:srgbClr val="FFC000"/>
                </a:solidFill>
                <a:latin typeface="Arial" panose="020B0604020202020204" pitchFamily="34" charset="0"/>
                <a:cs typeface="Arial" panose="020B0604020202020204" pitchFamily="34" charset="0"/>
              </a:rPr>
              <a:t>No</a:t>
            </a:r>
            <a:r>
              <a:rPr lang="en-US" dirty="0">
                <a:latin typeface="Arial" panose="020B0604020202020204" pitchFamily="34" charset="0"/>
                <a:cs typeface="Arial" panose="020B0604020202020204" pitchFamily="34" charset="0"/>
              </a:rPr>
              <a:t> or </a:t>
            </a:r>
            <a:r>
              <a:rPr lang="en-US" b="1" dirty="0">
                <a:solidFill>
                  <a:srgbClr val="FFC000"/>
                </a:solidFill>
                <a:latin typeface="Arial" panose="020B0604020202020204" pitchFamily="34" charset="0"/>
                <a:cs typeface="Arial" panose="020B0604020202020204" pitchFamily="34" charset="0"/>
              </a:rPr>
              <a:t>True</a:t>
            </a:r>
            <a:r>
              <a:rPr lang="en-US" dirty="0">
                <a:latin typeface="Arial" panose="020B0604020202020204" pitchFamily="34" charset="0"/>
                <a:cs typeface="Arial" panose="020B0604020202020204" pitchFamily="34" charset="0"/>
              </a:rPr>
              <a:t>/</a:t>
            </a:r>
            <a:r>
              <a:rPr lang="en-US" b="1" dirty="0">
                <a:solidFill>
                  <a:srgbClr val="FFC000"/>
                </a:solidFill>
                <a:latin typeface="Arial" panose="020B0604020202020204" pitchFamily="34" charset="0"/>
                <a:cs typeface="Arial" panose="020B0604020202020204" pitchFamily="34" charset="0"/>
              </a:rPr>
              <a:t>False</a:t>
            </a:r>
            <a:r>
              <a:rPr lang="en-US" dirty="0">
                <a:latin typeface="Arial" panose="020B0604020202020204" pitchFamily="34" charset="0"/>
                <a:cs typeface="Arial" panose="020B0604020202020204" pitchFamily="34" charset="0"/>
              </a:rPr>
              <a:t> (to reflect that the sample belongs or not to the class)</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A string that reflects the name of the class and another one that reflects the rest (e.g. </a:t>
            </a:r>
            <a:r>
              <a:rPr lang="en-US" b="1" dirty="0">
                <a:solidFill>
                  <a:srgbClr val="FFC000"/>
                </a:solidFill>
                <a:latin typeface="Arial" panose="020B0604020202020204" pitchFamily="34" charset="0"/>
                <a:cs typeface="Arial" panose="020B0604020202020204" pitchFamily="34" charset="0"/>
              </a:rPr>
              <a:t>CAT</a:t>
            </a:r>
            <a:r>
              <a:rPr lang="en-US" dirty="0">
                <a:latin typeface="Arial" panose="020B0604020202020204" pitchFamily="34" charset="0"/>
                <a:cs typeface="Arial" panose="020B0604020202020204" pitchFamily="34" charset="0"/>
              </a:rPr>
              <a:t> and </a:t>
            </a:r>
            <a:r>
              <a:rPr lang="en-US" b="1" dirty="0">
                <a:solidFill>
                  <a:srgbClr val="FFC000"/>
                </a:solidFill>
                <a:latin typeface="Arial" panose="020B0604020202020204" pitchFamily="34" charset="0"/>
                <a:cs typeface="Arial" panose="020B0604020202020204" pitchFamily="34" charset="0"/>
              </a:rPr>
              <a:t>OTHERS</a:t>
            </a:r>
            <a:r>
              <a:rPr lang="en-US" dirty="0">
                <a:latin typeface="Arial" panose="020B0604020202020204" pitchFamily="34" charset="0"/>
                <a:cs typeface="Arial" panose="020B0604020202020204" pitchFamily="34" charset="0"/>
              </a:rPr>
              <a:t>) or (</a:t>
            </a:r>
            <a:r>
              <a:rPr lang="en-US" b="1" dirty="0">
                <a:solidFill>
                  <a:srgbClr val="FFC000"/>
                </a:solidFill>
                <a:latin typeface="Arial" panose="020B0604020202020204" pitchFamily="34" charset="0"/>
                <a:cs typeface="Arial" panose="020B0604020202020204" pitchFamily="34" charset="0"/>
              </a:rPr>
              <a:t>CLASS-A</a:t>
            </a:r>
            <a:r>
              <a:rPr lang="en-US" dirty="0">
                <a:latin typeface="Arial" panose="020B0604020202020204" pitchFamily="34" charset="0"/>
                <a:cs typeface="Arial" panose="020B0604020202020204" pitchFamily="34" charset="0"/>
              </a:rPr>
              <a:t> and </a:t>
            </a:r>
            <a:r>
              <a:rPr lang="en-US" b="1" dirty="0">
                <a:solidFill>
                  <a:srgbClr val="FFC000"/>
                </a:solidFill>
                <a:latin typeface="Arial" panose="020B0604020202020204" pitchFamily="34" charset="0"/>
                <a:cs typeface="Arial" panose="020B0604020202020204" pitchFamily="34" charset="0"/>
              </a:rPr>
              <a:t>CLASS-B</a:t>
            </a:r>
            <a:r>
              <a:rPr lang="en-US"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Some numerical values (</a:t>
            </a:r>
            <a:r>
              <a:rPr lang="en-US" b="1" dirty="0">
                <a:solidFill>
                  <a:srgbClr val="FFC000"/>
                </a:solidFill>
                <a:latin typeface="Arial" panose="020B0604020202020204" pitchFamily="34" charset="0"/>
                <a:cs typeface="Arial" panose="020B0604020202020204" pitchFamily="34" charset="0"/>
              </a:rPr>
              <a:t>1</a:t>
            </a:r>
            <a:r>
              <a:rPr lang="en-US" dirty="0">
                <a:latin typeface="Arial" panose="020B0604020202020204" pitchFamily="34" charset="0"/>
                <a:cs typeface="Arial" panose="020B0604020202020204" pitchFamily="34" charset="0"/>
              </a:rPr>
              <a:t>/</a:t>
            </a:r>
            <a:r>
              <a:rPr lang="en-US" b="1" dirty="0">
                <a:solidFill>
                  <a:srgbClr val="FFC000"/>
                </a:solidFill>
                <a:latin typeface="Arial" panose="020B0604020202020204" pitchFamily="34" charset="0"/>
                <a:cs typeface="Arial" panose="020B0604020202020204" pitchFamily="34" charset="0"/>
              </a:rPr>
              <a:t>0</a:t>
            </a:r>
            <a:r>
              <a:rPr lang="en-US"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84083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Training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10087601" cy="1676400"/>
          </a:xfrm>
        </p:spPr>
        <p:txBody>
          <a:bodyPr>
            <a:normAutofit/>
          </a:bodyPr>
          <a:lstStyle/>
          <a:p>
            <a:pPr marL="0" indent="0">
              <a:buNone/>
            </a:pPr>
            <a:r>
              <a:rPr lang="en-US" b="0" dirty="0">
                <a:latin typeface="Cambria Math" panose="02040503050406030204" pitchFamily="18" charset="0"/>
                <a:cs typeface="Arial" panose="020B0604020202020204" pitchFamily="34" charset="0"/>
              </a:rPr>
              <a:t>At this point, we know that the perceptron algorithm is meant to search for a hyper-plane that can separate two data sets (as best of possible).</a:t>
            </a:r>
          </a:p>
          <a:p>
            <a:pPr marL="0" indent="0">
              <a:buNone/>
            </a:pPr>
            <a:r>
              <a:rPr lang="en-US" dirty="0">
                <a:latin typeface="Cambria Math" panose="02040503050406030204" pitchFamily="18" charset="0"/>
                <a:cs typeface="Arial" panose="020B0604020202020204" pitchFamily="34" charset="0"/>
              </a:rPr>
              <a:t>Let’s assume that we have the following dataset (for training):</a:t>
            </a:r>
            <a:endParaRPr lang="en-US" b="0" dirty="0">
              <a:latin typeface="Cambria Math" panose="02040503050406030204" pitchFamily="18" charset="0"/>
              <a:cs typeface="Arial" panose="020B0604020202020204" pitchFamily="34" charset="0"/>
            </a:endParaRPr>
          </a:p>
        </p:txBody>
      </p:sp>
      <p:graphicFrame>
        <p:nvGraphicFramePr>
          <p:cNvPr id="14" name="Table 13">
            <a:extLst>
              <a:ext uri="{FF2B5EF4-FFF2-40B4-BE49-F238E27FC236}">
                <a16:creationId xmlns:a16="http://schemas.microsoft.com/office/drawing/2014/main" id="{E8F49F50-D450-AB88-7E08-3408DFA27867}"/>
              </a:ext>
            </a:extLst>
          </p:cNvPr>
          <p:cNvGraphicFramePr>
            <a:graphicFrameLocks noGrp="1"/>
          </p:cNvGraphicFramePr>
          <p:nvPr/>
        </p:nvGraphicFramePr>
        <p:xfrm>
          <a:off x="1751012" y="3352800"/>
          <a:ext cx="5410200" cy="1854200"/>
        </p:xfrm>
        <a:graphic>
          <a:graphicData uri="http://schemas.openxmlformats.org/drawingml/2006/table">
            <a:tbl>
              <a:tblPr firstRow="1" bandRow="1">
                <a:tableStyleId>{073A0DAA-6AF3-43AB-8588-CEC1D06C72B9}</a:tableStyleId>
              </a:tblPr>
              <a:tblGrid>
                <a:gridCol w="901700">
                  <a:extLst>
                    <a:ext uri="{9D8B030D-6E8A-4147-A177-3AD203B41FA5}">
                      <a16:colId xmlns:a16="http://schemas.microsoft.com/office/drawing/2014/main" val="3809471710"/>
                    </a:ext>
                  </a:extLst>
                </a:gridCol>
                <a:gridCol w="901700">
                  <a:extLst>
                    <a:ext uri="{9D8B030D-6E8A-4147-A177-3AD203B41FA5}">
                      <a16:colId xmlns:a16="http://schemas.microsoft.com/office/drawing/2014/main" val="698173739"/>
                    </a:ext>
                  </a:extLst>
                </a:gridCol>
                <a:gridCol w="901700">
                  <a:extLst>
                    <a:ext uri="{9D8B030D-6E8A-4147-A177-3AD203B41FA5}">
                      <a16:colId xmlns:a16="http://schemas.microsoft.com/office/drawing/2014/main" val="4241484159"/>
                    </a:ext>
                  </a:extLst>
                </a:gridCol>
                <a:gridCol w="901700">
                  <a:extLst>
                    <a:ext uri="{9D8B030D-6E8A-4147-A177-3AD203B41FA5}">
                      <a16:colId xmlns:a16="http://schemas.microsoft.com/office/drawing/2014/main" val="2135852234"/>
                    </a:ext>
                  </a:extLst>
                </a:gridCol>
                <a:gridCol w="901700">
                  <a:extLst>
                    <a:ext uri="{9D8B030D-6E8A-4147-A177-3AD203B41FA5}">
                      <a16:colId xmlns:a16="http://schemas.microsoft.com/office/drawing/2014/main" val="1034484046"/>
                    </a:ext>
                  </a:extLst>
                </a:gridCol>
                <a:gridCol w="901700">
                  <a:extLst>
                    <a:ext uri="{9D8B030D-6E8A-4147-A177-3AD203B41FA5}">
                      <a16:colId xmlns:a16="http://schemas.microsoft.com/office/drawing/2014/main" val="2469034243"/>
                    </a:ext>
                  </a:extLst>
                </a:gridCol>
              </a:tblGrid>
              <a:tr h="370840">
                <a:tc>
                  <a:txBody>
                    <a:bodyPr/>
                    <a:lstStyle/>
                    <a:p>
                      <a:r>
                        <a:rPr lang="en-US" dirty="0">
                          <a:latin typeface="Arial" panose="020B0604020202020204" pitchFamily="34" charset="0"/>
                          <a:cs typeface="Arial" panose="020B0604020202020204" pitchFamily="34" charset="0"/>
                        </a:rPr>
                        <a:t>Entry</a:t>
                      </a:r>
                    </a:p>
                  </a:txBody>
                  <a:tcPr/>
                </a:tc>
                <a:tc>
                  <a:txBody>
                    <a:bodyPr/>
                    <a:lstStyle/>
                    <a:p>
                      <a:r>
                        <a:rPr lang="en-US">
                          <a:latin typeface="Arial" panose="020B0604020202020204" pitchFamily="34" charset="0"/>
                          <a:cs typeface="Arial" panose="020B0604020202020204" pitchFamily="34" charset="0"/>
                        </a:rPr>
                        <a:t>Input</a:t>
                      </a:r>
                      <a:r>
                        <a:rPr lang="en-US" baseline="-25000">
                          <a:latin typeface="Arial" panose="020B0604020202020204" pitchFamily="34" charset="0"/>
                          <a:cs typeface="Arial" panose="020B0604020202020204" pitchFamily="34" charset="0"/>
                        </a:rPr>
                        <a:t>1</a:t>
                      </a:r>
                      <a:endParaRPr lang="en-US"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Input</a:t>
                      </a:r>
                      <a:r>
                        <a:rPr lang="en-US" baseline="-25000" dirty="0">
                          <a:latin typeface="Arial" panose="020B0604020202020204" pitchFamily="34" charset="0"/>
                          <a:cs typeface="Arial" panose="020B0604020202020204" pitchFamily="34" charset="0"/>
                        </a:rPr>
                        <a:t>2</a:t>
                      </a:r>
                      <a:endParaRPr lang="en-US"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a:t>
                      </a:r>
                    </a:p>
                  </a:txBody>
                  <a:tcPr/>
                </a:tc>
                <a:tc>
                  <a:txBody>
                    <a:bodyPr/>
                    <a:lstStyle/>
                    <a:p>
                      <a:r>
                        <a:rPr lang="en-US" dirty="0" err="1">
                          <a:latin typeface="Arial" panose="020B0604020202020204" pitchFamily="34" charset="0"/>
                          <a:cs typeface="Arial" panose="020B0604020202020204" pitchFamily="34" charset="0"/>
                        </a:rPr>
                        <a:t>Input</a:t>
                      </a:r>
                      <a:r>
                        <a:rPr lang="en-US" baseline="-25000" dirty="0" err="1">
                          <a:latin typeface="Arial" panose="020B0604020202020204" pitchFamily="34" charset="0"/>
                          <a:cs typeface="Arial" panose="020B0604020202020204" pitchFamily="34" charset="0"/>
                        </a:rPr>
                        <a:t>n</a:t>
                      </a:r>
                      <a:endParaRPr lang="en-US"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Label</a:t>
                      </a:r>
                    </a:p>
                  </a:txBody>
                  <a:tcPr/>
                </a:tc>
                <a:extLst>
                  <a:ext uri="{0D108BD9-81ED-4DB2-BD59-A6C34878D82A}">
                    <a16:rowId xmlns:a16="http://schemas.microsoft.com/office/drawing/2014/main" val="3223542544"/>
                  </a:ext>
                </a:extLst>
              </a:tr>
              <a:tr h="370840">
                <a:tc>
                  <a:txBody>
                    <a:bodyPr/>
                    <a:lstStyle/>
                    <a:p>
                      <a:pPr algn="r"/>
                      <a:r>
                        <a:rPr lang="en-US" b="1" dirty="0">
                          <a:latin typeface="Arial" panose="020B0604020202020204" pitchFamily="34" charset="0"/>
                          <a:cs typeface="Arial" panose="020B0604020202020204" pitchFamily="34" charset="0"/>
                        </a:rPr>
                        <a:t>#1</a:t>
                      </a:r>
                    </a:p>
                  </a:txBody>
                  <a:tcPr/>
                </a:tc>
                <a:tc>
                  <a:txBody>
                    <a:bodyPr/>
                    <a:lstStyle/>
                    <a:p>
                      <a:r>
                        <a:rPr lang="en-US" dirty="0">
                          <a:latin typeface="Arial" panose="020B0604020202020204" pitchFamily="34" charset="0"/>
                          <a:cs typeface="Arial" panose="020B0604020202020204" pitchFamily="34" charset="0"/>
                        </a:rPr>
                        <a:t>I</a:t>
                      </a:r>
                      <a:r>
                        <a:rPr lang="en-US" baseline="-25000" dirty="0">
                          <a:latin typeface="Arial" panose="020B0604020202020204" pitchFamily="34" charset="0"/>
                          <a:cs typeface="Arial" panose="020B0604020202020204" pitchFamily="34" charset="0"/>
                        </a:rPr>
                        <a:t>(1,1)</a:t>
                      </a:r>
                      <a:endParaRPr lang="en-US"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I</a:t>
                      </a:r>
                      <a:r>
                        <a:rPr lang="en-US" baseline="-25000" dirty="0">
                          <a:latin typeface="Arial" panose="020B0604020202020204" pitchFamily="34" charset="0"/>
                          <a:cs typeface="Arial" panose="020B0604020202020204" pitchFamily="34" charset="0"/>
                        </a:rPr>
                        <a:t>(1,2)</a:t>
                      </a:r>
                      <a:endParaRPr lang="en-US" dirty="0">
                        <a:latin typeface="Arial" panose="020B0604020202020204" pitchFamily="34" charset="0"/>
                        <a:cs typeface="Arial" panose="020B0604020202020204" pitchFamily="34" charset="0"/>
                      </a:endParaRPr>
                    </a:p>
                  </a:txBody>
                  <a:tcPr/>
                </a:tc>
                <a:tc>
                  <a:txBody>
                    <a:bodyPr/>
                    <a:lstStyle/>
                    <a:p>
                      <a:endParaRPr lang="en-US">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I</a:t>
                      </a:r>
                      <a:r>
                        <a:rPr lang="en-US" baseline="-25000" dirty="0">
                          <a:latin typeface="Arial" panose="020B0604020202020204" pitchFamily="34" charset="0"/>
                          <a:cs typeface="Arial" panose="020B0604020202020204" pitchFamily="34" charset="0"/>
                        </a:rPr>
                        <a:t>(1,n)</a:t>
                      </a:r>
                      <a:endParaRPr lang="en-US"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YES</a:t>
                      </a:r>
                    </a:p>
                  </a:txBody>
                  <a:tcPr/>
                </a:tc>
                <a:extLst>
                  <a:ext uri="{0D108BD9-81ED-4DB2-BD59-A6C34878D82A}">
                    <a16:rowId xmlns:a16="http://schemas.microsoft.com/office/drawing/2014/main" val="3235754363"/>
                  </a:ext>
                </a:extLst>
              </a:tr>
              <a:tr h="370840">
                <a:tc>
                  <a:txBody>
                    <a:bodyPr/>
                    <a:lstStyle/>
                    <a:p>
                      <a:pPr algn="r"/>
                      <a:r>
                        <a:rPr lang="en-US" b="1" dirty="0">
                          <a:latin typeface="Arial" panose="020B0604020202020204" pitchFamily="34" charset="0"/>
                          <a:cs typeface="Arial" panose="020B0604020202020204" pitchFamily="34" charset="0"/>
                        </a:rPr>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I</a:t>
                      </a:r>
                      <a:r>
                        <a:rPr lang="en-US" baseline="-25000" dirty="0">
                          <a:latin typeface="Arial" panose="020B0604020202020204" pitchFamily="34" charset="0"/>
                          <a:cs typeface="Arial" panose="020B0604020202020204" pitchFamily="34" charset="0"/>
                        </a:rPr>
                        <a:t>(2,1)</a:t>
                      </a:r>
                      <a:endParaRPr lang="en-US"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I</a:t>
                      </a:r>
                      <a:r>
                        <a:rPr lang="en-US" baseline="-25000" dirty="0">
                          <a:latin typeface="Arial" panose="020B0604020202020204" pitchFamily="34" charset="0"/>
                          <a:cs typeface="Arial" panose="020B0604020202020204" pitchFamily="34" charset="0"/>
                        </a:rPr>
                        <a:t>(2,2)</a:t>
                      </a:r>
                      <a:endParaRPr lang="en-US" dirty="0">
                        <a:latin typeface="Arial" panose="020B0604020202020204" pitchFamily="34" charset="0"/>
                        <a:cs typeface="Arial" panose="020B0604020202020204" pitchFamily="34" charset="0"/>
                      </a:endParaRPr>
                    </a:p>
                  </a:txBody>
                  <a:tcPr/>
                </a:tc>
                <a:tc>
                  <a:txBody>
                    <a:bodyPr/>
                    <a:lstStyle/>
                    <a:p>
                      <a:endParaRPr lang="en-US">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I</a:t>
                      </a:r>
                      <a:r>
                        <a:rPr lang="en-US" baseline="-25000" dirty="0">
                          <a:latin typeface="Arial" panose="020B0604020202020204" pitchFamily="34" charset="0"/>
                          <a:cs typeface="Arial" panose="020B0604020202020204" pitchFamily="34" charset="0"/>
                        </a:rPr>
                        <a:t>(2,n)</a:t>
                      </a:r>
                      <a:endParaRPr lang="en-US"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NO</a:t>
                      </a:r>
                    </a:p>
                  </a:txBody>
                  <a:tcPr/>
                </a:tc>
                <a:extLst>
                  <a:ext uri="{0D108BD9-81ED-4DB2-BD59-A6C34878D82A}">
                    <a16:rowId xmlns:a16="http://schemas.microsoft.com/office/drawing/2014/main" val="1717954149"/>
                  </a:ext>
                </a:extLst>
              </a:tr>
              <a:tr h="370840">
                <a:tc gridSpan="6">
                  <a:txBody>
                    <a:bodyPr/>
                    <a:lstStyle/>
                    <a:p>
                      <a:pPr algn="ctr"/>
                      <a:r>
                        <a:rPr lang="en-US" dirty="0">
                          <a:latin typeface="Arial" panose="020B0604020202020204" pitchFamily="34" charset="0"/>
                          <a:cs typeface="Arial" panose="020B0604020202020204" pitchFamily="34" charset="0"/>
                        </a:rPr>
                        <a:t>…</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391375967"/>
                  </a:ext>
                </a:extLst>
              </a:tr>
              <a:tr h="370840">
                <a:tc>
                  <a:txBody>
                    <a:bodyPr/>
                    <a:lstStyle/>
                    <a:p>
                      <a:pPr algn="r"/>
                      <a:r>
                        <a:rPr lang="en-US" b="1" dirty="0">
                          <a:latin typeface="Arial" panose="020B0604020202020204" pitchFamily="34" charset="0"/>
                          <a:cs typeface="Arial" panose="020B0604020202020204" pitchFamily="34" charset="0"/>
                        </a:rPr>
                        <a:t>#m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I</a:t>
                      </a:r>
                      <a:r>
                        <a:rPr lang="en-US" baseline="-25000" dirty="0">
                          <a:latin typeface="Arial" panose="020B0604020202020204" pitchFamily="34" charset="0"/>
                          <a:cs typeface="Arial" panose="020B0604020202020204" pitchFamily="34" charset="0"/>
                        </a:rPr>
                        <a:t>(m,1)</a:t>
                      </a:r>
                      <a:endParaRPr lang="en-US"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I</a:t>
                      </a:r>
                      <a:r>
                        <a:rPr lang="en-US" baseline="-25000" dirty="0">
                          <a:latin typeface="Arial" panose="020B0604020202020204" pitchFamily="34" charset="0"/>
                          <a:cs typeface="Arial" panose="020B0604020202020204" pitchFamily="34" charset="0"/>
                        </a:rPr>
                        <a:t>(m,2)</a:t>
                      </a:r>
                      <a:endParaRPr lang="en-US" dirty="0">
                        <a:latin typeface="Arial" panose="020B0604020202020204" pitchFamily="34" charset="0"/>
                        <a:cs typeface="Arial" panose="020B0604020202020204" pitchFamily="34" charset="0"/>
                      </a:endParaRPr>
                    </a:p>
                  </a:txBody>
                  <a:tcPr/>
                </a:tc>
                <a:tc>
                  <a:txBody>
                    <a:bodyPr/>
                    <a:lstStyle/>
                    <a:p>
                      <a:endParaRPr lang="en-US">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I</a:t>
                      </a:r>
                      <a:r>
                        <a:rPr lang="en-US" baseline="-25000" dirty="0">
                          <a:latin typeface="Arial" panose="020B0604020202020204" pitchFamily="34" charset="0"/>
                          <a:cs typeface="Arial" panose="020B0604020202020204" pitchFamily="34" charset="0"/>
                        </a:rPr>
                        <a:t>(</a:t>
                      </a:r>
                      <a:r>
                        <a:rPr lang="en-US" baseline="-25000" dirty="0" err="1">
                          <a:latin typeface="Arial" panose="020B0604020202020204" pitchFamily="34" charset="0"/>
                          <a:cs typeface="Arial" panose="020B0604020202020204" pitchFamily="34" charset="0"/>
                        </a:rPr>
                        <a:t>m,n</a:t>
                      </a:r>
                      <a:r>
                        <a:rPr lang="en-US" baseline="-25000" dirty="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a:txBody>
                  <a:tcPr/>
                </a:tc>
                <a:tc>
                  <a:txBody>
                    <a:bodyPr/>
                    <a:lstStyle/>
                    <a:p>
                      <a:r>
                        <a:rPr lang="en-US" dirty="0">
                          <a:latin typeface="Arial" panose="020B0604020202020204" pitchFamily="34" charset="0"/>
                          <a:cs typeface="Arial" panose="020B0604020202020204" pitchFamily="34" charset="0"/>
                        </a:rPr>
                        <a:t>YES</a:t>
                      </a:r>
                    </a:p>
                  </a:txBody>
                  <a:tcPr/>
                </a:tc>
                <a:extLst>
                  <a:ext uri="{0D108BD9-81ED-4DB2-BD59-A6C34878D82A}">
                    <a16:rowId xmlns:a16="http://schemas.microsoft.com/office/drawing/2014/main" val="55851983"/>
                  </a:ext>
                </a:extLst>
              </a:tr>
            </a:tbl>
          </a:graphicData>
        </a:graphic>
      </p:graphicFrame>
      <p:sp>
        <p:nvSpPr>
          <p:cNvPr id="2" name="Right Brace 1">
            <a:extLst>
              <a:ext uri="{FF2B5EF4-FFF2-40B4-BE49-F238E27FC236}">
                <a16:creationId xmlns:a16="http://schemas.microsoft.com/office/drawing/2014/main" id="{4535F2EC-72B3-4BCC-1846-F8E6BC8FC4FE}"/>
              </a:ext>
            </a:extLst>
          </p:cNvPr>
          <p:cNvSpPr/>
          <p:nvPr/>
        </p:nvSpPr>
        <p:spPr>
          <a:xfrm>
            <a:off x="7161212" y="3276600"/>
            <a:ext cx="228600" cy="2057400"/>
          </a:xfrm>
          <a:prstGeom prst="rightBrace">
            <a:avLst>
              <a:gd name="adj1" fmla="val 23408"/>
              <a:gd name="adj2" fmla="val 50000"/>
            </a:avLst>
          </a:prstGeom>
          <a:ln w="38100"/>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3" name="Callout: Left Arrow 2">
            <a:extLst>
              <a:ext uri="{FF2B5EF4-FFF2-40B4-BE49-F238E27FC236}">
                <a16:creationId xmlns:a16="http://schemas.microsoft.com/office/drawing/2014/main" id="{81CBEDF1-49FB-08AC-8F70-6CC1D3D62141}"/>
              </a:ext>
            </a:extLst>
          </p:cNvPr>
          <p:cNvSpPr/>
          <p:nvPr/>
        </p:nvSpPr>
        <p:spPr>
          <a:xfrm>
            <a:off x="7441564" y="3276600"/>
            <a:ext cx="4267200" cy="2057400"/>
          </a:xfrm>
          <a:prstGeom prst="leftArrowCallout">
            <a:avLst>
              <a:gd name="adj1" fmla="val 18286"/>
              <a:gd name="adj2" fmla="val 18286"/>
              <a:gd name="adj3" fmla="val 15408"/>
              <a:gd name="adj4" fmla="val 89555"/>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600" dirty="0">
                <a:latin typeface="Arial" panose="020B0604020202020204" pitchFamily="34" charset="0"/>
                <a:cs typeface="Arial" panose="020B0604020202020204" pitchFamily="34" charset="0"/>
              </a:rPr>
              <a:t>The target is to find a hyper-plane equation / or a vector “</a:t>
            </a:r>
            <a:r>
              <a:rPr lang="en-US" sz="1600" dirty="0">
                <a:highlight>
                  <a:srgbClr val="000000"/>
                </a:highlight>
                <a:latin typeface="Arial" panose="020B0604020202020204" pitchFamily="34" charset="0"/>
                <a:cs typeface="Arial" panose="020B0604020202020204" pitchFamily="34" charset="0"/>
              </a:rPr>
              <a:t>w=[w</a:t>
            </a:r>
            <a:r>
              <a:rPr lang="en-US" sz="1600" baseline="-25000" dirty="0">
                <a:highlight>
                  <a:srgbClr val="000000"/>
                </a:highlight>
                <a:latin typeface="Arial" panose="020B0604020202020204" pitchFamily="34" charset="0"/>
                <a:cs typeface="Arial" panose="020B0604020202020204" pitchFamily="34" charset="0"/>
              </a:rPr>
              <a:t>1</a:t>
            </a:r>
            <a:r>
              <a:rPr lang="en-US" sz="1600" dirty="0">
                <a:highlight>
                  <a:srgbClr val="000000"/>
                </a:highlight>
                <a:latin typeface="Arial" panose="020B0604020202020204" pitchFamily="34" charset="0"/>
                <a:cs typeface="Arial" panose="020B0604020202020204" pitchFamily="34" charset="0"/>
              </a:rPr>
              <a:t>,w</a:t>
            </a:r>
            <a:r>
              <a:rPr lang="en-US" sz="1600" baseline="-25000" dirty="0">
                <a:highlight>
                  <a:srgbClr val="000000"/>
                </a:highlight>
                <a:latin typeface="Arial" panose="020B0604020202020204" pitchFamily="34" charset="0"/>
                <a:cs typeface="Arial" panose="020B0604020202020204" pitchFamily="34" charset="0"/>
              </a:rPr>
              <a:t>2</a:t>
            </a:r>
            <a:r>
              <a:rPr lang="en-US" sz="1600" dirty="0">
                <a:highlight>
                  <a:srgbClr val="000000"/>
                </a:highlight>
                <a:latin typeface="Arial" panose="020B0604020202020204" pitchFamily="34" charset="0"/>
                <a:cs typeface="Arial" panose="020B0604020202020204" pitchFamily="34" charset="0"/>
              </a:rPr>
              <a:t>…</a:t>
            </a:r>
            <a:r>
              <a:rPr lang="en-US" sz="1600" dirty="0" err="1">
                <a:highlight>
                  <a:srgbClr val="000000"/>
                </a:highlight>
                <a:latin typeface="Arial" panose="020B0604020202020204" pitchFamily="34" charset="0"/>
                <a:cs typeface="Arial" panose="020B0604020202020204" pitchFamily="34" charset="0"/>
              </a:rPr>
              <a:t>w</a:t>
            </a:r>
            <a:r>
              <a:rPr lang="en-US" sz="1600" baseline="-25000" dirty="0" err="1">
                <a:highlight>
                  <a:srgbClr val="000000"/>
                </a:highlight>
                <a:latin typeface="Arial" panose="020B0604020202020204" pitchFamily="34" charset="0"/>
                <a:cs typeface="Arial" panose="020B0604020202020204" pitchFamily="34" charset="0"/>
              </a:rPr>
              <a:t>n</a:t>
            </a:r>
            <a:r>
              <a:rPr lang="en-US" sz="1600" dirty="0">
                <a:highlight>
                  <a:srgbClr val="000000"/>
                </a:highlight>
                <a:latin typeface="Arial" panose="020B0604020202020204" pitchFamily="34" charset="0"/>
                <a:cs typeface="Arial" panose="020B0604020202020204" pitchFamily="34" charset="0"/>
              </a:rPr>
              <a:t>]</a:t>
            </a:r>
            <a:r>
              <a:rPr lang="en-US" sz="1600" dirty="0">
                <a:latin typeface="Arial" panose="020B0604020202020204" pitchFamily="34" charset="0"/>
                <a:cs typeface="Arial" panose="020B0604020202020204" pitchFamily="34" charset="0"/>
              </a:rPr>
              <a:t>” and a </a:t>
            </a:r>
            <a:r>
              <a:rPr lang="en-US" sz="1600" dirty="0">
                <a:highlight>
                  <a:srgbClr val="000000"/>
                </a:highlight>
                <a:latin typeface="Arial" panose="020B0604020202020204" pitchFamily="34" charset="0"/>
                <a:cs typeface="Arial" panose="020B0604020202020204" pitchFamily="34" charset="0"/>
              </a:rPr>
              <a:t>threshold</a:t>
            </a:r>
            <a:r>
              <a:rPr lang="en-US" sz="1600" dirty="0">
                <a:latin typeface="Arial" panose="020B0604020202020204" pitchFamily="34" charset="0"/>
                <a:cs typeface="Arial" panose="020B0604020202020204" pitchFamily="34" charset="0"/>
              </a:rPr>
              <a:t> that will classify most (if not all) of the samples from the dataset that are labeled with </a:t>
            </a:r>
            <a:r>
              <a:rPr lang="en-US" sz="1600" b="1" dirty="0">
                <a:solidFill>
                  <a:srgbClr val="FFC000"/>
                </a:solidFill>
                <a:latin typeface="Arial" panose="020B0604020202020204" pitchFamily="34" charset="0"/>
                <a:cs typeface="Arial" panose="020B0604020202020204" pitchFamily="34" charset="0"/>
              </a:rPr>
              <a:t>YES</a:t>
            </a:r>
            <a:r>
              <a:rPr lang="en-US" sz="1600" dirty="0">
                <a:latin typeface="Arial" panose="020B0604020202020204" pitchFamily="34" charset="0"/>
                <a:cs typeface="Arial" panose="020B0604020202020204" pitchFamily="34" charset="0"/>
              </a:rPr>
              <a:t> on one side of the hyperplane and most (if not all) of the samples from the dataset that are labeled with </a:t>
            </a:r>
            <a:r>
              <a:rPr lang="en-US" sz="1600" b="1" dirty="0">
                <a:solidFill>
                  <a:srgbClr val="FFC000"/>
                </a:solidFill>
                <a:latin typeface="Arial" panose="020B0604020202020204" pitchFamily="34" charset="0"/>
                <a:cs typeface="Arial" panose="020B0604020202020204" pitchFamily="34" charset="0"/>
              </a:rPr>
              <a:t>NO</a:t>
            </a:r>
            <a:r>
              <a:rPr lang="en-US" sz="1600" dirty="0">
                <a:latin typeface="Arial" panose="020B0604020202020204" pitchFamily="34" charset="0"/>
                <a:cs typeface="Arial" panose="020B0604020202020204" pitchFamily="34" charset="0"/>
              </a:rPr>
              <a:t> to the other side. </a:t>
            </a:r>
            <a:endParaRPr lang="en-US" sz="1600" dirty="0">
              <a:highlight>
                <a:srgbClr val="000000"/>
              </a:highligh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6216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Training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10087601" cy="1676400"/>
          </a:xfrm>
        </p:spPr>
        <p:txBody>
          <a:bodyPr>
            <a:normAutofit/>
          </a:bodyPr>
          <a:lstStyle/>
          <a:p>
            <a:pPr marL="0" indent="0">
              <a:buNone/>
            </a:pPr>
            <a:r>
              <a:rPr lang="en-US" b="0" dirty="0">
                <a:latin typeface="Cambria Math" panose="02040503050406030204" pitchFamily="18" charset="0"/>
                <a:cs typeface="Arial" panose="020B0604020202020204" pitchFamily="34" charset="0"/>
              </a:rPr>
              <a:t>Assuming we have the following dataset (for training):</a:t>
            </a:r>
          </a:p>
        </p:txBody>
      </p:sp>
      <p:graphicFrame>
        <p:nvGraphicFramePr>
          <p:cNvPr id="14" name="Table 13">
            <a:extLst>
              <a:ext uri="{FF2B5EF4-FFF2-40B4-BE49-F238E27FC236}">
                <a16:creationId xmlns:a16="http://schemas.microsoft.com/office/drawing/2014/main" id="{E8F49F50-D450-AB88-7E08-3408DFA27867}"/>
              </a:ext>
            </a:extLst>
          </p:cNvPr>
          <p:cNvGraphicFramePr>
            <a:graphicFrameLocks noGrp="1"/>
          </p:cNvGraphicFramePr>
          <p:nvPr/>
        </p:nvGraphicFramePr>
        <p:xfrm>
          <a:off x="1751012" y="2164080"/>
          <a:ext cx="3474720" cy="1645920"/>
        </p:xfrm>
        <a:graphic>
          <a:graphicData uri="http://schemas.openxmlformats.org/drawingml/2006/table">
            <a:tbl>
              <a:tblPr firstRow="1" bandRow="1">
                <a:tableStyleId>{073A0DAA-6AF3-43AB-8588-CEC1D06C72B9}</a:tableStyleId>
              </a:tblPr>
              <a:tblGrid>
                <a:gridCol w="640080">
                  <a:extLst>
                    <a:ext uri="{9D8B030D-6E8A-4147-A177-3AD203B41FA5}">
                      <a16:colId xmlns:a16="http://schemas.microsoft.com/office/drawing/2014/main" val="3809471710"/>
                    </a:ext>
                  </a:extLst>
                </a:gridCol>
                <a:gridCol w="640080">
                  <a:extLst>
                    <a:ext uri="{9D8B030D-6E8A-4147-A177-3AD203B41FA5}">
                      <a16:colId xmlns:a16="http://schemas.microsoft.com/office/drawing/2014/main" val="698173739"/>
                    </a:ext>
                  </a:extLst>
                </a:gridCol>
                <a:gridCol w="640080">
                  <a:extLst>
                    <a:ext uri="{9D8B030D-6E8A-4147-A177-3AD203B41FA5}">
                      <a16:colId xmlns:a16="http://schemas.microsoft.com/office/drawing/2014/main" val="4241484159"/>
                    </a:ext>
                  </a:extLst>
                </a:gridCol>
                <a:gridCol w="274320">
                  <a:extLst>
                    <a:ext uri="{9D8B030D-6E8A-4147-A177-3AD203B41FA5}">
                      <a16:colId xmlns:a16="http://schemas.microsoft.com/office/drawing/2014/main" val="2135852234"/>
                    </a:ext>
                  </a:extLst>
                </a:gridCol>
                <a:gridCol w="640080">
                  <a:extLst>
                    <a:ext uri="{9D8B030D-6E8A-4147-A177-3AD203B41FA5}">
                      <a16:colId xmlns:a16="http://schemas.microsoft.com/office/drawing/2014/main" val="1034484046"/>
                    </a:ext>
                  </a:extLst>
                </a:gridCol>
                <a:gridCol w="640080">
                  <a:extLst>
                    <a:ext uri="{9D8B030D-6E8A-4147-A177-3AD203B41FA5}">
                      <a16:colId xmlns:a16="http://schemas.microsoft.com/office/drawing/2014/main" val="2469034243"/>
                    </a:ext>
                  </a:extLst>
                </a:gridCol>
              </a:tblGrid>
              <a:tr h="196579">
                <a:tc>
                  <a:txBody>
                    <a:bodyPr/>
                    <a:lstStyle/>
                    <a:p>
                      <a:r>
                        <a:rPr lang="en-US" sz="1200" dirty="0">
                          <a:latin typeface="Arial" panose="020B0604020202020204" pitchFamily="34" charset="0"/>
                          <a:cs typeface="Arial" panose="020B0604020202020204" pitchFamily="34" charset="0"/>
                        </a:rPr>
                        <a:t>Entry</a:t>
                      </a:r>
                    </a:p>
                  </a:txBody>
                  <a:tcPr/>
                </a:tc>
                <a:tc>
                  <a:txBody>
                    <a:bodyPr/>
                    <a:lstStyle/>
                    <a:p>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1</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2</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dirty="0">
                          <a:latin typeface="Arial" panose="020B0604020202020204" pitchFamily="34" charset="0"/>
                          <a:cs typeface="Arial" panose="020B0604020202020204" pitchFamily="34" charset="0"/>
                        </a:rPr>
                        <a:t>…</a:t>
                      </a:r>
                    </a:p>
                  </a:txBody>
                  <a:tcPr/>
                </a:tc>
                <a:tc>
                  <a:txBody>
                    <a:bodyPr/>
                    <a:lstStyle/>
                    <a:p>
                      <a:r>
                        <a:rPr lang="en-US" sz="1200" dirty="0" err="1">
                          <a:latin typeface="Arial" panose="020B0604020202020204" pitchFamily="34" charset="0"/>
                          <a:cs typeface="Arial" panose="020B0604020202020204" pitchFamily="34" charset="0"/>
                        </a:rPr>
                        <a:t>Input</a:t>
                      </a:r>
                      <a:r>
                        <a:rPr lang="en-US" sz="1200" baseline="-25000" dirty="0" err="1">
                          <a:latin typeface="Arial" panose="020B0604020202020204" pitchFamily="34" charset="0"/>
                          <a:cs typeface="Arial" panose="020B0604020202020204" pitchFamily="34" charset="0"/>
                        </a:rPr>
                        <a:t>n</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Label</a:t>
                      </a:r>
                    </a:p>
                  </a:txBody>
                  <a:tcPr/>
                </a:tc>
                <a:extLst>
                  <a:ext uri="{0D108BD9-81ED-4DB2-BD59-A6C34878D82A}">
                    <a16:rowId xmlns:a16="http://schemas.microsoft.com/office/drawing/2014/main" val="3223542544"/>
                  </a:ext>
                </a:extLst>
              </a:tr>
              <a:tr h="117947">
                <a:tc>
                  <a:txBody>
                    <a:bodyPr/>
                    <a:lstStyle/>
                    <a:p>
                      <a:pPr algn="r"/>
                      <a:r>
                        <a:rPr lang="en-US" sz="1200" b="1" dirty="0">
                          <a:latin typeface="Arial" panose="020B0604020202020204" pitchFamily="34" charset="0"/>
                          <a:cs typeface="Arial" panose="020B0604020202020204" pitchFamily="34" charset="0"/>
                        </a:rPr>
                        <a:t>#1</a:t>
                      </a:r>
                    </a:p>
                  </a:txBody>
                  <a:tcPr/>
                </a:tc>
                <a:tc>
                  <a:txBody>
                    <a:bodyPr/>
                    <a:lstStyle/>
                    <a:p>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(1,1)</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(1,2)</a:t>
                      </a:r>
                      <a:endParaRPr lang="en-US" sz="1200" dirty="0">
                        <a:latin typeface="Arial" panose="020B0604020202020204" pitchFamily="34" charset="0"/>
                        <a:cs typeface="Arial" panose="020B0604020202020204" pitchFamily="34" charset="0"/>
                      </a:endParaRPr>
                    </a:p>
                  </a:txBody>
                  <a:tcPr/>
                </a:tc>
                <a:tc>
                  <a:txBody>
                    <a:bodyPr/>
                    <a:lstStyle/>
                    <a:p>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(1,n)</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NO</a:t>
                      </a:r>
                    </a:p>
                  </a:txBody>
                  <a:tcPr/>
                </a:tc>
                <a:extLst>
                  <a:ext uri="{0D108BD9-81ED-4DB2-BD59-A6C34878D82A}">
                    <a16:rowId xmlns:a16="http://schemas.microsoft.com/office/drawing/2014/main" val="3235754363"/>
                  </a:ext>
                </a:extLst>
              </a:tr>
              <a:tr h="182880">
                <a:tc grid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a:t>
                      </a: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tc>
                <a:tc hMerge="1">
                  <a:txBody>
                    <a:bodyPr/>
                    <a:lstStyle/>
                    <a:p>
                      <a:endParaRPr lang="en-US">
                        <a:latin typeface="Arial" panose="020B0604020202020204" pitchFamily="34" charset="0"/>
                        <a:cs typeface="Arial" panose="020B0604020202020204" pitchFamily="34" charset="0"/>
                      </a:endParaRP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tc>
                <a:tc hMerge="1">
                  <a:txBody>
                    <a:bodyPr/>
                    <a:lstStyle/>
                    <a:p>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462615418"/>
                  </a:ext>
                </a:extLst>
              </a:tr>
              <a:tr h="128650">
                <a:tc>
                  <a:txBody>
                    <a:bodyPr/>
                    <a:lstStyle/>
                    <a:p>
                      <a:pPr algn="r"/>
                      <a:r>
                        <a:rPr lang="en-US" sz="1200" b="1" dirty="0">
                          <a:latin typeface="Arial" panose="020B0604020202020204" pitchFamily="34" charset="0"/>
                          <a:cs typeface="Arial" panose="020B0604020202020204" pitchFamily="34" charset="0"/>
                        </a:rPr>
                        <a:t>#k</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(k,1)</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(k,2)</a:t>
                      </a:r>
                      <a:endParaRPr lang="en-US" sz="1200" dirty="0">
                        <a:latin typeface="Arial" panose="020B0604020202020204" pitchFamily="34" charset="0"/>
                        <a:cs typeface="Arial" panose="020B0604020202020204" pitchFamily="34" charset="0"/>
                      </a:endParaRPr>
                    </a:p>
                  </a:txBody>
                  <a:tcPr/>
                </a:tc>
                <a:tc>
                  <a:txBody>
                    <a:bodyPr/>
                    <a:lstStyle/>
                    <a:p>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a:t>
                      </a:r>
                      <a:r>
                        <a:rPr lang="en-US" sz="1200" baseline="-25000" dirty="0" err="1">
                          <a:latin typeface="Arial" panose="020B0604020202020204" pitchFamily="34" charset="0"/>
                          <a:cs typeface="Arial" panose="020B0604020202020204" pitchFamily="34" charset="0"/>
                        </a:rPr>
                        <a:t>k,n</a:t>
                      </a:r>
                      <a:r>
                        <a:rPr lang="en-US" sz="1200" baseline="-250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YES</a:t>
                      </a:r>
                    </a:p>
                  </a:txBody>
                  <a:tcPr/>
                </a:tc>
                <a:extLst>
                  <a:ext uri="{0D108BD9-81ED-4DB2-BD59-A6C34878D82A}">
                    <a16:rowId xmlns:a16="http://schemas.microsoft.com/office/drawing/2014/main" val="1717954149"/>
                  </a:ext>
                </a:extLst>
              </a:tr>
              <a:tr h="117947">
                <a:tc gridSpan="6">
                  <a:txBody>
                    <a:bodyPr/>
                    <a:lstStyle/>
                    <a:p>
                      <a:pPr algn="ctr"/>
                      <a:r>
                        <a:rPr lang="en-US" sz="1200" dirty="0">
                          <a:latin typeface="Arial" panose="020B0604020202020204" pitchFamily="34" charset="0"/>
                          <a:cs typeface="Arial" panose="020B0604020202020204" pitchFamily="34" charset="0"/>
                        </a:rPr>
                        <a:t>…</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391375967"/>
                  </a:ext>
                </a:extLst>
              </a:tr>
              <a:tr h="128650">
                <a:tc>
                  <a:txBody>
                    <a:bodyPr/>
                    <a:lstStyle/>
                    <a:p>
                      <a:pPr algn="r"/>
                      <a:r>
                        <a:rPr lang="en-US" sz="1200" b="1" dirty="0">
                          <a:latin typeface="Arial" panose="020B0604020202020204" pitchFamily="34" charset="0"/>
                          <a:cs typeface="Arial" panose="020B0604020202020204" pitchFamily="34" charset="0"/>
                        </a:rPr>
                        <a:t>#m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(m,1)</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(m,2)</a:t>
                      </a:r>
                      <a:endParaRPr lang="en-US" sz="1200" dirty="0">
                        <a:latin typeface="Arial" panose="020B0604020202020204" pitchFamily="34" charset="0"/>
                        <a:cs typeface="Arial" panose="020B0604020202020204" pitchFamily="34" charset="0"/>
                      </a:endParaRPr>
                    </a:p>
                  </a:txBody>
                  <a:tcPr/>
                </a:tc>
                <a:tc>
                  <a:txBody>
                    <a:bodyPr/>
                    <a:lstStyle/>
                    <a:p>
                      <a:endParaRPr lang="en-US" sz="120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a:t>
                      </a:r>
                      <a:r>
                        <a:rPr lang="en-US" sz="1200" baseline="-25000" dirty="0" err="1">
                          <a:latin typeface="Arial" panose="020B0604020202020204" pitchFamily="34" charset="0"/>
                          <a:cs typeface="Arial" panose="020B0604020202020204" pitchFamily="34" charset="0"/>
                        </a:rPr>
                        <a:t>m,n</a:t>
                      </a:r>
                      <a:r>
                        <a:rPr lang="en-US" sz="1200" baseline="-250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YES</a:t>
                      </a:r>
                    </a:p>
                  </a:txBody>
                  <a:tcPr/>
                </a:tc>
                <a:extLst>
                  <a:ext uri="{0D108BD9-81ED-4DB2-BD59-A6C34878D82A}">
                    <a16:rowId xmlns:a16="http://schemas.microsoft.com/office/drawing/2014/main" val="55851983"/>
                  </a:ext>
                </a:extLst>
              </a:tr>
            </a:tbl>
          </a:graphicData>
        </a:graphic>
      </p:graphicFrame>
      <p:graphicFrame>
        <p:nvGraphicFramePr>
          <p:cNvPr id="4" name="Table 3">
            <a:extLst>
              <a:ext uri="{FF2B5EF4-FFF2-40B4-BE49-F238E27FC236}">
                <a16:creationId xmlns:a16="http://schemas.microsoft.com/office/drawing/2014/main" id="{B4BA64BF-08E4-9F0E-74C3-821BFF6F4352}"/>
              </a:ext>
            </a:extLst>
          </p:cNvPr>
          <p:cNvGraphicFramePr>
            <a:graphicFrameLocks noGrp="1"/>
          </p:cNvGraphicFramePr>
          <p:nvPr/>
        </p:nvGraphicFramePr>
        <p:xfrm>
          <a:off x="6972936" y="2164080"/>
          <a:ext cx="4297680" cy="1645920"/>
        </p:xfrm>
        <a:graphic>
          <a:graphicData uri="http://schemas.openxmlformats.org/drawingml/2006/table">
            <a:tbl>
              <a:tblPr firstRow="1" bandRow="1">
                <a:tableStyleId>{073A0DAA-6AF3-43AB-8588-CEC1D06C72B9}</a:tableStyleId>
              </a:tblPr>
              <a:tblGrid>
                <a:gridCol w="640080">
                  <a:extLst>
                    <a:ext uri="{9D8B030D-6E8A-4147-A177-3AD203B41FA5}">
                      <a16:colId xmlns:a16="http://schemas.microsoft.com/office/drawing/2014/main" val="3809471710"/>
                    </a:ext>
                  </a:extLst>
                </a:gridCol>
                <a:gridCol w="640080">
                  <a:extLst>
                    <a:ext uri="{9D8B030D-6E8A-4147-A177-3AD203B41FA5}">
                      <a16:colId xmlns:a16="http://schemas.microsoft.com/office/drawing/2014/main" val="698173739"/>
                    </a:ext>
                  </a:extLst>
                </a:gridCol>
                <a:gridCol w="640080">
                  <a:extLst>
                    <a:ext uri="{9D8B030D-6E8A-4147-A177-3AD203B41FA5}">
                      <a16:colId xmlns:a16="http://schemas.microsoft.com/office/drawing/2014/main" val="4241484159"/>
                    </a:ext>
                  </a:extLst>
                </a:gridCol>
                <a:gridCol w="274320">
                  <a:extLst>
                    <a:ext uri="{9D8B030D-6E8A-4147-A177-3AD203B41FA5}">
                      <a16:colId xmlns:a16="http://schemas.microsoft.com/office/drawing/2014/main" val="2135852234"/>
                    </a:ext>
                  </a:extLst>
                </a:gridCol>
                <a:gridCol w="640080">
                  <a:extLst>
                    <a:ext uri="{9D8B030D-6E8A-4147-A177-3AD203B41FA5}">
                      <a16:colId xmlns:a16="http://schemas.microsoft.com/office/drawing/2014/main" val="1034484046"/>
                    </a:ext>
                  </a:extLst>
                </a:gridCol>
                <a:gridCol w="822960">
                  <a:extLst>
                    <a:ext uri="{9D8B030D-6E8A-4147-A177-3AD203B41FA5}">
                      <a16:colId xmlns:a16="http://schemas.microsoft.com/office/drawing/2014/main" val="3112590372"/>
                    </a:ext>
                  </a:extLst>
                </a:gridCol>
                <a:gridCol w="640080">
                  <a:extLst>
                    <a:ext uri="{9D8B030D-6E8A-4147-A177-3AD203B41FA5}">
                      <a16:colId xmlns:a16="http://schemas.microsoft.com/office/drawing/2014/main" val="2469034243"/>
                    </a:ext>
                  </a:extLst>
                </a:gridCol>
              </a:tblGrid>
              <a:tr h="274320">
                <a:tc>
                  <a:txBody>
                    <a:bodyPr/>
                    <a:lstStyle/>
                    <a:p>
                      <a:r>
                        <a:rPr lang="en-US" sz="1200" dirty="0">
                          <a:latin typeface="Arial" panose="020B0604020202020204" pitchFamily="34" charset="0"/>
                          <a:cs typeface="Arial" panose="020B0604020202020204" pitchFamily="34" charset="0"/>
                        </a:rPr>
                        <a:t>Entry</a:t>
                      </a:r>
                    </a:p>
                  </a:txBody>
                  <a:tcPr/>
                </a:tc>
                <a:tc>
                  <a:txBody>
                    <a:bodyPr/>
                    <a:lstStyle/>
                    <a:p>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1</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2</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dirty="0">
                          <a:latin typeface="Arial" panose="020B0604020202020204" pitchFamily="34" charset="0"/>
                          <a:cs typeface="Arial" panose="020B0604020202020204" pitchFamily="34" charset="0"/>
                        </a:rPr>
                        <a:t>…</a:t>
                      </a:r>
                    </a:p>
                  </a:txBody>
                  <a:tcPr/>
                </a:tc>
                <a:tc>
                  <a:txBody>
                    <a:bodyPr/>
                    <a:lstStyle/>
                    <a:p>
                      <a:r>
                        <a:rPr lang="en-US" sz="1200" dirty="0" err="1">
                          <a:latin typeface="Arial" panose="020B0604020202020204" pitchFamily="34" charset="0"/>
                          <a:cs typeface="Arial" panose="020B0604020202020204" pitchFamily="34" charset="0"/>
                        </a:rPr>
                        <a:t>Input</a:t>
                      </a:r>
                      <a:r>
                        <a:rPr lang="en-US" sz="1200" baseline="-25000" dirty="0" err="1">
                          <a:latin typeface="Arial" panose="020B0604020202020204" pitchFamily="34" charset="0"/>
                          <a:cs typeface="Arial" panose="020B0604020202020204" pitchFamily="34" charset="0"/>
                        </a:rPr>
                        <a:t>n</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n+1</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Label</a:t>
                      </a:r>
                    </a:p>
                  </a:txBody>
                  <a:tcPr/>
                </a:tc>
                <a:extLst>
                  <a:ext uri="{0D108BD9-81ED-4DB2-BD59-A6C34878D82A}">
                    <a16:rowId xmlns:a16="http://schemas.microsoft.com/office/drawing/2014/main" val="3223542544"/>
                  </a:ext>
                </a:extLst>
              </a:tr>
              <a:tr h="117947">
                <a:tc>
                  <a:txBody>
                    <a:bodyPr/>
                    <a:lstStyle/>
                    <a:p>
                      <a:pPr algn="r"/>
                      <a:r>
                        <a:rPr lang="en-US" sz="1200" b="1" dirty="0">
                          <a:latin typeface="Arial" panose="020B0604020202020204" pitchFamily="34" charset="0"/>
                          <a:cs typeface="Arial" panose="020B0604020202020204" pitchFamily="34" charset="0"/>
                        </a:rPr>
                        <a:t>#1</a:t>
                      </a:r>
                    </a:p>
                  </a:txBody>
                  <a:tcPr/>
                </a:tc>
                <a:tc>
                  <a:txBody>
                    <a:bodyPr/>
                    <a:lstStyle/>
                    <a:p>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(1,1)</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(1,2)</a:t>
                      </a:r>
                      <a:endParaRPr lang="en-US" sz="1200" dirty="0">
                        <a:latin typeface="Arial" panose="020B0604020202020204" pitchFamily="34" charset="0"/>
                        <a:cs typeface="Arial" panose="020B0604020202020204" pitchFamily="34" charset="0"/>
                      </a:endParaRPr>
                    </a:p>
                  </a:txBody>
                  <a:tcPr/>
                </a:tc>
                <a:tc>
                  <a:txBody>
                    <a:bodyPr/>
                    <a:lstStyle/>
                    <a:p>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(1,n)</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1</a:t>
                      </a:r>
                    </a:p>
                  </a:txBody>
                  <a:tcPr/>
                </a:tc>
                <a:tc>
                  <a:txBody>
                    <a:bodyPr/>
                    <a:lstStyle/>
                    <a:p>
                      <a:r>
                        <a:rPr lang="en-US" sz="1200" dirty="0">
                          <a:latin typeface="Arial" panose="020B0604020202020204" pitchFamily="34" charset="0"/>
                          <a:cs typeface="Arial" panose="020B0604020202020204" pitchFamily="34" charset="0"/>
                        </a:rPr>
                        <a:t>NO</a:t>
                      </a:r>
                    </a:p>
                  </a:txBody>
                  <a:tcPr/>
                </a:tc>
                <a:extLst>
                  <a:ext uri="{0D108BD9-81ED-4DB2-BD59-A6C34878D82A}">
                    <a16:rowId xmlns:a16="http://schemas.microsoft.com/office/drawing/2014/main" val="3235754363"/>
                  </a:ext>
                </a:extLst>
              </a:tr>
              <a:tr h="117947">
                <a:tc gridSpan="7">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a:t>
                      </a: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tc>
                <a:tc hMerge="1">
                  <a:txBody>
                    <a:bodyPr/>
                    <a:lstStyle/>
                    <a:p>
                      <a:endParaRPr lang="en-US">
                        <a:latin typeface="Arial" panose="020B0604020202020204" pitchFamily="34" charset="0"/>
                        <a:cs typeface="Arial" panose="020B0604020202020204" pitchFamily="34" charset="0"/>
                      </a:endParaRP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tc>
                <a:tc hMerge="1">
                  <a:txBody>
                    <a:bodyPr/>
                    <a:lstStyle/>
                    <a:p>
                      <a:endParaRPr lang="en-US"/>
                    </a:p>
                  </a:txBody>
                  <a:tcPr/>
                </a:tc>
                <a:tc hMerge="1">
                  <a:txBody>
                    <a:bodyPr/>
                    <a:lstStyle/>
                    <a:p>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462615418"/>
                  </a:ext>
                </a:extLst>
              </a:tr>
              <a:tr h="128650">
                <a:tc>
                  <a:txBody>
                    <a:bodyPr/>
                    <a:lstStyle/>
                    <a:p>
                      <a:pPr algn="r"/>
                      <a:r>
                        <a:rPr lang="en-US" sz="1200" b="1" dirty="0">
                          <a:latin typeface="Arial" panose="020B0604020202020204" pitchFamily="34" charset="0"/>
                          <a:cs typeface="Arial" panose="020B0604020202020204" pitchFamily="34" charset="0"/>
                        </a:rPr>
                        <a:t>#k</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(k,1)</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(k,2)</a:t>
                      </a:r>
                      <a:endParaRPr lang="en-US" sz="1200" dirty="0">
                        <a:latin typeface="Arial" panose="020B0604020202020204" pitchFamily="34" charset="0"/>
                        <a:cs typeface="Arial" panose="020B0604020202020204" pitchFamily="34" charset="0"/>
                      </a:endParaRPr>
                    </a:p>
                  </a:txBody>
                  <a:tcPr/>
                </a:tc>
                <a:tc>
                  <a:txBody>
                    <a:bodyPr/>
                    <a:lstStyle/>
                    <a:p>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a:t>
                      </a:r>
                      <a:r>
                        <a:rPr lang="en-US" sz="1200" baseline="-25000" dirty="0" err="1">
                          <a:latin typeface="Arial" panose="020B0604020202020204" pitchFamily="34" charset="0"/>
                          <a:cs typeface="Arial" panose="020B0604020202020204" pitchFamily="34" charset="0"/>
                        </a:rPr>
                        <a:t>k,n</a:t>
                      </a:r>
                      <a:r>
                        <a:rPr lang="en-US" sz="1200" baseline="-250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1</a:t>
                      </a:r>
                    </a:p>
                  </a:txBody>
                  <a:tcPr/>
                </a:tc>
                <a:tc>
                  <a:txBody>
                    <a:bodyPr/>
                    <a:lstStyle/>
                    <a:p>
                      <a:r>
                        <a:rPr lang="en-US" sz="1200" dirty="0">
                          <a:latin typeface="Arial" panose="020B0604020202020204" pitchFamily="34" charset="0"/>
                          <a:cs typeface="Arial" panose="020B0604020202020204" pitchFamily="34" charset="0"/>
                        </a:rPr>
                        <a:t>YES</a:t>
                      </a:r>
                    </a:p>
                  </a:txBody>
                  <a:tcPr/>
                </a:tc>
                <a:extLst>
                  <a:ext uri="{0D108BD9-81ED-4DB2-BD59-A6C34878D82A}">
                    <a16:rowId xmlns:a16="http://schemas.microsoft.com/office/drawing/2014/main" val="1717954149"/>
                  </a:ext>
                </a:extLst>
              </a:tr>
              <a:tr h="117947">
                <a:tc gridSpan="7">
                  <a:txBody>
                    <a:bodyPr/>
                    <a:lstStyle/>
                    <a:p>
                      <a:pPr algn="ctr"/>
                      <a:r>
                        <a:rPr lang="en-US" sz="1200" dirty="0">
                          <a:latin typeface="Arial" panose="020B0604020202020204" pitchFamily="34" charset="0"/>
                          <a:cs typeface="Arial" panose="020B0604020202020204" pitchFamily="34" charset="0"/>
                        </a:rPr>
                        <a:t>…</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391375967"/>
                  </a:ext>
                </a:extLst>
              </a:tr>
              <a:tr h="128650">
                <a:tc>
                  <a:txBody>
                    <a:bodyPr/>
                    <a:lstStyle/>
                    <a:p>
                      <a:pPr algn="r"/>
                      <a:r>
                        <a:rPr lang="en-US" sz="1200" b="1" dirty="0">
                          <a:latin typeface="Arial" panose="020B0604020202020204" pitchFamily="34" charset="0"/>
                          <a:cs typeface="Arial" panose="020B0604020202020204" pitchFamily="34" charset="0"/>
                        </a:rPr>
                        <a:t>#m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(m,1)</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(m,2)</a:t>
                      </a:r>
                      <a:endParaRPr lang="en-US" sz="1200" dirty="0">
                        <a:latin typeface="Arial" panose="020B0604020202020204" pitchFamily="34" charset="0"/>
                        <a:cs typeface="Arial" panose="020B0604020202020204" pitchFamily="34" charset="0"/>
                      </a:endParaRPr>
                    </a:p>
                  </a:txBody>
                  <a:tcPr/>
                </a:tc>
                <a:tc>
                  <a:txBody>
                    <a:bodyPr/>
                    <a:lstStyle/>
                    <a:p>
                      <a:endParaRPr lang="en-US" sz="120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a:t>
                      </a:r>
                      <a:r>
                        <a:rPr lang="en-US" sz="1200" baseline="-25000" dirty="0" err="1">
                          <a:latin typeface="Arial" panose="020B0604020202020204" pitchFamily="34" charset="0"/>
                          <a:cs typeface="Arial" panose="020B0604020202020204" pitchFamily="34" charset="0"/>
                        </a:rPr>
                        <a:t>m,n</a:t>
                      </a:r>
                      <a:r>
                        <a:rPr lang="en-US" sz="1200" baseline="-250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1</a:t>
                      </a:r>
                    </a:p>
                  </a:txBody>
                  <a:tcPr/>
                </a:tc>
                <a:tc>
                  <a:txBody>
                    <a:bodyPr/>
                    <a:lstStyle/>
                    <a:p>
                      <a:r>
                        <a:rPr lang="en-US" sz="1200" dirty="0">
                          <a:latin typeface="Arial" panose="020B0604020202020204" pitchFamily="34" charset="0"/>
                          <a:cs typeface="Arial" panose="020B0604020202020204" pitchFamily="34" charset="0"/>
                        </a:rPr>
                        <a:t>YES</a:t>
                      </a:r>
                    </a:p>
                  </a:txBody>
                  <a:tcPr/>
                </a:tc>
                <a:extLst>
                  <a:ext uri="{0D108BD9-81ED-4DB2-BD59-A6C34878D82A}">
                    <a16:rowId xmlns:a16="http://schemas.microsoft.com/office/drawing/2014/main" val="55851983"/>
                  </a:ext>
                </a:extLst>
              </a:tr>
            </a:tbl>
          </a:graphicData>
        </a:graphic>
      </p:graphicFrame>
      <p:sp>
        <p:nvSpPr>
          <p:cNvPr id="11" name="TextBox 10">
            <a:extLst>
              <a:ext uri="{FF2B5EF4-FFF2-40B4-BE49-F238E27FC236}">
                <a16:creationId xmlns:a16="http://schemas.microsoft.com/office/drawing/2014/main" id="{3630293D-ADCD-3A42-1918-4BD98A33996C}"/>
              </a:ext>
            </a:extLst>
          </p:cNvPr>
          <p:cNvSpPr txBox="1"/>
          <p:nvPr/>
        </p:nvSpPr>
        <p:spPr>
          <a:xfrm>
            <a:off x="6789636" y="4234934"/>
            <a:ext cx="4562576" cy="369332"/>
          </a:xfrm>
          <a:prstGeom prst="rect">
            <a:avLst/>
          </a:prstGeom>
          <a:noFill/>
        </p:spPr>
        <p:txBody>
          <a:bodyPr wrap="square">
            <a:spAutoFit/>
          </a:bodyPr>
          <a:lstStyle/>
          <a:p>
            <a:pPr algn="ctr"/>
            <a:r>
              <a:rPr lang="en-US" b="1" dirty="0">
                <a:solidFill>
                  <a:schemeClr val="bg1"/>
                </a:solidFill>
                <a:latin typeface="Arial" panose="020B0604020202020204" pitchFamily="34" charset="0"/>
                <a:cs typeface="Arial" panose="020B0604020202020204" pitchFamily="34" charset="0"/>
              </a:rPr>
              <a:t>No need</a:t>
            </a:r>
            <a:r>
              <a:rPr lang="en-US" sz="1800" b="1" dirty="0">
                <a:solidFill>
                  <a:schemeClr val="bg1"/>
                </a:solidFill>
                <a:latin typeface="Arial" panose="020B0604020202020204" pitchFamily="34" charset="0"/>
                <a:cs typeface="Arial" panose="020B0604020202020204" pitchFamily="34" charset="0"/>
              </a:rPr>
              <a:t> for threshold (</a:t>
            </a:r>
            <a:r>
              <a:rPr lang="en-US" b="1" dirty="0">
                <a:solidFill>
                  <a:schemeClr val="bg1"/>
                </a:solidFill>
                <a:latin typeface="Arial" panose="020B0604020202020204" pitchFamily="34" charset="0"/>
                <a:cs typeface="Arial" panose="020B0604020202020204" pitchFamily="34" charset="0"/>
              </a:rPr>
              <a:t>c</a:t>
            </a:r>
            <a:r>
              <a:rPr lang="en-US" sz="1800" b="1" dirty="0">
                <a:solidFill>
                  <a:schemeClr val="bg1"/>
                </a:solidFill>
                <a:latin typeface="Arial" panose="020B0604020202020204" pitchFamily="34" charset="0"/>
                <a:cs typeface="Arial" panose="020B0604020202020204" pitchFamily="34" charset="0"/>
              </a:rPr>
              <a:t>olumn Input</a:t>
            </a:r>
            <a:r>
              <a:rPr lang="en-US" sz="1800" b="1" baseline="-25000" dirty="0">
                <a:solidFill>
                  <a:schemeClr val="bg1"/>
                </a:solidFill>
                <a:latin typeface="Arial" panose="020B0604020202020204" pitchFamily="34" charset="0"/>
                <a:cs typeface="Arial" panose="020B0604020202020204" pitchFamily="34" charset="0"/>
              </a:rPr>
              <a:t>n+1</a:t>
            </a:r>
            <a:r>
              <a:rPr lang="en-US" sz="1800" b="1" dirty="0">
                <a:solidFill>
                  <a:schemeClr val="bg1"/>
                </a:solidFill>
                <a:latin typeface="Arial" panose="020B0604020202020204" pitchFamily="34" charset="0"/>
                <a:cs typeface="Arial" panose="020B0604020202020204" pitchFamily="34" charset="0"/>
              </a:rPr>
              <a:t>)</a:t>
            </a:r>
          </a:p>
        </p:txBody>
      </p:sp>
      <p:cxnSp>
        <p:nvCxnSpPr>
          <p:cNvPr id="13" name="Straight Connector 12">
            <a:extLst>
              <a:ext uri="{FF2B5EF4-FFF2-40B4-BE49-F238E27FC236}">
                <a16:creationId xmlns:a16="http://schemas.microsoft.com/office/drawing/2014/main" id="{67BAFC20-6A5C-DAEF-5BA5-A01FC604E86D}"/>
              </a:ext>
            </a:extLst>
          </p:cNvPr>
          <p:cNvCxnSpPr/>
          <p:nvPr/>
        </p:nvCxnSpPr>
        <p:spPr>
          <a:xfrm>
            <a:off x="1446212" y="3886200"/>
            <a:ext cx="10210800" cy="0"/>
          </a:xfrm>
          <a:prstGeom prst="line">
            <a:avLst/>
          </a:prstGeom>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4821FF2-6268-812D-26C5-CA52363E0147}"/>
                  </a:ext>
                </a:extLst>
              </p:cNvPr>
              <p:cNvSpPr txBox="1"/>
              <p:nvPr/>
            </p:nvSpPr>
            <p:spPr>
              <a:xfrm>
                <a:off x="1674812" y="3962401"/>
                <a:ext cx="471949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𝑜𝑢𝑟</m:t>
                      </m:r>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𝑚𝑜𝑑𝑒𝑙</m:t>
                      </m:r>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𝑤</m:t>
                      </m:r>
                      <m:r>
                        <a:rPr lang="en-US" b="0" i="1" smtClean="0">
                          <a:solidFill>
                            <a:schemeClr val="bg1"/>
                          </a:solidFill>
                          <a:latin typeface="Cambria Math" panose="02040503050406030204" pitchFamily="18" charset="0"/>
                        </a:rPr>
                        <m:t>=</m:t>
                      </m:r>
                      <m:d>
                        <m:dPr>
                          <m:begChr m:val="["/>
                          <m:endChr m:val="]"/>
                          <m:ctrlPr>
                            <a:rPr lang="en-US" b="0" i="1" smtClean="0">
                              <a:solidFill>
                                <a:schemeClr val="bg1"/>
                              </a:solidFill>
                              <a:latin typeface="Cambria Math" panose="02040503050406030204" pitchFamily="18" charset="0"/>
                            </a:rPr>
                          </m:ctrlPr>
                        </m:dPr>
                        <m:e>
                          <m:m>
                            <m:mPr>
                              <m:mcs>
                                <m:mc>
                                  <m:mcPr>
                                    <m:count m:val="3"/>
                                    <m:mcJc m:val="center"/>
                                  </m:mcPr>
                                </m:mc>
                              </m:mcs>
                              <m:ctrlPr>
                                <a:rPr lang="en-US" b="0" i="1" smtClean="0">
                                  <a:solidFill>
                                    <a:schemeClr val="bg1"/>
                                  </a:solidFill>
                                  <a:latin typeface="Cambria Math" panose="02040503050406030204" pitchFamily="18" charset="0"/>
                                </a:rPr>
                              </m:ctrlPr>
                            </m:mPr>
                            <m:mr>
                              <m:e>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𝑤</m:t>
                                    </m:r>
                                  </m:e>
                                  <m:sub>
                                    <m:r>
                                      <a:rPr lang="en-US" b="0" i="1" smtClean="0">
                                        <a:solidFill>
                                          <a:schemeClr val="bg1"/>
                                        </a:solidFill>
                                        <a:latin typeface="Cambria Math" panose="02040503050406030204" pitchFamily="18" charset="0"/>
                                      </a:rPr>
                                      <m:t>1</m:t>
                                    </m:r>
                                  </m:sub>
                                </m:sSub>
                              </m:e>
                              <m:e>
                                <m:r>
                                  <a:rPr lang="en-US" b="0" i="1" smtClean="0">
                                    <a:solidFill>
                                      <a:schemeClr val="bg1"/>
                                    </a:solidFill>
                                    <a:latin typeface="Cambria Math" panose="02040503050406030204" pitchFamily="18" charset="0"/>
                                    <a:ea typeface="Cambria Math" panose="02040503050406030204" pitchFamily="18" charset="0"/>
                                  </a:rPr>
                                  <m:t>⋯</m:t>
                                </m:r>
                              </m:e>
                              <m:e>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𝑤</m:t>
                                    </m:r>
                                  </m:e>
                                  <m:sub>
                                    <m:r>
                                      <a:rPr lang="en-US" b="0" i="1" smtClean="0">
                                        <a:solidFill>
                                          <a:schemeClr val="bg1"/>
                                        </a:solidFill>
                                        <a:latin typeface="Cambria Math" panose="02040503050406030204" pitchFamily="18" charset="0"/>
                                      </a:rPr>
                                      <m:t>𝑛</m:t>
                                    </m:r>
                                  </m:sub>
                                </m:sSub>
                              </m:e>
                            </m:mr>
                          </m:m>
                        </m:e>
                      </m:d>
                      <m:r>
                        <a:rPr lang="en-US" b="0" i="0" smtClean="0">
                          <a:solidFill>
                            <a:schemeClr val="bg1"/>
                          </a:solidFill>
                          <a:latin typeface="Cambria Math" panose="02040503050406030204" pitchFamily="18" charset="0"/>
                        </a:rPr>
                        <m:t> </m:t>
                      </m:r>
                      <m:r>
                        <m:rPr>
                          <m:sty m:val="p"/>
                        </m:rPr>
                        <a:rPr lang="en-US" b="0" i="0" smtClean="0">
                          <a:solidFill>
                            <a:schemeClr val="bg1"/>
                          </a:solidFill>
                          <a:latin typeface="Cambria Math" panose="02040503050406030204" pitchFamily="18" charset="0"/>
                        </a:rPr>
                        <m:t>and</m:t>
                      </m:r>
                      <m:r>
                        <a:rPr lang="en-US" b="0" i="0" smtClean="0">
                          <a:solidFill>
                            <a:schemeClr val="bg1"/>
                          </a:solidFill>
                          <a:latin typeface="Cambria Math" panose="02040503050406030204" pitchFamily="18" charset="0"/>
                        </a:rPr>
                        <m:t> </m:t>
                      </m:r>
                      <m:r>
                        <m:rPr>
                          <m:sty m:val="p"/>
                        </m:rPr>
                        <a:rPr lang="en-US" b="0" i="0" smtClean="0">
                          <a:solidFill>
                            <a:schemeClr val="bg1"/>
                          </a:solidFill>
                          <a:latin typeface="Cambria Math" panose="02040503050406030204" pitchFamily="18" charset="0"/>
                        </a:rPr>
                        <m:t>threshold</m:t>
                      </m:r>
                    </m:oMath>
                  </m:oMathPara>
                </a14:m>
                <a:endParaRPr lang="en-US" dirty="0">
                  <a:solidFill>
                    <a:schemeClr val="bg1"/>
                  </a:solidFill>
                </a:endParaRPr>
              </a:p>
            </p:txBody>
          </p:sp>
        </mc:Choice>
        <mc:Fallback xmlns="">
          <p:sp>
            <p:nvSpPr>
              <p:cNvPr id="15" name="TextBox 14">
                <a:extLst>
                  <a:ext uri="{FF2B5EF4-FFF2-40B4-BE49-F238E27FC236}">
                    <a16:creationId xmlns:a16="http://schemas.microsoft.com/office/drawing/2014/main" id="{84821FF2-6268-812D-26C5-CA52363E0147}"/>
                  </a:ext>
                </a:extLst>
              </p:cNvPr>
              <p:cNvSpPr txBox="1">
                <a:spLocks noRot="1" noChangeAspect="1" noMove="1" noResize="1" noEditPoints="1" noAdjustHandles="1" noChangeArrowheads="1" noChangeShapeType="1" noTextEdit="1"/>
              </p:cNvSpPr>
              <p:nvPr/>
            </p:nvSpPr>
            <p:spPr>
              <a:xfrm>
                <a:off x="1674812" y="3962401"/>
                <a:ext cx="4719497" cy="276999"/>
              </a:xfrm>
              <a:prstGeom prst="rect">
                <a:avLst/>
              </a:prstGeom>
              <a:blipFill>
                <a:blip r:embed="rId2"/>
                <a:stretch>
                  <a:fillRect t="-4545" b="-45455"/>
                </a:stretch>
              </a:blipFill>
            </p:spPr>
            <p:txBody>
              <a:bodyPr/>
              <a:lstStyle/>
              <a:p>
                <a:r>
                  <a:rPr lang="en-US">
                    <a:noFill/>
                  </a:rPr>
                  <a:t> </a:t>
                </a:r>
              </a:p>
            </p:txBody>
          </p:sp>
        </mc:Fallback>
      </mc:AlternateContent>
      <p:cxnSp>
        <p:nvCxnSpPr>
          <p:cNvPr id="16" name="Straight Connector 15">
            <a:extLst>
              <a:ext uri="{FF2B5EF4-FFF2-40B4-BE49-F238E27FC236}">
                <a16:creationId xmlns:a16="http://schemas.microsoft.com/office/drawing/2014/main" id="{5D1826EE-626F-958D-961A-D73BC17D246E}"/>
              </a:ext>
            </a:extLst>
          </p:cNvPr>
          <p:cNvCxnSpPr>
            <a:cxnSpLocks/>
          </p:cNvCxnSpPr>
          <p:nvPr/>
        </p:nvCxnSpPr>
        <p:spPr>
          <a:xfrm>
            <a:off x="6484836" y="3886200"/>
            <a:ext cx="0" cy="1676400"/>
          </a:xfrm>
          <a:prstGeom prst="line">
            <a:avLst/>
          </a:prstGeom>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A9169B2-92D5-2F1B-6E3B-7670739D7FEB}"/>
                  </a:ext>
                </a:extLst>
              </p:cNvPr>
              <p:cNvSpPr txBox="1"/>
              <p:nvPr/>
            </p:nvSpPr>
            <p:spPr>
              <a:xfrm>
                <a:off x="6940868" y="3962401"/>
                <a:ext cx="352263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𝑜𝑢𝑟</m:t>
                      </m:r>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𝑚𝑜𝑑𝑒𝑙</m:t>
                      </m:r>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𝑤</m:t>
                      </m:r>
                      <m:r>
                        <a:rPr lang="en-US" b="0" i="1" smtClean="0">
                          <a:solidFill>
                            <a:schemeClr val="bg1"/>
                          </a:solidFill>
                          <a:latin typeface="Cambria Math" panose="02040503050406030204" pitchFamily="18" charset="0"/>
                        </a:rPr>
                        <m:t>=</m:t>
                      </m:r>
                      <m:d>
                        <m:dPr>
                          <m:begChr m:val="["/>
                          <m:endChr m:val="]"/>
                          <m:ctrlPr>
                            <a:rPr lang="en-US" b="0" i="1" smtClean="0">
                              <a:solidFill>
                                <a:schemeClr val="bg1"/>
                              </a:solidFill>
                              <a:latin typeface="Cambria Math" panose="02040503050406030204" pitchFamily="18" charset="0"/>
                            </a:rPr>
                          </m:ctrlPr>
                        </m:dPr>
                        <m:e>
                          <m:m>
                            <m:mPr>
                              <m:mcs>
                                <m:mc>
                                  <m:mcPr>
                                    <m:count m:val="3"/>
                                    <m:mcJc m:val="center"/>
                                  </m:mcPr>
                                </m:mc>
                              </m:mcs>
                              <m:ctrlPr>
                                <a:rPr lang="en-US" b="0" i="1" smtClean="0">
                                  <a:solidFill>
                                    <a:schemeClr val="bg1"/>
                                  </a:solidFill>
                                  <a:latin typeface="Cambria Math" panose="02040503050406030204" pitchFamily="18" charset="0"/>
                                </a:rPr>
                              </m:ctrlPr>
                            </m:mPr>
                            <m:mr>
                              <m:e>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𝑤</m:t>
                                    </m:r>
                                  </m:e>
                                  <m:sub>
                                    <m:r>
                                      <a:rPr lang="en-US" b="0" i="1" smtClean="0">
                                        <a:solidFill>
                                          <a:schemeClr val="bg1"/>
                                        </a:solidFill>
                                        <a:latin typeface="Cambria Math" panose="02040503050406030204" pitchFamily="18" charset="0"/>
                                      </a:rPr>
                                      <m:t>1</m:t>
                                    </m:r>
                                  </m:sub>
                                </m:sSub>
                              </m:e>
                              <m:e>
                                <m:r>
                                  <a:rPr lang="en-US" b="0" i="1" smtClean="0">
                                    <a:solidFill>
                                      <a:schemeClr val="bg1"/>
                                    </a:solidFill>
                                    <a:latin typeface="Cambria Math" panose="02040503050406030204" pitchFamily="18" charset="0"/>
                                    <a:ea typeface="Cambria Math" panose="02040503050406030204" pitchFamily="18" charset="0"/>
                                  </a:rPr>
                                  <m:t>⋯</m:t>
                                </m:r>
                              </m:e>
                              <m:e>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𝑤</m:t>
                                    </m:r>
                                  </m:e>
                                  <m:sub>
                                    <m:r>
                                      <a:rPr lang="en-US" b="0" i="1" smtClean="0">
                                        <a:solidFill>
                                          <a:schemeClr val="bg1"/>
                                        </a:solidFill>
                                        <a:latin typeface="Cambria Math" panose="02040503050406030204" pitchFamily="18" charset="0"/>
                                      </a:rPr>
                                      <m:t>𝑛</m:t>
                                    </m:r>
                                    <m:r>
                                      <a:rPr lang="en-US" b="0" i="1" smtClean="0">
                                        <a:solidFill>
                                          <a:schemeClr val="bg1"/>
                                        </a:solidFill>
                                        <a:latin typeface="Cambria Math" panose="02040503050406030204" pitchFamily="18" charset="0"/>
                                      </a:rPr>
                                      <m:t>+1</m:t>
                                    </m:r>
                                  </m:sub>
                                </m:sSub>
                              </m:e>
                            </m:mr>
                          </m:m>
                        </m:e>
                      </m:d>
                    </m:oMath>
                  </m:oMathPara>
                </a14:m>
                <a:endParaRPr lang="en-US" dirty="0"/>
              </a:p>
            </p:txBody>
          </p:sp>
        </mc:Choice>
        <mc:Fallback xmlns="">
          <p:sp>
            <p:nvSpPr>
              <p:cNvPr id="22" name="TextBox 21">
                <a:extLst>
                  <a:ext uri="{FF2B5EF4-FFF2-40B4-BE49-F238E27FC236}">
                    <a16:creationId xmlns:a16="http://schemas.microsoft.com/office/drawing/2014/main" id="{7A9169B2-92D5-2F1B-6E3B-7670739D7FEB}"/>
                  </a:ext>
                </a:extLst>
              </p:cNvPr>
              <p:cNvSpPr txBox="1">
                <a:spLocks noRot="1" noChangeAspect="1" noMove="1" noResize="1" noEditPoints="1" noAdjustHandles="1" noChangeArrowheads="1" noChangeShapeType="1" noTextEdit="1"/>
              </p:cNvSpPr>
              <p:nvPr/>
            </p:nvSpPr>
            <p:spPr>
              <a:xfrm>
                <a:off x="6940868" y="3962401"/>
                <a:ext cx="3522631" cy="276999"/>
              </a:xfrm>
              <a:prstGeom prst="rect">
                <a:avLst/>
              </a:prstGeom>
              <a:blipFill>
                <a:blip r:embed="rId3"/>
                <a:stretch>
                  <a:fillRect t="-4545" b="-45455"/>
                </a:stretch>
              </a:blipFill>
            </p:spPr>
            <p:txBody>
              <a:bodyPr/>
              <a:lstStyle/>
              <a:p>
                <a:r>
                  <a:rPr lang="en-US">
                    <a:noFill/>
                  </a:rPr>
                  <a:t> </a:t>
                </a:r>
              </a:p>
            </p:txBody>
          </p:sp>
        </mc:Fallback>
      </mc:AlternateContent>
    </p:spTree>
    <p:extLst>
      <p:ext uri="{BB962C8B-B14F-4D97-AF65-F5344CB8AC3E}">
        <p14:creationId xmlns:p14="http://schemas.microsoft.com/office/powerpoint/2010/main" val="449366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Training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10087601" cy="1676400"/>
          </a:xfrm>
        </p:spPr>
        <p:txBody>
          <a:bodyPr>
            <a:normAutofit/>
          </a:bodyPr>
          <a:lstStyle/>
          <a:p>
            <a:pPr marL="0" indent="0">
              <a:buNone/>
            </a:pPr>
            <a:r>
              <a:rPr lang="en-US" b="0" dirty="0">
                <a:latin typeface="Cambria Math" panose="02040503050406030204" pitchFamily="18" charset="0"/>
                <a:cs typeface="Arial" panose="020B0604020202020204" pitchFamily="34" charset="0"/>
              </a:rPr>
              <a:t>Assuming we have the following dataset (for training):</a:t>
            </a:r>
          </a:p>
        </p:txBody>
      </p:sp>
      <p:graphicFrame>
        <p:nvGraphicFramePr>
          <p:cNvPr id="14" name="Table 13">
            <a:extLst>
              <a:ext uri="{FF2B5EF4-FFF2-40B4-BE49-F238E27FC236}">
                <a16:creationId xmlns:a16="http://schemas.microsoft.com/office/drawing/2014/main" id="{E8F49F50-D450-AB88-7E08-3408DFA27867}"/>
              </a:ext>
            </a:extLst>
          </p:cNvPr>
          <p:cNvGraphicFramePr>
            <a:graphicFrameLocks noGrp="1"/>
          </p:cNvGraphicFramePr>
          <p:nvPr/>
        </p:nvGraphicFramePr>
        <p:xfrm>
          <a:off x="1751012" y="2164080"/>
          <a:ext cx="3474720" cy="1645920"/>
        </p:xfrm>
        <a:graphic>
          <a:graphicData uri="http://schemas.openxmlformats.org/drawingml/2006/table">
            <a:tbl>
              <a:tblPr firstRow="1" bandRow="1">
                <a:tableStyleId>{073A0DAA-6AF3-43AB-8588-CEC1D06C72B9}</a:tableStyleId>
              </a:tblPr>
              <a:tblGrid>
                <a:gridCol w="640080">
                  <a:extLst>
                    <a:ext uri="{9D8B030D-6E8A-4147-A177-3AD203B41FA5}">
                      <a16:colId xmlns:a16="http://schemas.microsoft.com/office/drawing/2014/main" val="3809471710"/>
                    </a:ext>
                  </a:extLst>
                </a:gridCol>
                <a:gridCol w="640080">
                  <a:extLst>
                    <a:ext uri="{9D8B030D-6E8A-4147-A177-3AD203B41FA5}">
                      <a16:colId xmlns:a16="http://schemas.microsoft.com/office/drawing/2014/main" val="698173739"/>
                    </a:ext>
                  </a:extLst>
                </a:gridCol>
                <a:gridCol w="640080">
                  <a:extLst>
                    <a:ext uri="{9D8B030D-6E8A-4147-A177-3AD203B41FA5}">
                      <a16:colId xmlns:a16="http://schemas.microsoft.com/office/drawing/2014/main" val="4241484159"/>
                    </a:ext>
                  </a:extLst>
                </a:gridCol>
                <a:gridCol w="274320">
                  <a:extLst>
                    <a:ext uri="{9D8B030D-6E8A-4147-A177-3AD203B41FA5}">
                      <a16:colId xmlns:a16="http://schemas.microsoft.com/office/drawing/2014/main" val="2135852234"/>
                    </a:ext>
                  </a:extLst>
                </a:gridCol>
                <a:gridCol w="640080">
                  <a:extLst>
                    <a:ext uri="{9D8B030D-6E8A-4147-A177-3AD203B41FA5}">
                      <a16:colId xmlns:a16="http://schemas.microsoft.com/office/drawing/2014/main" val="1034484046"/>
                    </a:ext>
                  </a:extLst>
                </a:gridCol>
                <a:gridCol w="640080">
                  <a:extLst>
                    <a:ext uri="{9D8B030D-6E8A-4147-A177-3AD203B41FA5}">
                      <a16:colId xmlns:a16="http://schemas.microsoft.com/office/drawing/2014/main" val="2469034243"/>
                    </a:ext>
                  </a:extLst>
                </a:gridCol>
              </a:tblGrid>
              <a:tr h="196579">
                <a:tc>
                  <a:txBody>
                    <a:bodyPr/>
                    <a:lstStyle/>
                    <a:p>
                      <a:r>
                        <a:rPr lang="en-US" sz="1200" dirty="0">
                          <a:latin typeface="Arial" panose="020B0604020202020204" pitchFamily="34" charset="0"/>
                          <a:cs typeface="Arial" panose="020B0604020202020204" pitchFamily="34" charset="0"/>
                        </a:rPr>
                        <a:t>Entry</a:t>
                      </a:r>
                    </a:p>
                  </a:txBody>
                  <a:tcPr/>
                </a:tc>
                <a:tc>
                  <a:txBody>
                    <a:bodyPr/>
                    <a:lstStyle/>
                    <a:p>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1</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2</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dirty="0">
                          <a:latin typeface="Arial" panose="020B0604020202020204" pitchFamily="34" charset="0"/>
                          <a:cs typeface="Arial" panose="020B0604020202020204" pitchFamily="34" charset="0"/>
                        </a:rPr>
                        <a:t>…</a:t>
                      </a:r>
                    </a:p>
                  </a:txBody>
                  <a:tcPr/>
                </a:tc>
                <a:tc>
                  <a:txBody>
                    <a:bodyPr/>
                    <a:lstStyle/>
                    <a:p>
                      <a:r>
                        <a:rPr lang="en-US" sz="1200" dirty="0" err="1">
                          <a:latin typeface="Arial" panose="020B0604020202020204" pitchFamily="34" charset="0"/>
                          <a:cs typeface="Arial" panose="020B0604020202020204" pitchFamily="34" charset="0"/>
                        </a:rPr>
                        <a:t>Input</a:t>
                      </a:r>
                      <a:r>
                        <a:rPr lang="en-US" sz="1200" baseline="-25000" dirty="0" err="1">
                          <a:latin typeface="Arial" panose="020B0604020202020204" pitchFamily="34" charset="0"/>
                          <a:cs typeface="Arial" panose="020B0604020202020204" pitchFamily="34" charset="0"/>
                        </a:rPr>
                        <a:t>n</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Label</a:t>
                      </a:r>
                    </a:p>
                  </a:txBody>
                  <a:tcPr/>
                </a:tc>
                <a:extLst>
                  <a:ext uri="{0D108BD9-81ED-4DB2-BD59-A6C34878D82A}">
                    <a16:rowId xmlns:a16="http://schemas.microsoft.com/office/drawing/2014/main" val="3223542544"/>
                  </a:ext>
                </a:extLst>
              </a:tr>
              <a:tr h="117947">
                <a:tc>
                  <a:txBody>
                    <a:bodyPr/>
                    <a:lstStyle/>
                    <a:p>
                      <a:pPr algn="r"/>
                      <a:r>
                        <a:rPr lang="en-US" sz="1200" b="1" dirty="0">
                          <a:latin typeface="Arial" panose="020B0604020202020204" pitchFamily="34" charset="0"/>
                          <a:cs typeface="Arial" panose="020B0604020202020204" pitchFamily="34" charset="0"/>
                        </a:rPr>
                        <a:t>#1</a:t>
                      </a:r>
                    </a:p>
                  </a:txBody>
                  <a:tcPr/>
                </a:tc>
                <a:tc>
                  <a:txBody>
                    <a:bodyPr/>
                    <a:lstStyle/>
                    <a:p>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(1,1)</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(1,2)</a:t>
                      </a:r>
                      <a:endParaRPr lang="en-US" sz="1200" dirty="0">
                        <a:latin typeface="Arial" panose="020B0604020202020204" pitchFamily="34" charset="0"/>
                        <a:cs typeface="Arial" panose="020B0604020202020204" pitchFamily="34" charset="0"/>
                      </a:endParaRPr>
                    </a:p>
                  </a:txBody>
                  <a:tcPr/>
                </a:tc>
                <a:tc>
                  <a:txBody>
                    <a:bodyPr/>
                    <a:lstStyle/>
                    <a:p>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(1,n)</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NO</a:t>
                      </a:r>
                    </a:p>
                  </a:txBody>
                  <a:tcPr/>
                </a:tc>
                <a:extLst>
                  <a:ext uri="{0D108BD9-81ED-4DB2-BD59-A6C34878D82A}">
                    <a16:rowId xmlns:a16="http://schemas.microsoft.com/office/drawing/2014/main" val="3235754363"/>
                  </a:ext>
                </a:extLst>
              </a:tr>
              <a:tr h="182880">
                <a:tc grid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a:t>
                      </a: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tc>
                <a:tc hMerge="1">
                  <a:txBody>
                    <a:bodyPr/>
                    <a:lstStyle/>
                    <a:p>
                      <a:endParaRPr lang="en-US">
                        <a:latin typeface="Arial" panose="020B0604020202020204" pitchFamily="34" charset="0"/>
                        <a:cs typeface="Arial" panose="020B0604020202020204" pitchFamily="34" charset="0"/>
                      </a:endParaRP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tc>
                <a:tc hMerge="1">
                  <a:txBody>
                    <a:bodyPr/>
                    <a:lstStyle/>
                    <a:p>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462615418"/>
                  </a:ext>
                </a:extLst>
              </a:tr>
              <a:tr h="128650">
                <a:tc>
                  <a:txBody>
                    <a:bodyPr/>
                    <a:lstStyle/>
                    <a:p>
                      <a:pPr algn="r"/>
                      <a:r>
                        <a:rPr lang="en-US" sz="1200" b="1" dirty="0">
                          <a:latin typeface="Arial" panose="020B0604020202020204" pitchFamily="34" charset="0"/>
                          <a:cs typeface="Arial" panose="020B0604020202020204" pitchFamily="34" charset="0"/>
                        </a:rPr>
                        <a:t>#k</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(k,1)</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(k,2)</a:t>
                      </a:r>
                      <a:endParaRPr lang="en-US" sz="1200" dirty="0">
                        <a:latin typeface="Arial" panose="020B0604020202020204" pitchFamily="34" charset="0"/>
                        <a:cs typeface="Arial" panose="020B0604020202020204" pitchFamily="34" charset="0"/>
                      </a:endParaRPr>
                    </a:p>
                  </a:txBody>
                  <a:tcPr/>
                </a:tc>
                <a:tc>
                  <a:txBody>
                    <a:bodyPr/>
                    <a:lstStyle/>
                    <a:p>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a:t>
                      </a:r>
                      <a:r>
                        <a:rPr lang="en-US" sz="1200" baseline="-25000" dirty="0" err="1">
                          <a:latin typeface="Arial" panose="020B0604020202020204" pitchFamily="34" charset="0"/>
                          <a:cs typeface="Arial" panose="020B0604020202020204" pitchFamily="34" charset="0"/>
                        </a:rPr>
                        <a:t>k,n</a:t>
                      </a:r>
                      <a:r>
                        <a:rPr lang="en-US" sz="1200" baseline="-250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YES</a:t>
                      </a:r>
                    </a:p>
                  </a:txBody>
                  <a:tcPr/>
                </a:tc>
                <a:extLst>
                  <a:ext uri="{0D108BD9-81ED-4DB2-BD59-A6C34878D82A}">
                    <a16:rowId xmlns:a16="http://schemas.microsoft.com/office/drawing/2014/main" val="1717954149"/>
                  </a:ext>
                </a:extLst>
              </a:tr>
              <a:tr h="117947">
                <a:tc gridSpan="6">
                  <a:txBody>
                    <a:bodyPr/>
                    <a:lstStyle/>
                    <a:p>
                      <a:pPr algn="ctr"/>
                      <a:r>
                        <a:rPr lang="en-US" sz="1200" dirty="0">
                          <a:latin typeface="Arial" panose="020B0604020202020204" pitchFamily="34" charset="0"/>
                          <a:cs typeface="Arial" panose="020B0604020202020204" pitchFamily="34" charset="0"/>
                        </a:rPr>
                        <a:t>…</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391375967"/>
                  </a:ext>
                </a:extLst>
              </a:tr>
              <a:tr h="128650">
                <a:tc>
                  <a:txBody>
                    <a:bodyPr/>
                    <a:lstStyle/>
                    <a:p>
                      <a:pPr algn="r"/>
                      <a:r>
                        <a:rPr lang="en-US" sz="1200" b="1" dirty="0">
                          <a:latin typeface="Arial" panose="020B0604020202020204" pitchFamily="34" charset="0"/>
                          <a:cs typeface="Arial" panose="020B0604020202020204" pitchFamily="34" charset="0"/>
                        </a:rPr>
                        <a:t>#m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(m,1)</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(m,2)</a:t>
                      </a:r>
                      <a:endParaRPr lang="en-US" sz="1200" dirty="0">
                        <a:latin typeface="Arial" panose="020B0604020202020204" pitchFamily="34" charset="0"/>
                        <a:cs typeface="Arial" panose="020B0604020202020204" pitchFamily="34" charset="0"/>
                      </a:endParaRPr>
                    </a:p>
                  </a:txBody>
                  <a:tcPr/>
                </a:tc>
                <a:tc>
                  <a:txBody>
                    <a:bodyPr/>
                    <a:lstStyle/>
                    <a:p>
                      <a:endParaRPr lang="en-US" sz="120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a:t>
                      </a:r>
                      <a:r>
                        <a:rPr lang="en-US" sz="1200" baseline="-25000" dirty="0" err="1">
                          <a:latin typeface="Arial" panose="020B0604020202020204" pitchFamily="34" charset="0"/>
                          <a:cs typeface="Arial" panose="020B0604020202020204" pitchFamily="34" charset="0"/>
                        </a:rPr>
                        <a:t>m,n</a:t>
                      </a:r>
                      <a:r>
                        <a:rPr lang="en-US" sz="1200" baseline="-250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YES</a:t>
                      </a:r>
                    </a:p>
                  </a:txBody>
                  <a:tcPr/>
                </a:tc>
                <a:extLst>
                  <a:ext uri="{0D108BD9-81ED-4DB2-BD59-A6C34878D82A}">
                    <a16:rowId xmlns:a16="http://schemas.microsoft.com/office/drawing/2014/main" val="55851983"/>
                  </a:ext>
                </a:extLst>
              </a:tr>
            </a:tbl>
          </a:graphicData>
        </a:graphic>
      </p:graphicFrame>
      <p:graphicFrame>
        <p:nvGraphicFramePr>
          <p:cNvPr id="4" name="Table 3">
            <a:extLst>
              <a:ext uri="{FF2B5EF4-FFF2-40B4-BE49-F238E27FC236}">
                <a16:creationId xmlns:a16="http://schemas.microsoft.com/office/drawing/2014/main" id="{B4BA64BF-08E4-9F0E-74C3-821BFF6F4352}"/>
              </a:ext>
            </a:extLst>
          </p:cNvPr>
          <p:cNvGraphicFramePr>
            <a:graphicFrameLocks noGrp="1"/>
          </p:cNvGraphicFramePr>
          <p:nvPr/>
        </p:nvGraphicFramePr>
        <p:xfrm>
          <a:off x="6972936" y="2164080"/>
          <a:ext cx="4297680" cy="1645920"/>
        </p:xfrm>
        <a:graphic>
          <a:graphicData uri="http://schemas.openxmlformats.org/drawingml/2006/table">
            <a:tbl>
              <a:tblPr firstRow="1" bandRow="1">
                <a:tableStyleId>{073A0DAA-6AF3-43AB-8588-CEC1D06C72B9}</a:tableStyleId>
              </a:tblPr>
              <a:tblGrid>
                <a:gridCol w="640080">
                  <a:extLst>
                    <a:ext uri="{9D8B030D-6E8A-4147-A177-3AD203B41FA5}">
                      <a16:colId xmlns:a16="http://schemas.microsoft.com/office/drawing/2014/main" val="3809471710"/>
                    </a:ext>
                  </a:extLst>
                </a:gridCol>
                <a:gridCol w="640080">
                  <a:extLst>
                    <a:ext uri="{9D8B030D-6E8A-4147-A177-3AD203B41FA5}">
                      <a16:colId xmlns:a16="http://schemas.microsoft.com/office/drawing/2014/main" val="698173739"/>
                    </a:ext>
                  </a:extLst>
                </a:gridCol>
                <a:gridCol w="640080">
                  <a:extLst>
                    <a:ext uri="{9D8B030D-6E8A-4147-A177-3AD203B41FA5}">
                      <a16:colId xmlns:a16="http://schemas.microsoft.com/office/drawing/2014/main" val="4241484159"/>
                    </a:ext>
                  </a:extLst>
                </a:gridCol>
                <a:gridCol w="274320">
                  <a:extLst>
                    <a:ext uri="{9D8B030D-6E8A-4147-A177-3AD203B41FA5}">
                      <a16:colId xmlns:a16="http://schemas.microsoft.com/office/drawing/2014/main" val="2135852234"/>
                    </a:ext>
                  </a:extLst>
                </a:gridCol>
                <a:gridCol w="640080">
                  <a:extLst>
                    <a:ext uri="{9D8B030D-6E8A-4147-A177-3AD203B41FA5}">
                      <a16:colId xmlns:a16="http://schemas.microsoft.com/office/drawing/2014/main" val="1034484046"/>
                    </a:ext>
                  </a:extLst>
                </a:gridCol>
                <a:gridCol w="822960">
                  <a:extLst>
                    <a:ext uri="{9D8B030D-6E8A-4147-A177-3AD203B41FA5}">
                      <a16:colId xmlns:a16="http://schemas.microsoft.com/office/drawing/2014/main" val="3112590372"/>
                    </a:ext>
                  </a:extLst>
                </a:gridCol>
                <a:gridCol w="640080">
                  <a:extLst>
                    <a:ext uri="{9D8B030D-6E8A-4147-A177-3AD203B41FA5}">
                      <a16:colId xmlns:a16="http://schemas.microsoft.com/office/drawing/2014/main" val="2469034243"/>
                    </a:ext>
                  </a:extLst>
                </a:gridCol>
              </a:tblGrid>
              <a:tr h="274320">
                <a:tc>
                  <a:txBody>
                    <a:bodyPr/>
                    <a:lstStyle/>
                    <a:p>
                      <a:r>
                        <a:rPr lang="en-US" sz="1200" dirty="0">
                          <a:latin typeface="Arial" panose="020B0604020202020204" pitchFamily="34" charset="0"/>
                          <a:cs typeface="Arial" panose="020B0604020202020204" pitchFamily="34" charset="0"/>
                        </a:rPr>
                        <a:t>Entry</a:t>
                      </a:r>
                    </a:p>
                  </a:txBody>
                  <a:tcPr/>
                </a:tc>
                <a:tc>
                  <a:txBody>
                    <a:bodyPr/>
                    <a:lstStyle/>
                    <a:p>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1</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2</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dirty="0">
                          <a:latin typeface="Arial" panose="020B0604020202020204" pitchFamily="34" charset="0"/>
                          <a:cs typeface="Arial" panose="020B0604020202020204" pitchFamily="34" charset="0"/>
                        </a:rPr>
                        <a:t>…</a:t>
                      </a:r>
                    </a:p>
                  </a:txBody>
                  <a:tcPr/>
                </a:tc>
                <a:tc>
                  <a:txBody>
                    <a:bodyPr/>
                    <a:lstStyle/>
                    <a:p>
                      <a:r>
                        <a:rPr lang="en-US" sz="1200" dirty="0" err="1">
                          <a:latin typeface="Arial" panose="020B0604020202020204" pitchFamily="34" charset="0"/>
                          <a:cs typeface="Arial" panose="020B0604020202020204" pitchFamily="34" charset="0"/>
                        </a:rPr>
                        <a:t>Input</a:t>
                      </a:r>
                      <a:r>
                        <a:rPr lang="en-US" sz="1200" baseline="-25000" dirty="0" err="1">
                          <a:latin typeface="Arial" panose="020B0604020202020204" pitchFamily="34" charset="0"/>
                          <a:cs typeface="Arial" panose="020B0604020202020204" pitchFamily="34" charset="0"/>
                        </a:rPr>
                        <a:t>n</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n+1</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Label</a:t>
                      </a:r>
                    </a:p>
                  </a:txBody>
                  <a:tcPr/>
                </a:tc>
                <a:extLst>
                  <a:ext uri="{0D108BD9-81ED-4DB2-BD59-A6C34878D82A}">
                    <a16:rowId xmlns:a16="http://schemas.microsoft.com/office/drawing/2014/main" val="3223542544"/>
                  </a:ext>
                </a:extLst>
              </a:tr>
              <a:tr h="117947">
                <a:tc>
                  <a:txBody>
                    <a:bodyPr/>
                    <a:lstStyle/>
                    <a:p>
                      <a:pPr algn="r"/>
                      <a:r>
                        <a:rPr lang="en-US" sz="1200" b="1" dirty="0">
                          <a:latin typeface="Arial" panose="020B0604020202020204" pitchFamily="34" charset="0"/>
                          <a:cs typeface="Arial" panose="020B0604020202020204" pitchFamily="34" charset="0"/>
                        </a:rPr>
                        <a:t>#1</a:t>
                      </a:r>
                    </a:p>
                  </a:txBody>
                  <a:tcPr/>
                </a:tc>
                <a:tc>
                  <a:txBody>
                    <a:bodyPr/>
                    <a:lstStyle/>
                    <a:p>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(1,1)</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(1,2)</a:t>
                      </a:r>
                      <a:endParaRPr lang="en-US" sz="1200" dirty="0">
                        <a:latin typeface="Arial" panose="020B0604020202020204" pitchFamily="34" charset="0"/>
                        <a:cs typeface="Arial" panose="020B0604020202020204" pitchFamily="34" charset="0"/>
                      </a:endParaRPr>
                    </a:p>
                  </a:txBody>
                  <a:tcPr/>
                </a:tc>
                <a:tc>
                  <a:txBody>
                    <a:bodyPr/>
                    <a:lstStyle/>
                    <a:p>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(1,n)</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1</a:t>
                      </a:r>
                    </a:p>
                  </a:txBody>
                  <a:tcPr/>
                </a:tc>
                <a:tc>
                  <a:txBody>
                    <a:bodyPr/>
                    <a:lstStyle/>
                    <a:p>
                      <a:r>
                        <a:rPr lang="en-US" sz="1200" dirty="0">
                          <a:latin typeface="Arial" panose="020B0604020202020204" pitchFamily="34" charset="0"/>
                          <a:cs typeface="Arial" panose="020B0604020202020204" pitchFamily="34" charset="0"/>
                        </a:rPr>
                        <a:t>NO</a:t>
                      </a:r>
                    </a:p>
                  </a:txBody>
                  <a:tcPr/>
                </a:tc>
                <a:extLst>
                  <a:ext uri="{0D108BD9-81ED-4DB2-BD59-A6C34878D82A}">
                    <a16:rowId xmlns:a16="http://schemas.microsoft.com/office/drawing/2014/main" val="3235754363"/>
                  </a:ext>
                </a:extLst>
              </a:tr>
              <a:tr h="117947">
                <a:tc gridSpan="7">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a:t>
                      </a: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tc>
                <a:tc hMerge="1">
                  <a:txBody>
                    <a:bodyPr/>
                    <a:lstStyle/>
                    <a:p>
                      <a:endParaRPr lang="en-US">
                        <a:latin typeface="Arial" panose="020B0604020202020204" pitchFamily="34" charset="0"/>
                        <a:cs typeface="Arial" panose="020B0604020202020204" pitchFamily="34" charset="0"/>
                      </a:endParaRP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tc>
                <a:tc hMerge="1">
                  <a:txBody>
                    <a:bodyPr/>
                    <a:lstStyle/>
                    <a:p>
                      <a:endParaRPr lang="en-US"/>
                    </a:p>
                  </a:txBody>
                  <a:tcPr/>
                </a:tc>
                <a:tc hMerge="1">
                  <a:txBody>
                    <a:bodyPr/>
                    <a:lstStyle/>
                    <a:p>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462615418"/>
                  </a:ext>
                </a:extLst>
              </a:tr>
              <a:tr h="128650">
                <a:tc>
                  <a:txBody>
                    <a:bodyPr/>
                    <a:lstStyle/>
                    <a:p>
                      <a:pPr algn="r"/>
                      <a:r>
                        <a:rPr lang="en-US" sz="1200" b="1" dirty="0">
                          <a:latin typeface="Arial" panose="020B0604020202020204" pitchFamily="34" charset="0"/>
                          <a:cs typeface="Arial" panose="020B0604020202020204" pitchFamily="34" charset="0"/>
                        </a:rPr>
                        <a:t>#k</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(k,1)</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(k,2)</a:t>
                      </a:r>
                      <a:endParaRPr lang="en-US" sz="1200" dirty="0">
                        <a:latin typeface="Arial" panose="020B0604020202020204" pitchFamily="34" charset="0"/>
                        <a:cs typeface="Arial" panose="020B0604020202020204" pitchFamily="34" charset="0"/>
                      </a:endParaRPr>
                    </a:p>
                  </a:txBody>
                  <a:tcPr/>
                </a:tc>
                <a:tc>
                  <a:txBody>
                    <a:bodyPr/>
                    <a:lstStyle/>
                    <a:p>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a:t>
                      </a:r>
                      <a:r>
                        <a:rPr lang="en-US" sz="1200" baseline="-25000" dirty="0" err="1">
                          <a:latin typeface="Arial" panose="020B0604020202020204" pitchFamily="34" charset="0"/>
                          <a:cs typeface="Arial" panose="020B0604020202020204" pitchFamily="34" charset="0"/>
                        </a:rPr>
                        <a:t>k,n</a:t>
                      </a:r>
                      <a:r>
                        <a:rPr lang="en-US" sz="1200" baseline="-250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1</a:t>
                      </a:r>
                    </a:p>
                  </a:txBody>
                  <a:tcPr/>
                </a:tc>
                <a:tc>
                  <a:txBody>
                    <a:bodyPr/>
                    <a:lstStyle/>
                    <a:p>
                      <a:r>
                        <a:rPr lang="en-US" sz="1200" dirty="0">
                          <a:latin typeface="Arial" panose="020B0604020202020204" pitchFamily="34" charset="0"/>
                          <a:cs typeface="Arial" panose="020B0604020202020204" pitchFamily="34" charset="0"/>
                        </a:rPr>
                        <a:t>YES</a:t>
                      </a:r>
                    </a:p>
                  </a:txBody>
                  <a:tcPr/>
                </a:tc>
                <a:extLst>
                  <a:ext uri="{0D108BD9-81ED-4DB2-BD59-A6C34878D82A}">
                    <a16:rowId xmlns:a16="http://schemas.microsoft.com/office/drawing/2014/main" val="1717954149"/>
                  </a:ext>
                </a:extLst>
              </a:tr>
              <a:tr h="117947">
                <a:tc gridSpan="7">
                  <a:txBody>
                    <a:bodyPr/>
                    <a:lstStyle/>
                    <a:p>
                      <a:pPr algn="ctr"/>
                      <a:r>
                        <a:rPr lang="en-US" sz="1200" dirty="0">
                          <a:latin typeface="Arial" panose="020B0604020202020204" pitchFamily="34" charset="0"/>
                          <a:cs typeface="Arial" panose="020B0604020202020204" pitchFamily="34" charset="0"/>
                        </a:rPr>
                        <a:t>…</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391375967"/>
                  </a:ext>
                </a:extLst>
              </a:tr>
              <a:tr h="128650">
                <a:tc>
                  <a:txBody>
                    <a:bodyPr/>
                    <a:lstStyle/>
                    <a:p>
                      <a:pPr algn="r"/>
                      <a:r>
                        <a:rPr lang="en-US" sz="1200" b="1" dirty="0">
                          <a:latin typeface="Arial" panose="020B0604020202020204" pitchFamily="34" charset="0"/>
                          <a:cs typeface="Arial" panose="020B0604020202020204" pitchFamily="34" charset="0"/>
                        </a:rPr>
                        <a:t>#m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(m,1)</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(m,2)</a:t>
                      </a:r>
                      <a:endParaRPr lang="en-US" sz="1200" dirty="0">
                        <a:latin typeface="Arial" panose="020B0604020202020204" pitchFamily="34" charset="0"/>
                        <a:cs typeface="Arial" panose="020B0604020202020204" pitchFamily="34" charset="0"/>
                      </a:endParaRPr>
                    </a:p>
                  </a:txBody>
                  <a:tcPr/>
                </a:tc>
                <a:tc>
                  <a:txBody>
                    <a:bodyPr/>
                    <a:lstStyle/>
                    <a:p>
                      <a:endParaRPr lang="en-US" sz="120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a:t>
                      </a:r>
                      <a:r>
                        <a:rPr lang="en-US" sz="1200" baseline="-25000" dirty="0" err="1">
                          <a:latin typeface="Arial" panose="020B0604020202020204" pitchFamily="34" charset="0"/>
                          <a:cs typeface="Arial" panose="020B0604020202020204" pitchFamily="34" charset="0"/>
                        </a:rPr>
                        <a:t>m,n</a:t>
                      </a:r>
                      <a:r>
                        <a:rPr lang="en-US" sz="1200" baseline="-250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1</a:t>
                      </a:r>
                    </a:p>
                  </a:txBody>
                  <a:tcPr/>
                </a:tc>
                <a:tc>
                  <a:txBody>
                    <a:bodyPr/>
                    <a:lstStyle/>
                    <a:p>
                      <a:r>
                        <a:rPr lang="en-US" sz="1200" dirty="0">
                          <a:latin typeface="Arial" panose="020B0604020202020204" pitchFamily="34" charset="0"/>
                          <a:cs typeface="Arial" panose="020B0604020202020204" pitchFamily="34" charset="0"/>
                        </a:rPr>
                        <a:t>YES</a:t>
                      </a:r>
                    </a:p>
                  </a:txBody>
                  <a:tcPr/>
                </a:tc>
                <a:extLst>
                  <a:ext uri="{0D108BD9-81ED-4DB2-BD59-A6C34878D82A}">
                    <a16:rowId xmlns:a16="http://schemas.microsoft.com/office/drawing/2014/main" val="55851983"/>
                  </a:ext>
                </a:extLst>
              </a:tr>
            </a:tbl>
          </a:graphicData>
        </a:graphic>
      </p:graphicFrame>
      <p:sp>
        <p:nvSpPr>
          <p:cNvPr id="11" name="TextBox 10">
            <a:extLst>
              <a:ext uri="{FF2B5EF4-FFF2-40B4-BE49-F238E27FC236}">
                <a16:creationId xmlns:a16="http://schemas.microsoft.com/office/drawing/2014/main" id="{3630293D-ADCD-3A42-1918-4BD98A33996C}"/>
              </a:ext>
            </a:extLst>
          </p:cNvPr>
          <p:cNvSpPr txBox="1"/>
          <p:nvPr/>
        </p:nvSpPr>
        <p:spPr>
          <a:xfrm>
            <a:off x="6708915" y="4234934"/>
            <a:ext cx="4724018" cy="369332"/>
          </a:xfrm>
          <a:prstGeom prst="rect">
            <a:avLst/>
          </a:prstGeom>
          <a:noFill/>
        </p:spPr>
        <p:txBody>
          <a:bodyPr wrap="square">
            <a:spAutoFit/>
          </a:bodyPr>
          <a:lstStyle/>
          <a:p>
            <a:pPr algn="ctr"/>
            <a:r>
              <a:rPr lang="en-US" b="1" dirty="0">
                <a:solidFill>
                  <a:schemeClr val="bg1"/>
                </a:solidFill>
                <a:latin typeface="Arial" panose="020B0604020202020204" pitchFamily="34" charset="0"/>
                <a:cs typeface="Arial" panose="020B0604020202020204" pitchFamily="34" charset="0"/>
              </a:rPr>
              <a:t>No need</a:t>
            </a:r>
            <a:r>
              <a:rPr lang="en-US" sz="1800" b="1" dirty="0">
                <a:solidFill>
                  <a:schemeClr val="bg1"/>
                </a:solidFill>
                <a:latin typeface="Arial" panose="020B0604020202020204" pitchFamily="34" charset="0"/>
                <a:cs typeface="Arial" panose="020B0604020202020204" pitchFamily="34" charset="0"/>
              </a:rPr>
              <a:t> for threshold (</a:t>
            </a:r>
            <a:r>
              <a:rPr lang="en-US" b="1" dirty="0">
                <a:solidFill>
                  <a:schemeClr val="bg1"/>
                </a:solidFill>
                <a:latin typeface="Arial" panose="020B0604020202020204" pitchFamily="34" charset="0"/>
                <a:cs typeface="Arial" panose="020B0604020202020204" pitchFamily="34" charset="0"/>
              </a:rPr>
              <a:t>c</a:t>
            </a:r>
            <a:r>
              <a:rPr lang="en-US" sz="1800" b="1" dirty="0">
                <a:solidFill>
                  <a:schemeClr val="bg1"/>
                </a:solidFill>
                <a:latin typeface="Arial" panose="020B0604020202020204" pitchFamily="34" charset="0"/>
                <a:cs typeface="Arial" panose="020B0604020202020204" pitchFamily="34" charset="0"/>
              </a:rPr>
              <a:t>olumn Input</a:t>
            </a:r>
            <a:r>
              <a:rPr lang="en-US" sz="1800" b="1" baseline="-25000" dirty="0">
                <a:solidFill>
                  <a:schemeClr val="bg1"/>
                </a:solidFill>
                <a:latin typeface="Arial" panose="020B0604020202020204" pitchFamily="34" charset="0"/>
                <a:cs typeface="Arial" panose="020B0604020202020204" pitchFamily="34" charset="0"/>
              </a:rPr>
              <a:t>n+1</a:t>
            </a:r>
            <a:r>
              <a:rPr lang="en-US" sz="1800" b="1" dirty="0">
                <a:solidFill>
                  <a:schemeClr val="bg1"/>
                </a:solidFill>
                <a:latin typeface="Arial" panose="020B0604020202020204" pitchFamily="34" charset="0"/>
                <a:cs typeface="Arial" panose="020B0604020202020204" pitchFamily="34" charset="0"/>
              </a:rPr>
              <a:t>)</a:t>
            </a:r>
          </a:p>
        </p:txBody>
      </p:sp>
      <p:cxnSp>
        <p:nvCxnSpPr>
          <p:cNvPr id="13" name="Straight Connector 12">
            <a:extLst>
              <a:ext uri="{FF2B5EF4-FFF2-40B4-BE49-F238E27FC236}">
                <a16:creationId xmlns:a16="http://schemas.microsoft.com/office/drawing/2014/main" id="{67BAFC20-6A5C-DAEF-5BA5-A01FC604E86D}"/>
              </a:ext>
            </a:extLst>
          </p:cNvPr>
          <p:cNvCxnSpPr/>
          <p:nvPr/>
        </p:nvCxnSpPr>
        <p:spPr>
          <a:xfrm>
            <a:off x="1446212" y="3886200"/>
            <a:ext cx="10210800" cy="0"/>
          </a:xfrm>
          <a:prstGeom prst="line">
            <a:avLst/>
          </a:prstGeom>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4821FF2-6268-812D-26C5-CA52363E0147}"/>
                  </a:ext>
                </a:extLst>
              </p:cNvPr>
              <p:cNvSpPr txBox="1"/>
              <p:nvPr/>
            </p:nvSpPr>
            <p:spPr>
              <a:xfrm>
                <a:off x="1674812" y="3962401"/>
                <a:ext cx="471949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𝑜𝑢𝑟</m:t>
                      </m:r>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𝑚𝑜𝑑𝑒𝑙</m:t>
                      </m:r>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𝑤</m:t>
                      </m:r>
                      <m:r>
                        <a:rPr lang="en-US" b="0" i="1" smtClean="0">
                          <a:solidFill>
                            <a:schemeClr val="bg1"/>
                          </a:solidFill>
                          <a:latin typeface="Cambria Math" panose="02040503050406030204" pitchFamily="18" charset="0"/>
                        </a:rPr>
                        <m:t>=</m:t>
                      </m:r>
                      <m:d>
                        <m:dPr>
                          <m:begChr m:val="["/>
                          <m:endChr m:val="]"/>
                          <m:ctrlPr>
                            <a:rPr lang="en-US" b="0" i="1" smtClean="0">
                              <a:solidFill>
                                <a:schemeClr val="bg1"/>
                              </a:solidFill>
                              <a:latin typeface="Cambria Math" panose="02040503050406030204" pitchFamily="18" charset="0"/>
                            </a:rPr>
                          </m:ctrlPr>
                        </m:dPr>
                        <m:e>
                          <m:m>
                            <m:mPr>
                              <m:mcs>
                                <m:mc>
                                  <m:mcPr>
                                    <m:count m:val="3"/>
                                    <m:mcJc m:val="center"/>
                                  </m:mcPr>
                                </m:mc>
                              </m:mcs>
                              <m:ctrlPr>
                                <a:rPr lang="en-US" b="0" i="1" smtClean="0">
                                  <a:solidFill>
                                    <a:schemeClr val="bg1"/>
                                  </a:solidFill>
                                  <a:latin typeface="Cambria Math" panose="02040503050406030204" pitchFamily="18" charset="0"/>
                                </a:rPr>
                              </m:ctrlPr>
                            </m:mPr>
                            <m:mr>
                              <m:e>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𝑤</m:t>
                                    </m:r>
                                  </m:e>
                                  <m:sub>
                                    <m:r>
                                      <a:rPr lang="en-US" b="0" i="1" smtClean="0">
                                        <a:solidFill>
                                          <a:schemeClr val="bg1"/>
                                        </a:solidFill>
                                        <a:latin typeface="Cambria Math" panose="02040503050406030204" pitchFamily="18" charset="0"/>
                                      </a:rPr>
                                      <m:t>1</m:t>
                                    </m:r>
                                  </m:sub>
                                </m:sSub>
                              </m:e>
                              <m:e>
                                <m:r>
                                  <a:rPr lang="en-US" b="0" i="1" smtClean="0">
                                    <a:solidFill>
                                      <a:schemeClr val="bg1"/>
                                    </a:solidFill>
                                    <a:latin typeface="Cambria Math" panose="02040503050406030204" pitchFamily="18" charset="0"/>
                                    <a:ea typeface="Cambria Math" panose="02040503050406030204" pitchFamily="18" charset="0"/>
                                  </a:rPr>
                                  <m:t>⋯</m:t>
                                </m:r>
                              </m:e>
                              <m:e>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𝑤</m:t>
                                    </m:r>
                                  </m:e>
                                  <m:sub>
                                    <m:r>
                                      <a:rPr lang="en-US" b="0" i="1" smtClean="0">
                                        <a:solidFill>
                                          <a:schemeClr val="bg1"/>
                                        </a:solidFill>
                                        <a:latin typeface="Cambria Math" panose="02040503050406030204" pitchFamily="18" charset="0"/>
                                      </a:rPr>
                                      <m:t>𝑛</m:t>
                                    </m:r>
                                  </m:sub>
                                </m:sSub>
                              </m:e>
                            </m:mr>
                          </m:m>
                        </m:e>
                      </m:d>
                      <m:r>
                        <a:rPr lang="en-US" b="0" i="0" smtClean="0">
                          <a:solidFill>
                            <a:schemeClr val="bg1"/>
                          </a:solidFill>
                          <a:latin typeface="Cambria Math" panose="02040503050406030204" pitchFamily="18" charset="0"/>
                        </a:rPr>
                        <m:t> </m:t>
                      </m:r>
                      <m:r>
                        <m:rPr>
                          <m:sty m:val="p"/>
                        </m:rPr>
                        <a:rPr lang="en-US" b="0" i="0" smtClean="0">
                          <a:solidFill>
                            <a:schemeClr val="bg1"/>
                          </a:solidFill>
                          <a:latin typeface="Cambria Math" panose="02040503050406030204" pitchFamily="18" charset="0"/>
                        </a:rPr>
                        <m:t>and</m:t>
                      </m:r>
                      <m:r>
                        <a:rPr lang="en-US" b="0" i="0" smtClean="0">
                          <a:solidFill>
                            <a:schemeClr val="bg1"/>
                          </a:solidFill>
                          <a:latin typeface="Cambria Math" panose="02040503050406030204" pitchFamily="18" charset="0"/>
                        </a:rPr>
                        <m:t> </m:t>
                      </m:r>
                      <m:r>
                        <m:rPr>
                          <m:sty m:val="p"/>
                        </m:rPr>
                        <a:rPr lang="en-US" b="0" i="0" smtClean="0">
                          <a:solidFill>
                            <a:schemeClr val="bg1"/>
                          </a:solidFill>
                          <a:latin typeface="Cambria Math" panose="02040503050406030204" pitchFamily="18" charset="0"/>
                        </a:rPr>
                        <m:t>threshold</m:t>
                      </m:r>
                    </m:oMath>
                  </m:oMathPara>
                </a14:m>
                <a:endParaRPr lang="en-US" dirty="0">
                  <a:solidFill>
                    <a:schemeClr val="bg1"/>
                  </a:solidFill>
                </a:endParaRPr>
              </a:p>
            </p:txBody>
          </p:sp>
        </mc:Choice>
        <mc:Fallback xmlns="">
          <p:sp>
            <p:nvSpPr>
              <p:cNvPr id="15" name="TextBox 14">
                <a:extLst>
                  <a:ext uri="{FF2B5EF4-FFF2-40B4-BE49-F238E27FC236}">
                    <a16:creationId xmlns:a16="http://schemas.microsoft.com/office/drawing/2014/main" id="{84821FF2-6268-812D-26C5-CA52363E0147}"/>
                  </a:ext>
                </a:extLst>
              </p:cNvPr>
              <p:cNvSpPr txBox="1">
                <a:spLocks noRot="1" noChangeAspect="1" noMove="1" noResize="1" noEditPoints="1" noAdjustHandles="1" noChangeArrowheads="1" noChangeShapeType="1" noTextEdit="1"/>
              </p:cNvSpPr>
              <p:nvPr/>
            </p:nvSpPr>
            <p:spPr>
              <a:xfrm>
                <a:off x="1674812" y="3962401"/>
                <a:ext cx="4719497" cy="276999"/>
              </a:xfrm>
              <a:prstGeom prst="rect">
                <a:avLst/>
              </a:prstGeom>
              <a:blipFill>
                <a:blip r:embed="rId2"/>
                <a:stretch>
                  <a:fillRect t="-4545" b="-45455"/>
                </a:stretch>
              </a:blipFill>
            </p:spPr>
            <p:txBody>
              <a:bodyPr/>
              <a:lstStyle/>
              <a:p>
                <a:r>
                  <a:rPr lang="en-US">
                    <a:noFill/>
                  </a:rPr>
                  <a:t> </a:t>
                </a:r>
              </a:p>
            </p:txBody>
          </p:sp>
        </mc:Fallback>
      </mc:AlternateContent>
      <p:cxnSp>
        <p:nvCxnSpPr>
          <p:cNvPr id="16" name="Straight Connector 15">
            <a:extLst>
              <a:ext uri="{FF2B5EF4-FFF2-40B4-BE49-F238E27FC236}">
                <a16:creationId xmlns:a16="http://schemas.microsoft.com/office/drawing/2014/main" id="{5D1826EE-626F-958D-961A-D73BC17D246E}"/>
              </a:ext>
            </a:extLst>
          </p:cNvPr>
          <p:cNvCxnSpPr>
            <a:cxnSpLocks/>
          </p:cNvCxnSpPr>
          <p:nvPr/>
        </p:nvCxnSpPr>
        <p:spPr>
          <a:xfrm>
            <a:off x="6484836" y="3886200"/>
            <a:ext cx="0" cy="1676400"/>
          </a:xfrm>
          <a:prstGeom prst="line">
            <a:avLst/>
          </a:prstGeom>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A9169B2-92D5-2F1B-6E3B-7670739D7FEB}"/>
                  </a:ext>
                </a:extLst>
              </p:cNvPr>
              <p:cNvSpPr txBox="1"/>
              <p:nvPr/>
            </p:nvSpPr>
            <p:spPr>
              <a:xfrm>
                <a:off x="6940868" y="3962401"/>
                <a:ext cx="352263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𝑜𝑢𝑟</m:t>
                      </m:r>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𝑚𝑜𝑑𝑒𝑙</m:t>
                      </m:r>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𝑤</m:t>
                      </m:r>
                      <m:r>
                        <a:rPr lang="en-US" b="0" i="1" smtClean="0">
                          <a:solidFill>
                            <a:schemeClr val="bg1"/>
                          </a:solidFill>
                          <a:latin typeface="Cambria Math" panose="02040503050406030204" pitchFamily="18" charset="0"/>
                        </a:rPr>
                        <m:t>=</m:t>
                      </m:r>
                      <m:d>
                        <m:dPr>
                          <m:begChr m:val="["/>
                          <m:endChr m:val="]"/>
                          <m:ctrlPr>
                            <a:rPr lang="en-US" b="0" i="1" smtClean="0">
                              <a:solidFill>
                                <a:schemeClr val="bg1"/>
                              </a:solidFill>
                              <a:latin typeface="Cambria Math" panose="02040503050406030204" pitchFamily="18" charset="0"/>
                            </a:rPr>
                          </m:ctrlPr>
                        </m:dPr>
                        <m:e>
                          <m:m>
                            <m:mPr>
                              <m:mcs>
                                <m:mc>
                                  <m:mcPr>
                                    <m:count m:val="3"/>
                                    <m:mcJc m:val="center"/>
                                  </m:mcPr>
                                </m:mc>
                              </m:mcs>
                              <m:ctrlPr>
                                <a:rPr lang="en-US" b="0" i="1" smtClean="0">
                                  <a:solidFill>
                                    <a:schemeClr val="bg1"/>
                                  </a:solidFill>
                                  <a:latin typeface="Cambria Math" panose="02040503050406030204" pitchFamily="18" charset="0"/>
                                </a:rPr>
                              </m:ctrlPr>
                            </m:mPr>
                            <m:mr>
                              <m:e>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𝑤</m:t>
                                    </m:r>
                                  </m:e>
                                  <m:sub>
                                    <m:r>
                                      <a:rPr lang="en-US" b="0" i="1" smtClean="0">
                                        <a:solidFill>
                                          <a:schemeClr val="bg1"/>
                                        </a:solidFill>
                                        <a:latin typeface="Cambria Math" panose="02040503050406030204" pitchFamily="18" charset="0"/>
                                      </a:rPr>
                                      <m:t>1</m:t>
                                    </m:r>
                                  </m:sub>
                                </m:sSub>
                              </m:e>
                              <m:e>
                                <m:r>
                                  <a:rPr lang="en-US" b="0" i="1" smtClean="0">
                                    <a:solidFill>
                                      <a:schemeClr val="bg1"/>
                                    </a:solidFill>
                                    <a:latin typeface="Cambria Math" panose="02040503050406030204" pitchFamily="18" charset="0"/>
                                    <a:ea typeface="Cambria Math" panose="02040503050406030204" pitchFamily="18" charset="0"/>
                                  </a:rPr>
                                  <m:t>⋯</m:t>
                                </m:r>
                              </m:e>
                              <m:e>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𝑤</m:t>
                                    </m:r>
                                  </m:e>
                                  <m:sub>
                                    <m:r>
                                      <a:rPr lang="en-US" b="0" i="1" smtClean="0">
                                        <a:solidFill>
                                          <a:schemeClr val="bg1"/>
                                        </a:solidFill>
                                        <a:latin typeface="Cambria Math" panose="02040503050406030204" pitchFamily="18" charset="0"/>
                                      </a:rPr>
                                      <m:t>𝑛</m:t>
                                    </m:r>
                                    <m:r>
                                      <a:rPr lang="en-US" b="0" i="1" smtClean="0">
                                        <a:solidFill>
                                          <a:schemeClr val="bg1"/>
                                        </a:solidFill>
                                        <a:latin typeface="Cambria Math" panose="02040503050406030204" pitchFamily="18" charset="0"/>
                                      </a:rPr>
                                      <m:t>+1</m:t>
                                    </m:r>
                                  </m:sub>
                                </m:sSub>
                              </m:e>
                            </m:mr>
                          </m:m>
                        </m:e>
                      </m:d>
                    </m:oMath>
                  </m:oMathPara>
                </a14:m>
                <a:endParaRPr lang="en-US" dirty="0">
                  <a:solidFill>
                    <a:schemeClr val="bg1"/>
                  </a:solidFill>
                </a:endParaRPr>
              </a:p>
            </p:txBody>
          </p:sp>
        </mc:Choice>
        <mc:Fallback xmlns="">
          <p:sp>
            <p:nvSpPr>
              <p:cNvPr id="22" name="TextBox 21">
                <a:extLst>
                  <a:ext uri="{FF2B5EF4-FFF2-40B4-BE49-F238E27FC236}">
                    <a16:creationId xmlns:a16="http://schemas.microsoft.com/office/drawing/2014/main" id="{7A9169B2-92D5-2F1B-6E3B-7670739D7FEB}"/>
                  </a:ext>
                </a:extLst>
              </p:cNvPr>
              <p:cNvSpPr txBox="1">
                <a:spLocks noRot="1" noChangeAspect="1" noMove="1" noResize="1" noEditPoints="1" noAdjustHandles="1" noChangeArrowheads="1" noChangeShapeType="1" noTextEdit="1"/>
              </p:cNvSpPr>
              <p:nvPr/>
            </p:nvSpPr>
            <p:spPr>
              <a:xfrm>
                <a:off x="6940868" y="3962401"/>
                <a:ext cx="3522631" cy="276999"/>
              </a:xfrm>
              <a:prstGeom prst="rect">
                <a:avLst/>
              </a:prstGeom>
              <a:blipFill>
                <a:blip r:embed="rId3"/>
                <a:stretch>
                  <a:fillRect t="-4545" b="-45455"/>
                </a:stretch>
              </a:blipFill>
            </p:spPr>
            <p:txBody>
              <a:bodyPr/>
              <a:lstStyle/>
              <a:p>
                <a:r>
                  <a:rPr lang="en-US">
                    <a:noFill/>
                  </a:rPr>
                  <a:t> </a:t>
                </a:r>
              </a:p>
            </p:txBody>
          </p:sp>
        </mc:Fallback>
      </mc:AlternateContent>
      <p:cxnSp>
        <p:nvCxnSpPr>
          <p:cNvPr id="23" name="Straight Connector 22">
            <a:extLst>
              <a:ext uri="{FF2B5EF4-FFF2-40B4-BE49-F238E27FC236}">
                <a16:creationId xmlns:a16="http://schemas.microsoft.com/office/drawing/2014/main" id="{8EC47CB8-AE3B-044C-02B1-E87E4747B263}"/>
              </a:ext>
            </a:extLst>
          </p:cNvPr>
          <p:cNvCxnSpPr/>
          <p:nvPr/>
        </p:nvCxnSpPr>
        <p:spPr>
          <a:xfrm>
            <a:off x="1446212" y="4619506"/>
            <a:ext cx="10210800" cy="0"/>
          </a:xfrm>
          <a:prstGeom prst="line">
            <a:avLst/>
          </a:prstGeom>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6E145B8D-AF11-FB59-61D3-75F185346436}"/>
                  </a:ext>
                </a:extLst>
              </p:cNvPr>
              <p:cNvSpPr txBox="1"/>
              <p:nvPr/>
            </p:nvSpPr>
            <p:spPr>
              <a:xfrm>
                <a:off x="1446212" y="4712937"/>
                <a:ext cx="3486019" cy="7562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𝑔</m:t>
                      </m:r>
                      <m:d>
                        <m:dPr>
                          <m:ctrlPr>
                            <a:rPr lang="en-US" b="0" i="1" smtClean="0">
                              <a:solidFill>
                                <a:schemeClr val="bg1"/>
                              </a:solidFill>
                              <a:latin typeface="Cambria Math" panose="02040503050406030204" pitchFamily="18" charset="0"/>
                            </a:rPr>
                          </m:ctrlPr>
                        </m:dPr>
                        <m:e>
                          <m:r>
                            <a:rPr lang="en-US" b="0" i="1" smtClean="0">
                              <a:solidFill>
                                <a:schemeClr val="bg1"/>
                              </a:solidFill>
                              <a:latin typeface="Cambria Math" panose="02040503050406030204" pitchFamily="18" charset="0"/>
                            </a:rPr>
                            <m:t>𝑘</m:t>
                          </m:r>
                        </m:e>
                      </m:d>
                      <m:r>
                        <a:rPr lang="en-US" b="0" i="1" smtClean="0">
                          <a:solidFill>
                            <a:schemeClr val="bg1"/>
                          </a:solidFill>
                          <a:latin typeface="Cambria Math" panose="02040503050406030204" pitchFamily="18" charset="0"/>
                        </a:rPr>
                        <m:t>=</m:t>
                      </m:r>
                      <m:nary>
                        <m:naryPr>
                          <m:chr m:val="∑"/>
                          <m:ctrlPr>
                            <a:rPr lang="en-US" i="1">
                              <a:solidFill>
                                <a:schemeClr val="bg1"/>
                              </a:solidFill>
                              <a:latin typeface="Cambria Math" panose="02040503050406030204" pitchFamily="18" charset="0"/>
                            </a:rPr>
                          </m:ctrlPr>
                        </m:naryPr>
                        <m:sub>
                          <m:r>
                            <m:rPr>
                              <m:brk m:alnAt="23"/>
                            </m:rPr>
                            <a:rPr lang="en-US" i="1">
                              <a:solidFill>
                                <a:schemeClr val="bg1"/>
                              </a:solidFill>
                              <a:latin typeface="Cambria Math" panose="02040503050406030204" pitchFamily="18" charset="0"/>
                            </a:rPr>
                            <m:t>𝑖</m:t>
                          </m:r>
                          <m:r>
                            <a:rPr lang="en-US" i="1">
                              <a:solidFill>
                                <a:schemeClr val="bg1"/>
                              </a:solidFill>
                              <a:latin typeface="Cambria Math" panose="02040503050406030204" pitchFamily="18" charset="0"/>
                            </a:rPr>
                            <m:t>=1</m:t>
                          </m:r>
                        </m:sub>
                        <m:sup>
                          <m:r>
                            <a:rPr lang="en-US" i="1">
                              <a:solidFill>
                                <a:schemeClr val="bg1"/>
                              </a:solidFill>
                              <a:latin typeface="Cambria Math" panose="02040503050406030204" pitchFamily="18" charset="0"/>
                            </a:rPr>
                            <m:t>𝑛</m:t>
                          </m:r>
                        </m:sup>
                        <m:e>
                          <m:d>
                            <m:dPr>
                              <m:ctrlPr>
                                <a:rPr lang="en-US" i="1">
                                  <a:solidFill>
                                    <a:schemeClr val="bg1"/>
                                  </a:solidFill>
                                  <a:latin typeface="Cambria Math" panose="02040503050406030204" pitchFamily="18" charset="0"/>
                                </a:rPr>
                              </m:ctrlPr>
                            </m:dPr>
                            <m:e>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𝑤</m:t>
                                  </m:r>
                                </m:e>
                                <m:sub>
                                  <m:r>
                                    <a:rPr lang="en-US" i="1">
                                      <a:solidFill>
                                        <a:schemeClr val="bg1"/>
                                      </a:solidFill>
                                      <a:latin typeface="Cambria Math" panose="02040503050406030204" pitchFamily="18" charset="0"/>
                                    </a:rPr>
                                    <m:t>𝑖</m:t>
                                  </m:r>
                                </m:sub>
                              </m:sSub>
                              <m:r>
                                <a:rPr lang="en-US" i="1" smtClean="0">
                                  <a:solidFill>
                                    <a:schemeClr val="bg1"/>
                                  </a:solidFill>
                                  <a:latin typeface="Cambria Math" panose="02040503050406030204" pitchFamily="18" charset="0"/>
                                  <a:ea typeface="Cambria Math" panose="02040503050406030204" pitchFamily="18" charset="0"/>
                                </a:rPr>
                                <m:t>×</m:t>
                              </m:r>
                              <m:sSub>
                                <m:sSubPr>
                                  <m:ctrlPr>
                                    <a:rPr lang="en-US" i="1">
                                      <a:solidFill>
                                        <a:schemeClr val="bg1"/>
                                      </a:solidFill>
                                      <a:latin typeface="Cambria Math" panose="02040503050406030204" pitchFamily="18" charset="0"/>
                                      <a:ea typeface="Cambria Math" panose="02040503050406030204" pitchFamily="18" charset="0"/>
                                    </a:rPr>
                                  </m:ctrlPr>
                                </m:sSubPr>
                                <m:e>
                                  <m:r>
                                    <a:rPr lang="en-US" i="1">
                                      <a:solidFill>
                                        <a:schemeClr val="bg1"/>
                                      </a:solidFill>
                                      <a:latin typeface="Cambria Math" panose="02040503050406030204" pitchFamily="18" charset="0"/>
                                      <a:ea typeface="Cambria Math" panose="02040503050406030204" pitchFamily="18" charset="0"/>
                                    </a:rPr>
                                    <m:t>𝐼</m:t>
                                  </m:r>
                                </m:e>
                                <m:sub>
                                  <m:d>
                                    <m:dPr>
                                      <m:ctrlPr>
                                        <a:rPr lang="en-US" i="1">
                                          <a:solidFill>
                                            <a:schemeClr val="bg1"/>
                                          </a:solidFill>
                                          <a:latin typeface="Cambria Math" panose="02040503050406030204" pitchFamily="18" charset="0"/>
                                          <a:ea typeface="Cambria Math" panose="02040503050406030204" pitchFamily="18" charset="0"/>
                                        </a:rPr>
                                      </m:ctrlPr>
                                    </m:dPr>
                                    <m:e>
                                      <m:r>
                                        <a:rPr lang="en-US" i="1">
                                          <a:solidFill>
                                            <a:schemeClr val="bg1"/>
                                          </a:solidFill>
                                          <a:latin typeface="Cambria Math" panose="02040503050406030204" pitchFamily="18" charset="0"/>
                                          <a:ea typeface="Cambria Math" panose="02040503050406030204" pitchFamily="18" charset="0"/>
                                        </a:rPr>
                                        <m:t>𝑘</m:t>
                                      </m:r>
                                      <m:r>
                                        <a:rPr lang="en-US" i="1">
                                          <a:solidFill>
                                            <a:schemeClr val="bg1"/>
                                          </a:solidFill>
                                          <a:latin typeface="Cambria Math" panose="02040503050406030204" pitchFamily="18" charset="0"/>
                                          <a:ea typeface="Cambria Math" panose="02040503050406030204" pitchFamily="18" charset="0"/>
                                        </a:rPr>
                                        <m:t>,</m:t>
                                      </m:r>
                                      <m:r>
                                        <a:rPr lang="en-US" i="1">
                                          <a:solidFill>
                                            <a:schemeClr val="bg1"/>
                                          </a:solidFill>
                                          <a:latin typeface="Cambria Math" panose="02040503050406030204" pitchFamily="18" charset="0"/>
                                          <a:ea typeface="Cambria Math" panose="02040503050406030204" pitchFamily="18" charset="0"/>
                                        </a:rPr>
                                        <m:t>𝑖</m:t>
                                      </m:r>
                                    </m:e>
                                  </m:d>
                                </m:sub>
                              </m:sSub>
                            </m:e>
                          </m:d>
                          <m:r>
                            <a:rPr lang="en-US" i="1">
                              <a:solidFill>
                                <a:schemeClr val="bg1"/>
                              </a:solidFill>
                              <a:latin typeface="Cambria Math" panose="02040503050406030204" pitchFamily="18" charset="0"/>
                            </a:rPr>
                            <m:t>+</m:t>
                          </m:r>
                          <m:r>
                            <a:rPr lang="en-US" i="1">
                              <a:solidFill>
                                <a:schemeClr val="bg1"/>
                              </a:solidFill>
                              <a:latin typeface="Cambria Math" panose="02040503050406030204" pitchFamily="18" charset="0"/>
                            </a:rPr>
                            <m:t>𝑡h𝑟𝑒𝑠h𝑜𝑙𝑑</m:t>
                          </m:r>
                        </m:e>
                      </m:nary>
                    </m:oMath>
                  </m:oMathPara>
                </a14:m>
                <a:endParaRPr lang="en-US" dirty="0">
                  <a:solidFill>
                    <a:schemeClr val="bg1"/>
                  </a:solidFill>
                </a:endParaRPr>
              </a:p>
            </p:txBody>
          </p:sp>
        </mc:Choice>
        <mc:Fallback xmlns="">
          <p:sp>
            <p:nvSpPr>
              <p:cNvPr id="25" name="TextBox 24">
                <a:extLst>
                  <a:ext uri="{FF2B5EF4-FFF2-40B4-BE49-F238E27FC236}">
                    <a16:creationId xmlns:a16="http://schemas.microsoft.com/office/drawing/2014/main" id="{6E145B8D-AF11-FB59-61D3-75F185346436}"/>
                  </a:ext>
                </a:extLst>
              </p:cNvPr>
              <p:cNvSpPr txBox="1">
                <a:spLocks noRot="1" noChangeAspect="1" noMove="1" noResize="1" noEditPoints="1" noAdjustHandles="1" noChangeArrowheads="1" noChangeShapeType="1" noTextEdit="1"/>
              </p:cNvSpPr>
              <p:nvPr/>
            </p:nvSpPr>
            <p:spPr>
              <a:xfrm>
                <a:off x="1446212" y="4712937"/>
                <a:ext cx="3486019" cy="756233"/>
              </a:xfrm>
              <a:prstGeom prst="rect">
                <a:avLst/>
              </a:prstGeom>
              <a:blipFill>
                <a:blip r:embed="rId4"/>
                <a:stretch>
                  <a:fillRect l="-1449" t="-118333" r="-725" b="-18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50011708-A3D3-D084-C824-E2DC284C62CA}"/>
                  </a:ext>
                </a:extLst>
              </p:cNvPr>
              <p:cNvSpPr txBox="1"/>
              <p:nvPr/>
            </p:nvSpPr>
            <p:spPr>
              <a:xfrm>
                <a:off x="7366822" y="4675269"/>
                <a:ext cx="3059876" cy="7782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𝑔</m:t>
                      </m:r>
                      <m:d>
                        <m:dPr>
                          <m:ctrlPr>
                            <a:rPr lang="en-US" b="0" i="1" smtClean="0">
                              <a:solidFill>
                                <a:schemeClr val="bg1"/>
                              </a:solidFill>
                              <a:latin typeface="Cambria Math" panose="02040503050406030204" pitchFamily="18" charset="0"/>
                            </a:rPr>
                          </m:ctrlPr>
                        </m:dPr>
                        <m:e>
                          <m:r>
                            <a:rPr lang="en-US" b="0" i="1" smtClean="0">
                              <a:solidFill>
                                <a:schemeClr val="bg1"/>
                              </a:solidFill>
                              <a:latin typeface="Cambria Math" panose="02040503050406030204" pitchFamily="18" charset="0"/>
                            </a:rPr>
                            <m:t>𝑘</m:t>
                          </m:r>
                        </m:e>
                      </m:d>
                      <m:r>
                        <a:rPr lang="en-US" b="0" i="1" smtClean="0">
                          <a:solidFill>
                            <a:schemeClr val="bg1"/>
                          </a:solidFill>
                          <a:latin typeface="Cambria Math" panose="02040503050406030204" pitchFamily="18" charset="0"/>
                        </a:rPr>
                        <m:t>=</m:t>
                      </m:r>
                      <m:nary>
                        <m:naryPr>
                          <m:chr m:val="∑"/>
                          <m:ctrlPr>
                            <a:rPr lang="en-US" i="1">
                              <a:solidFill>
                                <a:schemeClr val="bg1"/>
                              </a:solidFill>
                              <a:latin typeface="Cambria Math" panose="02040503050406030204" pitchFamily="18" charset="0"/>
                            </a:rPr>
                          </m:ctrlPr>
                        </m:naryPr>
                        <m:sub>
                          <m:r>
                            <m:rPr>
                              <m:brk m:alnAt="23"/>
                            </m:rPr>
                            <a:rPr lang="en-US" i="1">
                              <a:solidFill>
                                <a:schemeClr val="bg1"/>
                              </a:solidFill>
                              <a:latin typeface="Cambria Math" panose="02040503050406030204" pitchFamily="18" charset="0"/>
                            </a:rPr>
                            <m:t>𝑖</m:t>
                          </m:r>
                          <m:r>
                            <a:rPr lang="en-US" i="1">
                              <a:solidFill>
                                <a:schemeClr val="bg1"/>
                              </a:solidFill>
                              <a:latin typeface="Cambria Math" panose="02040503050406030204" pitchFamily="18" charset="0"/>
                            </a:rPr>
                            <m:t>=1</m:t>
                          </m:r>
                        </m:sub>
                        <m:sup>
                          <m:r>
                            <a:rPr lang="en-US" i="1">
                              <a:solidFill>
                                <a:schemeClr val="bg1"/>
                              </a:solidFill>
                              <a:latin typeface="Cambria Math" panose="02040503050406030204" pitchFamily="18" charset="0"/>
                            </a:rPr>
                            <m:t>𝑛</m:t>
                          </m:r>
                          <m:r>
                            <a:rPr lang="en-US" b="0" i="1" smtClean="0">
                              <a:solidFill>
                                <a:schemeClr val="bg1"/>
                              </a:solidFill>
                              <a:latin typeface="Cambria Math" panose="02040503050406030204" pitchFamily="18" charset="0"/>
                            </a:rPr>
                            <m:t>+1</m:t>
                          </m:r>
                        </m:sup>
                        <m:e>
                          <m:d>
                            <m:dPr>
                              <m:ctrlPr>
                                <a:rPr lang="en-US" i="1">
                                  <a:solidFill>
                                    <a:schemeClr val="bg1"/>
                                  </a:solidFill>
                                  <a:latin typeface="Cambria Math" panose="02040503050406030204" pitchFamily="18" charset="0"/>
                                </a:rPr>
                              </m:ctrlPr>
                            </m:dPr>
                            <m:e>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𝑤</m:t>
                                  </m:r>
                                </m:e>
                                <m:sub>
                                  <m:r>
                                    <a:rPr lang="en-US" i="1">
                                      <a:solidFill>
                                        <a:schemeClr val="bg1"/>
                                      </a:solidFill>
                                      <a:latin typeface="Cambria Math" panose="02040503050406030204" pitchFamily="18" charset="0"/>
                                    </a:rPr>
                                    <m:t>𝑖</m:t>
                                  </m:r>
                                </m:sub>
                              </m:sSub>
                              <m:r>
                                <a:rPr lang="en-US" i="1" smtClean="0">
                                  <a:solidFill>
                                    <a:schemeClr val="bg1"/>
                                  </a:solidFill>
                                  <a:latin typeface="Cambria Math" panose="02040503050406030204" pitchFamily="18" charset="0"/>
                                  <a:ea typeface="Cambria Math" panose="02040503050406030204" pitchFamily="18" charset="0"/>
                                </a:rPr>
                                <m:t>×</m:t>
                              </m:r>
                              <m:sSub>
                                <m:sSubPr>
                                  <m:ctrlPr>
                                    <a:rPr lang="en-US" i="1">
                                      <a:solidFill>
                                        <a:schemeClr val="bg1"/>
                                      </a:solidFill>
                                      <a:latin typeface="Cambria Math" panose="02040503050406030204" pitchFamily="18" charset="0"/>
                                      <a:ea typeface="Cambria Math" panose="02040503050406030204" pitchFamily="18" charset="0"/>
                                    </a:rPr>
                                  </m:ctrlPr>
                                </m:sSubPr>
                                <m:e>
                                  <m:r>
                                    <a:rPr lang="en-US" i="1">
                                      <a:solidFill>
                                        <a:schemeClr val="bg1"/>
                                      </a:solidFill>
                                      <a:latin typeface="Cambria Math" panose="02040503050406030204" pitchFamily="18" charset="0"/>
                                      <a:ea typeface="Cambria Math" panose="02040503050406030204" pitchFamily="18" charset="0"/>
                                    </a:rPr>
                                    <m:t>𝐼</m:t>
                                  </m:r>
                                </m:e>
                                <m:sub>
                                  <m:d>
                                    <m:dPr>
                                      <m:ctrlPr>
                                        <a:rPr lang="en-US" i="1">
                                          <a:solidFill>
                                            <a:schemeClr val="bg1"/>
                                          </a:solidFill>
                                          <a:latin typeface="Cambria Math" panose="02040503050406030204" pitchFamily="18" charset="0"/>
                                          <a:ea typeface="Cambria Math" panose="02040503050406030204" pitchFamily="18" charset="0"/>
                                        </a:rPr>
                                      </m:ctrlPr>
                                    </m:dPr>
                                    <m:e>
                                      <m:r>
                                        <a:rPr lang="en-US" i="1">
                                          <a:solidFill>
                                            <a:schemeClr val="bg1"/>
                                          </a:solidFill>
                                          <a:latin typeface="Cambria Math" panose="02040503050406030204" pitchFamily="18" charset="0"/>
                                          <a:ea typeface="Cambria Math" panose="02040503050406030204" pitchFamily="18" charset="0"/>
                                        </a:rPr>
                                        <m:t>𝑘</m:t>
                                      </m:r>
                                      <m:r>
                                        <a:rPr lang="en-US" i="1">
                                          <a:solidFill>
                                            <a:schemeClr val="bg1"/>
                                          </a:solidFill>
                                          <a:latin typeface="Cambria Math" panose="02040503050406030204" pitchFamily="18" charset="0"/>
                                          <a:ea typeface="Cambria Math" panose="02040503050406030204" pitchFamily="18" charset="0"/>
                                        </a:rPr>
                                        <m:t>,</m:t>
                                      </m:r>
                                      <m:r>
                                        <a:rPr lang="en-US" i="1">
                                          <a:solidFill>
                                            <a:schemeClr val="bg1"/>
                                          </a:solidFill>
                                          <a:latin typeface="Cambria Math" panose="02040503050406030204" pitchFamily="18" charset="0"/>
                                          <a:ea typeface="Cambria Math" panose="02040503050406030204" pitchFamily="18" charset="0"/>
                                        </a:rPr>
                                        <m:t>𝑖</m:t>
                                      </m:r>
                                    </m:e>
                                  </m:d>
                                </m:sub>
                              </m:sSub>
                            </m:e>
                          </m:d>
                          <m:r>
                            <a:rPr lang="en-US" b="0" i="1" smtClean="0">
                              <a:solidFill>
                                <a:schemeClr val="bg1"/>
                              </a:solidFill>
                              <a:latin typeface="Cambria Math" panose="02040503050406030204" pitchFamily="18" charset="0"/>
                              <a:ea typeface="Cambria Math" panose="02040503050406030204" pitchFamily="18" charset="0"/>
                            </a:rPr>
                            <m:t>=</m:t>
                          </m:r>
                          <m:r>
                            <a:rPr lang="en-US" b="0" i="1" smtClean="0">
                              <a:solidFill>
                                <a:schemeClr val="bg1"/>
                              </a:solidFill>
                              <a:latin typeface="Cambria Math" panose="02040503050406030204" pitchFamily="18" charset="0"/>
                              <a:ea typeface="Cambria Math" panose="02040503050406030204" pitchFamily="18" charset="0"/>
                            </a:rPr>
                            <m:t>𝑤</m:t>
                          </m:r>
                          <m:r>
                            <a:rPr lang="en-US" b="0" i="1" smtClean="0">
                              <a:solidFill>
                                <a:schemeClr val="bg1"/>
                              </a:solidFill>
                              <a:latin typeface="Cambria Math" panose="02040503050406030204" pitchFamily="18" charset="0"/>
                              <a:ea typeface="Cambria Math" panose="02040503050406030204" pitchFamily="18" charset="0"/>
                            </a:rPr>
                            <m:t>∙</m:t>
                          </m:r>
                          <m:sSub>
                            <m:sSubPr>
                              <m:ctrlPr>
                                <a:rPr lang="en-US" b="0" i="1" smtClean="0">
                                  <a:solidFill>
                                    <a:schemeClr val="bg1"/>
                                  </a:solidFill>
                                  <a:latin typeface="Cambria Math" panose="02040503050406030204" pitchFamily="18" charset="0"/>
                                  <a:ea typeface="Cambria Math" panose="02040503050406030204" pitchFamily="18" charset="0"/>
                                </a:rPr>
                              </m:ctrlPr>
                            </m:sSubPr>
                            <m:e>
                              <m:r>
                                <a:rPr lang="en-US" b="0" i="1" smtClean="0">
                                  <a:solidFill>
                                    <a:schemeClr val="bg1"/>
                                  </a:solidFill>
                                  <a:latin typeface="Cambria Math" panose="02040503050406030204" pitchFamily="18" charset="0"/>
                                  <a:ea typeface="Cambria Math" panose="02040503050406030204" pitchFamily="18" charset="0"/>
                                </a:rPr>
                                <m:t>𝐼</m:t>
                              </m:r>
                            </m:e>
                            <m:sub>
                              <m:r>
                                <a:rPr lang="en-US" b="0" i="1" smtClean="0">
                                  <a:solidFill>
                                    <a:schemeClr val="bg1"/>
                                  </a:solidFill>
                                  <a:latin typeface="Cambria Math" panose="02040503050406030204" pitchFamily="18" charset="0"/>
                                  <a:ea typeface="Cambria Math" panose="02040503050406030204" pitchFamily="18" charset="0"/>
                                </a:rPr>
                                <m:t>𝑘</m:t>
                              </m:r>
                            </m:sub>
                          </m:sSub>
                        </m:e>
                      </m:nary>
                    </m:oMath>
                  </m:oMathPara>
                </a14:m>
                <a:endParaRPr lang="en-US" dirty="0">
                  <a:solidFill>
                    <a:schemeClr val="bg1"/>
                  </a:solidFill>
                </a:endParaRPr>
              </a:p>
            </p:txBody>
          </p:sp>
        </mc:Choice>
        <mc:Fallback xmlns="">
          <p:sp>
            <p:nvSpPr>
              <p:cNvPr id="26" name="TextBox 25">
                <a:extLst>
                  <a:ext uri="{FF2B5EF4-FFF2-40B4-BE49-F238E27FC236}">
                    <a16:creationId xmlns:a16="http://schemas.microsoft.com/office/drawing/2014/main" id="{50011708-A3D3-D084-C824-E2DC284C62CA}"/>
                  </a:ext>
                </a:extLst>
              </p:cNvPr>
              <p:cNvSpPr txBox="1">
                <a:spLocks noRot="1" noChangeAspect="1" noMove="1" noResize="1" noEditPoints="1" noAdjustHandles="1" noChangeArrowheads="1" noChangeShapeType="1" noTextEdit="1"/>
              </p:cNvSpPr>
              <p:nvPr/>
            </p:nvSpPr>
            <p:spPr>
              <a:xfrm>
                <a:off x="7366822" y="4675269"/>
                <a:ext cx="3059876" cy="778226"/>
              </a:xfrm>
              <a:prstGeom prst="rect">
                <a:avLst/>
              </a:prstGeom>
              <a:blipFill>
                <a:blip r:embed="rId5"/>
                <a:stretch>
                  <a:fillRect l="-1240" t="-111290" b="-174194"/>
                </a:stretch>
              </a:blipFill>
            </p:spPr>
            <p:txBody>
              <a:bodyPr/>
              <a:lstStyle/>
              <a:p>
                <a:r>
                  <a:rPr lang="en-US">
                    <a:noFill/>
                  </a:rPr>
                  <a:t> </a:t>
                </a:r>
              </a:p>
            </p:txBody>
          </p:sp>
        </mc:Fallback>
      </mc:AlternateContent>
      <p:cxnSp>
        <p:nvCxnSpPr>
          <p:cNvPr id="27" name="Straight Connector 26">
            <a:extLst>
              <a:ext uri="{FF2B5EF4-FFF2-40B4-BE49-F238E27FC236}">
                <a16:creationId xmlns:a16="http://schemas.microsoft.com/office/drawing/2014/main" id="{5F096409-7B51-A366-47BE-586AC1320017}"/>
              </a:ext>
            </a:extLst>
          </p:cNvPr>
          <p:cNvCxnSpPr/>
          <p:nvPr/>
        </p:nvCxnSpPr>
        <p:spPr>
          <a:xfrm>
            <a:off x="1446212" y="5545336"/>
            <a:ext cx="10210800"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979846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Training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10087601" cy="1676400"/>
          </a:xfrm>
        </p:spPr>
        <p:txBody>
          <a:bodyPr>
            <a:normAutofit/>
          </a:bodyPr>
          <a:lstStyle/>
          <a:p>
            <a:pPr marL="0" indent="0">
              <a:buNone/>
            </a:pPr>
            <a:r>
              <a:rPr lang="en-US" b="0" dirty="0">
                <a:latin typeface="Cambria Math" panose="02040503050406030204" pitchFamily="18" charset="0"/>
                <a:cs typeface="Arial" panose="020B0604020202020204" pitchFamily="34" charset="0"/>
              </a:rPr>
              <a:t>Assuming we have the following dataset (for training):</a:t>
            </a:r>
          </a:p>
        </p:txBody>
      </p:sp>
      <p:graphicFrame>
        <p:nvGraphicFramePr>
          <p:cNvPr id="14" name="Table 13">
            <a:extLst>
              <a:ext uri="{FF2B5EF4-FFF2-40B4-BE49-F238E27FC236}">
                <a16:creationId xmlns:a16="http://schemas.microsoft.com/office/drawing/2014/main" id="{E8F49F50-D450-AB88-7E08-3408DFA27867}"/>
              </a:ext>
            </a:extLst>
          </p:cNvPr>
          <p:cNvGraphicFramePr>
            <a:graphicFrameLocks noGrp="1"/>
          </p:cNvGraphicFramePr>
          <p:nvPr/>
        </p:nvGraphicFramePr>
        <p:xfrm>
          <a:off x="1751012" y="2164080"/>
          <a:ext cx="3474720" cy="1645920"/>
        </p:xfrm>
        <a:graphic>
          <a:graphicData uri="http://schemas.openxmlformats.org/drawingml/2006/table">
            <a:tbl>
              <a:tblPr firstRow="1" bandRow="1">
                <a:tableStyleId>{073A0DAA-6AF3-43AB-8588-CEC1D06C72B9}</a:tableStyleId>
              </a:tblPr>
              <a:tblGrid>
                <a:gridCol w="640080">
                  <a:extLst>
                    <a:ext uri="{9D8B030D-6E8A-4147-A177-3AD203B41FA5}">
                      <a16:colId xmlns:a16="http://schemas.microsoft.com/office/drawing/2014/main" val="3809471710"/>
                    </a:ext>
                  </a:extLst>
                </a:gridCol>
                <a:gridCol w="640080">
                  <a:extLst>
                    <a:ext uri="{9D8B030D-6E8A-4147-A177-3AD203B41FA5}">
                      <a16:colId xmlns:a16="http://schemas.microsoft.com/office/drawing/2014/main" val="698173739"/>
                    </a:ext>
                  </a:extLst>
                </a:gridCol>
                <a:gridCol w="640080">
                  <a:extLst>
                    <a:ext uri="{9D8B030D-6E8A-4147-A177-3AD203B41FA5}">
                      <a16:colId xmlns:a16="http://schemas.microsoft.com/office/drawing/2014/main" val="4241484159"/>
                    </a:ext>
                  </a:extLst>
                </a:gridCol>
                <a:gridCol w="274320">
                  <a:extLst>
                    <a:ext uri="{9D8B030D-6E8A-4147-A177-3AD203B41FA5}">
                      <a16:colId xmlns:a16="http://schemas.microsoft.com/office/drawing/2014/main" val="2135852234"/>
                    </a:ext>
                  </a:extLst>
                </a:gridCol>
                <a:gridCol w="640080">
                  <a:extLst>
                    <a:ext uri="{9D8B030D-6E8A-4147-A177-3AD203B41FA5}">
                      <a16:colId xmlns:a16="http://schemas.microsoft.com/office/drawing/2014/main" val="1034484046"/>
                    </a:ext>
                  </a:extLst>
                </a:gridCol>
                <a:gridCol w="640080">
                  <a:extLst>
                    <a:ext uri="{9D8B030D-6E8A-4147-A177-3AD203B41FA5}">
                      <a16:colId xmlns:a16="http://schemas.microsoft.com/office/drawing/2014/main" val="2469034243"/>
                    </a:ext>
                  </a:extLst>
                </a:gridCol>
              </a:tblGrid>
              <a:tr h="196579">
                <a:tc>
                  <a:txBody>
                    <a:bodyPr/>
                    <a:lstStyle/>
                    <a:p>
                      <a:r>
                        <a:rPr lang="en-US" sz="1200" dirty="0">
                          <a:latin typeface="Arial" panose="020B0604020202020204" pitchFamily="34" charset="0"/>
                          <a:cs typeface="Arial" panose="020B0604020202020204" pitchFamily="34" charset="0"/>
                        </a:rPr>
                        <a:t>Entry</a:t>
                      </a:r>
                    </a:p>
                  </a:txBody>
                  <a:tcPr/>
                </a:tc>
                <a:tc>
                  <a:txBody>
                    <a:bodyPr/>
                    <a:lstStyle/>
                    <a:p>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1</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2</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dirty="0">
                          <a:latin typeface="Arial" panose="020B0604020202020204" pitchFamily="34" charset="0"/>
                          <a:cs typeface="Arial" panose="020B0604020202020204" pitchFamily="34" charset="0"/>
                        </a:rPr>
                        <a:t>…</a:t>
                      </a:r>
                    </a:p>
                  </a:txBody>
                  <a:tcPr/>
                </a:tc>
                <a:tc>
                  <a:txBody>
                    <a:bodyPr/>
                    <a:lstStyle/>
                    <a:p>
                      <a:r>
                        <a:rPr lang="en-US" sz="1200" dirty="0" err="1">
                          <a:latin typeface="Arial" panose="020B0604020202020204" pitchFamily="34" charset="0"/>
                          <a:cs typeface="Arial" panose="020B0604020202020204" pitchFamily="34" charset="0"/>
                        </a:rPr>
                        <a:t>Input</a:t>
                      </a:r>
                      <a:r>
                        <a:rPr lang="en-US" sz="1200" baseline="-25000" dirty="0" err="1">
                          <a:latin typeface="Arial" panose="020B0604020202020204" pitchFamily="34" charset="0"/>
                          <a:cs typeface="Arial" panose="020B0604020202020204" pitchFamily="34" charset="0"/>
                        </a:rPr>
                        <a:t>n</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Label</a:t>
                      </a:r>
                    </a:p>
                  </a:txBody>
                  <a:tcPr/>
                </a:tc>
                <a:extLst>
                  <a:ext uri="{0D108BD9-81ED-4DB2-BD59-A6C34878D82A}">
                    <a16:rowId xmlns:a16="http://schemas.microsoft.com/office/drawing/2014/main" val="3223542544"/>
                  </a:ext>
                </a:extLst>
              </a:tr>
              <a:tr h="117947">
                <a:tc>
                  <a:txBody>
                    <a:bodyPr/>
                    <a:lstStyle/>
                    <a:p>
                      <a:pPr algn="r"/>
                      <a:r>
                        <a:rPr lang="en-US" sz="1200" b="1" dirty="0">
                          <a:latin typeface="Arial" panose="020B0604020202020204" pitchFamily="34" charset="0"/>
                          <a:cs typeface="Arial" panose="020B0604020202020204" pitchFamily="34" charset="0"/>
                        </a:rPr>
                        <a:t>#1</a:t>
                      </a:r>
                    </a:p>
                  </a:txBody>
                  <a:tcPr/>
                </a:tc>
                <a:tc>
                  <a:txBody>
                    <a:bodyPr/>
                    <a:lstStyle/>
                    <a:p>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(1,1)</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(1,2)</a:t>
                      </a:r>
                      <a:endParaRPr lang="en-US" sz="1200" dirty="0">
                        <a:latin typeface="Arial" panose="020B0604020202020204" pitchFamily="34" charset="0"/>
                        <a:cs typeface="Arial" panose="020B0604020202020204" pitchFamily="34" charset="0"/>
                      </a:endParaRPr>
                    </a:p>
                  </a:txBody>
                  <a:tcPr/>
                </a:tc>
                <a:tc>
                  <a:txBody>
                    <a:bodyPr/>
                    <a:lstStyle/>
                    <a:p>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(1,n)</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NO</a:t>
                      </a:r>
                    </a:p>
                  </a:txBody>
                  <a:tcPr/>
                </a:tc>
                <a:extLst>
                  <a:ext uri="{0D108BD9-81ED-4DB2-BD59-A6C34878D82A}">
                    <a16:rowId xmlns:a16="http://schemas.microsoft.com/office/drawing/2014/main" val="3235754363"/>
                  </a:ext>
                </a:extLst>
              </a:tr>
              <a:tr h="182880">
                <a:tc grid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a:t>
                      </a: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tc>
                <a:tc hMerge="1">
                  <a:txBody>
                    <a:bodyPr/>
                    <a:lstStyle/>
                    <a:p>
                      <a:endParaRPr lang="en-US">
                        <a:latin typeface="Arial" panose="020B0604020202020204" pitchFamily="34" charset="0"/>
                        <a:cs typeface="Arial" panose="020B0604020202020204" pitchFamily="34" charset="0"/>
                      </a:endParaRP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tc>
                <a:tc hMerge="1">
                  <a:txBody>
                    <a:bodyPr/>
                    <a:lstStyle/>
                    <a:p>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462615418"/>
                  </a:ext>
                </a:extLst>
              </a:tr>
              <a:tr h="128650">
                <a:tc>
                  <a:txBody>
                    <a:bodyPr/>
                    <a:lstStyle/>
                    <a:p>
                      <a:pPr algn="r"/>
                      <a:r>
                        <a:rPr lang="en-US" sz="1200" b="1" dirty="0">
                          <a:latin typeface="Arial" panose="020B0604020202020204" pitchFamily="34" charset="0"/>
                          <a:cs typeface="Arial" panose="020B0604020202020204" pitchFamily="34" charset="0"/>
                        </a:rPr>
                        <a:t>#k</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(k,1)</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(k,2)</a:t>
                      </a:r>
                      <a:endParaRPr lang="en-US" sz="1200" dirty="0">
                        <a:latin typeface="Arial" panose="020B0604020202020204" pitchFamily="34" charset="0"/>
                        <a:cs typeface="Arial" panose="020B0604020202020204" pitchFamily="34" charset="0"/>
                      </a:endParaRPr>
                    </a:p>
                  </a:txBody>
                  <a:tcPr/>
                </a:tc>
                <a:tc>
                  <a:txBody>
                    <a:bodyPr/>
                    <a:lstStyle/>
                    <a:p>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a:t>
                      </a:r>
                      <a:r>
                        <a:rPr lang="en-US" sz="1200" baseline="-25000" dirty="0" err="1">
                          <a:latin typeface="Arial" panose="020B0604020202020204" pitchFamily="34" charset="0"/>
                          <a:cs typeface="Arial" panose="020B0604020202020204" pitchFamily="34" charset="0"/>
                        </a:rPr>
                        <a:t>k,n</a:t>
                      </a:r>
                      <a:r>
                        <a:rPr lang="en-US" sz="1200" baseline="-250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YES</a:t>
                      </a:r>
                    </a:p>
                  </a:txBody>
                  <a:tcPr/>
                </a:tc>
                <a:extLst>
                  <a:ext uri="{0D108BD9-81ED-4DB2-BD59-A6C34878D82A}">
                    <a16:rowId xmlns:a16="http://schemas.microsoft.com/office/drawing/2014/main" val="1717954149"/>
                  </a:ext>
                </a:extLst>
              </a:tr>
              <a:tr h="117947">
                <a:tc gridSpan="6">
                  <a:txBody>
                    <a:bodyPr/>
                    <a:lstStyle/>
                    <a:p>
                      <a:pPr algn="ctr"/>
                      <a:r>
                        <a:rPr lang="en-US" sz="1200" dirty="0">
                          <a:latin typeface="Arial" panose="020B0604020202020204" pitchFamily="34" charset="0"/>
                          <a:cs typeface="Arial" panose="020B0604020202020204" pitchFamily="34" charset="0"/>
                        </a:rPr>
                        <a:t>…</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391375967"/>
                  </a:ext>
                </a:extLst>
              </a:tr>
              <a:tr h="128650">
                <a:tc>
                  <a:txBody>
                    <a:bodyPr/>
                    <a:lstStyle/>
                    <a:p>
                      <a:pPr algn="r"/>
                      <a:r>
                        <a:rPr lang="en-US" sz="1200" b="1" dirty="0">
                          <a:latin typeface="Arial" panose="020B0604020202020204" pitchFamily="34" charset="0"/>
                          <a:cs typeface="Arial" panose="020B0604020202020204" pitchFamily="34" charset="0"/>
                        </a:rPr>
                        <a:t>#m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(m,1)</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(m,2)</a:t>
                      </a:r>
                      <a:endParaRPr lang="en-US" sz="1200" dirty="0">
                        <a:latin typeface="Arial" panose="020B0604020202020204" pitchFamily="34" charset="0"/>
                        <a:cs typeface="Arial" panose="020B0604020202020204" pitchFamily="34" charset="0"/>
                      </a:endParaRPr>
                    </a:p>
                  </a:txBody>
                  <a:tcPr/>
                </a:tc>
                <a:tc>
                  <a:txBody>
                    <a:bodyPr/>
                    <a:lstStyle/>
                    <a:p>
                      <a:endParaRPr lang="en-US" sz="120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a:t>
                      </a:r>
                      <a:r>
                        <a:rPr lang="en-US" sz="1200" baseline="-25000" dirty="0" err="1">
                          <a:latin typeface="Arial" panose="020B0604020202020204" pitchFamily="34" charset="0"/>
                          <a:cs typeface="Arial" panose="020B0604020202020204" pitchFamily="34" charset="0"/>
                        </a:rPr>
                        <a:t>m,n</a:t>
                      </a:r>
                      <a:r>
                        <a:rPr lang="en-US" sz="1200" baseline="-250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YES</a:t>
                      </a:r>
                    </a:p>
                  </a:txBody>
                  <a:tcPr/>
                </a:tc>
                <a:extLst>
                  <a:ext uri="{0D108BD9-81ED-4DB2-BD59-A6C34878D82A}">
                    <a16:rowId xmlns:a16="http://schemas.microsoft.com/office/drawing/2014/main" val="55851983"/>
                  </a:ext>
                </a:extLst>
              </a:tr>
            </a:tbl>
          </a:graphicData>
        </a:graphic>
      </p:graphicFrame>
      <p:graphicFrame>
        <p:nvGraphicFramePr>
          <p:cNvPr id="4" name="Table 3">
            <a:extLst>
              <a:ext uri="{FF2B5EF4-FFF2-40B4-BE49-F238E27FC236}">
                <a16:creationId xmlns:a16="http://schemas.microsoft.com/office/drawing/2014/main" id="{B4BA64BF-08E4-9F0E-74C3-821BFF6F4352}"/>
              </a:ext>
            </a:extLst>
          </p:cNvPr>
          <p:cNvGraphicFramePr>
            <a:graphicFrameLocks noGrp="1"/>
          </p:cNvGraphicFramePr>
          <p:nvPr/>
        </p:nvGraphicFramePr>
        <p:xfrm>
          <a:off x="6972936" y="2164080"/>
          <a:ext cx="4297680" cy="1645920"/>
        </p:xfrm>
        <a:graphic>
          <a:graphicData uri="http://schemas.openxmlformats.org/drawingml/2006/table">
            <a:tbl>
              <a:tblPr firstRow="1" bandRow="1">
                <a:tableStyleId>{073A0DAA-6AF3-43AB-8588-CEC1D06C72B9}</a:tableStyleId>
              </a:tblPr>
              <a:tblGrid>
                <a:gridCol w="640080">
                  <a:extLst>
                    <a:ext uri="{9D8B030D-6E8A-4147-A177-3AD203B41FA5}">
                      <a16:colId xmlns:a16="http://schemas.microsoft.com/office/drawing/2014/main" val="3809471710"/>
                    </a:ext>
                  </a:extLst>
                </a:gridCol>
                <a:gridCol w="640080">
                  <a:extLst>
                    <a:ext uri="{9D8B030D-6E8A-4147-A177-3AD203B41FA5}">
                      <a16:colId xmlns:a16="http://schemas.microsoft.com/office/drawing/2014/main" val="698173739"/>
                    </a:ext>
                  </a:extLst>
                </a:gridCol>
                <a:gridCol w="640080">
                  <a:extLst>
                    <a:ext uri="{9D8B030D-6E8A-4147-A177-3AD203B41FA5}">
                      <a16:colId xmlns:a16="http://schemas.microsoft.com/office/drawing/2014/main" val="4241484159"/>
                    </a:ext>
                  </a:extLst>
                </a:gridCol>
                <a:gridCol w="274320">
                  <a:extLst>
                    <a:ext uri="{9D8B030D-6E8A-4147-A177-3AD203B41FA5}">
                      <a16:colId xmlns:a16="http://schemas.microsoft.com/office/drawing/2014/main" val="2135852234"/>
                    </a:ext>
                  </a:extLst>
                </a:gridCol>
                <a:gridCol w="640080">
                  <a:extLst>
                    <a:ext uri="{9D8B030D-6E8A-4147-A177-3AD203B41FA5}">
                      <a16:colId xmlns:a16="http://schemas.microsoft.com/office/drawing/2014/main" val="1034484046"/>
                    </a:ext>
                  </a:extLst>
                </a:gridCol>
                <a:gridCol w="822960">
                  <a:extLst>
                    <a:ext uri="{9D8B030D-6E8A-4147-A177-3AD203B41FA5}">
                      <a16:colId xmlns:a16="http://schemas.microsoft.com/office/drawing/2014/main" val="3112590372"/>
                    </a:ext>
                  </a:extLst>
                </a:gridCol>
                <a:gridCol w="640080">
                  <a:extLst>
                    <a:ext uri="{9D8B030D-6E8A-4147-A177-3AD203B41FA5}">
                      <a16:colId xmlns:a16="http://schemas.microsoft.com/office/drawing/2014/main" val="2469034243"/>
                    </a:ext>
                  </a:extLst>
                </a:gridCol>
              </a:tblGrid>
              <a:tr h="274320">
                <a:tc>
                  <a:txBody>
                    <a:bodyPr/>
                    <a:lstStyle/>
                    <a:p>
                      <a:r>
                        <a:rPr lang="en-US" sz="1200" dirty="0">
                          <a:latin typeface="Arial" panose="020B0604020202020204" pitchFamily="34" charset="0"/>
                          <a:cs typeface="Arial" panose="020B0604020202020204" pitchFamily="34" charset="0"/>
                        </a:rPr>
                        <a:t>Entry</a:t>
                      </a:r>
                    </a:p>
                  </a:txBody>
                  <a:tcPr/>
                </a:tc>
                <a:tc>
                  <a:txBody>
                    <a:bodyPr/>
                    <a:lstStyle/>
                    <a:p>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1</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2</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dirty="0">
                          <a:latin typeface="Arial" panose="020B0604020202020204" pitchFamily="34" charset="0"/>
                          <a:cs typeface="Arial" panose="020B0604020202020204" pitchFamily="34" charset="0"/>
                        </a:rPr>
                        <a:t>…</a:t>
                      </a:r>
                    </a:p>
                  </a:txBody>
                  <a:tcPr/>
                </a:tc>
                <a:tc>
                  <a:txBody>
                    <a:bodyPr/>
                    <a:lstStyle/>
                    <a:p>
                      <a:r>
                        <a:rPr lang="en-US" sz="1200" dirty="0" err="1">
                          <a:latin typeface="Arial" panose="020B0604020202020204" pitchFamily="34" charset="0"/>
                          <a:cs typeface="Arial" panose="020B0604020202020204" pitchFamily="34" charset="0"/>
                        </a:rPr>
                        <a:t>Input</a:t>
                      </a:r>
                      <a:r>
                        <a:rPr lang="en-US" sz="1200" baseline="-25000" dirty="0" err="1">
                          <a:latin typeface="Arial" panose="020B0604020202020204" pitchFamily="34" charset="0"/>
                          <a:cs typeface="Arial" panose="020B0604020202020204" pitchFamily="34" charset="0"/>
                        </a:rPr>
                        <a:t>n</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n+1</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Label</a:t>
                      </a:r>
                    </a:p>
                  </a:txBody>
                  <a:tcPr/>
                </a:tc>
                <a:extLst>
                  <a:ext uri="{0D108BD9-81ED-4DB2-BD59-A6C34878D82A}">
                    <a16:rowId xmlns:a16="http://schemas.microsoft.com/office/drawing/2014/main" val="3223542544"/>
                  </a:ext>
                </a:extLst>
              </a:tr>
              <a:tr h="117947">
                <a:tc>
                  <a:txBody>
                    <a:bodyPr/>
                    <a:lstStyle/>
                    <a:p>
                      <a:pPr algn="r"/>
                      <a:r>
                        <a:rPr lang="en-US" sz="1200" b="1" dirty="0">
                          <a:latin typeface="Arial" panose="020B0604020202020204" pitchFamily="34" charset="0"/>
                          <a:cs typeface="Arial" panose="020B0604020202020204" pitchFamily="34" charset="0"/>
                        </a:rPr>
                        <a:t>#1</a:t>
                      </a:r>
                    </a:p>
                  </a:txBody>
                  <a:tcPr/>
                </a:tc>
                <a:tc>
                  <a:txBody>
                    <a:bodyPr/>
                    <a:lstStyle/>
                    <a:p>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(1,1)</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(1,2)</a:t>
                      </a:r>
                      <a:endParaRPr lang="en-US" sz="1200" dirty="0">
                        <a:latin typeface="Arial" panose="020B0604020202020204" pitchFamily="34" charset="0"/>
                        <a:cs typeface="Arial" panose="020B0604020202020204" pitchFamily="34" charset="0"/>
                      </a:endParaRPr>
                    </a:p>
                  </a:txBody>
                  <a:tcPr/>
                </a:tc>
                <a:tc>
                  <a:txBody>
                    <a:bodyPr/>
                    <a:lstStyle/>
                    <a:p>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(1,n)</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1</a:t>
                      </a:r>
                    </a:p>
                  </a:txBody>
                  <a:tcPr/>
                </a:tc>
                <a:tc>
                  <a:txBody>
                    <a:bodyPr/>
                    <a:lstStyle/>
                    <a:p>
                      <a:r>
                        <a:rPr lang="en-US" sz="1200" dirty="0">
                          <a:latin typeface="Arial" panose="020B0604020202020204" pitchFamily="34" charset="0"/>
                          <a:cs typeface="Arial" panose="020B0604020202020204" pitchFamily="34" charset="0"/>
                        </a:rPr>
                        <a:t>NO</a:t>
                      </a:r>
                    </a:p>
                  </a:txBody>
                  <a:tcPr/>
                </a:tc>
                <a:extLst>
                  <a:ext uri="{0D108BD9-81ED-4DB2-BD59-A6C34878D82A}">
                    <a16:rowId xmlns:a16="http://schemas.microsoft.com/office/drawing/2014/main" val="3235754363"/>
                  </a:ext>
                </a:extLst>
              </a:tr>
              <a:tr h="117947">
                <a:tc gridSpan="7">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a:t>
                      </a: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tc>
                <a:tc hMerge="1">
                  <a:txBody>
                    <a:bodyPr/>
                    <a:lstStyle/>
                    <a:p>
                      <a:endParaRPr lang="en-US">
                        <a:latin typeface="Arial" panose="020B0604020202020204" pitchFamily="34" charset="0"/>
                        <a:cs typeface="Arial" panose="020B0604020202020204" pitchFamily="34" charset="0"/>
                      </a:endParaRP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tc>
                <a:tc hMerge="1">
                  <a:txBody>
                    <a:bodyPr/>
                    <a:lstStyle/>
                    <a:p>
                      <a:endParaRPr lang="en-US"/>
                    </a:p>
                  </a:txBody>
                  <a:tcPr/>
                </a:tc>
                <a:tc hMerge="1">
                  <a:txBody>
                    <a:bodyPr/>
                    <a:lstStyle/>
                    <a:p>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462615418"/>
                  </a:ext>
                </a:extLst>
              </a:tr>
              <a:tr h="128650">
                <a:tc>
                  <a:txBody>
                    <a:bodyPr/>
                    <a:lstStyle/>
                    <a:p>
                      <a:pPr algn="r"/>
                      <a:r>
                        <a:rPr lang="en-US" sz="1200" b="1" dirty="0">
                          <a:latin typeface="Arial" panose="020B0604020202020204" pitchFamily="34" charset="0"/>
                          <a:cs typeface="Arial" panose="020B0604020202020204" pitchFamily="34" charset="0"/>
                        </a:rPr>
                        <a:t>#k</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(k,1)</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(k,2)</a:t>
                      </a:r>
                      <a:endParaRPr lang="en-US" sz="1200" dirty="0">
                        <a:latin typeface="Arial" panose="020B0604020202020204" pitchFamily="34" charset="0"/>
                        <a:cs typeface="Arial" panose="020B0604020202020204" pitchFamily="34" charset="0"/>
                      </a:endParaRPr>
                    </a:p>
                  </a:txBody>
                  <a:tcPr/>
                </a:tc>
                <a:tc>
                  <a:txBody>
                    <a:bodyPr/>
                    <a:lstStyle/>
                    <a:p>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a:t>
                      </a:r>
                      <a:r>
                        <a:rPr lang="en-US" sz="1200" baseline="-25000" dirty="0" err="1">
                          <a:latin typeface="Arial" panose="020B0604020202020204" pitchFamily="34" charset="0"/>
                          <a:cs typeface="Arial" panose="020B0604020202020204" pitchFamily="34" charset="0"/>
                        </a:rPr>
                        <a:t>k,n</a:t>
                      </a:r>
                      <a:r>
                        <a:rPr lang="en-US" sz="1200" baseline="-250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1</a:t>
                      </a:r>
                    </a:p>
                  </a:txBody>
                  <a:tcPr/>
                </a:tc>
                <a:tc>
                  <a:txBody>
                    <a:bodyPr/>
                    <a:lstStyle/>
                    <a:p>
                      <a:r>
                        <a:rPr lang="en-US" sz="1200" dirty="0">
                          <a:latin typeface="Arial" panose="020B0604020202020204" pitchFamily="34" charset="0"/>
                          <a:cs typeface="Arial" panose="020B0604020202020204" pitchFamily="34" charset="0"/>
                        </a:rPr>
                        <a:t>YES</a:t>
                      </a:r>
                    </a:p>
                  </a:txBody>
                  <a:tcPr/>
                </a:tc>
                <a:extLst>
                  <a:ext uri="{0D108BD9-81ED-4DB2-BD59-A6C34878D82A}">
                    <a16:rowId xmlns:a16="http://schemas.microsoft.com/office/drawing/2014/main" val="1717954149"/>
                  </a:ext>
                </a:extLst>
              </a:tr>
              <a:tr h="117947">
                <a:tc gridSpan="7">
                  <a:txBody>
                    <a:bodyPr/>
                    <a:lstStyle/>
                    <a:p>
                      <a:pPr algn="ctr"/>
                      <a:r>
                        <a:rPr lang="en-US" sz="1200" dirty="0">
                          <a:latin typeface="Arial" panose="020B0604020202020204" pitchFamily="34" charset="0"/>
                          <a:cs typeface="Arial" panose="020B0604020202020204" pitchFamily="34" charset="0"/>
                        </a:rPr>
                        <a:t>…</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391375967"/>
                  </a:ext>
                </a:extLst>
              </a:tr>
              <a:tr h="128650">
                <a:tc>
                  <a:txBody>
                    <a:bodyPr/>
                    <a:lstStyle/>
                    <a:p>
                      <a:pPr algn="r"/>
                      <a:r>
                        <a:rPr lang="en-US" sz="1200" b="1" dirty="0">
                          <a:latin typeface="Arial" panose="020B0604020202020204" pitchFamily="34" charset="0"/>
                          <a:cs typeface="Arial" panose="020B0604020202020204" pitchFamily="34" charset="0"/>
                        </a:rPr>
                        <a:t>#m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(m,1)</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(m,2)</a:t>
                      </a:r>
                      <a:endParaRPr lang="en-US" sz="1200" dirty="0">
                        <a:latin typeface="Arial" panose="020B0604020202020204" pitchFamily="34" charset="0"/>
                        <a:cs typeface="Arial" panose="020B0604020202020204" pitchFamily="34" charset="0"/>
                      </a:endParaRPr>
                    </a:p>
                  </a:txBody>
                  <a:tcPr/>
                </a:tc>
                <a:tc>
                  <a:txBody>
                    <a:bodyPr/>
                    <a:lstStyle/>
                    <a:p>
                      <a:endParaRPr lang="en-US" sz="120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a:t>
                      </a:r>
                      <a:r>
                        <a:rPr lang="en-US" sz="1200" baseline="-25000" dirty="0" err="1">
                          <a:latin typeface="Arial" panose="020B0604020202020204" pitchFamily="34" charset="0"/>
                          <a:cs typeface="Arial" panose="020B0604020202020204" pitchFamily="34" charset="0"/>
                        </a:rPr>
                        <a:t>m,n</a:t>
                      </a:r>
                      <a:r>
                        <a:rPr lang="en-US" sz="1200" baseline="-250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1</a:t>
                      </a:r>
                    </a:p>
                  </a:txBody>
                  <a:tcPr/>
                </a:tc>
                <a:tc>
                  <a:txBody>
                    <a:bodyPr/>
                    <a:lstStyle/>
                    <a:p>
                      <a:r>
                        <a:rPr lang="en-US" sz="1200" dirty="0">
                          <a:latin typeface="Arial" panose="020B0604020202020204" pitchFamily="34" charset="0"/>
                          <a:cs typeface="Arial" panose="020B0604020202020204" pitchFamily="34" charset="0"/>
                        </a:rPr>
                        <a:t>YES</a:t>
                      </a:r>
                    </a:p>
                  </a:txBody>
                  <a:tcPr/>
                </a:tc>
                <a:extLst>
                  <a:ext uri="{0D108BD9-81ED-4DB2-BD59-A6C34878D82A}">
                    <a16:rowId xmlns:a16="http://schemas.microsoft.com/office/drawing/2014/main" val="55851983"/>
                  </a:ext>
                </a:extLst>
              </a:tr>
            </a:tbl>
          </a:graphicData>
        </a:graphic>
      </p:graphicFrame>
      <p:sp>
        <p:nvSpPr>
          <p:cNvPr id="11" name="TextBox 10">
            <a:extLst>
              <a:ext uri="{FF2B5EF4-FFF2-40B4-BE49-F238E27FC236}">
                <a16:creationId xmlns:a16="http://schemas.microsoft.com/office/drawing/2014/main" id="{3630293D-ADCD-3A42-1918-4BD98A33996C}"/>
              </a:ext>
            </a:extLst>
          </p:cNvPr>
          <p:cNvSpPr txBox="1"/>
          <p:nvPr/>
        </p:nvSpPr>
        <p:spPr>
          <a:xfrm>
            <a:off x="6637239" y="4234934"/>
            <a:ext cx="4867370" cy="369332"/>
          </a:xfrm>
          <a:prstGeom prst="rect">
            <a:avLst/>
          </a:prstGeom>
          <a:noFill/>
        </p:spPr>
        <p:txBody>
          <a:bodyPr wrap="square">
            <a:spAutoFit/>
          </a:bodyPr>
          <a:lstStyle/>
          <a:p>
            <a:pPr algn="ctr"/>
            <a:r>
              <a:rPr lang="en-US" b="1" dirty="0">
                <a:solidFill>
                  <a:schemeClr val="bg1"/>
                </a:solidFill>
                <a:latin typeface="Arial" panose="020B0604020202020204" pitchFamily="34" charset="0"/>
                <a:cs typeface="Arial" panose="020B0604020202020204" pitchFamily="34" charset="0"/>
              </a:rPr>
              <a:t>No need</a:t>
            </a:r>
            <a:r>
              <a:rPr lang="en-US" sz="1800" b="1" dirty="0">
                <a:solidFill>
                  <a:schemeClr val="bg1"/>
                </a:solidFill>
                <a:latin typeface="Arial" panose="020B0604020202020204" pitchFamily="34" charset="0"/>
                <a:cs typeface="Arial" panose="020B0604020202020204" pitchFamily="34" charset="0"/>
              </a:rPr>
              <a:t> for threshold (</a:t>
            </a:r>
            <a:r>
              <a:rPr lang="en-US" b="1" dirty="0">
                <a:solidFill>
                  <a:schemeClr val="bg1"/>
                </a:solidFill>
                <a:latin typeface="Arial" panose="020B0604020202020204" pitchFamily="34" charset="0"/>
                <a:cs typeface="Arial" panose="020B0604020202020204" pitchFamily="34" charset="0"/>
              </a:rPr>
              <a:t>c</a:t>
            </a:r>
            <a:r>
              <a:rPr lang="en-US" sz="1800" b="1" dirty="0">
                <a:solidFill>
                  <a:schemeClr val="bg1"/>
                </a:solidFill>
                <a:latin typeface="Arial" panose="020B0604020202020204" pitchFamily="34" charset="0"/>
                <a:cs typeface="Arial" panose="020B0604020202020204" pitchFamily="34" charset="0"/>
              </a:rPr>
              <a:t>olumn Input</a:t>
            </a:r>
            <a:r>
              <a:rPr lang="en-US" sz="1800" b="1" baseline="-25000" dirty="0">
                <a:solidFill>
                  <a:schemeClr val="bg1"/>
                </a:solidFill>
                <a:latin typeface="Arial" panose="020B0604020202020204" pitchFamily="34" charset="0"/>
                <a:cs typeface="Arial" panose="020B0604020202020204" pitchFamily="34" charset="0"/>
              </a:rPr>
              <a:t>n+1</a:t>
            </a:r>
            <a:r>
              <a:rPr lang="en-US" sz="1800" b="1" dirty="0">
                <a:solidFill>
                  <a:schemeClr val="bg1"/>
                </a:solidFill>
                <a:latin typeface="Arial" panose="020B0604020202020204" pitchFamily="34" charset="0"/>
                <a:cs typeface="Arial" panose="020B0604020202020204" pitchFamily="34" charset="0"/>
              </a:rPr>
              <a:t>)</a:t>
            </a:r>
          </a:p>
        </p:txBody>
      </p:sp>
      <p:cxnSp>
        <p:nvCxnSpPr>
          <p:cNvPr id="13" name="Straight Connector 12">
            <a:extLst>
              <a:ext uri="{FF2B5EF4-FFF2-40B4-BE49-F238E27FC236}">
                <a16:creationId xmlns:a16="http://schemas.microsoft.com/office/drawing/2014/main" id="{67BAFC20-6A5C-DAEF-5BA5-A01FC604E86D}"/>
              </a:ext>
            </a:extLst>
          </p:cNvPr>
          <p:cNvCxnSpPr/>
          <p:nvPr/>
        </p:nvCxnSpPr>
        <p:spPr>
          <a:xfrm>
            <a:off x="1446212" y="3886200"/>
            <a:ext cx="10210800" cy="0"/>
          </a:xfrm>
          <a:prstGeom prst="line">
            <a:avLst/>
          </a:prstGeom>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4821FF2-6268-812D-26C5-CA52363E0147}"/>
                  </a:ext>
                </a:extLst>
              </p:cNvPr>
              <p:cNvSpPr txBox="1"/>
              <p:nvPr/>
            </p:nvSpPr>
            <p:spPr>
              <a:xfrm>
                <a:off x="1674812" y="3962401"/>
                <a:ext cx="471949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𝑜𝑢𝑟</m:t>
                      </m:r>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𝑚𝑜𝑑𝑒𝑙</m:t>
                      </m:r>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𝑤</m:t>
                      </m:r>
                      <m:r>
                        <a:rPr lang="en-US" b="0" i="1" smtClean="0">
                          <a:solidFill>
                            <a:schemeClr val="bg1"/>
                          </a:solidFill>
                          <a:latin typeface="Cambria Math" panose="02040503050406030204" pitchFamily="18" charset="0"/>
                        </a:rPr>
                        <m:t>=</m:t>
                      </m:r>
                      <m:d>
                        <m:dPr>
                          <m:begChr m:val="["/>
                          <m:endChr m:val="]"/>
                          <m:ctrlPr>
                            <a:rPr lang="en-US" b="0" i="1" smtClean="0">
                              <a:solidFill>
                                <a:schemeClr val="bg1"/>
                              </a:solidFill>
                              <a:latin typeface="Cambria Math" panose="02040503050406030204" pitchFamily="18" charset="0"/>
                            </a:rPr>
                          </m:ctrlPr>
                        </m:dPr>
                        <m:e>
                          <m:m>
                            <m:mPr>
                              <m:mcs>
                                <m:mc>
                                  <m:mcPr>
                                    <m:count m:val="3"/>
                                    <m:mcJc m:val="center"/>
                                  </m:mcPr>
                                </m:mc>
                              </m:mcs>
                              <m:ctrlPr>
                                <a:rPr lang="en-US" b="0" i="1" smtClean="0">
                                  <a:solidFill>
                                    <a:schemeClr val="bg1"/>
                                  </a:solidFill>
                                  <a:latin typeface="Cambria Math" panose="02040503050406030204" pitchFamily="18" charset="0"/>
                                </a:rPr>
                              </m:ctrlPr>
                            </m:mPr>
                            <m:mr>
                              <m:e>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𝑤</m:t>
                                    </m:r>
                                  </m:e>
                                  <m:sub>
                                    <m:r>
                                      <a:rPr lang="en-US" b="0" i="1" smtClean="0">
                                        <a:solidFill>
                                          <a:schemeClr val="bg1"/>
                                        </a:solidFill>
                                        <a:latin typeface="Cambria Math" panose="02040503050406030204" pitchFamily="18" charset="0"/>
                                      </a:rPr>
                                      <m:t>1</m:t>
                                    </m:r>
                                  </m:sub>
                                </m:sSub>
                              </m:e>
                              <m:e>
                                <m:r>
                                  <a:rPr lang="en-US" b="0" i="1" smtClean="0">
                                    <a:solidFill>
                                      <a:schemeClr val="bg1"/>
                                    </a:solidFill>
                                    <a:latin typeface="Cambria Math" panose="02040503050406030204" pitchFamily="18" charset="0"/>
                                    <a:ea typeface="Cambria Math" panose="02040503050406030204" pitchFamily="18" charset="0"/>
                                  </a:rPr>
                                  <m:t>⋯</m:t>
                                </m:r>
                              </m:e>
                              <m:e>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𝑤</m:t>
                                    </m:r>
                                  </m:e>
                                  <m:sub>
                                    <m:r>
                                      <a:rPr lang="en-US" b="0" i="1" smtClean="0">
                                        <a:solidFill>
                                          <a:schemeClr val="bg1"/>
                                        </a:solidFill>
                                        <a:latin typeface="Cambria Math" panose="02040503050406030204" pitchFamily="18" charset="0"/>
                                      </a:rPr>
                                      <m:t>𝑛</m:t>
                                    </m:r>
                                  </m:sub>
                                </m:sSub>
                              </m:e>
                            </m:mr>
                          </m:m>
                        </m:e>
                      </m:d>
                      <m:r>
                        <a:rPr lang="en-US" b="0" i="0" smtClean="0">
                          <a:solidFill>
                            <a:schemeClr val="bg1"/>
                          </a:solidFill>
                          <a:latin typeface="Cambria Math" panose="02040503050406030204" pitchFamily="18" charset="0"/>
                        </a:rPr>
                        <m:t> </m:t>
                      </m:r>
                      <m:r>
                        <m:rPr>
                          <m:sty m:val="p"/>
                        </m:rPr>
                        <a:rPr lang="en-US" b="0" i="0" smtClean="0">
                          <a:solidFill>
                            <a:schemeClr val="bg1"/>
                          </a:solidFill>
                          <a:latin typeface="Cambria Math" panose="02040503050406030204" pitchFamily="18" charset="0"/>
                        </a:rPr>
                        <m:t>and</m:t>
                      </m:r>
                      <m:r>
                        <a:rPr lang="en-US" b="0" i="0" smtClean="0">
                          <a:solidFill>
                            <a:schemeClr val="bg1"/>
                          </a:solidFill>
                          <a:latin typeface="Cambria Math" panose="02040503050406030204" pitchFamily="18" charset="0"/>
                        </a:rPr>
                        <m:t> </m:t>
                      </m:r>
                      <m:r>
                        <m:rPr>
                          <m:sty m:val="p"/>
                        </m:rPr>
                        <a:rPr lang="en-US" b="0" i="0" smtClean="0">
                          <a:solidFill>
                            <a:schemeClr val="bg1"/>
                          </a:solidFill>
                          <a:latin typeface="Cambria Math" panose="02040503050406030204" pitchFamily="18" charset="0"/>
                        </a:rPr>
                        <m:t>threshold</m:t>
                      </m:r>
                    </m:oMath>
                  </m:oMathPara>
                </a14:m>
                <a:endParaRPr lang="en-US" dirty="0">
                  <a:solidFill>
                    <a:schemeClr val="bg1"/>
                  </a:solidFill>
                </a:endParaRPr>
              </a:p>
            </p:txBody>
          </p:sp>
        </mc:Choice>
        <mc:Fallback xmlns="">
          <p:sp>
            <p:nvSpPr>
              <p:cNvPr id="15" name="TextBox 14">
                <a:extLst>
                  <a:ext uri="{FF2B5EF4-FFF2-40B4-BE49-F238E27FC236}">
                    <a16:creationId xmlns:a16="http://schemas.microsoft.com/office/drawing/2014/main" id="{84821FF2-6268-812D-26C5-CA52363E0147}"/>
                  </a:ext>
                </a:extLst>
              </p:cNvPr>
              <p:cNvSpPr txBox="1">
                <a:spLocks noRot="1" noChangeAspect="1" noMove="1" noResize="1" noEditPoints="1" noAdjustHandles="1" noChangeArrowheads="1" noChangeShapeType="1" noTextEdit="1"/>
              </p:cNvSpPr>
              <p:nvPr/>
            </p:nvSpPr>
            <p:spPr>
              <a:xfrm>
                <a:off x="1674812" y="3962401"/>
                <a:ext cx="4719497" cy="276999"/>
              </a:xfrm>
              <a:prstGeom prst="rect">
                <a:avLst/>
              </a:prstGeom>
              <a:blipFill>
                <a:blip r:embed="rId2"/>
                <a:stretch>
                  <a:fillRect t="-4545" b="-45455"/>
                </a:stretch>
              </a:blipFill>
            </p:spPr>
            <p:txBody>
              <a:bodyPr/>
              <a:lstStyle/>
              <a:p>
                <a:r>
                  <a:rPr lang="en-US">
                    <a:noFill/>
                  </a:rPr>
                  <a:t> </a:t>
                </a:r>
              </a:p>
            </p:txBody>
          </p:sp>
        </mc:Fallback>
      </mc:AlternateContent>
      <p:cxnSp>
        <p:nvCxnSpPr>
          <p:cNvPr id="16" name="Straight Connector 15">
            <a:extLst>
              <a:ext uri="{FF2B5EF4-FFF2-40B4-BE49-F238E27FC236}">
                <a16:creationId xmlns:a16="http://schemas.microsoft.com/office/drawing/2014/main" id="{5D1826EE-626F-958D-961A-D73BC17D246E}"/>
              </a:ext>
            </a:extLst>
          </p:cNvPr>
          <p:cNvCxnSpPr>
            <a:cxnSpLocks/>
          </p:cNvCxnSpPr>
          <p:nvPr/>
        </p:nvCxnSpPr>
        <p:spPr>
          <a:xfrm>
            <a:off x="6484836" y="3886200"/>
            <a:ext cx="0" cy="1676400"/>
          </a:xfrm>
          <a:prstGeom prst="line">
            <a:avLst/>
          </a:prstGeom>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A9169B2-92D5-2F1B-6E3B-7670739D7FEB}"/>
                  </a:ext>
                </a:extLst>
              </p:cNvPr>
              <p:cNvSpPr txBox="1"/>
              <p:nvPr/>
            </p:nvSpPr>
            <p:spPr>
              <a:xfrm>
                <a:off x="6940868" y="3962401"/>
                <a:ext cx="352263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𝑜𝑢𝑟</m:t>
                      </m:r>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𝑚𝑜𝑑𝑒𝑙</m:t>
                      </m:r>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𝑤</m:t>
                      </m:r>
                      <m:r>
                        <a:rPr lang="en-US" b="0" i="1" smtClean="0">
                          <a:solidFill>
                            <a:schemeClr val="bg1"/>
                          </a:solidFill>
                          <a:latin typeface="Cambria Math" panose="02040503050406030204" pitchFamily="18" charset="0"/>
                        </a:rPr>
                        <m:t>=</m:t>
                      </m:r>
                      <m:d>
                        <m:dPr>
                          <m:begChr m:val="["/>
                          <m:endChr m:val="]"/>
                          <m:ctrlPr>
                            <a:rPr lang="en-US" b="0" i="1" smtClean="0">
                              <a:solidFill>
                                <a:schemeClr val="bg1"/>
                              </a:solidFill>
                              <a:latin typeface="Cambria Math" panose="02040503050406030204" pitchFamily="18" charset="0"/>
                            </a:rPr>
                          </m:ctrlPr>
                        </m:dPr>
                        <m:e>
                          <m:m>
                            <m:mPr>
                              <m:mcs>
                                <m:mc>
                                  <m:mcPr>
                                    <m:count m:val="3"/>
                                    <m:mcJc m:val="center"/>
                                  </m:mcPr>
                                </m:mc>
                              </m:mcs>
                              <m:ctrlPr>
                                <a:rPr lang="en-US" b="0" i="1" smtClean="0">
                                  <a:solidFill>
                                    <a:schemeClr val="bg1"/>
                                  </a:solidFill>
                                  <a:latin typeface="Cambria Math" panose="02040503050406030204" pitchFamily="18" charset="0"/>
                                </a:rPr>
                              </m:ctrlPr>
                            </m:mPr>
                            <m:mr>
                              <m:e>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𝑤</m:t>
                                    </m:r>
                                  </m:e>
                                  <m:sub>
                                    <m:r>
                                      <a:rPr lang="en-US" b="0" i="1" smtClean="0">
                                        <a:solidFill>
                                          <a:schemeClr val="bg1"/>
                                        </a:solidFill>
                                        <a:latin typeface="Cambria Math" panose="02040503050406030204" pitchFamily="18" charset="0"/>
                                      </a:rPr>
                                      <m:t>1</m:t>
                                    </m:r>
                                  </m:sub>
                                </m:sSub>
                              </m:e>
                              <m:e>
                                <m:r>
                                  <a:rPr lang="en-US" b="0" i="1" smtClean="0">
                                    <a:solidFill>
                                      <a:schemeClr val="bg1"/>
                                    </a:solidFill>
                                    <a:latin typeface="Cambria Math" panose="02040503050406030204" pitchFamily="18" charset="0"/>
                                    <a:ea typeface="Cambria Math" panose="02040503050406030204" pitchFamily="18" charset="0"/>
                                  </a:rPr>
                                  <m:t>⋯</m:t>
                                </m:r>
                              </m:e>
                              <m:e>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𝑤</m:t>
                                    </m:r>
                                  </m:e>
                                  <m:sub>
                                    <m:r>
                                      <a:rPr lang="en-US" b="0" i="1" smtClean="0">
                                        <a:solidFill>
                                          <a:schemeClr val="bg1"/>
                                        </a:solidFill>
                                        <a:latin typeface="Cambria Math" panose="02040503050406030204" pitchFamily="18" charset="0"/>
                                      </a:rPr>
                                      <m:t>𝑛</m:t>
                                    </m:r>
                                    <m:r>
                                      <a:rPr lang="en-US" b="0" i="1" smtClean="0">
                                        <a:solidFill>
                                          <a:schemeClr val="bg1"/>
                                        </a:solidFill>
                                        <a:latin typeface="Cambria Math" panose="02040503050406030204" pitchFamily="18" charset="0"/>
                                      </a:rPr>
                                      <m:t>+1</m:t>
                                    </m:r>
                                  </m:sub>
                                </m:sSub>
                              </m:e>
                            </m:mr>
                          </m:m>
                        </m:e>
                      </m:d>
                    </m:oMath>
                  </m:oMathPara>
                </a14:m>
                <a:endParaRPr lang="en-US" dirty="0">
                  <a:solidFill>
                    <a:schemeClr val="bg1"/>
                  </a:solidFill>
                </a:endParaRPr>
              </a:p>
            </p:txBody>
          </p:sp>
        </mc:Choice>
        <mc:Fallback xmlns="">
          <p:sp>
            <p:nvSpPr>
              <p:cNvPr id="22" name="TextBox 21">
                <a:extLst>
                  <a:ext uri="{FF2B5EF4-FFF2-40B4-BE49-F238E27FC236}">
                    <a16:creationId xmlns:a16="http://schemas.microsoft.com/office/drawing/2014/main" id="{7A9169B2-92D5-2F1B-6E3B-7670739D7FEB}"/>
                  </a:ext>
                </a:extLst>
              </p:cNvPr>
              <p:cNvSpPr txBox="1">
                <a:spLocks noRot="1" noChangeAspect="1" noMove="1" noResize="1" noEditPoints="1" noAdjustHandles="1" noChangeArrowheads="1" noChangeShapeType="1" noTextEdit="1"/>
              </p:cNvSpPr>
              <p:nvPr/>
            </p:nvSpPr>
            <p:spPr>
              <a:xfrm>
                <a:off x="6940868" y="3962401"/>
                <a:ext cx="3522631" cy="276999"/>
              </a:xfrm>
              <a:prstGeom prst="rect">
                <a:avLst/>
              </a:prstGeom>
              <a:blipFill>
                <a:blip r:embed="rId3"/>
                <a:stretch>
                  <a:fillRect t="-4545" b="-45455"/>
                </a:stretch>
              </a:blipFill>
            </p:spPr>
            <p:txBody>
              <a:bodyPr/>
              <a:lstStyle/>
              <a:p>
                <a:r>
                  <a:rPr lang="en-US">
                    <a:noFill/>
                  </a:rPr>
                  <a:t> </a:t>
                </a:r>
              </a:p>
            </p:txBody>
          </p:sp>
        </mc:Fallback>
      </mc:AlternateContent>
      <p:cxnSp>
        <p:nvCxnSpPr>
          <p:cNvPr id="23" name="Straight Connector 22">
            <a:extLst>
              <a:ext uri="{FF2B5EF4-FFF2-40B4-BE49-F238E27FC236}">
                <a16:creationId xmlns:a16="http://schemas.microsoft.com/office/drawing/2014/main" id="{8EC47CB8-AE3B-044C-02B1-E87E4747B263}"/>
              </a:ext>
            </a:extLst>
          </p:cNvPr>
          <p:cNvCxnSpPr/>
          <p:nvPr/>
        </p:nvCxnSpPr>
        <p:spPr>
          <a:xfrm>
            <a:off x="1446212" y="4619506"/>
            <a:ext cx="10210800" cy="0"/>
          </a:xfrm>
          <a:prstGeom prst="line">
            <a:avLst/>
          </a:prstGeom>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AA2B69F-E6EF-E689-9E31-1080A328F4D3}"/>
                  </a:ext>
                </a:extLst>
              </p:cNvPr>
              <p:cNvSpPr txBox="1"/>
              <p:nvPr/>
            </p:nvSpPr>
            <p:spPr>
              <a:xfrm>
                <a:off x="3732212" y="5586593"/>
                <a:ext cx="5130828" cy="12485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𝐶𝑙𝑎𝑠𝑠𝑖𝑓𝑖𝑒𝑑</m:t>
                      </m:r>
                      <m:d>
                        <m:dPr>
                          <m:ctrlPr>
                            <a:rPr lang="en-US" i="1" smtClean="0">
                              <a:solidFill>
                                <a:schemeClr val="bg1"/>
                              </a:solidFill>
                              <a:latin typeface="Cambria Math" panose="02040503050406030204" pitchFamily="18" charset="0"/>
                            </a:rPr>
                          </m:ctrlPr>
                        </m:dPr>
                        <m:e>
                          <m:r>
                            <a:rPr lang="en-US" b="0" i="1" smtClean="0">
                              <a:solidFill>
                                <a:schemeClr val="bg1"/>
                              </a:solidFill>
                              <a:latin typeface="Cambria Math" panose="02040503050406030204" pitchFamily="18" charset="0"/>
                            </a:rPr>
                            <m:t>𝑘</m:t>
                          </m:r>
                        </m:e>
                      </m:d>
                      <m:r>
                        <a:rPr lang="en-US" i="1" smtClean="0">
                          <a:solidFill>
                            <a:schemeClr val="bg1"/>
                          </a:solidFill>
                          <a:latin typeface="Cambria Math" panose="02040503050406030204" pitchFamily="18" charset="0"/>
                        </a:rPr>
                        <m:t>=</m:t>
                      </m:r>
                      <m:d>
                        <m:dPr>
                          <m:begChr m:val="{"/>
                          <m:endChr m:val=""/>
                          <m:ctrlPr>
                            <a:rPr lang="en-US" i="1" smtClean="0">
                              <a:solidFill>
                                <a:schemeClr val="bg1"/>
                              </a:solidFill>
                              <a:latin typeface="Cambria Math" panose="02040503050406030204" pitchFamily="18" charset="0"/>
                            </a:rPr>
                          </m:ctrlPr>
                        </m:dPr>
                        <m:e>
                          <m:eqArr>
                            <m:eqArrPr>
                              <m:ctrlPr>
                                <a:rPr lang="en-US" i="1" smtClean="0">
                                  <a:solidFill>
                                    <a:schemeClr val="bg1"/>
                                  </a:solidFill>
                                  <a:latin typeface="Cambria Math" panose="02040503050406030204" pitchFamily="18" charset="0"/>
                                </a:rPr>
                              </m:ctrlPr>
                            </m:eqArrPr>
                            <m:e>
                              <m:m>
                                <m:mPr>
                                  <m:mcs>
                                    <m:mc>
                                      <m:mcPr>
                                        <m:count m:val="2"/>
                                        <m:mcJc m:val="center"/>
                                      </m:mcPr>
                                    </m:mc>
                                  </m:mcs>
                                  <m:ctrlPr>
                                    <a:rPr lang="en-US" i="1" smtClean="0">
                                      <a:solidFill>
                                        <a:schemeClr val="bg1"/>
                                      </a:solidFill>
                                      <a:latin typeface="Cambria Math" panose="02040503050406030204" pitchFamily="18" charset="0"/>
                                    </a:rPr>
                                  </m:ctrlPr>
                                </m:mPr>
                                <m:mr>
                                  <m:e>
                                    <m:r>
                                      <m:rPr>
                                        <m:brk m:alnAt="7"/>
                                      </m:rPr>
                                      <a:rPr lang="en-US" b="0" i="1" smtClean="0">
                                        <a:solidFill>
                                          <a:schemeClr val="bg1"/>
                                        </a:solidFill>
                                        <a:latin typeface="Cambria Math" panose="02040503050406030204" pitchFamily="18" charset="0"/>
                                      </a:rPr>
                                      <m:t>𝑡</m:t>
                                    </m:r>
                                    <m:r>
                                      <a:rPr lang="en-US" b="0" i="1" smtClean="0">
                                        <a:solidFill>
                                          <a:schemeClr val="bg1"/>
                                        </a:solidFill>
                                        <a:latin typeface="Cambria Math" panose="02040503050406030204" pitchFamily="18" charset="0"/>
                                      </a:rPr>
                                      <m:t>𝑟𝑢𝑒</m:t>
                                    </m:r>
                                  </m:e>
                                  <m:e>
                                    <m:r>
                                      <a:rPr lang="en-US" b="0" i="1" smtClean="0">
                                        <a:solidFill>
                                          <a:schemeClr val="bg1"/>
                                        </a:solidFill>
                                        <a:latin typeface="Cambria Math" panose="02040503050406030204" pitchFamily="18" charset="0"/>
                                      </a:rPr>
                                      <m:t>𝑔</m:t>
                                    </m:r>
                                    <m:d>
                                      <m:dPr>
                                        <m:ctrlPr>
                                          <a:rPr lang="en-US" b="0" i="1" smtClean="0">
                                            <a:solidFill>
                                              <a:schemeClr val="bg1"/>
                                            </a:solidFill>
                                            <a:latin typeface="Cambria Math" panose="02040503050406030204" pitchFamily="18" charset="0"/>
                                          </a:rPr>
                                        </m:ctrlPr>
                                      </m:dPr>
                                      <m:e>
                                        <m:r>
                                          <a:rPr lang="en-US" b="0" i="1" smtClean="0">
                                            <a:solidFill>
                                              <a:schemeClr val="bg1"/>
                                            </a:solidFill>
                                            <a:latin typeface="Cambria Math" panose="02040503050406030204" pitchFamily="18" charset="0"/>
                                          </a:rPr>
                                          <m:t>𝑘</m:t>
                                        </m:r>
                                      </m:e>
                                    </m:d>
                                    <m:r>
                                      <a:rPr lang="en-US" b="0" i="1" smtClean="0">
                                        <a:solidFill>
                                          <a:schemeClr val="bg1"/>
                                        </a:solidFill>
                                        <a:latin typeface="Cambria Math" panose="02040503050406030204" pitchFamily="18" charset="0"/>
                                      </a:rPr>
                                      <m:t>&gt;0, </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𝐿𝑎𝑏𝑒𝑙</m:t>
                                        </m:r>
                                      </m:e>
                                      <m:sub>
                                        <m:r>
                                          <a:rPr lang="en-US" b="0" i="1" smtClean="0">
                                            <a:solidFill>
                                              <a:schemeClr val="bg1"/>
                                            </a:solidFill>
                                            <a:latin typeface="Cambria Math" panose="02040503050406030204" pitchFamily="18" charset="0"/>
                                          </a:rPr>
                                          <m:t>𝑘</m:t>
                                        </m:r>
                                      </m:sub>
                                    </m:sSub>
                                    <m:r>
                                      <a:rPr lang="en-US" b="0" i="1" smtClean="0">
                                        <a:solidFill>
                                          <a:schemeClr val="bg1"/>
                                        </a:solidFill>
                                        <a:latin typeface="Cambria Math" panose="02040503050406030204" pitchFamily="18" charset="0"/>
                                      </a:rPr>
                                      <m:t>=</m:t>
                                    </m:r>
                                    <m:r>
                                      <a:rPr lang="en-US" b="0" i="1" smtClean="0">
                                        <a:solidFill>
                                          <a:schemeClr val="bg1"/>
                                        </a:solidFill>
                                        <a:latin typeface="Cambria Math" panose="02040503050406030204" pitchFamily="18" charset="0"/>
                                      </a:rPr>
                                      <m:t>𝑌𝐸𝑆</m:t>
                                    </m:r>
                                  </m:e>
                                </m:mr>
                              </m:m>
                            </m:e>
                            <m:e>
                              <m:m>
                                <m:mPr>
                                  <m:mcs>
                                    <m:mc>
                                      <m:mcPr>
                                        <m:count m:val="2"/>
                                        <m:mcJc m:val="center"/>
                                      </m:mcPr>
                                    </m:mc>
                                  </m:mcs>
                                  <m:ctrlPr>
                                    <a:rPr lang="en-US" i="1">
                                      <a:solidFill>
                                        <a:schemeClr val="bg1"/>
                                      </a:solidFill>
                                      <a:latin typeface="Cambria Math" panose="02040503050406030204" pitchFamily="18" charset="0"/>
                                    </a:rPr>
                                  </m:ctrlPr>
                                </m:mPr>
                                <m:mr>
                                  <m:e>
                                    <m:r>
                                      <m:rPr>
                                        <m:brk m:alnAt="7"/>
                                      </m:rPr>
                                      <a:rPr lang="en-US" i="1">
                                        <a:solidFill>
                                          <a:schemeClr val="bg1"/>
                                        </a:solidFill>
                                        <a:latin typeface="Cambria Math" panose="02040503050406030204" pitchFamily="18" charset="0"/>
                                      </a:rPr>
                                      <m:t>𝑡</m:t>
                                    </m:r>
                                    <m:r>
                                      <a:rPr lang="en-US" i="1">
                                        <a:solidFill>
                                          <a:schemeClr val="bg1"/>
                                        </a:solidFill>
                                        <a:latin typeface="Cambria Math" panose="02040503050406030204" pitchFamily="18" charset="0"/>
                                      </a:rPr>
                                      <m:t>𝑟𝑢𝑒</m:t>
                                    </m:r>
                                  </m:e>
                                  <m:e>
                                    <m:r>
                                      <a:rPr lang="en-US" b="0" i="1" smtClean="0">
                                        <a:solidFill>
                                          <a:schemeClr val="bg1"/>
                                        </a:solidFill>
                                        <a:latin typeface="Cambria Math" panose="02040503050406030204" pitchFamily="18" charset="0"/>
                                      </a:rPr>
                                      <m:t>𝑔</m:t>
                                    </m:r>
                                    <m:d>
                                      <m:dPr>
                                        <m:ctrlPr>
                                          <a:rPr lang="en-US" i="1">
                                            <a:solidFill>
                                              <a:schemeClr val="bg1"/>
                                            </a:solidFill>
                                            <a:latin typeface="Cambria Math" panose="02040503050406030204" pitchFamily="18" charset="0"/>
                                          </a:rPr>
                                        </m:ctrlPr>
                                      </m:dPr>
                                      <m:e>
                                        <m:r>
                                          <a:rPr lang="en-US" i="1">
                                            <a:solidFill>
                                              <a:schemeClr val="bg1"/>
                                            </a:solidFill>
                                            <a:latin typeface="Cambria Math" panose="02040503050406030204" pitchFamily="18" charset="0"/>
                                          </a:rPr>
                                          <m:t>𝑘</m:t>
                                        </m:r>
                                      </m:e>
                                    </m:d>
                                    <m:r>
                                      <a:rPr lang="en-US" b="0" i="1" smtClean="0">
                                        <a:solidFill>
                                          <a:schemeClr val="bg1"/>
                                        </a:solidFill>
                                        <a:latin typeface="Cambria Math" panose="02040503050406030204" pitchFamily="18" charset="0"/>
                                      </a:rPr>
                                      <m:t>≤</m:t>
                                    </m:r>
                                    <m:r>
                                      <a:rPr lang="en-US" i="1">
                                        <a:solidFill>
                                          <a:schemeClr val="bg1"/>
                                        </a:solidFill>
                                        <a:latin typeface="Cambria Math" panose="02040503050406030204" pitchFamily="18" charset="0"/>
                                      </a:rPr>
                                      <m:t>0, </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𝐿𝑎𝑏𝑒𝑙</m:t>
                                        </m:r>
                                      </m:e>
                                      <m:sub>
                                        <m:r>
                                          <a:rPr lang="en-US" i="1">
                                            <a:solidFill>
                                              <a:schemeClr val="bg1"/>
                                            </a:solidFill>
                                            <a:latin typeface="Cambria Math" panose="02040503050406030204" pitchFamily="18" charset="0"/>
                                          </a:rPr>
                                          <m:t>𝑘</m:t>
                                        </m:r>
                                      </m:sub>
                                    </m:sSub>
                                    <m:r>
                                      <a:rPr lang="en-US" i="1">
                                        <a:solidFill>
                                          <a:schemeClr val="bg1"/>
                                        </a:solidFill>
                                        <a:latin typeface="Cambria Math" panose="02040503050406030204" pitchFamily="18" charset="0"/>
                                      </a:rPr>
                                      <m:t>=</m:t>
                                    </m:r>
                                    <m:r>
                                      <a:rPr lang="en-US" b="0" i="1" smtClean="0">
                                        <a:solidFill>
                                          <a:schemeClr val="bg1"/>
                                        </a:solidFill>
                                        <a:latin typeface="Cambria Math" panose="02040503050406030204" pitchFamily="18" charset="0"/>
                                      </a:rPr>
                                      <m:t>𝑁𝑂</m:t>
                                    </m:r>
                                  </m:e>
                                </m:mr>
                              </m:m>
                            </m:e>
                            <m:e>
                              <m:m>
                                <m:mPr>
                                  <m:mcs>
                                    <m:mc>
                                      <m:mcPr>
                                        <m:count m:val="2"/>
                                        <m:mcJc m:val="center"/>
                                      </m:mcPr>
                                    </m:mc>
                                  </m:mcs>
                                  <m:ctrlPr>
                                    <a:rPr lang="en-US" i="1">
                                      <a:solidFill>
                                        <a:schemeClr val="bg1"/>
                                      </a:solidFill>
                                      <a:latin typeface="Cambria Math" panose="02040503050406030204" pitchFamily="18" charset="0"/>
                                    </a:rPr>
                                  </m:ctrlPr>
                                </m:mPr>
                                <m:mr>
                                  <m:e>
                                    <m:r>
                                      <a:rPr lang="en-US" b="0" i="1" smtClean="0">
                                        <a:solidFill>
                                          <a:schemeClr val="bg1"/>
                                        </a:solidFill>
                                        <a:latin typeface="Cambria Math" panose="02040503050406030204" pitchFamily="18" charset="0"/>
                                      </a:rPr>
                                      <m:t>𝑓𝑎𝑙𝑠𝑒</m:t>
                                    </m:r>
                                  </m:e>
                                  <m:e>
                                    <m:r>
                                      <a:rPr lang="en-US" b="0" i="1" smtClean="0">
                                        <a:solidFill>
                                          <a:schemeClr val="bg1"/>
                                        </a:solidFill>
                                        <a:latin typeface="Cambria Math" panose="02040503050406030204" pitchFamily="18" charset="0"/>
                                      </a:rPr>
                                      <m:t>𝑔</m:t>
                                    </m:r>
                                    <m:d>
                                      <m:dPr>
                                        <m:ctrlPr>
                                          <a:rPr lang="en-US" i="1">
                                            <a:solidFill>
                                              <a:schemeClr val="bg1"/>
                                            </a:solidFill>
                                            <a:latin typeface="Cambria Math" panose="02040503050406030204" pitchFamily="18" charset="0"/>
                                          </a:rPr>
                                        </m:ctrlPr>
                                      </m:dPr>
                                      <m:e>
                                        <m:r>
                                          <a:rPr lang="en-US" i="1">
                                            <a:solidFill>
                                              <a:schemeClr val="bg1"/>
                                            </a:solidFill>
                                            <a:latin typeface="Cambria Math" panose="02040503050406030204" pitchFamily="18" charset="0"/>
                                          </a:rPr>
                                          <m:t>𝑘</m:t>
                                        </m:r>
                                      </m:e>
                                    </m:d>
                                    <m:r>
                                      <a:rPr lang="en-US" b="0" i="1" smtClean="0">
                                        <a:solidFill>
                                          <a:schemeClr val="bg1"/>
                                        </a:solidFill>
                                        <a:latin typeface="Cambria Math" panose="02040503050406030204" pitchFamily="18" charset="0"/>
                                      </a:rPr>
                                      <m:t>&gt;</m:t>
                                    </m:r>
                                    <m:r>
                                      <a:rPr lang="en-US" i="1">
                                        <a:solidFill>
                                          <a:schemeClr val="bg1"/>
                                        </a:solidFill>
                                        <a:latin typeface="Cambria Math" panose="02040503050406030204" pitchFamily="18" charset="0"/>
                                      </a:rPr>
                                      <m:t>0, </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𝐿𝑎𝑏𝑒𝑙</m:t>
                                        </m:r>
                                      </m:e>
                                      <m:sub>
                                        <m:r>
                                          <a:rPr lang="en-US" i="1">
                                            <a:solidFill>
                                              <a:schemeClr val="bg1"/>
                                            </a:solidFill>
                                            <a:latin typeface="Cambria Math" panose="02040503050406030204" pitchFamily="18" charset="0"/>
                                          </a:rPr>
                                          <m:t>𝑘</m:t>
                                        </m:r>
                                      </m:sub>
                                    </m:sSub>
                                    <m:r>
                                      <a:rPr lang="en-US" i="1">
                                        <a:solidFill>
                                          <a:schemeClr val="bg1"/>
                                        </a:solidFill>
                                        <a:latin typeface="Cambria Math" panose="02040503050406030204" pitchFamily="18" charset="0"/>
                                      </a:rPr>
                                      <m:t>=</m:t>
                                    </m:r>
                                    <m:r>
                                      <a:rPr lang="en-US" b="0" i="1" smtClean="0">
                                        <a:solidFill>
                                          <a:schemeClr val="bg1"/>
                                        </a:solidFill>
                                        <a:latin typeface="Cambria Math" panose="02040503050406030204" pitchFamily="18" charset="0"/>
                                      </a:rPr>
                                      <m:t>𝑁𝑂</m:t>
                                    </m:r>
                                  </m:e>
                                </m:mr>
                              </m:m>
                            </m:e>
                            <m:e>
                              <m:m>
                                <m:mPr>
                                  <m:mcs>
                                    <m:mc>
                                      <m:mcPr>
                                        <m:count m:val="2"/>
                                        <m:mcJc m:val="center"/>
                                      </m:mcPr>
                                    </m:mc>
                                  </m:mcs>
                                  <m:ctrlPr>
                                    <a:rPr lang="en-US" i="1">
                                      <a:solidFill>
                                        <a:schemeClr val="bg1"/>
                                      </a:solidFill>
                                      <a:latin typeface="Cambria Math" panose="02040503050406030204" pitchFamily="18" charset="0"/>
                                    </a:rPr>
                                  </m:ctrlPr>
                                </m:mPr>
                                <m:mr>
                                  <m:e>
                                    <m:r>
                                      <a:rPr lang="en-US" b="0" i="1" smtClean="0">
                                        <a:solidFill>
                                          <a:schemeClr val="bg1"/>
                                        </a:solidFill>
                                        <a:latin typeface="Cambria Math" panose="02040503050406030204" pitchFamily="18" charset="0"/>
                                      </a:rPr>
                                      <m:t>𝑓𝑎𝑙𝑠𝑒</m:t>
                                    </m:r>
                                  </m:e>
                                  <m:e>
                                    <m:r>
                                      <a:rPr lang="en-US" b="0" i="1" smtClean="0">
                                        <a:solidFill>
                                          <a:schemeClr val="bg1"/>
                                        </a:solidFill>
                                        <a:latin typeface="Cambria Math" panose="02040503050406030204" pitchFamily="18" charset="0"/>
                                      </a:rPr>
                                      <m:t>𝑔</m:t>
                                    </m:r>
                                    <m:d>
                                      <m:dPr>
                                        <m:ctrlPr>
                                          <a:rPr lang="en-US" i="1">
                                            <a:solidFill>
                                              <a:schemeClr val="bg1"/>
                                            </a:solidFill>
                                            <a:latin typeface="Cambria Math" panose="02040503050406030204" pitchFamily="18" charset="0"/>
                                          </a:rPr>
                                        </m:ctrlPr>
                                      </m:dPr>
                                      <m:e>
                                        <m:r>
                                          <a:rPr lang="en-US" i="1">
                                            <a:solidFill>
                                              <a:schemeClr val="bg1"/>
                                            </a:solidFill>
                                            <a:latin typeface="Cambria Math" panose="02040503050406030204" pitchFamily="18" charset="0"/>
                                          </a:rPr>
                                          <m:t>𝑘</m:t>
                                        </m:r>
                                      </m:e>
                                    </m:d>
                                    <m:r>
                                      <a:rPr lang="en-US" b="0" i="1" smtClean="0">
                                        <a:solidFill>
                                          <a:schemeClr val="bg1"/>
                                        </a:solidFill>
                                        <a:latin typeface="Cambria Math" panose="02040503050406030204" pitchFamily="18" charset="0"/>
                                      </a:rPr>
                                      <m:t>≤</m:t>
                                    </m:r>
                                    <m:r>
                                      <a:rPr lang="en-US" i="1">
                                        <a:solidFill>
                                          <a:schemeClr val="bg1"/>
                                        </a:solidFill>
                                        <a:latin typeface="Cambria Math" panose="02040503050406030204" pitchFamily="18" charset="0"/>
                                      </a:rPr>
                                      <m:t>0, </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𝐿𝑎𝑏𝑒𝑙</m:t>
                                        </m:r>
                                      </m:e>
                                      <m:sub>
                                        <m:r>
                                          <a:rPr lang="en-US" i="1">
                                            <a:solidFill>
                                              <a:schemeClr val="bg1"/>
                                            </a:solidFill>
                                            <a:latin typeface="Cambria Math" panose="02040503050406030204" pitchFamily="18" charset="0"/>
                                          </a:rPr>
                                          <m:t>𝑘</m:t>
                                        </m:r>
                                      </m:sub>
                                    </m:sSub>
                                    <m:r>
                                      <a:rPr lang="en-US" i="1">
                                        <a:solidFill>
                                          <a:schemeClr val="bg1"/>
                                        </a:solidFill>
                                        <a:latin typeface="Cambria Math" panose="02040503050406030204" pitchFamily="18" charset="0"/>
                                      </a:rPr>
                                      <m:t>=</m:t>
                                    </m:r>
                                    <m:r>
                                      <a:rPr lang="en-US" i="1">
                                        <a:solidFill>
                                          <a:schemeClr val="bg1"/>
                                        </a:solidFill>
                                        <a:latin typeface="Cambria Math" panose="02040503050406030204" pitchFamily="18" charset="0"/>
                                      </a:rPr>
                                      <m:t>𝑌𝐸𝑆</m:t>
                                    </m:r>
                                  </m:e>
                                </m:mr>
                              </m:m>
                            </m:e>
                          </m:eqArr>
                        </m:e>
                      </m:d>
                    </m:oMath>
                  </m:oMathPara>
                </a14:m>
                <a:endParaRPr lang="en-US" dirty="0">
                  <a:solidFill>
                    <a:schemeClr val="bg1"/>
                  </a:solidFill>
                </a:endParaRPr>
              </a:p>
            </p:txBody>
          </p:sp>
        </mc:Choice>
        <mc:Fallback xmlns="">
          <p:sp>
            <p:nvSpPr>
              <p:cNvPr id="24" name="TextBox 23">
                <a:extLst>
                  <a:ext uri="{FF2B5EF4-FFF2-40B4-BE49-F238E27FC236}">
                    <a16:creationId xmlns:a16="http://schemas.microsoft.com/office/drawing/2014/main" id="{3AA2B69F-E6EF-E689-9E31-1080A328F4D3}"/>
                  </a:ext>
                </a:extLst>
              </p:cNvPr>
              <p:cNvSpPr txBox="1">
                <a:spLocks noRot="1" noChangeAspect="1" noMove="1" noResize="1" noEditPoints="1" noAdjustHandles="1" noChangeArrowheads="1" noChangeShapeType="1" noTextEdit="1"/>
              </p:cNvSpPr>
              <p:nvPr/>
            </p:nvSpPr>
            <p:spPr>
              <a:xfrm>
                <a:off x="3732212" y="5586593"/>
                <a:ext cx="5130828" cy="1248547"/>
              </a:xfrm>
              <a:prstGeom prst="rect">
                <a:avLst/>
              </a:prstGeom>
              <a:blipFill>
                <a:blip r:embed="rId4"/>
                <a:stretch>
                  <a:fillRect l="-741" b="-3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6E145B8D-AF11-FB59-61D3-75F185346436}"/>
                  </a:ext>
                </a:extLst>
              </p:cNvPr>
              <p:cNvSpPr txBox="1"/>
              <p:nvPr/>
            </p:nvSpPr>
            <p:spPr>
              <a:xfrm>
                <a:off x="1446212" y="4712937"/>
                <a:ext cx="3486019" cy="7562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𝑔</m:t>
                      </m:r>
                      <m:d>
                        <m:dPr>
                          <m:ctrlPr>
                            <a:rPr lang="en-US" b="0" i="1" smtClean="0">
                              <a:solidFill>
                                <a:schemeClr val="bg1"/>
                              </a:solidFill>
                              <a:latin typeface="Cambria Math" panose="02040503050406030204" pitchFamily="18" charset="0"/>
                            </a:rPr>
                          </m:ctrlPr>
                        </m:dPr>
                        <m:e>
                          <m:r>
                            <a:rPr lang="en-US" b="0" i="1" smtClean="0">
                              <a:solidFill>
                                <a:schemeClr val="bg1"/>
                              </a:solidFill>
                              <a:latin typeface="Cambria Math" panose="02040503050406030204" pitchFamily="18" charset="0"/>
                            </a:rPr>
                            <m:t>𝑘</m:t>
                          </m:r>
                        </m:e>
                      </m:d>
                      <m:r>
                        <a:rPr lang="en-US" b="0" i="1" smtClean="0">
                          <a:solidFill>
                            <a:schemeClr val="bg1"/>
                          </a:solidFill>
                          <a:latin typeface="Cambria Math" panose="02040503050406030204" pitchFamily="18" charset="0"/>
                        </a:rPr>
                        <m:t>=</m:t>
                      </m:r>
                      <m:nary>
                        <m:naryPr>
                          <m:chr m:val="∑"/>
                          <m:ctrlPr>
                            <a:rPr lang="en-US" i="1">
                              <a:solidFill>
                                <a:schemeClr val="bg1"/>
                              </a:solidFill>
                              <a:latin typeface="Cambria Math" panose="02040503050406030204" pitchFamily="18" charset="0"/>
                            </a:rPr>
                          </m:ctrlPr>
                        </m:naryPr>
                        <m:sub>
                          <m:r>
                            <m:rPr>
                              <m:brk m:alnAt="23"/>
                            </m:rPr>
                            <a:rPr lang="en-US" i="1">
                              <a:solidFill>
                                <a:schemeClr val="bg1"/>
                              </a:solidFill>
                              <a:latin typeface="Cambria Math" panose="02040503050406030204" pitchFamily="18" charset="0"/>
                            </a:rPr>
                            <m:t>𝑖</m:t>
                          </m:r>
                          <m:r>
                            <a:rPr lang="en-US" i="1">
                              <a:solidFill>
                                <a:schemeClr val="bg1"/>
                              </a:solidFill>
                              <a:latin typeface="Cambria Math" panose="02040503050406030204" pitchFamily="18" charset="0"/>
                            </a:rPr>
                            <m:t>=1</m:t>
                          </m:r>
                        </m:sub>
                        <m:sup>
                          <m:r>
                            <a:rPr lang="en-US" i="1">
                              <a:solidFill>
                                <a:schemeClr val="bg1"/>
                              </a:solidFill>
                              <a:latin typeface="Cambria Math" panose="02040503050406030204" pitchFamily="18" charset="0"/>
                            </a:rPr>
                            <m:t>𝑛</m:t>
                          </m:r>
                        </m:sup>
                        <m:e>
                          <m:d>
                            <m:dPr>
                              <m:ctrlPr>
                                <a:rPr lang="en-US" i="1">
                                  <a:solidFill>
                                    <a:schemeClr val="bg1"/>
                                  </a:solidFill>
                                  <a:latin typeface="Cambria Math" panose="02040503050406030204" pitchFamily="18" charset="0"/>
                                </a:rPr>
                              </m:ctrlPr>
                            </m:dPr>
                            <m:e>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𝑤</m:t>
                                  </m:r>
                                </m:e>
                                <m:sub>
                                  <m:r>
                                    <a:rPr lang="en-US" i="1">
                                      <a:solidFill>
                                        <a:schemeClr val="bg1"/>
                                      </a:solidFill>
                                      <a:latin typeface="Cambria Math" panose="02040503050406030204" pitchFamily="18" charset="0"/>
                                    </a:rPr>
                                    <m:t>𝑖</m:t>
                                  </m:r>
                                </m:sub>
                              </m:sSub>
                              <m:r>
                                <a:rPr lang="en-US" i="1" smtClean="0">
                                  <a:solidFill>
                                    <a:schemeClr val="bg1"/>
                                  </a:solidFill>
                                  <a:latin typeface="Cambria Math" panose="02040503050406030204" pitchFamily="18" charset="0"/>
                                  <a:ea typeface="Cambria Math" panose="02040503050406030204" pitchFamily="18" charset="0"/>
                                </a:rPr>
                                <m:t>×</m:t>
                              </m:r>
                              <m:sSub>
                                <m:sSubPr>
                                  <m:ctrlPr>
                                    <a:rPr lang="en-US" i="1">
                                      <a:solidFill>
                                        <a:schemeClr val="bg1"/>
                                      </a:solidFill>
                                      <a:latin typeface="Cambria Math" panose="02040503050406030204" pitchFamily="18" charset="0"/>
                                      <a:ea typeface="Cambria Math" panose="02040503050406030204" pitchFamily="18" charset="0"/>
                                    </a:rPr>
                                  </m:ctrlPr>
                                </m:sSubPr>
                                <m:e>
                                  <m:r>
                                    <a:rPr lang="en-US" i="1">
                                      <a:solidFill>
                                        <a:schemeClr val="bg1"/>
                                      </a:solidFill>
                                      <a:latin typeface="Cambria Math" panose="02040503050406030204" pitchFamily="18" charset="0"/>
                                      <a:ea typeface="Cambria Math" panose="02040503050406030204" pitchFamily="18" charset="0"/>
                                    </a:rPr>
                                    <m:t>𝐼</m:t>
                                  </m:r>
                                </m:e>
                                <m:sub>
                                  <m:d>
                                    <m:dPr>
                                      <m:ctrlPr>
                                        <a:rPr lang="en-US" i="1">
                                          <a:solidFill>
                                            <a:schemeClr val="bg1"/>
                                          </a:solidFill>
                                          <a:latin typeface="Cambria Math" panose="02040503050406030204" pitchFamily="18" charset="0"/>
                                          <a:ea typeface="Cambria Math" panose="02040503050406030204" pitchFamily="18" charset="0"/>
                                        </a:rPr>
                                      </m:ctrlPr>
                                    </m:dPr>
                                    <m:e>
                                      <m:r>
                                        <a:rPr lang="en-US" i="1">
                                          <a:solidFill>
                                            <a:schemeClr val="bg1"/>
                                          </a:solidFill>
                                          <a:latin typeface="Cambria Math" panose="02040503050406030204" pitchFamily="18" charset="0"/>
                                          <a:ea typeface="Cambria Math" panose="02040503050406030204" pitchFamily="18" charset="0"/>
                                        </a:rPr>
                                        <m:t>𝑘</m:t>
                                      </m:r>
                                      <m:r>
                                        <a:rPr lang="en-US" i="1">
                                          <a:solidFill>
                                            <a:schemeClr val="bg1"/>
                                          </a:solidFill>
                                          <a:latin typeface="Cambria Math" panose="02040503050406030204" pitchFamily="18" charset="0"/>
                                          <a:ea typeface="Cambria Math" panose="02040503050406030204" pitchFamily="18" charset="0"/>
                                        </a:rPr>
                                        <m:t>,</m:t>
                                      </m:r>
                                      <m:r>
                                        <a:rPr lang="en-US" i="1">
                                          <a:solidFill>
                                            <a:schemeClr val="bg1"/>
                                          </a:solidFill>
                                          <a:latin typeface="Cambria Math" panose="02040503050406030204" pitchFamily="18" charset="0"/>
                                          <a:ea typeface="Cambria Math" panose="02040503050406030204" pitchFamily="18" charset="0"/>
                                        </a:rPr>
                                        <m:t>𝑖</m:t>
                                      </m:r>
                                    </m:e>
                                  </m:d>
                                </m:sub>
                              </m:sSub>
                            </m:e>
                          </m:d>
                          <m:r>
                            <a:rPr lang="en-US" i="1">
                              <a:solidFill>
                                <a:schemeClr val="bg1"/>
                              </a:solidFill>
                              <a:latin typeface="Cambria Math" panose="02040503050406030204" pitchFamily="18" charset="0"/>
                            </a:rPr>
                            <m:t>+</m:t>
                          </m:r>
                          <m:r>
                            <a:rPr lang="en-US" i="1">
                              <a:solidFill>
                                <a:schemeClr val="bg1"/>
                              </a:solidFill>
                              <a:latin typeface="Cambria Math" panose="02040503050406030204" pitchFamily="18" charset="0"/>
                            </a:rPr>
                            <m:t>𝑡h𝑟𝑒𝑠h𝑜𝑙𝑑</m:t>
                          </m:r>
                        </m:e>
                      </m:nary>
                    </m:oMath>
                  </m:oMathPara>
                </a14:m>
                <a:endParaRPr lang="en-US" dirty="0">
                  <a:solidFill>
                    <a:schemeClr val="bg1"/>
                  </a:solidFill>
                </a:endParaRPr>
              </a:p>
            </p:txBody>
          </p:sp>
        </mc:Choice>
        <mc:Fallback xmlns="">
          <p:sp>
            <p:nvSpPr>
              <p:cNvPr id="25" name="TextBox 24">
                <a:extLst>
                  <a:ext uri="{FF2B5EF4-FFF2-40B4-BE49-F238E27FC236}">
                    <a16:creationId xmlns:a16="http://schemas.microsoft.com/office/drawing/2014/main" id="{6E145B8D-AF11-FB59-61D3-75F185346436}"/>
                  </a:ext>
                </a:extLst>
              </p:cNvPr>
              <p:cNvSpPr txBox="1">
                <a:spLocks noRot="1" noChangeAspect="1" noMove="1" noResize="1" noEditPoints="1" noAdjustHandles="1" noChangeArrowheads="1" noChangeShapeType="1" noTextEdit="1"/>
              </p:cNvSpPr>
              <p:nvPr/>
            </p:nvSpPr>
            <p:spPr>
              <a:xfrm>
                <a:off x="1446212" y="4712937"/>
                <a:ext cx="3486019" cy="756233"/>
              </a:xfrm>
              <a:prstGeom prst="rect">
                <a:avLst/>
              </a:prstGeom>
              <a:blipFill>
                <a:blip r:embed="rId5"/>
                <a:stretch>
                  <a:fillRect l="-1449" t="-118333" r="-725" b="-18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50011708-A3D3-D084-C824-E2DC284C62CA}"/>
                  </a:ext>
                </a:extLst>
              </p:cNvPr>
              <p:cNvSpPr txBox="1"/>
              <p:nvPr/>
            </p:nvSpPr>
            <p:spPr>
              <a:xfrm>
                <a:off x="7366822" y="4675269"/>
                <a:ext cx="3059876" cy="7782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𝑔</m:t>
                      </m:r>
                      <m:d>
                        <m:dPr>
                          <m:ctrlPr>
                            <a:rPr lang="en-US" b="0" i="1" smtClean="0">
                              <a:solidFill>
                                <a:schemeClr val="bg1"/>
                              </a:solidFill>
                              <a:latin typeface="Cambria Math" panose="02040503050406030204" pitchFamily="18" charset="0"/>
                            </a:rPr>
                          </m:ctrlPr>
                        </m:dPr>
                        <m:e>
                          <m:r>
                            <a:rPr lang="en-US" b="0" i="1" smtClean="0">
                              <a:solidFill>
                                <a:schemeClr val="bg1"/>
                              </a:solidFill>
                              <a:latin typeface="Cambria Math" panose="02040503050406030204" pitchFamily="18" charset="0"/>
                            </a:rPr>
                            <m:t>𝑘</m:t>
                          </m:r>
                        </m:e>
                      </m:d>
                      <m:r>
                        <a:rPr lang="en-US" b="0" i="1" smtClean="0">
                          <a:solidFill>
                            <a:schemeClr val="bg1"/>
                          </a:solidFill>
                          <a:latin typeface="Cambria Math" panose="02040503050406030204" pitchFamily="18" charset="0"/>
                        </a:rPr>
                        <m:t>=</m:t>
                      </m:r>
                      <m:nary>
                        <m:naryPr>
                          <m:chr m:val="∑"/>
                          <m:ctrlPr>
                            <a:rPr lang="en-US" i="1">
                              <a:solidFill>
                                <a:schemeClr val="bg1"/>
                              </a:solidFill>
                              <a:latin typeface="Cambria Math" panose="02040503050406030204" pitchFamily="18" charset="0"/>
                            </a:rPr>
                          </m:ctrlPr>
                        </m:naryPr>
                        <m:sub>
                          <m:r>
                            <m:rPr>
                              <m:brk m:alnAt="23"/>
                            </m:rPr>
                            <a:rPr lang="en-US" i="1">
                              <a:solidFill>
                                <a:schemeClr val="bg1"/>
                              </a:solidFill>
                              <a:latin typeface="Cambria Math" panose="02040503050406030204" pitchFamily="18" charset="0"/>
                            </a:rPr>
                            <m:t>𝑖</m:t>
                          </m:r>
                          <m:r>
                            <a:rPr lang="en-US" i="1">
                              <a:solidFill>
                                <a:schemeClr val="bg1"/>
                              </a:solidFill>
                              <a:latin typeface="Cambria Math" panose="02040503050406030204" pitchFamily="18" charset="0"/>
                            </a:rPr>
                            <m:t>=1</m:t>
                          </m:r>
                        </m:sub>
                        <m:sup>
                          <m:r>
                            <a:rPr lang="en-US" i="1">
                              <a:solidFill>
                                <a:schemeClr val="bg1"/>
                              </a:solidFill>
                              <a:latin typeface="Cambria Math" panose="02040503050406030204" pitchFamily="18" charset="0"/>
                            </a:rPr>
                            <m:t>𝑛</m:t>
                          </m:r>
                          <m:r>
                            <a:rPr lang="en-US" b="0" i="1" smtClean="0">
                              <a:solidFill>
                                <a:schemeClr val="bg1"/>
                              </a:solidFill>
                              <a:latin typeface="Cambria Math" panose="02040503050406030204" pitchFamily="18" charset="0"/>
                            </a:rPr>
                            <m:t>+1</m:t>
                          </m:r>
                        </m:sup>
                        <m:e>
                          <m:d>
                            <m:dPr>
                              <m:ctrlPr>
                                <a:rPr lang="en-US" i="1">
                                  <a:solidFill>
                                    <a:schemeClr val="bg1"/>
                                  </a:solidFill>
                                  <a:latin typeface="Cambria Math" panose="02040503050406030204" pitchFamily="18" charset="0"/>
                                </a:rPr>
                              </m:ctrlPr>
                            </m:dPr>
                            <m:e>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𝑤</m:t>
                                  </m:r>
                                </m:e>
                                <m:sub>
                                  <m:r>
                                    <a:rPr lang="en-US" i="1">
                                      <a:solidFill>
                                        <a:schemeClr val="bg1"/>
                                      </a:solidFill>
                                      <a:latin typeface="Cambria Math" panose="02040503050406030204" pitchFamily="18" charset="0"/>
                                    </a:rPr>
                                    <m:t>𝑖</m:t>
                                  </m:r>
                                </m:sub>
                              </m:sSub>
                              <m:r>
                                <a:rPr lang="en-US" i="1" smtClean="0">
                                  <a:solidFill>
                                    <a:schemeClr val="bg1"/>
                                  </a:solidFill>
                                  <a:latin typeface="Cambria Math" panose="02040503050406030204" pitchFamily="18" charset="0"/>
                                  <a:ea typeface="Cambria Math" panose="02040503050406030204" pitchFamily="18" charset="0"/>
                                </a:rPr>
                                <m:t>×</m:t>
                              </m:r>
                              <m:sSub>
                                <m:sSubPr>
                                  <m:ctrlPr>
                                    <a:rPr lang="en-US" i="1">
                                      <a:solidFill>
                                        <a:schemeClr val="bg1"/>
                                      </a:solidFill>
                                      <a:latin typeface="Cambria Math" panose="02040503050406030204" pitchFamily="18" charset="0"/>
                                      <a:ea typeface="Cambria Math" panose="02040503050406030204" pitchFamily="18" charset="0"/>
                                    </a:rPr>
                                  </m:ctrlPr>
                                </m:sSubPr>
                                <m:e>
                                  <m:r>
                                    <a:rPr lang="en-US" i="1">
                                      <a:solidFill>
                                        <a:schemeClr val="bg1"/>
                                      </a:solidFill>
                                      <a:latin typeface="Cambria Math" panose="02040503050406030204" pitchFamily="18" charset="0"/>
                                      <a:ea typeface="Cambria Math" panose="02040503050406030204" pitchFamily="18" charset="0"/>
                                    </a:rPr>
                                    <m:t>𝐼</m:t>
                                  </m:r>
                                </m:e>
                                <m:sub>
                                  <m:d>
                                    <m:dPr>
                                      <m:ctrlPr>
                                        <a:rPr lang="en-US" i="1">
                                          <a:solidFill>
                                            <a:schemeClr val="bg1"/>
                                          </a:solidFill>
                                          <a:latin typeface="Cambria Math" panose="02040503050406030204" pitchFamily="18" charset="0"/>
                                          <a:ea typeface="Cambria Math" panose="02040503050406030204" pitchFamily="18" charset="0"/>
                                        </a:rPr>
                                      </m:ctrlPr>
                                    </m:dPr>
                                    <m:e>
                                      <m:r>
                                        <a:rPr lang="en-US" i="1">
                                          <a:solidFill>
                                            <a:schemeClr val="bg1"/>
                                          </a:solidFill>
                                          <a:latin typeface="Cambria Math" panose="02040503050406030204" pitchFamily="18" charset="0"/>
                                          <a:ea typeface="Cambria Math" panose="02040503050406030204" pitchFamily="18" charset="0"/>
                                        </a:rPr>
                                        <m:t>𝑘</m:t>
                                      </m:r>
                                      <m:r>
                                        <a:rPr lang="en-US" i="1">
                                          <a:solidFill>
                                            <a:schemeClr val="bg1"/>
                                          </a:solidFill>
                                          <a:latin typeface="Cambria Math" panose="02040503050406030204" pitchFamily="18" charset="0"/>
                                          <a:ea typeface="Cambria Math" panose="02040503050406030204" pitchFamily="18" charset="0"/>
                                        </a:rPr>
                                        <m:t>,</m:t>
                                      </m:r>
                                      <m:r>
                                        <a:rPr lang="en-US" i="1">
                                          <a:solidFill>
                                            <a:schemeClr val="bg1"/>
                                          </a:solidFill>
                                          <a:latin typeface="Cambria Math" panose="02040503050406030204" pitchFamily="18" charset="0"/>
                                          <a:ea typeface="Cambria Math" panose="02040503050406030204" pitchFamily="18" charset="0"/>
                                        </a:rPr>
                                        <m:t>𝑖</m:t>
                                      </m:r>
                                    </m:e>
                                  </m:d>
                                </m:sub>
                              </m:sSub>
                            </m:e>
                          </m:d>
                          <m:r>
                            <a:rPr lang="en-US" b="0" i="1" smtClean="0">
                              <a:solidFill>
                                <a:schemeClr val="bg1"/>
                              </a:solidFill>
                              <a:latin typeface="Cambria Math" panose="02040503050406030204" pitchFamily="18" charset="0"/>
                              <a:ea typeface="Cambria Math" panose="02040503050406030204" pitchFamily="18" charset="0"/>
                            </a:rPr>
                            <m:t>=</m:t>
                          </m:r>
                          <m:r>
                            <a:rPr lang="en-US" b="0" i="1" smtClean="0">
                              <a:solidFill>
                                <a:schemeClr val="bg1"/>
                              </a:solidFill>
                              <a:latin typeface="Cambria Math" panose="02040503050406030204" pitchFamily="18" charset="0"/>
                              <a:ea typeface="Cambria Math" panose="02040503050406030204" pitchFamily="18" charset="0"/>
                            </a:rPr>
                            <m:t>𝑤</m:t>
                          </m:r>
                          <m:r>
                            <a:rPr lang="en-US" b="0" i="1" smtClean="0">
                              <a:solidFill>
                                <a:schemeClr val="bg1"/>
                              </a:solidFill>
                              <a:latin typeface="Cambria Math" panose="02040503050406030204" pitchFamily="18" charset="0"/>
                              <a:ea typeface="Cambria Math" panose="02040503050406030204" pitchFamily="18" charset="0"/>
                            </a:rPr>
                            <m:t>∙</m:t>
                          </m:r>
                          <m:sSub>
                            <m:sSubPr>
                              <m:ctrlPr>
                                <a:rPr lang="en-US" b="0" i="1" smtClean="0">
                                  <a:solidFill>
                                    <a:schemeClr val="bg1"/>
                                  </a:solidFill>
                                  <a:latin typeface="Cambria Math" panose="02040503050406030204" pitchFamily="18" charset="0"/>
                                  <a:ea typeface="Cambria Math" panose="02040503050406030204" pitchFamily="18" charset="0"/>
                                </a:rPr>
                              </m:ctrlPr>
                            </m:sSubPr>
                            <m:e>
                              <m:r>
                                <a:rPr lang="en-US" b="0" i="1" smtClean="0">
                                  <a:solidFill>
                                    <a:schemeClr val="bg1"/>
                                  </a:solidFill>
                                  <a:latin typeface="Cambria Math" panose="02040503050406030204" pitchFamily="18" charset="0"/>
                                  <a:ea typeface="Cambria Math" panose="02040503050406030204" pitchFamily="18" charset="0"/>
                                </a:rPr>
                                <m:t>𝐼</m:t>
                              </m:r>
                            </m:e>
                            <m:sub>
                              <m:r>
                                <a:rPr lang="en-US" b="0" i="1" smtClean="0">
                                  <a:solidFill>
                                    <a:schemeClr val="bg1"/>
                                  </a:solidFill>
                                  <a:latin typeface="Cambria Math" panose="02040503050406030204" pitchFamily="18" charset="0"/>
                                  <a:ea typeface="Cambria Math" panose="02040503050406030204" pitchFamily="18" charset="0"/>
                                </a:rPr>
                                <m:t>𝑘</m:t>
                              </m:r>
                            </m:sub>
                          </m:sSub>
                        </m:e>
                      </m:nary>
                    </m:oMath>
                  </m:oMathPara>
                </a14:m>
                <a:endParaRPr lang="en-US" dirty="0">
                  <a:solidFill>
                    <a:schemeClr val="bg1"/>
                  </a:solidFill>
                </a:endParaRPr>
              </a:p>
            </p:txBody>
          </p:sp>
        </mc:Choice>
        <mc:Fallback xmlns="">
          <p:sp>
            <p:nvSpPr>
              <p:cNvPr id="26" name="TextBox 25">
                <a:extLst>
                  <a:ext uri="{FF2B5EF4-FFF2-40B4-BE49-F238E27FC236}">
                    <a16:creationId xmlns:a16="http://schemas.microsoft.com/office/drawing/2014/main" id="{50011708-A3D3-D084-C824-E2DC284C62CA}"/>
                  </a:ext>
                </a:extLst>
              </p:cNvPr>
              <p:cNvSpPr txBox="1">
                <a:spLocks noRot="1" noChangeAspect="1" noMove="1" noResize="1" noEditPoints="1" noAdjustHandles="1" noChangeArrowheads="1" noChangeShapeType="1" noTextEdit="1"/>
              </p:cNvSpPr>
              <p:nvPr/>
            </p:nvSpPr>
            <p:spPr>
              <a:xfrm>
                <a:off x="7366822" y="4675269"/>
                <a:ext cx="3059876" cy="778226"/>
              </a:xfrm>
              <a:prstGeom prst="rect">
                <a:avLst/>
              </a:prstGeom>
              <a:blipFill>
                <a:blip r:embed="rId6"/>
                <a:stretch>
                  <a:fillRect l="-1240" t="-111290" b="-174194"/>
                </a:stretch>
              </a:blipFill>
            </p:spPr>
            <p:txBody>
              <a:bodyPr/>
              <a:lstStyle/>
              <a:p>
                <a:r>
                  <a:rPr lang="en-US">
                    <a:noFill/>
                  </a:rPr>
                  <a:t> </a:t>
                </a:r>
              </a:p>
            </p:txBody>
          </p:sp>
        </mc:Fallback>
      </mc:AlternateContent>
      <p:cxnSp>
        <p:nvCxnSpPr>
          <p:cNvPr id="27" name="Straight Connector 26">
            <a:extLst>
              <a:ext uri="{FF2B5EF4-FFF2-40B4-BE49-F238E27FC236}">
                <a16:creationId xmlns:a16="http://schemas.microsoft.com/office/drawing/2014/main" id="{5F096409-7B51-A366-47BE-586AC1320017}"/>
              </a:ext>
            </a:extLst>
          </p:cNvPr>
          <p:cNvCxnSpPr/>
          <p:nvPr/>
        </p:nvCxnSpPr>
        <p:spPr>
          <a:xfrm>
            <a:off x="1446212" y="5545336"/>
            <a:ext cx="10210800"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4110926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Training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10087601" cy="1676400"/>
          </a:xfrm>
        </p:spPr>
        <p:txBody>
          <a:bodyPr>
            <a:normAutofit/>
          </a:bodyPr>
          <a:lstStyle/>
          <a:p>
            <a:pPr marL="0" indent="0">
              <a:buNone/>
            </a:pPr>
            <a:r>
              <a:rPr lang="en-US" b="0" dirty="0">
                <a:latin typeface="Cambria Math" panose="02040503050406030204" pitchFamily="18" charset="0"/>
                <a:cs typeface="Arial" panose="020B0604020202020204" pitchFamily="34" charset="0"/>
              </a:rPr>
              <a:t>Assuming we have the following dataset (for training):</a:t>
            </a:r>
          </a:p>
        </p:txBody>
      </p:sp>
      <p:graphicFrame>
        <p:nvGraphicFramePr>
          <p:cNvPr id="14" name="Table 13">
            <a:extLst>
              <a:ext uri="{FF2B5EF4-FFF2-40B4-BE49-F238E27FC236}">
                <a16:creationId xmlns:a16="http://schemas.microsoft.com/office/drawing/2014/main" id="{E8F49F50-D450-AB88-7E08-3408DFA27867}"/>
              </a:ext>
            </a:extLst>
          </p:cNvPr>
          <p:cNvGraphicFramePr>
            <a:graphicFrameLocks noGrp="1"/>
          </p:cNvGraphicFramePr>
          <p:nvPr/>
        </p:nvGraphicFramePr>
        <p:xfrm>
          <a:off x="1751012" y="2164080"/>
          <a:ext cx="3474720" cy="1645920"/>
        </p:xfrm>
        <a:graphic>
          <a:graphicData uri="http://schemas.openxmlformats.org/drawingml/2006/table">
            <a:tbl>
              <a:tblPr firstRow="1" bandRow="1">
                <a:tableStyleId>{073A0DAA-6AF3-43AB-8588-CEC1D06C72B9}</a:tableStyleId>
              </a:tblPr>
              <a:tblGrid>
                <a:gridCol w="640080">
                  <a:extLst>
                    <a:ext uri="{9D8B030D-6E8A-4147-A177-3AD203B41FA5}">
                      <a16:colId xmlns:a16="http://schemas.microsoft.com/office/drawing/2014/main" val="3809471710"/>
                    </a:ext>
                  </a:extLst>
                </a:gridCol>
                <a:gridCol w="640080">
                  <a:extLst>
                    <a:ext uri="{9D8B030D-6E8A-4147-A177-3AD203B41FA5}">
                      <a16:colId xmlns:a16="http://schemas.microsoft.com/office/drawing/2014/main" val="698173739"/>
                    </a:ext>
                  </a:extLst>
                </a:gridCol>
                <a:gridCol w="640080">
                  <a:extLst>
                    <a:ext uri="{9D8B030D-6E8A-4147-A177-3AD203B41FA5}">
                      <a16:colId xmlns:a16="http://schemas.microsoft.com/office/drawing/2014/main" val="4241484159"/>
                    </a:ext>
                  </a:extLst>
                </a:gridCol>
                <a:gridCol w="274320">
                  <a:extLst>
                    <a:ext uri="{9D8B030D-6E8A-4147-A177-3AD203B41FA5}">
                      <a16:colId xmlns:a16="http://schemas.microsoft.com/office/drawing/2014/main" val="2135852234"/>
                    </a:ext>
                  </a:extLst>
                </a:gridCol>
                <a:gridCol w="640080">
                  <a:extLst>
                    <a:ext uri="{9D8B030D-6E8A-4147-A177-3AD203B41FA5}">
                      <a16:colId xmlns:a16="http://schemas.microsoft.com/office/drawing/2014/main" val="1034484046"/>
                    </a:ext>
                  </a:extLst>
                </a:gridCol>
                <a:gridCol w="640080">
                  <a:extLst>
                    <a:ext uri="{9D8B030D-6E8A-4147-A177-3AD203B41FA5}">
                      <a16:colId xmlns:a16="http://schemas.microsoft.com/office/drawing/2014/main" val="2469034243"/>
                    </a:ext>
                  </a:extLst>
                </a:gridCol>
              </a:tblGrid>
              <a:tr h="196579">
                <a:tc>
                  <a:txBody>
                    <a:bodyPr/>
                    <a:lstStyle/>
                    <a:p>
                      <a:r>
                        <a:rPr lang="en-US" sz="1200" dirty="0">
                          <a:latin typeface="Arial" panose="020B0604020202020204" pitchFamily="34" charset="0"/>
                          <a:cs typeface="Arial" panose="020B0604020202020204" pitchFamily="34" charset="0"/>
                        </a:rPr>
                        <a:t>Entry</a:t>
                      </a:r>
                    </a:p>
                  </a:txBody>
                  <a:tcPr/>
                </a:tc>
                <a:tc>
                  <a:txBody>
                    <a:bodyPr/>
                    <a:lstStyle/>
                    <a:p>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1</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2</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dirty="0">
                          <a:latin typeface="Arial" panose="020B0604020202020204" pitchFamily="34" charset="0"/>
                          <a:cs typeface="Arial" panose="020B0604020202020204" pitchFamily="34" charset="0"/>
                        </a:rPr>
                        <a:t>…</a:t>
                      </a:r>
                    </a:p>
                  </a:txBody>
                  <a:tcPr/>
                </a:tc>
                <a:tc>
                  <a:txBody>
                    <a:bodyPr/>
                    <a:lstStyle/>
                    <a:p>
                      <a:r>
                        <a:rPr lang="en-US" sz="1200" dirty="0" err="1">
                          <a:latin typeface="Arial" panose="020B0604020202020204" pitchFamily="34" charset="0"/>
                          <a:cs typeface="Arial" panose="020B0604020202020204" pitchFamily="34" charset="0"/>
                        </a:rPr>
                        <a:t>Input</a:t>
                      </a:r>
                      <a:r>
                        <a:rPr lang="en-US" sz="1200" baseline="-25000" dirty="0" err="1">
                          <a:latin typeface="Arial" panose="020B0604020202020204" pitchFamily="34" charset="0"/>
                          <a:cs typeface="Arial" panose="020B0604020202020204" pitchFamily="34" charset="0"/>
                        </a:rPr>
                        <a:t>n</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Label</a:t>
                      </a:r>
                    </a:p>
                  </a:txBody>
                  <a:tcPr/>
                </a:tc>
                <a:extLst>
                  <a:ext uri="{0D108BD9-81ED-4DB2-BD59-A6C34878D82A}">
                    <a16:rowId xmlns:a16="http://schemas.microsoft.com/office/drawing/2014/main" val="3223542544"/>
                  </a:ext>
                </a:extLst>
              </a:tr>
              <a:tr h="117947">
                <a:tc>
                  <a:txBody>
                    <a:bodyPr/>
                    <a:lstStyle/>
                    <a:p>
                      <a:pPr algn="r"/>
                      <a:r>
                        <a:rPr lang="en-US" sz="1200" b="1" dirty="0">
                          <a:latin typeface="Arial" panose="020B0604020202020204" pitchFamily="34" charset="0"/>
                          <a:cs typeface="Arial" panose="020B0604020202020204" pitchFamily="34" charset="0"/>
                        </a:rPr>
                        <a:t>#1</a:t>
                      </a:r>
                    </a:p>
                  </a:txBody>
                  <a:tcPr/>
                </a:tc>
                <a:tc>
                  <a:txBody>
                    <a:bodyPr/>
                    <a:lstStyle/>
                    <a:p>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(1,1)</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(1,2)</a:t>
                      </a:r>
                      <a:endParaRPr lang="en-US" sz="1200" dirty="0">
                        <a:latin typeface="Arial" panose="020B0604020202020204" pitchFamily="34" charset="0"/>
                        <a:cs typeface="Arial" panose="020B0604020202020204" pitchFamily="34" charset="0"/>
                      </a:endParaRPr>
                    </a:p>
                  </a:txBody>
                  <a:tcPr/>
                </a:tc>
                <a:tc>
                  <a:txBody>
                    <a:bodyPr/>
                    <a:lstStyle/>
                    <a:p>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(1,n)</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NO</a:t>
                      </a:r>
                    </a:p>
                  </a:txBody>
                  <a:tcPr/>
                </a:tc>
                <a:extLst>
                  <a:ext uri="{0D108BD9-81ED-4DB2-BD59-A6C34878D82A}">
                    <a16:rowId xmlns:a16="http://schemas.microsoft.com/office/drawing/2014/main" val="3235754363"/>
                  </a:ext>
                </a:extLst>
              </a:tr>
              <a:tr h="182880">
                <a:tc grid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a:t>
                      </a: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tc>
                <a:tc hMerge="1">
                  <a:txBody>
                    <a:bodyPr/>
                    <a:lstStyle/>
                    <a:p>
                      <a:endParaRPr lang="en-US">
                        <a:latin typeface="Arial" panose="020B0604020202020204" pitchFamily="34" charset="0"/>
                        <a:cs typeface="Arial" panose="020B0604020202020204" pitchFamily="34" charset="0"/>
                      </a:endParaRP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tc>
                <a:tc hMerge="1">
                  <a:txBody>
                    <a:bodyPr/>
                    <a:lstStyle/>
                    <a:p>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462615418"/>
                  </a:ext>
                </a:extLst>
              </a:tr>
              <a:tr h="128650">
                <a:tc>
                  <a:txBody>
                    <a:bodyPr/>
                    <a:lstStyle/>
                    <a:p>
                      <a:pPr algn="r"/>
                      <a:r>
                        <a:rPr lang="en-US" sz="1200" b="1" dirty="0">
                          <a:latin typeface="Arial" panose="020B0604020202020204" pitchFamily="34" charset="0"/>
                          <a:cs typeface="Arial" panose="020B0604020202020204" pitchFamily="34" charset="0"/>
                        </a:rPr>
                        <a:t>#k</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(k,1)</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(k,2)</a:t>
                      </a:r>
                      <a:endParaRPr lang="en-US" sz="1200" dirty="0">
                        <a:latin typeface="Arial" panose="020B0604020202020204" pitchFamily="34" charset="0"/>
                        <a:cs typeface="Arial" panose="020B0604020202020204" pitchFamily="34" charset="0"/>
                      </a:endParaRPr>
                    </a:p>
                  </a:txBody>
                  <a:tcPr/>
                </a:tc>
                <a:tc>
                  <a:txBody>
                    <a:bodyPr/>
                    <a:lstStyle/>
                    <a:p>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a:t>
                      </a:r>
                      <a:r>
                        <a:rPr lang="en-US" sz="1200" baseline="-25000" dirty="0" err="1">
                          <a:latin typeface="Arial" panose="020B0604020202020204" pitchFamily="34" charset="0"/>
                          <a:cs typeface="Arial" panose="020B0604020202020204" pitchFamily="34" charset="0"/>
                        </a:rPr>
                        <a:t>k,n</a:t>
                      </a:r>
                      <a:r>
                        <a:rPr lang="en-US" sz="1200" baseline="-250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YES</a:t>
                      </a:r>
                    </a:p>
                  </a:txBody>
                  <a:tcPr/>
                </a:tc>
                <a:extLst>
                  <a:ext uri="{0D108BD9-81ED-4DB2-BD59-A6C34878D82A}">
                    <a16:rowId xmlns:a16="http://schemas.microsoft.com/office/drawing/2014/main" val="1717954149"/>
                  </a:ext>
                </a:extLst>
              </a:tr>
              <a:tr h="117947">
                <a:tc gridSpan="6">
                  <a:txBody>
                    <a:bodyPr/>
                    <a:lstStyle/>
                    <a:p>
                      <a:pPr algn="ctr"/>
                      <a:r>
                        <a:rPr lang="en-US" sz="1200" dirty="0">
                          <a:latin typeface="Arial" panose="020B0604020202020204" pitchFamily="34" charset="0"/>
                          <a:cs typeface="Arial" panose="020B0604020202020204" pitchFamily="34" charset="0"/>
                        </a:rPr>
                        <a:t>…</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391375967"/>
                  </a:ext>
                </a:extLst>
              </a:tr>
              <a:tr h="128650">
                <a:tc>
                  <a:txBody>
                    <a:bodyPr/>
                    <a:lstStyle/>
                    <a:p>
                      <a:pPr algn="r"/>
                      <a:r>
                        <a:rPr lang="en-US" sz="1200" b="1" dirty="0">
                          <a:latin typeface="Arial" panose="020B0604020202020204" pitchFamily="34" charset="0"/>
                          <a:cs typeface="Arial" panose="020B0604020202020204" pitchFamily="34" charset="0"/>
                        </a:rPr>
                        <a:t>#m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(m,1)</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(m,2)</a:t>
                      </a:r>
                      <a:endParaRPr lang="en-US" sz="1200" dirty="0">
                        <a:latin typeface="Arial" panose="020B0604020202020204" pitchFamily="34" charset="0"/>
                        <a:cs typeface="Arial" panose="020B0604020202020204" pitchFamily="34" charset="0"/>
                      </a:endParaRPr>
                    </a:p>
                  </a:txBody>
                  <a:tcPr/>
                </a:tc>
                <a:tc>
                  <a:txBody>
                    <a:bodyPr/>
                    <a:lstStyle/>
                    <a:p>
                      <a:endParaRPr lang="en-US" sz="120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a:t>
                      </a:r>
                      <a:r>
                        <a:rPr lang="en-US" sz="1200" baseline="-25000" dirty="0" err="1">
                          <a:latin typeface="Arial" panose="020B0604020202020204" pitchFamily="34" charset="0"/>
                          <a:cs typeface="Arial" panose="020B0604020202020204" pitchFamily="34" charset="0"/>
                        </a:rPr>
                        <a:t>m,n</a:t>
                      </a:r>
                      <a:r>
                        <a:rPr lang="en-US" sz="1200" baseline="-250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YES</a:t>
                      </a:r>
                    </a:p>
                  </a:txBody>
                  <a:tcPr/>
                </a:tc>
                <a:extLst>
                  <a:ext uri="{0D108BD9-81ED-4DB2-BD59-A6C34878D82A}">
                    <a16:rowId xmlns:a16="http://schemas.microsoft.com/office/drawing/2014/main" val="55851983"/>
                  </a:ext>
                </a:extLst>
              </a:tr>
            </a:tbl>
          </a:graphicData>
        </a:graphic>
      </p:graphicFrame>
      <p:graphicFrame>
        <p:nvGraphicFramePr>
          <p:cNvPr id="4" name="Table 3">
            <a:extLst>
              <a:ext uri="{FF2B5EF4-FFF2-40B4-BE49-F238E27FC236}">
                <a16:creationId xmlns:a16="http://schemas.microsoft.com/office/drawing/2014/main" id="{B4BA64BF-08E4-9F0E-74C3-821BFF6F4352}"/>
              </a:ext>
            </a:extLst>
          </p:cNvPr>
          <p:cNvGraphicFramePr>
            <a:graphicFrameLocks noGrp="1"/>
          </p:cNvGraphicFramePr>
          <p:nvPr/>
        </p:nvGraphicFramePr>
        <p:xfrm>
          <a:off x="6972936" y="2164080"/>
          <a:ext cx="4297680" cy="1645920"/>
        </p:xfrm>
        <a:graphic>
          <a:graphicData uri="http://schemas.openxmlformats.org/drawingml/2006/table">
            <a:tbl>
              <a:tblPr firstRow="1" bandRow="1">
                <a:tableStyleId>{073A0DAA-6AF3-43AB-8588-CEC1D06C72B9}</a:tableStyleId>
              </a:tblPr>
              <a:tblGrid>
                <a:gridCol w="640080">
                  <a:extLst>
                    <a:ext uri="{9D8B030D-6E8A-4147-A177-3AD203B41FA5}">
                      <a16:colId xmlns:a16="http://schemas.microsoft.com/office/drawing/2014/main" val="3809471710"/>
                    </a:ext>
                  </a:extLst>
                </a:gridCol>
                <a:gridCol w="640080">
                  <a:extLst>
                    <a:ext uri="{9D8B030D-6E8A-4147-A177-3AD203B41FA5}">
                      <a16:colId xmlns:a16="http://schemas.microsoft.com/office/drawing/2014/main" val="698173739"/>
                    </a:ext>
                  </a:extLst>
                </a:gridCol>
                <a:gridCol w="640080">
                  <a:extLst>
                    <a:ext uri="{9D8B030D-6E8A-4147-A177-3AD203B41FA5}">
                      <a16:colId xmlns:a16="http://schemas.microsoft.com/office/drawing/2014/main" val="4241484159"/>
                    </a:ext>
                  </a:extLst>
                </a:gridCol>
                <a:gridCol w="274320">
                  <a:extLst>
                    <a:ext uri="{9D8B030D-6E8A-4147-A177-3AD203B41FA5}">
                      <a16:colId xmlns:a16="http://schemas.microsoft.com/office/drawing/2014/main" val="2135852234"/>
                    </a:ext>
                  </a:extLst>
                </a:gridCol>
                <a:gridCol w="640080">
                  <a:extLst>
                    <a:ext uri="{9D8B030D-6E8A-4147-A177-3AD203B41FA5}">
                      <a16:colId xmlns:a16="http://schemas.microsoft.com/office/drawing/2014/main" val="1034484046"/>
                    </a:ext>
                  </a:extLst>
                </a:gridCol>
                <a:gridCol w="822960">
                  <a:extLst>
                    <a:ext uri="{9D8B030D-6E8A-4147-A177-3AD203B41FA5}">
                      <a16:colId xmlns:a16="http://schemas.microsoft.com/office/drawing/2014/main" val="3112590372"/>
                    </a:ext>
                  </a:extLst>
                </a:gridCol>
                <a:gridCol w="640080">
                  <a:extLst>
                    <a:ext uri="{9D8B030D-6E8A-4147-A177-3AD203B41FA5}">
                      <a16:colId xmlns:a16="http://schemas.microsoft.com/office/drawing/2014/main" val="2469034243"/>
                    </a:ext>
                  </a:extLst>
                </a:gridCol>
              </a:tblGrid>
              <a:tr h="274320">
                <a:tc>
                  <a:txBody>
                    <a:bodyPr/>
                    <a:lstStyle/>
                    <a:p>
                      <a:r>
                        <a:rPr lang="en-US" sz="1200" dirty="0">
                          <a:latin typeface="Arial" panose="020B0604020202020204" pitchFamily="34" charset="0"/>
                          <a:cs typeface="Arial" panose="020B0604020202020204" pitchFamily="34" charset="0"/>
                        </a:rPr>
                        <a:t>Entry</a:t>
                      </a:r>
                    </a:p>
                  </a:txBody>
                  <a:tcPr/>
                </a:tc>
                <a:tc>
                  <a:txBody>
                    <a:bodyPr/>
                    <a:lstStyle/>
                    <a:p>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1</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2</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dirty="0">
                          <a:latin typeface="Arial" panose="020B0604020202020204" pitchFamily="34" charset="0"/>
                          <a:cs typeface="Arial" panose="020B0604020202020204" pitchFamily="34" charset="0"/>
                        </a:rPr>
                        <a:t>…</a:t>
                      </a:r>
                    </a:p>
                  </a:txBody>
                  <a:tcPr/>
                </a:tc>
                <a:tc>
                  <a:txBody>
                    <a:bodyPr/>
                    <a:lstStyle/>
                    <a:p>
                      <a:r>
                        <a:rPr lang="en-US" sz="1200" dirty="0" err="1">
                          <a:latin typeface="Arial" panose="020B0604020202020204" pitchFamily="34" charset="0"/>
                          <a:cs typeface="Arial" panose="020B0604020202020204" pitchFamily="34" charset="0"/>
                        </a:rPr>
                        <a:t>Input</a:t>
                      </a:r>
                      <a:r>
                        <a:rPr lang="en-US" sz="1200" baseline="-25000" dirty="0" err="1">
                          <a:latin typeface="Arial" panose="020B0604020202020204" pitchFamily="34" charset="0"/>
                          <a:cs typeface="Arial" panose="020B0604020202020204" pitchFamily="34" charset="0"/>
                        </a:rPr>
                        <a:t>n</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n+1</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Label</a:t>
                      </a:r>
                    </a:p>
                  </a:txBody>
                  <a:tcPr/>
                </a:tc>
                <a:extLst>
                  <a:ext uri="{0D108BD9-81ED-4DB2-BD59-A6C34878D82A}">
                    <a16:rowId xmlns:a16="http://schemas.microsoft.com/office/drawing/2014/main" val="3223542544"/>
                  </a:ext>
                </a:extLst>
              </a:tr>
              <a:tr h="117947">
                <a:tc>
                  <a:txBody>
                    <a:bodyPr/>
                    <a:lstStyle/>
                    <a:p>
                      <a:pPr algn="r"/>
                      <a:r>
                        <a:rPr lang="en-US" sz="1200" b="1" dirty="0">
                          <a:latin typeface="Arial" panose="020B0604020202020204" pitchFamily="34" charset="0"/>
                          <a:cs typeface="Arial" panose="020B0604020202020204" pitchFamily="34" charset="0"/>
                        </a:rPr>
                        <a:t>#1</a:t>
                      </a:r>
                    </a:p>
                  </a:txBody>
                  <a:tcPr/>
                </a:tc>
                <a:tc>
                  <a:txBody>
                    <a:bodyPr/>
                    <a:lstStyle/>
                    <a:p>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(1,1)</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(1,2)</a:t>
                      </a:r>
                      <a:endParaRPr lang="en-US" sz="1200" dirty="0">
                        <a:latin typeface="Arial" panose="020B0604020202020204" pitchFamily="34" charset="0"/>
                        <a:cs typeface="Arial" panose="020B0604020202020204" pitchFamily="34" charset="0"/>
                      </a:endParaRPr>
                    </a:p>
                  </a:txBody>
                  <a:tcPr/>
                </a:tc>
                <a:tc>
                  <a:txBody>
                    <a:bodyPr/>
                    <a:lstStyle/>
                    <a:p>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(1,n)</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1</a:t>
                      </a:r>
                    </a:p>
                  </a:txBody>
                  <a:tcPr/>
                </a:tc>
                <a:tc>
                  <a:txBody>
                    <a:bodyPr/>
                    <a:lstStyle/>
                    <a:p>
                      <a:r>
                        <a:rPr lang="en-US" sz="1200" dirty="0">
                          <a:latin typeface="Arial" panose="020B0604020202020204" pitchFamily="34" charset="0"/>
                          <a:cs typeface="Arial" panose="020B0604020202020204" pitchFamily="34" charset="0"/>
                        </a:rPr>
                        <a:t>NO</a:t>
                      </a:r>
                    </a:p>
                  </a:txBody>
                  <a:tcPr/>
                </a:tc>
                <a:extLst>
                  <a:ext uri="{0D108BD9-81ED-4DB2-BD59-A6C34878D82A}">
                    <a16:rowId xmlns:a16="http://schemas.microsoft.com/office/drawing/2014/main" val="3235754363"/>
                  </a:ext>
                </a:extLst>
              </a:tr>
              <a:tr h="117947">
                <a:tc gridSpan="7">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a:t>
                      </a: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tc>
                <a:tc hMerge="1">
                  <a:txBody>
                    <a:bodyPr/>
                    <a:lstStyle/>
                    <a:p>
                      <a:endParaRPr lang="en-US">
                        <a:latin typeface="Arial" panose="020B0604020202020204" pitchFamily="34" charset="0"/>
                        <a:cs typeface="Arial" panose="020B0604020202020204" pitchFamily="34" charset="0"/>
                      </a:endParaRP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tc>
                <a:tc hMerge="1">
                  <a:txBody>
                    <a:bodyPr/>
                    <a:lstStyle/>
                    <a:p>
                      <a:endParaRPr lang="en-US"/>
                    </a:p>
                  </a:txBody>
                  <a:tcPr/>
                </a:tc>
                <a:tc hMerge="1">
                  <a:txBody>
                    <a:bodyPr/>
                    <a:lstStyle/>
                    <a:p>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462615418"/>
                  </a:ext>
                </a:extLst>
              </a:tr>
              <a:tr h="128650">
                <a:tc>
                  <a:txBody>
                    <a:bodyPr/>
                    <a:lstStyle/>
                    <a:p>
                      <a:pPr algn="r"/>
                      <a:r>
                        <a:rPr lang="en-US" sz="1200" b="1" dirty="0">
                          <a:latin typeface="Arial" panose="020B0604020202020204" pitchFamily="34" charset="0"/>
                          <a:cs typeface="Arial" panose="020B0604020202020204" pitchFamily="34" charset="0"/>
                        </a:rPr>
                        <a:t>#k</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(k,1)</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(k,2)</a:t>
                      </a:r>
                      <a:endParaRPr lang="en-US" sz="1200" dirty="0">
                        <a:latin typeface="Arial" panose="020B0604020202020204" pitchFamily="34" charset="0"/>
                        <a:cs typeface="Arial" panose="020B0604020202020204" pitchFamily="34" charset="0"/>
                      </a:endParaRPr>
                    </a:p>
                  </a:txBody>
                  <a:tcPr/>
                </a:tc>
                <a:tc>
                  <a:txBody>
                    <a:bodyPr/>
                    <a:lstStyle/>
                    <a:p>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a:t>
                      </a:r>
                      <a:r>
                        <a:rPr lang="en-US" sz="1200" baseline="-25000" dirty="0" err="1">
                          <a:latin typeface="Arial" panose="020B0604020202020204" pitchFamily="34" charset="0"/>
                          <a:cs typeface="Arial" panose="020B0604020202020204" pitchFamily="34" charset="0"/>
                        </a:rPr>
                        <a:t>k,n</a:t>
                      </a:r>
                      <a:r>
                        <a:rPr lang="en-US" sz="1200" baseline="-250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1</a:t>
                      </a:r>
                    </a:p>
                  </a:txBody>
                  <a:tcPr/>
                </a:tc>
                <a:tc>
                  <a:txBody>
                    <a:bodyPr/>
                    <a:lstStyle/>
                    <a:p>
                      <a:r>
                        <a:rPr lang="en-US" sz="1200" dirty="0">
                          <a:latin typeface="Arial" panose="020B0604020202020204" pitchFamily="34" charset="0"/>
                          <a:cs typeface="Arial" panose="020B0604020202020204" pitchFamily="34" charset="0"/>
                        </a:rPr>
                        <a:t>YES</a:t>
                      </a:r>
                    </a:p>
                  </a:txBody>
                  <a:tcPr/>
                </a:tc>
                <a:extLst>
                  <a:ext uri="{0D108BD9-81ED-4DB2-BD59-A6C34878D82A}">
                    <a16:rowId xmlns:a16="http://schemas.microsoft.com/office/drawing/2014/main" val="1717954149"/>
                  </a:ext>
                </a:extLst>
              </a:tr>
              <a:tr h="117947">
                <a:tc gridSpan="7">
                  <a:txBody>
                    <a:bodyPr/>
                    <a:lstStyle/>
                    <a:p>
                      <a:pPr algn="ctr"/>
                      <a:r>
                        <a:rPr lang="en-US" sz="1200" dirty="0">
                          <a:latin typeface="Arial" panose="020B0604020202020204" pitchFamily="34" charset="0"/>
                          <a:cs typeface="Arial" panose="020B0604020202020204" pitchFamily="34" charset="0"/>
                        </a:rPr>
                        <a:t>…</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391375967"/>
                  </a:ext>
                </a:extLst>
              </a:tr>
              <a:tr h="128650">
                <a:tc>
                  <a:txBody>
                    <a:bodyPr/>
                    <a:lstStyle/>
                    <a:p>
                      <a:pPr algn="r"/>
                      <a:r>
                        <a:rPr lang="en-US" sz="1200" b="1" dirty="0">
                          <a:latin typeface="Arial" panose="020B0604020202020204" pitchFamily="34" charset="0"/>
                          <a:cs typeface="Arial" panose="020B0604020202020204" pitchFamily="34" charset="0"/>
                        </a:rPr>
                        <a:t>#m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(m,1)</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(m,2)</a:t>
                      </a:r>
                      <a:endParaRPr lang="en-US" sz="1200" dirty="0">
                        <a:latin typeface="Arial" panose="020B0604020202020204" pitchFamily="34" charset="0"/>
                        <a:cs typeface="Arial" panose="020B0604020202020204" pitchFamily="34" charset="0"/>
                      </a:endParaRPr>
                    </a:p>
                  </a:txBody>
                  <a:tcPr/>
                </a:tc>
                <a:tc>
                  <a:txBody>
                    <a:bodyPr/>
                    <a:lstStyle/>
                    <a:p>
                      <a:endParaRPr lang="en-US" sz="120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a:t>
                      </a:r>
                      <a:r>
                        <a:rPr lang="en-US" sz="1200" baseline="-25000" dirty="0" err="1">
                          <a:latin typeface="Arial" panose="020B0604020202020204" pitchFamily="34" charset="0"/>
                          <a:cs typeface="Arial" panose="020B0604020202020204" pitchFamily="34" charset="0"/>
                        </a:rPr>
                        <a:t>m,n</a:t>
                      </a:r>
                      <a:r>
                        <a:rPr lang="en-US" sz="1200" baseline="-250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1</a:t>
                      </a:r>
                    </a:p>
                  </a:txBody>
                  <a:tcPr/>
                </a:tc>
                <a:tc>
                  <a:txBody>
                    <a:bodyPr/>
                    <a:lstStyle/>
                    <a:p>
                      <a:r>
                        <a:rPr lang="en-US" sz="1200" dirty="0">
                          <a:latin typeface="Arial" panose="020B0604020202020204" pitchFamily="34" charset="0"/>
                          <a:cs typeface="Arial" panose="020B0604020202020204" pitchFamily="34" charset="0"/>
                        </a:rPr>
                        <a:t>YES</a:t>
                      </a:r>
                    </a:p>
                  </a:txBody>
                  <a:tcPr/>
                </a:tc>
                <a:extLst>
                  <a:ext uri="{0D108BD9-81ED-4DB2-BD59-A6C34878D82A}">
                    <a16:rowId xmlns:a16="http://schemas.microsoft.com/office/drawing/2014/main" val="55851983"/>
                  </a:ext>
                </a:extLst>
              </a:tr>
            </a:tbl>
          </a:graphicData>
        </a:graphic>
      </p:graphicFrame>
      <p:sp>
        <p:nvSpPr>
          <p:cNvPr id="11" name="TextBox 10">
            <a:extLst>
              <a:ext uri="{FF2B5EF4-FFF2-40B4-BE49-F238E27FC236}">
                <a16:creationId xmlns:a16="http://schemas.microsoft.com/office/drawing/2014/main" id="{3630293D-ADCD-3A42-1918-4BD98A33996C}"/>
              </a:ext>
            </a:extLst>
          </p:cNvPr>
          <p:cNvSpPr txBox="1"/>
          <p:nvPr/>
        </p:nvSpPr>
        <p:spPr>
          <a:xfrm>
            <a:off x="6789638" y="4234934"/>
            <a:ext cx="4562572" cy="369332"/>
          </a:xfrm>
          <a:prstGeom prst="rect">
            <a:avLst/>
          </a:prstGeom>
          <a:noFill/>
        </p:spPr>
        <p:txBody>
          <a:bodyPr wrap="square">
            <a:spAutoFit/>
          </a:bodyPr>
          <a:lstStyle/>
          <a:p>
            <a:pPr algn="ctr"/>
            <a:r>
              <a:rPr lang="en-US" b="1" dirty="0">
                <a:latin typeface="Arial" panose="020B0604020202020204" pitchFamily="34" charset="0"/>
                <a:cs typeface="Arial" panose="020B0604020202020204" pitchFamily="34" charset="0"/>
              </a:rPr>
              <a:t>No need</a:t>
            </a:r>
            <a:r>
              <a:rPr lang="en-US" sz="1800" b="1" dirty="0">
                <a:latin typeface="Arial" panose="020B0604020202020204" pitchFamily="34" charset="0"/>
                <a:cs typeface="Arial" panose="020B0604020202020204" pitchFamily="34" charset="0"/>
              </a:rPr>
              <a:t> for threshold (</a:t>
            </a:r>
            <a:r>
              <a:rPr lang="en-US" b="1" dirty="0">
                <a:latin typeface="Arial" panose="020B0604020202020204" pitchFamily="34" charset="0"/>
                <a:cs typeface="Arial" panose="020B0604020202020204" pitchFamily="34" charset="0"/>
              </a:rPr>
              <a:t>c</a:t>
            </a:r>
            <a:r>
              <a:rPr lang="en-US" sz="1800" b="1" dirty="0">
                <a:latin typeface="Arial" panose="020B0604020202020204" pitchFamily="34" charset="0"/>
                <a:cs typeface="Arial" panose="020B0604020202020204" pitchFamily="34" charset="0"/>
              </a:rPr>
              <a:t>olumn Input</a:t>
            </a:r>
            <a:r>
              <a:rPr lang="en-US" sz="1800" b="1" baseline="-25000" dirty="0">
                <a:latin typeface="Arial" panose="020B0604020202020204" pitchFamily="34" charset="0"/>
                <a:cs typeface="Arial" panose="020B0604020202020204" pitchFamily="34" charset="0"/>
              </a:rPr>
              <a:t>n+1</a:t>
            </a:r>
            <a:r>
              <a:rPr lang="en-US" sz="1800" b="1" dirty="0">
                <a:latin typeface="Arial" panose="020B0604020202020204" pitchFamily="34" charset="0"/>
                <a:cs typeface="Arial" panose="020B0604020202020204" pitchFamily="34" charset="0"/>
              </a:rPr>
              <a:t>)</a:t>
            </a:r>
          </a:p>
        </p:txBody>
      </p:sp>
      <p:cxnSp>
        <p:nvCxnSpPr>
          <p:cNvPr id="13" name="Straight Connector 12">
            <a:extLst>
              <a:ext uri="{FF2B5EF4-FFF2-40B4-BE49-F238E27FC236}">
                <a16:creationId xmlns:a16="http://schemas.microsoft.com/office/drawing/2014/main" id="{67BAFC20-6A5C-DAEF-5BA5-A01FC604E86D}"/>
              </a:ext>
            </a:extLst>
          </p:cNvPr>
          <p:cNvCxnSpPr/>
          <p:nvPr/>
        </p:nvCxnSpPr>
        <p:spPr>
          <a:xfrm>
            <a:off x="1446212" y="3886200"/>
            <a:ext cx="10210800" cy="0"/>
          </a:xfrm>
          <a:prstGeom prst="line">
            <a:avLst/>
          </a:prstGeom>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4821FF2-6268-812D-26C5-CA52363E0147}"/>
                  </a:ext>
                </a:extLst>
              </p:cNvPr>
              <p:cNvSpPr txBox="1"/>
              <p:nvPr/>
            </p:nvSpPr>
            <p:spPr>
              <a:xfrm>
                <a:off x="1674812" y="3962401"/>
                <a:ext cx="471949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r>
                        <a:rPr lang="en-US" b="0" i="1" smtClean="0">
                          <a:latin typeface="Cambria Math" panose="02040503050406030204" pitchFamily="18" charset="0"/>
                        </a:rPr>
                        <m:t>𝑜𝑢𝑟</m:t>
                      </m:r>
                      <m:r>
                        <a:rPr lang="en-US" b="0" i="1" smtClean="0">
                          <a:latin typeface="Cambria Math" panose="02040503050406030204" pitchFamily="18" charset="0"/>
                        </a:rPr>
                        <m:t> </m:t>
                      </m:r>
                      <m:r>
                        <a:rPr lang="en-US" b="0" i="1" smtClean="0">
                          <a:latin typeface="Cambria Math" panose="02040503050406030204" pitchFamily="18" charset="0"/>
                        </a:rPr>
                        <m:t>𝑚𝑜𝑑𝑒𝑙</m:t>
                      </m:r>
                      <m:r>
                        <a:rPr lang="en-US" b="0" i="1" smtClean="0">
                          <a:latin typeface="Cambria Math" panose="02040503050406030204" pitchFamily="18" charset="0"/>
                        </a:rPr>
                        <m:t> </m:t>
                      </m:r>
                      <m:r>
                        <a:rPr lang="en-US" b="0" i="1" smtClean="0">
                          <a:latin typeface="Cambria Math" panose="02040503050406030204" pitchFamily="18" charset="0"/>
                        </a:rPr>
                        <m:t>𝑤</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e>
                              <m:e>
                                <m:r>
                                  <a:rPr lang="en-US" b="0" i="1" smtClean="0">
                                    <a:latin typeface="Cambria Math" panose="02040503050406030204" pitchFamily="18" charset="0"/>
                                    <a:ea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𝑛</m:t>
                                    </m:r>
                                  </m:sub>
                                </m:sSub>
                              </m:e>
                            </m:mr>
                          </m:m>
                        </m:e>
                      </m:d>
                      <m:r>
                        <a:rPr lang="en-US" b="0" i="0" smtClean="0">
                          <a:latin typeface="Cambria Math" panose="02040503050406030204" pitchFamily="18" charset="0"/>
                        </a:rPr>
                        <m:t> </m:t>
                      </m:r>
                      <m:r>
                        <m:rPr>
                          <m:sty m:val="p"/>
                        </m:rPr>
                        <a:rPr lang="en-US" b="0" i="0" smtClean="0">
                          <a:latin typeface="Cambria Math" panose="02040503050406030204" pitchFamily="18" charset="0"/>
                        </a:rPr>
                        <m:t>and</m:t>
                      </m:r>
                      <m:r>
                        <a:rPr lang="en-US" b="0" i="0" smtClean="0">
                          <a:latin typeface="Cambria Math" panose="02040503050406030204" pitchFamily="18" charset="0"/>
                        </a:rPr>
                        <m:t> </m:t>
                      </m:r>
                      <m:r>
                        <m:rPr>
                          <m:sty m:val="p"/>
                        </m:rPr>
                        <a:rPr lang="en-US" b="0" i="0" smtClean="0">
                          <a:latin typeface="Cambria Math" panose="02040503050406030204" pitchFamily="18" charset="0"/>
                        </a:rPr>
                        <m:t>threshold</m:t>
                      </m:r>
                    </m:oMath>
                  </m:oMathPara>
                </a14:m>
                <a:endParaRPr lang="en-US" dirty="0"/>
              </a:p>
            </p:txBody>
          </p:sp>
        </mc:Choice>
        <mc:Fallback xmlns="">
          <p:sp>
            <p:nvSpPr>
              <p:cNvPr id="15" name="TextBox 14">
                <a:extLst>
                  <a:ext uri="{FF2B5EF4-FFF2-40B4-BE49-F238E27FC236}">
                    <a16:creationId xmlns:a16="http://schemas.microsoft.com/office/drawing/2014/main" id="{84821FF2-6268-812D-26C5-CA52363E0147}"/>
                  </a:ext>
                </a:extLst>
              </p:cNvPr>
              <p:cNvSpPr txBox="1">
                <a:spLocks noRot="1" noChangeAspect="1" noMove="1" noResize="1" noEditPoints="1" noAdjustHandles="1" noChangeArrowheads="1" noChangeShapeType="1" noTextEdit="1"/>
              </p:cNvSpPr>
              <p:nvPr/>
            </p:nvSpPr>
            <p:spPr>
              <a:xfrm>
                <a:off x="1674812" y="3962401"/>
                <a:ext cx="4719497" cy="276999"/>
              </a:xfrm>
              <a:prstGeom prst="rect">
                <a:avLst/>
              </a:prstGeom>
              <a:blipFill>
                <a:blip r:embed="rId2"/>
                <a:stretch>
                  <a:fillRect r="-258" b="-13333"/>
                </a:stretch>
              </a:blipFill>
            </p:spPr>
            <p:txBody>
              <a:bodyPr/>
              <a:lstStyle/>
              <a:p>
                <a:r>
                  <a:rPr lang="en-US">
                    <a:noFill/>
                  </a:rPr>
                  <a:t> </a:t>
                </a:r>
              </a:p>
            </p:txBody>
          </p:sp>
        </mc:Fallback>
      </mc:AlternateContent>
      <p:cxnSp>
        <p:nvCxnSpPr>
          <p:cNvPr id="16" name="Straight Connector 15">
            <a:extLst>
              <a:ext uri="{FF2B5EF4-FFF2-40B4-BE49-F238E27FC236}">
                <a16:creationId xmlns:a16="http://schemas.microsoft.com/office/drawing/2014/main" id="{5D1826EE-626F-958D-961A-D73BC17D246E}"/>
              </a:ext>
            </a:extLst>
          </p:cNvPr>
          <p:cNvCxnSpPr>
            <a:cxnSpLocks/>
          </p:cNvCxnSpPr>
          <p:nvPr/>
        </p:nvCxnSpPr>
        <p:spPr>
          <a:xfrm>
            <a:off x="6484836" y="3886200"/>
            <a:ext cx="0" cy="1676400"/>
          </a:xfrm>
          <a:prstGeom prst="line">
            <a:avLst/>
          </a:prstGeom>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A9169B2-92D5-2F1B-6E3B-7670739D7FEB}"/>
                  </a:ext>
                </a:extLst>
              </p:cNvPr>
              <p:cNvSpPr txBox="1"/>
              <p:nvPr/>
            </p:nvSpPr>
            <p:spPr>
              <a:xfrm>
                <a:off x="6940868" y="3962401"/>
                <a:ext cx="352263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r>
                        <a:rPr lang="en-US" b="0" i="1" smtClean="0">
                          <a:latin typeface="Cambria Math" panose="02040503050406030204" pitchFamily="18" charset="0"/>
                        </a:rPr>
                        <m:t>𝑜𝑢𝑟</m:t>
                      </m:r>
                      <m:r>
                        <a:rPr lang="en-US" b="0" i="1" smtClean="0">
                          <a:latin typeface="Cambria Math" panose="02040503050406030204" pitchFamily="18" charset="0"/>
                        </a:rPr>
                        <m:t> </m:t>
                      </m:r>
                      <m:r>
                        <a:rPr lang="en-US" b="0" i="1" smtClean="0">
                          <a:latin typeface="Cambria Math" panose="02040503050406030204" pitchFamily="18" charset="0"/>
                        </a:rPr>
                        <m:t>𝑚𝑜𝑑𝑒𝑙</m:t>
                      </m:r>
                      <m:r>
                        <a:rPr lang="en-US" b="0" i="1" smtClean="0">
                          <a:latin typeface="Cambria Math" panose="02040503050406030204" pitchFamily="18" charset="0"/>
                        </a:rPr>
                        <m:t> </m:t>
                      </m:r>
                      <m:r>
                        <a:rPr lang="en-US" b="0" i="1" smtClean="0">
                          <a:latin typeface="Cambria Math" panose="02040503050406030204" pitchFamily="18" charset="0"/>
                        </a:rPr>
                        <m:t>𝑤</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1</m:t>
                                    </m:r>
                                  </m:sub>
                                </m:sSub>
                              </m:e>
                              <m:e>
                                <m:r>
                                  <a:rPr lang="en-US" b="0" i="1" smtClean="0">
                                    <a:latin typeface="Cambria Math" panose="02040503050406030204" pitchFamily="18" charset="0"/>
                                    <a:ea typeface="Cambria Math" panose="02040503050406030204" pitchFamily="18" charset="0"/>
                                  </a:rPr>
                                  <m:t>⋯</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𝑛</m:t>
                                    </m:r>
                                    <m:r>
                                      <a:rPr lang="en-US" b="0" i="1" smtClean="0">
                                        <a:latin typeface="Cambria Math" panose="02040503050406030204" pitchFamily="18" charset="0"/>
                                      </a:rPr>
                                      <m:t>+1</m:t>
                                    </m:r>
                                  </m:sub>
                                </m:sSub>
                              </m:e>
                            </m:mr>
                          </m:m>
                        </m:e>
                      </m:d>
                    </m:oMath>
                  </m:oMathPara>
                </a14:m>
                <a:endParaRPr lang="en-US" dirty="0"/>
              </a:p>
            </p:txBody>
          </p:sp>
        </mc:Choice>
        <mc:Fallback xmlns="">
          <p:sp>
            <p:nvSpPr>
              <p:cNvPr id="22" name="TextBox 21">
                <a:extLst>
                  <a:ext uri="{FF2B5EF4-FFF2-40B4-BE49-F238E27FC236}">
                    <a16:creationId xmlns:a16="http://schemas.microsoft.com/office/drawing/2014/main" id="{7A9169B2-92D5-2F1B-6E3B-7670739D7FEB}"/>
                  </a:ext>
                </a:extLst>
              </p:cNvPr>
              <p:cNvSpPr txBox="1">
                <a:spLocks noRot="1" noChangeAspect="1" noMove="1" noResize="1" noEditPoints="1" noAdjustHandles="1" noChangeArrowheads="1" noChangeShapeType="1" noTextEdit="1"/>
              </p:cNvSpPr>
              <p:nvPr/>
            </p:nvSpPr>
            <p:spPr>
              <a:xfrm>
                <a:off x="6940868" y="3962401"/>
                <a:ext cx="3522631" cy="276999"/>
              </a:xfrm>
              <a:prstGeom prst="rect">
                <a:avLst/>
              </a:prstGeom>
              <a:blipFill>
                <a:blip r:embed="rId3"/>
                <a:stretch>
                  <a:fillRect l="-173" b="-13333"/>
                </a:stretch>
              </a:blipFill>
            </p:spPr>
            <p:txBody>
              <a:bodyPr/>
              <a:lstStyle/>
              <a:p>
                <a:r>
                  <a:rPr lang="en-US">
                    <a:noFill/>
                  </a:rPr>
                  <a:t> </a:t>
                </a:r>
              </a:p>
            </p:txBody>
          </p:sp>
        </mc:Fallback>
      </mc:AlternateContent>
      <p:cxnSp>
        <p:nvCxnSpPr>
          <p:cNvPr id="23" name="Straight Connector 22">
            <a:extLst>
              <a:ext uri="{FF2B5EF4-FFF2-40B4-BE49-F238E27FC236}">
                <a16:creationId xmlns:a16="http://schemas.microsoft.com/office/drawing/2014/main" id="{8EC47CB8-AE3B-044C-02B1-E87E4747B263}"/>
              </a:ext>
            </a:extLst>
          </p:cNvPr>
          <p:cNvCxnSpPr/>
          <p:nvPr/>
        </p:nvCxnSpPr>
        <p:spPr>
          <a:xfrm>
            <a:off x="1446212" y="4619506"/>
            <a:ext cx="10210800" cy="0"/>
          </a:xfrm>
          <a:prstGeom prst="line">
            <a:avLst/>
          </a:prstGeom>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AA2B69F-E6EF-E689-9E31-1080A328F4D3}"/>
                  </a:ext>
                </a:extLst>
              </p:cNvPr>
              <p:cNvSpPr txBox="1"/>
              <p:nvPr/>
            </p:nvSpPr>
            <p:spPr>
              <a:xfrm>
                <a:off x="3732212" y="5586593"/>
                <a:ext cx="5130828" cy="12485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𝐶𝑙𝑎𝑠𝑠𝑖𝑓𝑖𝑒𝑑</m:t>
                      </m:r>
                      <m:d>
                        <m:dPr>
                          <m:ctrlPr>
                            <a:rPr lang="en-US" i="1" smtClean="0">
                              <a:latin typeface="Cambria Math" panose="02040503050406030204" pitchFamily="18" charset="0"/>
                            </a:rPr>
                          </m:ctrlPr>
                        </m:dPr>
                        <m:e>
                          <m:r>
                            <a:rPr lang="en-US" b="0" i="1" smtClean="0">
                              <a:latin typeface="Cambria Math" panose="02040503050406030204" pitchFamily="18" charset="0"/>
                            </a:rPr>
                            <m:t>𝑘</m:t>
                          </m:r>
                        </m:e>
                      </m:d>
                      <m:r>
                        <a:rPr lang="en-US" i="1" smtClean="0">
                          <a:latin typeface="Cambria Math" panose="02040503050406030204" pitchFamily="18" charset="0"/>
                        </a:rPr>
                        <m:t>=</m:t>
                      </m:r>
                      <m:d>
                        <m:dPr>
                          <m:begChr m:val="{"/>
                          <m:endChr m:val=""/>
                          <m:ctrlPr>
                            <a:rPr lang="en-US" i="1" smtClean="0">
                              <a:latin typeface="Cambria Math" panose="02040503050406030204" pitchFamily="18" charset="0"/>
                            </a:rPr>
                          </m:ctrlPr>
                        </m:dPr>
                        <m:e>
                          <m:eqArr>
                            <m:eqArrPr>
                              <m:ctrlPr>
                                <a:rPr lang="en-US" i="1" smtClean="0">
                                  <a:latin typeface="Cambria Math" panose="02040503050406030204" pitchFamily="18" charset="0"/>
                                </a:rPr>
                              </m:ctrlPr>
                            </m:eqArrPr>
                            <m:e>
                              <m:m>
                                <m:mPr>
                                  <m:mcs>
                                    <m:mc>
                                      <m:mcPr>
                                        <m:count m:val="2"/>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𝑡</m:t>
                                    </m:r>
                                    <m:r>
                                      <a:rPr lang="en-US" b="0" i="1" smtClean="0">
                                        <a:latin typeface="Cambria Math" panose="02040503050406030204" pitchFamily="18" charset="0"/>
                                      </a:rPr>
                                      <m:t>𝑟𝑢𝑒</m:t>
                                    </m:r>
                                  </m:e>
                                  <m:e>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r>
                                      <a:rPr lang="en-US" b="0" i="1" smtClean="0">
                                        <a:latin typeface="Cambria Math" panose="02040503050406030204" pitchFamily="18" charset="0"/>
                                      </a:rPr>
                                      <m:t>&gt;0,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𝐿𝑎𝑏𝑒𝑙</m:t>
                                        </m:r>
                                      </m:e>
                                      <m:sub>
                                        <m:r>
                                          <a:rPr lang="en-US" b="0" i="1" smtClean="0">
                                            <a:latin typeface="Cambria Math" panose="02040503050406030204" pitchFamily="18" charset="0"/>
                                          </a:rPr>
                                          <m:t>𝑘</m:t>
                                        </m:r>
                                      </m:sub>
                                    </m:sSub>
                                    <m:r>
                                      <a:rPr lang="en-US" b="0" i="1" smtClean="0">
                                        <a:latin typeface="Cambria Math" panose="02040503050406030204" pitchFamily="18" charset="0"/>
                                      </a:rPr>
                                      <m:t>=</m:t>
                                    </m:r>
                                    <m:r>
                                      <a:rPr lang="en-US" b="0" i="1" smtClean="0">
                                        <a:latin typeface="Cambria Math" panose="02040503050406030204" pitchFamily="18" charset="0"/>
                                      </a:rPr>
                                      <m:t>𝑌𝐸𝑆</m:t>
                                    </m:r>
                                  </m:e>
                                </m:mr>
                              </m:m>
                            </m:e>
                            <m:e>
                              <m:m>
                                <m:mPr>
                                  <m:mcs>
                                    <m:mc>
                                      <m:mcPr>
                                        <m:count m:val="2"/>
                                        <m:mcJc m:val="center"/>
                                      </m:mcPr>
                                    </m:mc>
                                  </m:mcs>
                                  <m:ctrlPr>
                                    <a:rPr lang="en-US" i="1">
                                      <a:latin typeface="Cambria Math" panose="02040503050406030204" pitchFamily="18" charset="0"/>
                                    </a:rPr>
                                  </m:ctrlPr>
                                </m:mPr>
                                <m:mr>
                                  <m:e>
                                    <m:r>
                                      <m:rPr>
                                        <m:brk m:alnAt="7"/>
                                      </m:rPr>
                                      <a:rPr lang="en-US" i="1">
                                        <a:latin typeface="Cambria Math" panose="02040503050406030204" pitchFamily="18" charset="0"/>
                                      </a:rPr>
                                      <m:t>𝑡</m:t>
                                    </m:r>
                                    <m:r>
                                      <a:rPr lang="en-US" i="1">
                                        <a:latin typeface="Cambria Math" panose="02040503050406030204" pitchFamily="18" charset="0"/>
                                      </a:rPr>
                                      <m:t>𝑟𝑢𝑒</m:t>
                                    </m:r>
                                  </m:e>
                                  <m:e>
                                    <m:r>
                                      <a:rPr lang="en-US" b="0" i="1" smtClean="0">
                                        <a:latin typeface="Cambria Math" panose="02040503050406030204" pitchFamily="18" charset="0"/>
                                      </a:rPr>
                                      <m:t>𝑔</m:t>
                                    </m:r>
                                    <m:d>
                                      <m:dPr>
                                        <m:ctrlPr>
                                          <a:rPr lang="en-US" i="1">
                                            <a:latin typeface="Cambria Math" panose="02040503050406030204" pitchFamily="18" charset="0"/>
                                          </a:rPr>
                                        </m:ctrlPr>
                                      </m:dPr>
                                      <m:e>
                                        <m:r>
                                          <a:rPr lang="en-US" i="1">
                                            <a:latin typeface="Cambria Math" panose="02040503050406030204" pitchFamily="18" charset="0"/>
                                          </a:rPr>
                                          <m:t>𝑘</m:t>
                                        </m:r>
                                      </m:e>
                                    </m:d>
                                    <m:r>
                                      <a:rPr lang="en-US" b="0" i="1" smtClean="0">
                                        <a:latin typeface="Cambria Math" panose="02040503050406030204" pitchFamily="18" charset="0"/>
                                      </a:rPr>
                                      <m:t>≤</m:t>
                                    </m:r>
                                    <m:r>
                                      <a:rPr lang="en-US" i="1">
                                        <a:latin typeface="Cambria Math" panose="02040503050406030204" pitchFamily="18" charset="0"/>
                                      </a:rPr>
                                      <m:t>0, </m:t>
                                    </m:r>
                                    <m:sSub>
                                      <m:sSubPr>
                                        <m:ctrlPr>
                                          <a:rPr lang="en-US" i="1">
                                            <a:latin typeface="Cambria Math" panose="02040503050406030204" pitchFamily="18" charset="0"/>
                                          </a:rPr>
                                        </m:ctrlPr>
                                      </m:sSubPr>
                                      <m:e>
                                        <m:r>
                                          <a:rPr lang="en-US" i="1">
                                            <a:latin typeface="Cambria Math" panose="02040503050406030204" pitchFamily="18" charset="0"/>
                                          </a:rPr>
                                          <m:t>𝐿𝑎𝑏𝑒𝑙</m:t>
                                        </m:r>
                                      </m:e>
                                      <m:sub>
                                        <m:r>
                                          <a:rPr lang="en-US" i="1">
                                            <a:latin typeface="Cambria Math" panose="02040503050406030204" pitchFamily="18" charset="0"/>
                                          </a:rPr>
                                          <m:t>𝑘</m:t>
                                        </m:r>
                                      </m:sub>
                                    </m:sSub>
                                    <m:r>
                                      <a:rPr lang="en-US" i="1">
                                        <a:latin typeface="Cambria Math" panose="02040503050406030204" pitchFamily="18" charset="0"/>
                                      </a:rPr>
                                      <m:t>=</m:t>
                                    </m:r>
                                    <m:r>
                                      <a:rPr lang="en-US" b="0" i="1" smtClean="0">
                                        <a:latin typeface="Cambria Math" panose="02040503050406030204" pitchFamily="18" charset="0"/>
                                      </a:rPr>
                                      <m:t>𝑁𝑂</m:t>
                                    </m:r>
                                  </m:e>
                                </m:mr>
                              </m:m>
                            </m:e>
                            <m:e>
                              <m:m>
                                <m:mPr>
                                  <m:mcs>
                                    <m:mc>
                                      <m:mcPr>
                                        <m:count m:val="2"/>
                                        <m:mcJc m:val="center"/>
                                      </m:mcPr>
                                    </m:mc>
                                  </m:mcs>
                                  <m:ctrlPr>
                                    <a:rPr lang="en-US" i="1">
                                      <a:latin typeface="Cambria Math" panose="02040503050406030204" pitchFamily="18" charset="0"/>
                                    </a:rPr>
                                  </m:ctrlPr>
                                </m:mPr>
                                <m:mr>
                                  <m:e>
                                    <m:r>
                                      <a:rPr lang="en-US" b="0" i="1" smtClean="0">
                                        <a:latin typeface="Cambria Math" panose="02040503050406030204" pitchFamily="18" charset="0"/>
                                      </a:rPr>
                                      <m:t>𝑓𝑎𝑙𝑠𝑒</m:t>
                                    </m:r>
                                  </m:e>
                                  <m:e>
                                    <m:r>
                                      <a:rPr lang="en-US" b="0" i="1" smtClean="0">
                                        <a:latin typeface="Cambria Math" panose="02040503050406030204" pitchFamily="18" charset="0"/>
                                      </a:rPr>
                                      <m:t>𝑔</m:t>
                                    </m:r>
                                    <m:d>
                                      <m:dPr>
                                        <m:ctrlPr>
                                          <a:rPr lang="en-US" i="1">
                                            <a:latin typeface="Cambria Math" panose="02040503050406030204" pitchFamily="18" charset="0"/>
                                          </a:rPr>
                                        </m:ctrlPr>
                                      </m:dPr>
                                      <m:e>
                                        <m:r>
                                          <a:rPr lang="en-US" i="1">
                                            <a:latin typeface="Cambria Math" panose="02040503050406030204" pitchFamily="18" charset="0"/>
                                          </a:rPr>
                                          <m:t>𝑘</m:t>
                                        </m:r>
                                      </m:e>
                                    </m:d>
                                    <m:r>
                                      <a:rPr lang="en-US" b="0" i="1" smtClean="0">
                                        <a:latin typeface="Cambria Math" panose="02040503050406030204" pitchFamily="18" charset="0"/>
                                      </a:rPr>
                                      <m:t>&gt;</m:t>
                                    </m:r>
                                    <m:r>
                                      <a:rPr lang="en-US" i="1">
                                        <a:latin typeface="Cambria Math" panose="02040503050406030204" pitchFamily="18" charset="0"/>
                                      </a:rPr>
                                      <m:t>0, </m:t>
                                    </m:r>
                                    <m:sSub>
                                      <m:sSubPr>
                                        <m:ctrlPr>
                                          <a:rPr lang="en-US" i="1">
                                            <a:latin typeface="Cambria Math" panose="02040503050406030204" pitchFamily="18" charset="0"/>
                                          </a:rPr>
                                        </m:ctrlPr>
                                      </m:sSubPr>
                                      <m:e>
                                        <m:r>
                                          <a:rPr lang="en-US" i="1">
                                            <a:latin typeface="Cambria Math" panose="02040503050406030204" pitchFamily="18" charset="0"/>
                                          </a:rPr>
                                          <m:t>𝐿𝑎𝑏𝑒𝑙</m:t>
                                        </m:r>
                                      </m:e>
                                      <m:sub>
                                        <m:r>
                                          <a:rPr lang="en-US" i="1">
                                            <a:latin typeface="Cambria Math" panose="02040503050406030204" pitchFamily="18" charset="0"/>
                                          </a:rPr>
                                          <m:t>𝑘</m:t>
                                        </m:r>
                                      </m:sub>
                                    </m:sSub>
                                    <m:r>
                                      <a:rPr lang="en-US" i="1">
                                        <a:latin typeface="Cambria Math" panose="02040503050406030204" pitchFamily="18" charset="0"/>
                                      </a:rPr>
                                      <m:t>=</m:t>
                                    </m:r>
                                    <m:r>
                                      <a:rPr lang="en-US" b="0" i="1" smtClean="0">
                                        <a:latin typeface="Cambria Math" panose="02040503050406030204" pitchFamily="18" charset="0"/>
                                      </a:rPr>
                                      <m:t>𝑁𝑂</m:t>
                                    </m:r>
                                  </m:e>
                                </m:mr>
                              </m:m>
                            </m:e>
                            <m:e>
                              <m:m>
                                <m:mPr>
                                  <m:mcs>
                                    <m:mc>
                                      <m:mcPr>
                                        <m:count m:val="2"/>
                                        <m:mcJc m:val="center"/>
                                      </m:mcPr>
                                    </m:mc>
                                  </m:mcs>
                                  <m:ctrlPr>
                                    <a:rPr lang="en-US" i="1">
                                      <a:latin typeface="Cambria Math" panose="02040503050406030204" pitchFamily="18" charset="0"/>
                                    </a:rPr>
                                  </m:ctrlPr>
                                </m:mPr>
                                <m:mr>
                                  <m:e>
                                    <m:r>
                                      <a:rPr lang="en-US" b="0" i="1" smtClean="0">
                                        <a:latin typeface="Cambria Math" panose="02040503050406030204" pitchFamily="18" charset="0"/>
                                      </a:rPr>
                                      <m:t>𝑓𝑎𝑙𝑠𝑒</m:t>
                                    </m:r>
                                  </m:e>
                                  <m:e>
                                    <m:r>
                                      <a:rPr lang="en-US" b="0" i="1" smtClean="0">
                                        <a:latin typeface="Cambria Math" panose="02040503050406030204" pitchFamily="18" charset="0"/>
                                      </a:rPr>
                                      <m:t>𝑔</m:t>
                                    </m:r>
                                    <m:d>
                                      <m:dPr>
                                        <m:ctrlPr>
                                          <a:rPr lang="en-US" i="1">
                                            <a:latin typeface="Cambria Math" panose="02040503050406030204" pitchFamily="18" charset="0"/>
                                          </a:rPr>
                                        </m:ctrlPr>
                                      </m:dPr>
                                      <m:e>
                                        <m:r>
                                          <a:rPr lang="en-US" i="1">
                                            <a:latin typeface="Cambria Math" panose="02040503050406030204" pitchFamily="18" charset="0"/>
                                          </a:rPr>
                                          <m:t>𝑘</m:t>
                                        </m:r>
                                      </m:e>
                                    </m:d>
                                    <m:r>
                                      <a:rPr lang="en-US" b="0" i="1" smtClean="0">
                                        <a:latin typeface="Cambria Math" panose="02040503050406030204" pitchFamily="18" charset="0"/>
                                      </a:rPr>
                                      <m:t>≤</m:t>
                                    </m:r>
                                    <m:r>
                                      <a:rPr lang="en-US" i="1">
                                        <a:latin typeface="Cambria Math" panose="02040503050406030204" pitchFamily="18" charset="0"/>
                                      </a:rPr>
                                      <m:t>0, </m:t>
                                    </m:r>
                                    <m:sSub>
                                      <m:sSubPr>
                                        <m:ctrlPr>
                                          <a:rPr lang="en-US" i="1">
                                            <a:latin typeface="Cambria Math" panose="02040503050406030204" pitchFamily="18" charset="0"/>
                                          </a:rPr>
                                        </m:ctrlPr>
                                      </m:sSubPr>
                                      <m:e>
                                        <m:r>
                                          <a:rPr lang="en-US" i="1">
                                            <a:latin typeface="Cambria Math" panose="02040503050406030204" pitchFamily="18" charset="0"/>
                                          </a:rPr>
                                          <m:t>𝐿𝑎𝑏𝑒𝑙</m:t>
                                        </m:r>
                                      </m:e>
                                      <m:sub>
                                        <m:r>
                                          <a:rPr lang="en-US" i="1">
                                            <a:latin typeface="Cambria Math" panose="02040503050406030204" pitchFamily="18" charset="0"/>
                                          </a:rPr>
                                          <m:t>𝑘</m:t>
                                        </m:r>
                                      </m:sub>
                                    </m:sSub>
                                    <m:r>
                                      <a:rPr lang="en-US" i="1">
                                        <a:latin typeface="Cambria Math" panose="02040503050406030204" pitchFamily="18" charset="0"/>
                                      </a:rPr>
                                      <m:t>=</m:t>
                                    </m:r>
                                    <m:r>
                                      <a:rPr lang="en-US" i="1">
                                        <a:latin typeface="Cambria Math" panose="02040503050406030204" pitchFamily="18" charset="0"/>
                                      </a:rPr>
                                      <m:t>𝑌𝐸𝑆</m:t>
                                    </m:r>
                                  </m:e>
                                </m:mr>
                              </m:m>
                            </m:e>
                          </m:eqArr>
                        </m:e>
                      </m:d>
                    </m:oMath>
                  </m:oMathPara>
                </a14:m>
                <a:endParaRPr lang="en-US" dirty="0"/>
              </a:p>
            </p:txBody>
          </p:sp>
        </mc:Choice>
        <mc:Fallback xmlns="">
          <p:sp>
            <p:nvSpPr>
              <p:cNvPr id="24" name="TextBox 23">
                <a:extLst>
                  <a:ext uri="{FF2B5EF4-FFF2-40B4-BE49-F238E27FC236}">
                    <a16:creationId xmlns:a16="http://schemas.microsoft.com/office/drawing/2014/main" id="{3AA2B69F-E6EF-E689-9E31-1080A328F4D3}"/>
                  </a:ext>
                </a:extLst>
              </p:cNvPr>
              <p:cNvSpPr txBox="1">
                <a:spLocks noRot="1" noChangeAspect="1" noMove="1" noResize="1" noEditPoints="1" noAdjustHandles="1" noChangeArrowheads="1" noChangeShapeType="1" noTextEdit="1"/>
              </p:cNvSpPr>
              <p:nvPr/>
            </p:nvSpPr>
            <p:spPr>
              <a:xfrm>
                <a:off x="3732212" y="5586593"/>
                <a:ext cx="5130828" cy="124854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6E145B8D-AF11-FB59-61D3-75F185346436}"/>
                  </a:ext>
                </a:extLst>
              </p:cNvPr>
              <p:cNvSpPr txBox="1"/>
              <p:nvPr/>
            </p:nvSpPr>
            <p:spPr>
              <a:xfrm>
                <a:off x="1446212" y="4712937"/>
                <a:ext cx="3766544" cy="7562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r>
                        <a:rPr lang="en-US" b="0" i="1" smtClean="0">
                          <a:latin typeface="Cambria Math" panose="02040503050406030204" pitchFamily="18" charset="0"/>
                        </a:rPr>
                        <m:t>=</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sup>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𝑖</m:t>
                                  </m:r>
                                </m:sub>
                              </m:sSub>
                              <m:r>
                                <a:rPr lang="en-US"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𝐼</m:t>
                                  </m:r>
                                </m:e>
                                <m: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𝑘</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𝑖</m:t>
                                      </m:r>
                                    </m:e>
                                  </m:d>
                                </m:sub>
                              </m:sSub>
                            </m:e>
                          </m:d>
                          <m:r>
                            <a:rPr lang="en-US" i="1">
                              <a:latin typeface="Cambria Math" panose="02040503050406030204" pitchFamily="18" charset="0"/>
                            </a:rPr>
                            <m:t>+</m:t>
                          </m:r>
                          <m:r>
                            <a:rPr lang="en-US" i="1">
                              <a:latin typeface="Cambria Math" panose="02040503050406030204" pitchFamily="18" charset="0"/>
                            </a:rPr>
                            <m:t>𝑡h𝑟𝑒𝑠h𝑜𝑙𝑑</m:t>
                          </m:r>
                        </m:e>
                      </m:nary>
                    </m:oMath>
                  </m:oMathPara>
                </a14:m>
                <a:endParaRPr lang="en-US" dirty="0"/>
              </a:p>
            </p:txBody>
          </p:sp>
        </mc:Choice>
        <mc:Fallback xmlns="">
          <p:sp>
            <p:nvSpPr>
              <p:cNvPr id="25" name="TextBox 24">
                <a:extLst>
                  <a:ext uri="{FF2B5EF4-FFF2-40B4-BE49-F238E27FC236}">
                    <a16:creationId xmlns:a16="http://schemas.microsoft.com/office/drawing/2014/main" id="{6E145B8D-AF11-FB59-61D3-75F185346436}"/>
                  </a:ext>
                </a:extLst>
              </p:cNvPr>
              <p:cNvSpPr txBox="1">
                <a:spLocks noRot="1" noChangeAspect="1" noMove="1" noResize="1" noEditPoints="1" noAdjustHandles="1" noChangeArrowheads="1" noChangeShapeType="1" noTextEdit="1"/>
              </p:cNvSpPr>
              <p:nvPr/>
            </p:nvSpPr>
            <p:spPr>
              <a:xfrm>
                <a:off x="1446212" y="4712937"/>
                <a:ext cx="3766544" cy="75623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50011708-A3D3-D084-C824-E2DC284C62CA}"/>
                  </a:ext>
                </a:extLst>
              </p:cNvPr>
              <p:cNvSpPr txBox="1"/>
              <p:nvPr/>
            </p:nvSpPr>
            <p:spPr>
              <a:xfrm>
                <a:off x="7366822" y="4675269"/>
                <a:ext cx="3340402" cy="77822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𝑔</m:t>
                      </m:r>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r>
                        <a:rPr lang="en-US" b="0" i="1" smtClean="0">
                          <a:latin typeface="Cambria Math" panose="02040503050406030204" pitchFamily="18" charset="0"/>
                        </a:rPr>
                        <m:t>=</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=1</m:t>
                          </m:r>
                        </m:sub>
                        <m:sup>
                          <m:r>
                            <a:rPr lang="en-US" i="1">
                              <a:latin typeface="Cambria Math" panose="02040503050406030204" pitchFamily="18" charset="0"/>
                            </a:rPr>
                            <m:t>𝑛</m:t>
                          </m:r>
                          <m:r>
                            <a:rPr lang="en-US" b="0" i="1" smtClean="0">
                              <a:latin typeface="Cambria Math" panose="02040503050406030204" pitchFamily="18" charset="0"/>
                            </a:rPr>
                            <m:t>+1</m:t>
                          </m:r>
                        </m:sup>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𝑤</m:t>
                                  </m:r>
                                </m:e>
                                <m:sub>
                                  <m:r>
                                    <a:rPr lang="en-US" i="1">
                                      <a:latin typeface="Cambria Math" panose="02040503050406030204" pitchFamily="18" charset="0"/>
                                    </a:rPr>
                                    <m:t>𝑖</m:t>
                                  </m:r>
                                </m:sub>
                              </m:sSub>
                              <m:r>
                                <a:rPr lang="en-US"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𝐼</m:t>
                                  </m:r>
                                </m:e>
                                <m: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𝑘</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𝑖</m:t>
                                      </m:r>
                                    </m:e>
                                  </m:d>
                                </m:sub>
                              </m:sSub>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𝑤</m:t>
                          </m:r>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𝐼</m:t>
                              </m:r>
                            </m:e>
                            <m:sub>
                              <m:r>
                                <a:rPr lang="en-US" b="0" i="1" smtClean="0">
                                  <a:latin typeface="Cambria Math" panose="02040503050406030204" pitchFamily="18" charset="0"/>
                                  <a:ea typeface="Cambria Math" panose="02040503050406030204" pitchFamily="18" charset="0"/>
                                </a:rPr>
                                <m:t>𝑘</m:t>
                              </m:r>
                            </m:sub>
                          </m:sSub>
                        </m:e>
                      </m:nary>
                    </m:oMath>
                  </m:oMathPara>
                </a14:m>
                <a:endParaRPr lang="en-US" dirty="0"/>
              </a:p>
            </p:txBody>
          </p:sp>
        </mc:Choice>
        <mc:Fallback xmlns="">
          <p:sp>
            <p:nvSpPr>
              <p:cNvPr id="26" name="TextBox 25">
                <a:extLst>
                  <a:ext uri="{FF2B5EF4-FFF2-40B4-BE49-F238E27FC236}">
                    <a16:creationId xmlns:a16="http://schemas.microsoft.com/office/drawing/2014/main" id="{50011708-A3D3-D084-C824-E2DC284C62CA}"/>
                  </a:ext>
                </a:extLst>
              </p:cNvPr>
              <p:cNvSpPr txBox="1">
                <a:spLocks noRot="1" noChangeAspect="1" noMove="1" noResize="1" noEditPoints="1" noAdjustHandles="1" noChangeArrowheads="1" noChangeShapeType="1" noTextEdit="1"/>
              </p:cNvSpPr>
              <p:nvPr/>
            </p:nvSpPr>
            <p:spPr>
              <a:xfrm>
                <a:off x="7366822" y="4675269"/>
                <a:ext cx="3340402" cy="778226"/>
              </a:xfrm>
              <a:prstGeom prst="rect">
                <a:avLst/>
              </a:prstGeom>
              <a:blipFill>
                <a:blip r:embed="rId6"/>
                <a:stretch>
                  <a:fillRect/>
                </a:stretch>
              </a:blipFill>
            </p:spPr>
            <p:txBody>
              <a:bodyPr/>
              <a:lstStyle/>
              <a:p>
                <a:r>
                  <a:rPr lang="en-US">
                    <a:noFill/>
                  </a:rPr>
                  <a:t> </a:t>
                </a:r>
              </a:p>
            </p:txBody>
          </p:sp>
        </mc:Fallback>
      </mc:AlternateContent>
      <p:cxnSp>
        <p:nvCxnSpPr>
          <p:cNvPr id="27" name="Straight Connector 26">
            <a:extLst>
              <a:ext uri="{FF2B5EF4-FFF2-40B4-BE49-F238E27FC236}">
                <a16:creationId xmlns:a16="http://schemas.microsoft.com/office/drawing/2014/main" id="{5F096409-7B51-A366-47BE-586AC1320017}"/>
              </a:ext>
            </a:extLst>
          </p:cNvPr>
          <p:cNvCxnSpPr/>
          <p:nvPr/>
        </p:nvCxnSpPr>
        <p:spPr>
          <a:xfrm>
            <a:off x="1446212" y="5545336"/>
            <a:ext cx="10210800" cy="0"/>
          </a:xfrm>
          <a:prstGeom prst="line">
            <a:avLst/>
          </a:prstGeom>
        </p:spPr>
        <p:style>
          <a:lnRef idx="3">
            <a:schemeClr val="dk1"/>
          </a:lnRef>
          <a:fillRef idx="0">
            <a:schemeClr val="dk1"/>
          </a:fillRef>
          <a:effectRef idx="2">
            <a:schemeClr val="dk1"/>
          </a:effectRef>
          <a:fontRef idx="minor">
            <a:schemeClr val="tx1"/>
          </a:fontRef>
        </p:style>
      </p:cxnSp>
      <p:sp>
        <p:nvSpPr>
          <p:cNvPr id="2" name="Rectangle 1">
            <a:extLst>
              <a:ext uri="{FF2B5EF4-FFF2-40B4-BE49-F238E27FC236}">
                <a16:creationId xmlns:a16="http://schemas.microsoft.com/office/drawing/2014/main" id="{7973258D-7F5A-62CF-8D00-A3AAC66B6EA9}"/>
              </a:ext>
            </a:extLst>
          </p:cNvPr>
          <p:cNvSpPr/>
          <p:nvPr/>
        </p:nvSpPr>
        <p:spPr>
          <a:xfrm>
            <a:off x="1368711" y="2010668"/>
            <a:ext cx="10363200" cy="4800600"/>
          </a:xfrm>
          <a:prstGeom prst="rect">
            <a:avLst/>
          </a:prstGeom>
          <a:solidFill>
            <a:srgbClr val="FFFFFF">
              <a:alpha val="7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D33AD9DB-09E4-9E0A-FA7E-D3A0DCD383F3}"/>
              </a:ext>
            </a:extLst>
          </p:cNvPr>
          <p:cNvSpPr/>
          <p:nvPr/>
        </p:nvSpPr>
        <p:spPr>
          <a:xfrm>
            <a:off x="3451709" y="3575327"/>
            <a:ext cx="6934200" cy="1588116"/>
          </a:xfrm>
          <a:prstGeom prst="roundRect">
            <a:avLst>
              <a:gd name="adj" fmla="val 9899"/>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Arial" panose="020B0604020202020204" pitchFamily="34" charset="0"/>
                <a:cs typeface="Arial" panose="020B0604020202020204" pitchFamily="34" charset="0"/>
              </a:rPr>
              <a:t>To simplify this equation, lets consider that all samples that are labeled </a:t>
            </a:r>
            <a:r>
              <a:rPr lang="en-US" b="1" dirty="0">
                <a:solidFill>
                  <a:srgbClr val="FFC000"/>
                </a:solidFill>
                <a:latin typeface="Arial" panose="020B0604020202020204" pitchFamily="34" charset="0"/>
                <a:cs typeface="Arial" panose="020B0604020202020204" pitchFamily="34" charset="0"/>
              </a:rPr>
              <a:t>YES</a:t>
            </a:r>
            <a:r>
              <a:rPr lang="en-US" dirty="0">
                <a:latin typeface="Arial" panose="020B0604020202020204" pitchFamily="34" charset="0"/>
                <a:cs typeface="Arial" panose="020B0604020202020204" pitchFamily="34" charset="0"/>
              </a:rPr>
              <a:t> are the ones that should be on the side of the hyper-plane where </a:t>
            </a:r>
            <a:r>
              <a:rPr lang="en-US" i="1" dirty="0">
                <a:highlight>
                  <a:srgbClr val="000000"/>
                </a:highlight>
                <a:latin typeface="Arial" panose="020B0604020202020204" pitchFamily="34" charset="0"/>
                <a:cs typeface="Arial" panose="020B0604020202020204" pitchFamily="34" charset="0"/>
              </a:rPr>
              <a:t>f(x)</a:t>
            </a:r>
            <a:r>
              <a:rPr lang="en-US" dirty="0">
                <a:latin typeface="Arial" panose="020B0604020202020204" pitchFamily="34" charset="0"/>
                <a:cs typeface="Arial" panose="020B0604020202020204" pitchFamily="34" charset="0"/>
              </a:rPr>
              <a:t> computes a positive value, and the ones labeled </a:t>
            </a:r>
            <a:r>
              <a:rPr lang="en-US" b="1" dirty="0">
                <a:solidFill>
                  <a:srgbClr val="FFC000"/>
                </a:solidFill>
                <a:latin typeface="Arial" panose="020B0604020202020204" pitchFamily="34" charset="0"/>
                <a:cs typeface="Arial" panose="020B0604020202020204" pitchFamily="34" charset="0"/>
              </a:rPr>
              <a:t>NO</a:t>
            </a:r>
            <a:r>
              <a:rPr lang="en-US" dirty="0">
                <a:latin typeface="Arial" panose="020B0604020202020204" pitchFamily="34" charset="0"/>
                <a:cs typeface="Arial" panose="020B0604020202020204" pitchFamily="34" charset="0"/>
              </a:rPr>
              <a:t> should be on the side of the hyperplane where </a:t>
            </a:r>
            <a:r>
              <a:rPr lang="en-US" i="1" dirty="0">
                <a:highlight>
                  <a:srgbClr val="000000"/>
                </a:highlight>
                <a:latin typeface="Arial" panose="020B0604020202020204" pitchFamily="34" charset="0"/>
                <a:cs typeface="Arial" panose="020B0604020202020204" pitchFamily="34" charset="0"/>
              </a:rPr>
              <a:t>f(x)</a:t>
            </a:r>
            <a:r>
              <a:rPr lang="en-US" dirty="0">
                <a:latin typeface="Arial" panose="020B0604020202020204" pitchFamily="34" charset="0"/>
                <a:cs typeface="Arial" panose="020B0604020202020204" pitchFamily="34" charset="0"/>
              </a:rPr>
              <a:t> computes a negative value.</a:t>
            </a:r>
          </a:p>
        </p:txBody>
      </p:sp>
      <p:sp>
        <p:nvSpPr>
          <p:cNvPr id="7" name="Callout: Up Arrow 6">
            <a:extLst>
              <a:ext uri="{FF2B5EF4-FFF2-40B4-BE49-F238E27FC236}">
                <a16:creationId xmlns:a16="http://schemas.microsoft.com/office/drawing/2014/main" id="{6247728B-672B-29C2-F327-5022004F9094}"/>
              </a:ext>
            </a:extLst>
          </p:cNvPr>
          <p:cNvSpPr/>
          <p:nvPr/>
        </p:nvSpPr>
        <p:spPr>
          <a:xfrm>
            <a:off x="3614819" y="5180706"/>
            <a:ext cx="6848680" cy="1524000"/>
          </a:xfrm>
          <a:prstGeom prst="up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cs typeface="Arial" panose="020B0604020202020204" pitchFamily="34" charset="0"/>
              </a:rPr>
              <a:t>We can change the labels as follows:</a:t>
            </a:r>
          </a:p>
          <a:p>
            <a:pPr algn="ctr"/>
            <a:r>
              <a:rPr lang="en-US" b="1" dirty="0">
                <a:solidFill>
                  <a:schemeClr val="bg1"/>
                </a:solidFill>
                <a:latin typeface="Arial" panose="020B0604020202020204" pitchFamily="34" charset="0"/>
                <a:cs typeface="Arial" panose="020B0604020202020204" pitchFamily="34" charset="0"/>
              </a:rPr>
              <a:t>YES</a:t>
            </a:r>
            <a:r>
              <a:rPr lang="en-US" dirty="0">
                <a:solidFill>
                  <a:schemeClr val="bg1"/>
                </a:solidFill>
                <a:latin typeface="Arial" panose="020B0604020202020204" pitchFamily="34" charset="0"/>
                <a:cs typeface="Arial" panose="020B0604020202020204" pitchFamily="34" charset="0"/>
              </a:rPr>
              <a:t> will be converted into </a:t>
            </a:r>
            <a:r>
              <a:rPr lang="en-US" dirty="0">
                <a:solidFill>
                  <a:schemeClr val="bg1"/>
                </a:solidFill>
                <a:highlight>
                  <a:srgbClr val="C0C0C0"/>
                </a:highlight>
                <a:latin typeface="Arial" panose="020B0604020202020204" pitchFamily="34" charset="0"/>
                <a:cs typeface="Arial" panose="020B0604020202020204" pitchFamily="34" charset="0"/>
              </a:rPr>
              <a:t>1</a:t>
            </a:r>
            <a:r>
              <a:rPr lang="en-US" dirty="0">
                <a:solidFill>
                  <a:schemeClr val="bg1"/>
                </a:solidFill>
                <a:latin typeface="Arial" panose="020B0604020202020204" pitchFamily="34" charset="0"/>
                <a:cs typeface="Arial" panose="020B0604020202020204" pitchFamily="34" charset="0"/>
              </a:rPr>
              <a:t>, and </a:t>
            </a:r>
            <a:r>
              <a:rPr lang="en-US" b="1" dirty="0">
                <a:solidFill>
                  <a:schemeClr val="bg1"/>
                </a:solidFill>
                <a:latin typeface="Arial" panose="020B0604020202020204" pitchFamily="34" charset="0"/>
                <a:cs typeface="Arial" panose="020B0604020202020204" pitchFamily="34" charset="0"/>
              </a:rPr>
              <a:t>NO</a:t>
            </a:r>
            <a:r>
              <a:rPr lang="en-US" dirty="0">
                <a:solidFill>
                  <a:schemeClr val="bg1"/>
                </a:solidFill>
                <a:latin typeface="Arial" panose="020B0604020202020204" pitchFamily="34" charset="0"/>
                <a:cs typeface="Arial" panose="020B0604020202020204" pitchFamily="34" charset="0"/>
              </a:rPr>
              <a:t> will be converted into </a:t>
            </a:r>
            <a:r>
              <a:rPr lang="en-US" dirty="0">
                <a:solidFill>
                  <a:schemeClr val="bg1"/>
                </a:solidFill>
                <a:highlight>
                  <a:srgbClr val="C0C0C0"/>
                </a:highlight>
                <a:latin typeface="Arial" panose="020B0604020202020204" pitchFamily="34" charset="0"/>
                <a:cs typeface="Arial" panose="020B0604020202020204" pitchFamily="34" charset="0"/>
              </a:rPr>
              <a:t>-1</a:t>
            </a:r>
          </a:p>
        </p:txBody>
      </p:sp>
    </p:spTree>
    <p:extLst>
      <p:ext uri="{BB962C8B-B14F-4D97-AF65-F5344CB8AC3E}">
        <p14:creationId xmlns:p14="http://schemas.microsoft.com/office/powerpoint/2010/main" val="3076993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Training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10087601" cy="1676400"/>
          </a:xfrm>
        </p:spPr>
        <p:txBody>
          <a:bodyPr>
            <a:normAutofit/>
          </a:bodyPr>
          <a:lstStyle/>
          <a:p>
            <a:pPr marL="0" indent="0">
              <a:buNone/>
            </a:pPr>
            <a:r>
              <a:rPr lang="en-US" b="0" dirty="0">
                <a:latin typeface="Cambria Math" panose="02040503050406030204" pitchFamily="18" charset="0"/>
                <a:cs typeface="Arial" panose="020B0604020202020204" pitchFamily="34" charset="0"/>
              </a:rPr>
              <a:t>Assuming we have the following dataset (for training):</a:t>
            </a:r>
          </a:p>
        </p:txBody>
      </p:sp>
      <p:graphicFrame>
        <p:nvGraphicFramePr>
          <p:cNvPr id="14" name="Table 13">
            <a:extLst>
              <a:ext uri="{FF2B5EF4-FFF2-40B4-BE49-F238E27FC236}">
                <a16:creationId xmlns:a16="http://schemas.microsoft.com/office/drawing/2014/main" id="{E8F49F50-D450-AB88-7E08-3408DFA27867}"/>
              </a:ext>
            </a:extLst>
          </p:cNvPr>
          <p:cNvGraphicFramePr>
            <a:graphicFrameLocks noGrp="1"/>
          </p:cNvGraphicFramePr>
          <p:nvPr/>
        </p:nvGraphicFramePr>
        <p:xfrm>
          <a:off x="1751012" y="2164080"/>
          <a:ext cx="3566160" cy="1645920"/>
        </p:xfrm>
        <a:graphic>
          <a:graphicData uri="http://schemas.openxmlformats.org/drawingml/2006/table">
            <a:tbl>
              <a:tblPr firstRow="1" bandRow="1">
                <a:tableStyleId>{073A0DAA-6AF3-43AB-8588-CEC1D06C72B9}</a:tableStyleId>
              </a:tblPr>
              <a:tblGrid>
                <a:gridCol w="640080">
                  <a:extLst>
                    <a:ext uri="{9D8B030D-6E8A-4147-A177-3AD203B41FA5}">
                      <a16:colId xmlns:a16="http://schemas.microsoft.com/office/drawing/2014/main" val="3809471710"/>
                    </a:ext>
                  </a:extLst>
                </a:gridCol>
                <a:gridCol w="640080">
                  <a:extLst>
                    <a:ext uri="{9D8B030D-6E8A-4147-A177-3AD203B41FA5}">
                      <a16:colId xmlns:a16="http://schemas.microsoft.com/office/drawing/2014/main" val="698173739"/>
                    </a:ext>
                  </a:extLst>
                </a:gridCol>
                <a:gridCol w="640080">
                  <a:extLst>
                    <a:ext uri="{9D8B030D-6E8A-4147-A177-3AD203B41FA5}">
                      <a16:colId xmlns:a16="http://schemas.microsoft.com/office/drawing/2014/main" val="4241484159"/>
                    </a:ext>
                  </a:extLst>
                </a:gridCol>
                <a:gridCol w="274320">
                  <a:extLst>
                    <a:ext uri="{9D8B030D-6E8A-4147-A177-3AD203B41FA5}">
                      <a16:colId xmlns:a16="http://schemas.microsoft.com/office/drawing/2014/main" val="2135852234"/>
                    </a:ext>
                  </a:extLst>
                </a:gridCol>
                <a:gridCol w="640080">
                  <a:extLst>
                    <a:ext uri="{9D8B030D-6E8A-4147-A177-3AD203B41FA5}">
                      <a16:colId xmlns:a16="http://schemas.microsoft.com/office/drawing/2014/main" val="1034484046"/>
                    </a:ext>
                  </a:extLst>
                </a:gridCol>
                <a:gridCol w="731520">
                  <a:extLst>
                    <a:ext uri="{9D8B030D-6E8A-4147-A177-3AD203B41FA5}">
                      <a16:colId xmlns:a16="http://schemas.microsoft.com/office/drawing/2014/main" val="2469034243"/>
                    </a:ext>
                  </a:extLst>
                </a:gridCol>
              </a:tblGrid>
              <a:tr h="196579">
                <a:tc>
                  <a:txBody>
                    <a:bodyPr/>
                    <a:lstStyle/>
                    <a:p>
                      <a:r>
                        <a:rPr lang="en-US" sz="1200" dirty="0">
                          <a:latin typeface="Arial" panose="020B0604020202020204" pitchFamily="34" charset="0"/>
                          <a:cs typeface="Arial" panose="020B0604020202020204" pitchFamily="34" charset="0"/>
                        </a:rPr>
                        <a:t>Entry</a:t>
                      </a:r>
                    </a:p>
                  </a:txBody>
                  <a:tcPr/>
                </a:tc>
                <a:tc>
                  <a:txBody>
                    <a:bodyPr/>
                    <a:lstStyle/>
                    <a:p>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1</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2</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dirty="0">
                          <a:latin typeface="Arial" panose="020B0604020202020204" pitchFamily="34" charset="0"/>
                          <a:cs typeface="Arial" panose="020B0604020202020204" pitchFamily="34" charset="0"/>
                        </a:rPr>
                        <a:t>…</a:t>
                      </a:r>
                    </a:p>
                  </a:txBody>
                  <a:tcPr/>
                </a:tc>
                <a:tc>
                  <a:txBody>
                    <a:bodyPr/>
                    <a:lstStyle/>
                    <a:p>
                      <a:r>
                        <a:rPr lang="en-US" sz="1200" dirty="0" err="1">
                          <a:latin typeface="Arial" panose="020B0604020202020204" pitchFamily="34" charset="0"/>
                          <a:cs typeface="Arial" panose="020B0604020202020204" pitchFamily="34" charset="0"/>
                        </a:rPr>
                        <a:t>Input</a:t>
                      </a:r>
                      <a:r>
                        <a:rPr lang="en-US" sz="1200" baseline="-25000" dirty="0" err="1">
                          <a:latin typeface="Arial" panose="020B0604020202020204" pitchFamily="34" charset="0"/>
                          <a:cs typeface="Arial" panose="020B0604020202020204" pitchFamily="34" charset="0"/>
                        </a:rPr>
                        <a:t>n</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Label</a:t>
                      </a:r>
                    </a:p>
                  </a:txBody>
                  <a:tcPr/>
                </a:tc>
                <a:extLst>
                  <a:ext uri="{0D108BD9-81ED-4DB2-BD59-A6C34878D82A}">
                    <a16:rowId xmlns:a16="http://schemas.microsoft.com/office/drawing/2014/main" val="3223542544"/>
                  </a:ext>
                </a:extLst>
              </a:tr>
              <a:tr h="117947">
                <a:tc>
                  <a:txBody>
                    <a:bodyPr/>
                    <a:lstStyle/>
                    <a:p>
                      <a:pPr algn="r"/>
                      <a:r>
                        <a:rPr lang="en-US" sz="1200" b="1" dirty="0">
                          <a:latin typeface="Arial" panose="020B0604020202020204" pitchFamily="34" charset="0"/>
                          <a:cs typeface="Arial" panose="020B0604020202020204" pitchFamily="34" charset="0"/>
                        </a:rPr>
                        <a:t>#1</a:t>
                      </a:r>
                    </a:p>
                  </a:txBody>
                  <a:tcPr/>
                </a:tc>
                <a:tc>
                  <a:txBody>
                    <a:bodyPr/>
                    <a:lstStyle/>
                    <a:p>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(1,1)</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(1,2)</a:t>
                      </a:r>
                      <a:endParaRPr lang="en-US" sz="1200" dirty="0">
                        <a:latin typeface="Arial" panose="020B0604020202020204" pitchFamily="34" charset="0"/>
                        <a:cs typeface="Arial" panose="020B0604020202020204" pitchFamily="34" charset="0"/>
                      </a:endParaRPr>
                    </a:p>
                  </a:txBody>
                  <a:tcPr/>
                </a:tc>
                <a:tc>
                  <a:txBody>
                    <a:bodyPr/>
                    <a:lstStyle/>
                    <a:p>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(1,n)</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NO </a:t>
                      </a:r>
                      <a:r>
                        <a:rPr lang="en-US" sz="1200" b="1" dirty="0">
                          <a:latin typeface="Arial" panose="020B0604020202020204" pitchFamily="34" charset="0"/>
                          <a:cs typeface="Arial" panose="020B0604020202020204" pitchFamily="34" charset="0"/>
                        </a:rPr>
                        <a:t>(-1)</a:t>
                      </a:r>
                    </a:p>
                  </a:txBody>
                  <a:tcPr/>
                </a:tc>
                <a:extLst>
                  <a:ext uri="{0D108BD9-81ED-4DB2-BD59-A6C34878D82A}">
                    <a16:rowId xmlns:a16="http://schemas.microsoft.com/office/drawing/2014/main" val="3235754363"/>
                  </a:ext>
                </a:extLst>
              </a:tr>
              <a:tr h="182880">
                <a:tc grid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a:t>
                      </a: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tc>
                <a:tc hMerge="1">
                  <a:txBody>
                    <a:bodyPr/>
                    <a:lstStyle/>
                    <a:p>
                      <a:endParaRPr lang="en-US">
                        <a:latin typeface="Arial" panose="020B0604020202020204" pitchFamily="34" charset="0"/>
                        <a:cs typeface="Arial" panose="020B0604020202020204" pitchFamily="34" charset="0"/>
                      </a:endParaRP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tc>
                <a:tc hMerge="1">
                  <a:txBody>
                    <a:bodyPr/>
                    <a:lstStyle/>
                    <a:p>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462615418"/>
                  </a:ext>
                </a:extLst>
              </a:tr>
              <a:tr h="128650">
                <a:tc>
                  <a:txBody>
                    <a:bodyPr/>
                    <a:lstStyle/>
                    <a:p>
                      <a:pPr algn="r"/>
                      <a:r>
                        <a:rPr lang="en-US" sz="1200" b="1" dirty="0">
                          <a:latin typeface="Arial" panose="020B0604020202020204" pitchFamily="34" charset="0"/>
                          <a:cs typeface="Arial" panose="020B0604020202020204" pitchFamily="34" charset="0"/>
                        </a:rPr>
                        <a:t>#k</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(k,1)</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(k,2)</a:t>
                      </a:r>
                      <a:endParaRPr lang="en-US" sz="1200" dirty="0">
                        <a:latin typeface="Arial" panose="020B0604020202020204" pitchFamily="34" charset="0"/>
                        <a:cs typeface="Arial" panose="020B0604020202020204" pitchFamily="34" charset="0"/>
                      </a:endParaRPr>
                    </a:p>
                  </a:txBody>
                  <a:tcPr/>
                </a:tc>
                <a:tc>
                  <a:txBody>
                    <a:bodyPr/>
                    <a:lstStyle/>
                    <a:p>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a:t>
                      </a:r>
                      <a:r>
                        <a:rPr lang="en-US" sz="1200" baseline="-25000" dirty="0" err="1">
                          <a:latin typeface="Arial" panose="020B0604020202020204" pitchFamily="34" charset="0"/>
                          <a:cs typeface="Arial" panose="020B0604020202020204" pitchFamily="34" charset="0"/>
                        </a:rPr>
                        <a:t>k,n</a:t>
                      </a:r>
                      <a:r>
                        <a:rPr lang="en-US" sz="1200" baseline="-250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YES </a:t>
                      </a:r>
                      <a:r>
                        <a:rPr lang="en-US" sz="1200" b="1" dirty="0">
                          <a:latin typeface="Arial" panose="020B0604020202020204" pitchFamily="34" charset="0"/>
                          <a:cs typeface="Arial" panose="020B0604020202020204" pitchFamily="34" charset="0"/>
                        </a:rPr>
                        <a:t>(1)</a:t>
                      </a:r>
                    </a:p>
                  </a:txBody>
                  <a:tcPr/>
                </a:tc>
                <a:extLst>
                  <a:ext uri="{0D108BD9-81ED-4DB2-BD59-A6C34878D82A}">
                    <a16:rowId xmlns:a16="http://schemas.microsoft.com/office/drawing/2014/main" val="1717954149"/>
                  </a:ext>
                </a:extLst>
              </a:tr>
              <a:tr h="117947">
                <a:tc gridSpan="6">
                  <a:txBody>
                    <a:bodyPr/>
                    <a:lstStyle/>
                    <a:p>
                      <a:pPr algn="ctr"/>
                      <a:r>
                        <a:rPr lang="en-US" sz="1200" dirty="0">
                          <a:latin typeface="Arial" panose="020B0604020202020204" pitchFamily="34" charset="0"/>
                          <a:cs typeface="Arial" panose="020B0604020202020204" pitchFamily="34" charset="0"/>
                        </a:rPr>
                        <a:t>…</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391375967"/>
                  </a:ext>
                </a:extLst>
              </a:tr>
              <a:tr h="128650">
                <a:tc>
                  <a:txBody>
                    <a:bodyPr/>
                    <a:lstStyle/>
                    <a:p>
                      <a:pPr algn="r"/>
                      <a:r>
                        <a:rPr lang="en-US" sz="1200" b="1" dirty="0">
                          <a:latin typeface="Arial" panose="020B0604020202020204" pitchFamily="34" charset="0"/>
                          <a:cs typeface="Arial" panose="020B0604020202020204" pitchFamily="34" charset="0"/>
                        </a:rPr>
                        <a:t>#m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(m,1)</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(m,2)</a:t>
                      </a:r>
                      <a:endParaRPr lang="en-US" sz="1200" dirty="0">
                        <a:latin typeface="Arial" panose="020B0604020202020204" pitchFamily="34" charset="0"/>
                        <a:cs typeface="Arial" panose="020B0604020202020204" pitchFamily="34" charset="0"/>
                      </a:endParaRPr>
                    </a:p>
                  </a:txBody>
                  <a:tcPr/>
                </a:tc>
                <a:tc>
                  <a:txBody>
                    <a:bodyPr/>
                    <a:lstStyle/>
                    <a:p>
                      <a:endParaRPr lang="en-US" sz="120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a:t>
                      </a:r>
                      <a:r>
                        <a:rPr lang="en-US" sz="1200" baseline="-25000" dirty="0" err="1">
                          <a:latin typeface="Arial" panose="020B0604020202020204" pitchFamily="34" charset="0"/>
                          <a:cs typeface="Arial" panose="020B0604020202020204" pitchFamily="34" charset="0"/>
                        </a:rPr>
                        <a:t>m,n</a:t>
                      </a:r>
                      <a:r>
                        <a:rPr lang="en-US" sz="1200" baseline="-250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YES </a:t>
                      </a:r>
                      <a:r>
                        <a:rPr lang="en-US" sz="1200" b="1" dirty="0">
                          <a:latin typeface="Arial" panose="020B0604020202020204" pitchFamily="34" charset="0"/>
                          <a:cs typeface="Arial" panose="020B0604020202020204" pitchFamily="34" charset="0"/>
                        </a:rPr>
                        <a:t>(1)</a:t>
                      </a:r>
                    </a:p>
                  </a:txBody>
                  <a:tcPr/>
                </a:tc>
                <a:extLst>
                  <a:ext uri="{0D108BD9-81ED-4DB2-BD59-A6C34878D82A}">
                    <a16:rowId xmlns:a16="http://schemas.microsoft.com/office/drawing/2014/main" val="55851983"/>
                  </a:ext>
                </a:extLst>
              </a:tr>
            </a:tbl>
          </a:graphicData>
        </a:graphic>
      </p:graphicFrame>
      <p:graphicFrame>
        <p:nvGraphicFramePr>
          <p:cNvPr id="4" name="Table 3">
            <a:extLst>
              <a:ext uri="{FF2B5EF4-FFF2-40B4-BE49-F238E27FC236}">
                <a16:creationId xmlns:a16="http://schemas.microsoft.com/office/drawing/2014/main" id="{B4BA64BF-08E4-9F0E-74C3-821BFF6F4352}"/>
              </a:ext>
            </a:extLst>
          </p:cNvPr>
          <p:cNvGraphicFramePr>
            <a:graphicFrameLocks noGrp="1"/>
          </p:cNvGraphicFramePr>
          <p:nvPr/>
        </p:nvGraphicFramePr>
        <p:xfrm>
          <a:off x="6972936" y="2164080"/>
          <a:ext cx="4389120" cy="1645920"/>
        </p:xfrm>
        <a:graphic>
          <a:graphicData uri="http://schemas.openxmlformats.org/drawingml/2006/table">
            <a:tbl>
              <a:tblPr firstRow="1" bandRow="1">
                <a:tableStyleId>{073A0DAA-6AF3-43AB-8588-CEC1D06C72B9}</a:tableStyleId>
              </a:tblPr>
              <a:tblGrid>
                <a:gridCol w="640080">
                  <a:extLst>
                    <a:ext uri="{9D8B030D-6E8A-4147-A177-3AD203B41FA5}">
                      <a16:colId xmlns:a16="http://schemas.microsoft.com/office/drawing/2014/main" val="3809471710"/>
                    </a:ext>
                  </a:extLst>
                </a:gridCol>
                <a:gridCol w="640080">
                  <a:extLst>
                    <a:ext uri="{9D8B030D-6E8A-4147-A177-3AD203B41FA5}">
                      <a16:colId xmlns:a16="http://schemas.microsoft.com/office/drawing/2014/main" val="698173739"/>
                    </a:ext>
                  </a:extLst>
                </a:gridCol>
                <a:gridCol w="640080">
                  <a:extLst>
                    <a:ext uri="{9D8B030D-6E8A-4147-A177-3AD203B41FA5}">
                      <a16:colId xmlns:a16="http://schemas.microsoft.com/office/drawing/2014/main" val="4241484159"/>
                    </a:ext>
                  </a:extLst>
                </a:gridCol>
                <a:gridCol w="274320">
                  <a:extLst>
                    <a:ext uri="{9D8B030D-6E8A-4147-A177-3AD203B41FA5}">
                      <a16:colId xmlns:a16="http://schemas.microsoft.com/office/drawing/2014/main" val="2135852234"/>
                    </a:ext>
                  </a:extLst>
                </a:gridCol>
                <a:gridCol w="640080">
                  <a:extLst>
                    <a:ext uri="{9D8B030D-6E8A-4147-A177-3AD203B41FA5}">
                      <a16:colId xmlns:a16="http://schemas.microsoft.com/office/drawing/2014/main" val="1034484046"/>
                    </a:ext>
                  </a:extLst>
                </a:gridCol>
                <a:gridCol w="822960">
                  <a:extLst>
                    <a:ext uri="{9D8B030D-6E8A-4147-A177-3AD203B41FA5}">
                      <a16:colId xmlns:a16="http://schemas.microsoft.com/office/drawing/2014/main" val="3112590372"/>
                    </a:ext>
                  </a:extLst>
                </a:gridCol>
                <a:gridCol w="731520">
                  <a:extLst>
                    <a:ext uri="{9D8B030D-6E8A-4147-A177-3AD203B41FA5}">
                      <a16:colId xmlns:a16="http://schemas.microsoft.com/office/drawing/2014/main" val="2469034243"/>
                    </a:ext>
                  </a:extLst>
                </a:gridCol>
              </a:tblGrid>
              <a:tr h="274320">
                <a:tc>
                  <a:txBody>
                    <a:bodyPr/>
                    <a:lstStyle/>
                    <a:p>
                      <a:r>
                        <a:rPr lang="en-US" sz="1200" dirty="0">
                          <a:latin typeface="Arial" panose="020B0604020202020204" pitchFamily="34" charset="0"/>
                          <a:cs typeface="Arial" panose="020B0604020202020204" pitchFamily="34" charset="0"/>
                        </a:rPr>
                        <a:t>Entry</a:t>
                      </a:r>
                    </a:p>
                  </a:txBody>
                  <a:tcPr/>
                </a:tc>
                <a:tc>
                  <a:txBody>
                    <a:bodyPr/>
                    <a:lstStyle/>
                    <a:p>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1</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2</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dirty="0">
                          <a:latin typeface="Arial" panose="020B0604020202020204" pitchFamily="34" charset="0"/>
                          <a:cs typeface="Arial" panose="020B0604020202020204" pitchFamily="34" charset="0"/>
                        </a:rPr>
                        <a:t>…</a:t>
                      </a:r>
                    </a:p>
                  </a:txBody>
                  <a:tcPr/>
                </a:tc>
                <a:tc>
                  <a:txBody>
                    <a:bodyPr/>
                    <a:lstStyle/>
                    <a:p>
                      <a:r>
                        <a:rPr lang="en-US" sz="1200" dirty="0" err="1">
                          <a:latin typeface="Arial" panose="020B0604020202020204" pitchFamily="34" charset="0"/>
                          <a:cs typeface="Arial" panose="020B0604020202020204" pitchFamily="34" charset="0"/>
                        </a:rPr>
                        <a:t>Input</a:t>
                      </a:r>
                      <a:r>
                        <a:rPr lang="en-US" sz="1200" baseline="-25000" dirty="0" err="1">
                          <a:latin typeface="Arial" panose="020B0604020202020204" pitchFamily="34" charset="0"/>
                          <a:cs typeface="Arial" panose="020B0604020202020204" pitchFamily="34" charset="0"/>
                        </a:rPr>
                        <a:t>n</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n+1</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Label</a:t>
                      </a:r>
                    </a:p>
                  </a:txBody>
                  <a:tcPr/>
                </a:tc>
                <a:extLst>
                  <a:ext uri="{0D108BD9-81ED-4DB2-BD59-A6C34878D82A}">
                    <a16:rowId xmlns:a16="http://schemas.microsoft.com/office/drawing/2014/main" val="3223542544"/>
                  </a:ext>
                </a:extLst>
              </a:tr>
              <a:tr h="117947">
                <a:tc>
                  <a:txBody>
                    <a:bodyPr/>
                    <a:lstStyle/>
                    <a:p>
                      <a:pPr algn="r"/>
                      <a:r>
                        <a:rPr lang="en-US" sz="1200" b="1" dirty="0">
                          <a:latin typeface="Arial" panose="020B0604020202020204" pitchFamily="34" charset="0"/>
                          <a:cs typeface="Arial" panose="020B0604020202020204" pitchFamily="34" charset="0"/>
                        </a:rPr>
                        <a:t>#1</a:t>
                      </a:r>
                    </a:p>
                  </a:txBody>
                  <a:tcPr/>
                </a:tc>
                <a:tc>
                  <a:txBody>
                    <a:bodyPr/>
                    <a:lstStyle/>
                    <a:p>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(1,1)</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(1,2)</a:t>
                      </a:r>
                      <a:endParaRPr lang="en-US" sz="1200" dirty="0">
                        <a:latin typeface="Arial" panose="020B0604020202020204" pitchFamily="34" charset="0"/>
                        <a:cs typeface="Arial" panose="020B0604020202020204" pitchFamily="34" charset="0"/>
                      </a:endParaRPr>
                    </a:p>
                  </a:txBody>
                  <a:tcPr/>
                </a:tc>
                <a:tc>
                  <a:txBody>
                    <a:bodyPr/>
                    <a:lstStyle/>
                    <a:p>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(1,n)</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1</a:t>
                      </a:r>
                    </a:p>
                  </a:txBody>
                  <a:tcPr/>
                </a:tc>
                <a:tc>
                  <a:txBody>
                    <a:bodyPr/>
                    <a:lstStyle/>
                    <a:p>
                      <a:r>
                        <a:rPr lang="en-US" sz="1200" dirty="0">
                          <a:latin typeface="Arial" panose="020B0604020202020204" pitchFamily="34" charset="0"/>
                          <a:cs typeface="Arial" panose="020B0604020202020204" pitchFamily="34" charset="0"/>
                        </a:rPr>
                        <a:t>NO </a:t>
                      </a:r>
                      <a:r>
                        <a:rPr lang="en-US" sz="1200" b="1" dirty="0">
                          <a:latin typeface="Arial" panose="020B0604020202020204" pitchFamily="34" charset="0"/>
                          <a:cs typeface="Arial" panose="020B0604020202020204" pitchFamily="34" charset="0"/>
                        </a:rPr>
                        <a:t>(-1)</a:t>
                      </a:r>
                    </a:p>
                  </a:txBody>
                  <a:tcPr/>
                </a:tc>
                <a:extLst>
                  <a:ext uri="{0D108BD9-81ED-4DB2-BD59-A6C34878D82A}">
                    <a16:rowId xmlns:a16="http://schemas.microsoft.com/office/drawing/2014/main" val="3235754363"/>
                  </a:ext>
                </a:extLst>
              </a:tr>
              <a:tr h="117947">
                <a:tc gridSpan="7">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a:t>
                      </a: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tc>
                <a:tc hMerge="1">
                  <a:txBody>
                    <a:bodyPr/>
                    <a:lstStyle/>
                    <a:p>
                      <a:endParaRPr lang="en-US">
                        <a:latin typeface="Arial" panose="020B0604020202020204" pitchFamily="34" charset="0"/>
                        <a:cs typeface="Arial" panose="020B0604020202020204" pitchFamily="34" charset="0"/>
                      </a:endParaRP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tc>
                <a:tc hMerge="1">
                  <a:txBody>
                    <a:bodyPr/>
                    <a:lstStyle/>
                    <a:p>
                      <a:endParaRPr lang="en-US"/>
                    </a:p>
                  </a:txBody>
                  <a:tcPr/>
                </a:tc>
                <a:tc hMerge="1">
                  <a:txBody>
                    <a:bodyPr/>
                    <a:lstStyle/>
                    <a:p>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462615418"/>
                  </a:ext>
                </a:extLst>
              </a:tr>
              <a:tr h="128650">
                <a:tc>
                  <a:txBody>
                    <a:bodyPr/>
                    <a:lstStyle/>
                    <a:p>
                      <a:pPr algn="r"/>
                      <a:r>
                        <a:rPr lang="en-US" sz="1200" b="1" dirty="0">
                          <a:latin typeface="Arial" panose="020B0604020202020204" pitchFamily="34" charset="0"/>
                          <a:cs typeface="Arial" panose="020B0604020202020204" pitchFamily="34" charset="0"/>
                        </a:rPr>
                        <a:t>#k</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(k,1)</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(k,2)</a:t>
                      </a:r>
                      <a:endParaRPr lang="en-US" sz="1200" dirty="0">
                        <a:latin typeface="Arial" panose="020B0604020202020204" pitchFamily="34" charset="0"/>
                        <a:cs typeface="Arial" panose="020B0604020202020204" pitchFamily="34" charset="0"/>
                      </a:endParaRPr>
                    </a:p>
                  </a:txBody>
                  <a:tcPr/>
                </a:tc>
                <a:tc>
                  <a:txBody>
                    <a:bodyPr/>
                    <a:lstStyle/>
                    <a:p>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a:t>
                      </a:r>
                      <a:r>
                        <a:rPr lang="en-US" sz="1200" baseline="-25000" dirty="0" err="1">
                          <a:latin typeface="Arial" panose="020B0604020202020204" pitchFamily="34" charset="0"/>
                          <a:cs typeface="Arial" panose="020B0604020202020204" pitchFamily="34" charset="0"/>
                        </a:rPr>
                        <a:t>k,n</a:t>
                      </a:r>
                      <a:r>
                        <a:rPr lang="en-US" sz="1200" baseline="-250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1</a:t>
                      </a:r>
                    </a:p>
                  </a:txBody>
                  <a:tcPr/>
                </a:tc>
                <a:tc>
                  <a:txBody>
                    <a:bodyPr/>
                    <a:lstStyle/>
                    <a:p>
                      <a:r>
                        <a:rPr lang="en-US" sz="1200" dirty="0">
                          <a:latin typeface="Arial" panose="020B0604020202020204" pitchFamily="34" charset="0"/>
                          <a:cs typeface="Arial" panose="020B0604020202020204" pitchFamily="34" charset="0"/>
                        </a:rPr>
                        <a:t>YES </a:t>
                      </a:r>
                      <a:r>
                        <a:rPr lang="en-US" sz="1200" b="1" dirty="0">
                          <a:latin typeface="Arial" panose="020B0604020202020204" pitchFamily="34" charset="0"/>
                          <a:cs typeface="Arial" panose="020B0604020202020204" pitchFamily="34" charset="0"/>
                        </a:rPr>
                        <a:t>(1)</a:t>
                      </a:r>
                    </a:p>
                  </a:txBody>
                  <a:tcPr/>
                </a:tc>
                <a:extLst>
                  <a:ext uri="{0D108BD9-81ED-4DB2-BD59-A6C34878D82A}">
                    <a16:rowId xmlns:a16="http://schemas.microsoft.com/office/drawing/2014/main" val="1717954149"/>
                  </a:ext>
                </a:extLst>
              </a:tr>
              <a:tr h="117947">
                <a:tc gridSpan="7">
                  <a:txBody>
                    <a:bodyPr/>
                    <a:lstStyle/>
                    <a:p>
                      <a:pPr algn="ctr"/>
                      <a:r>
                        <a:rPr lang="en-US" sz="1200" dirty="0">
                          <a:latin typeface="Arial" panose="020B0604020202020204" pitchFamily="34" charset="0"/>
                          <a:cs typeface="Arial" panose="020B0604020202020204" pitchFamily="34" charset="0"/>
                        </a:rPr>
                        <a:t>…</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391375967"/>
                  </a:ext>
                </a:extLst>
              </a:tr>
              <a:tr h="128650">
                <a:tc>
                  <a:txBody>
                    <a:bodyPr/>
                    <a:lstStyle/>
                    <a:p>
                      <a:pPr algn="r"/>
                      <a:r>
                        <a:rPr lang="en-US" sz="1200" b="1" dirty="0">
                          <a:latin typeface="Arial" panose="020B0604020202020204" pitchFamily="34" charset="0"/>
                          <a:cs typeface="Arial" panose="020B0604020202020204" pitchFamily="34" charset="0"/>
                        </a:rPr>
                        <a:t>#m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(m,1)</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(m,2)</a:t>
                      </a:r>
                      <a:endParaRPr lang="en-US" sz="1200" dirty="0">
                        <a:latin typeface="Arial" panose="020B0604020202020204" pitchFamily="34" charset="0"/>
                        <a:cs typeface="Arial" panose="020B0604020202020204" pitchFamily="34" charset="0"/>
                      </a:endParaRPr>
                    </a:p>
                  </a:txBody>
                  <a:tcPr/>
                </a:tc>
                <a:tc>
                  <a:txBody>
                    <a:bodyPr/>
                    <a:lstStyle/>
                    <a:p>
                      <a:endParaRPr lang="en-US" sz="120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a:t>
                      </a:r>
                      <a:r>
                        <a:rPr lang="en-US" sz="1200" baseline="-25000" dirty="0" err="1">
                          <a:latin typeface="Arial" panose="020B0604020202020204" pitchFamily="34" charset="0"/>
                          <a:cs typeface="Arial" panose="020B0604020202020204" pitchFamily="34" charset="0"/>
                        </a:rPr>
                        <a:t>m,n</a:t>
                      </a:r>
                      <a:r>
                        <a:rPr lang="en-US" sz="1200" baseline="-250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1</a:t>
                      </a:r>
                    </a:p>
                  </a:txBody>
                  <a:tcPr/>
                </a:tc>
                <a:tc>
                  <a:txBody>
                    <a:bodyPr/>
                    <a:lstStyle/>
                    <a:p>
                      <a:r>
                        <a:rPr lang="en-US" sz="1200" dirty="0">
                          <a:latin typeface="Arial" panose="020B0604020202020204" pitchFamily="34" charset="0"/>
                          <a:cs typeface="Arial" panose="020B0604020202020204" pitchFamily="34" charset="0"/>
                        </a:rPr>
                        <a:t>YES </a:t>
                      </a:r>
                      <a:r>
                        <a:rPr lang="en-US" sz="1200" b="1" dirty="0">
                          <a:latin typeface="Arial" panose="020B0604020202020204" pitchFamily="34" charset="0"/>
                          <a:cs typeface="Arial" panose="020B0604020202020204" pitchFamily="34" charset="0"/>
                        </a:rPr>
                        <a:t>(1)</a:t>
                      </a:r>
                    </a:p>
                  </a:txBody>
                  <a:tcPr/>
                </a:tc>
                <a:extLst>
                  <a:ext uri="{0D108BD9-81ED-4DB2-BD59-A6C34878D82A}">
                    <a16:rowId xmlns:a16="http://schemas.microsoft.com/office/drawing/2014/main" val="55851983"/>
                  </a:ext>
                </a:extLst>
              </a:tr>
            </a:tbl>
          </a:graphicData>
        </a:graphic>
      </p:graphicFrame>
      <p:sp>
        <p:nvSpPr>
          <p:cNvPr id="11" name="TextBox 10">
            <a:extLst>
              <a:ext uri="{FF2B5EF4-FFF2-40B4-BE49-F238E27FC236}">
                <a16:creationId xmlns:a16="http://schemas.microsoft.com/office/drawing/2014/main" id="{3630293D-ADCD-3A42-1918-4BD98A33996C}"/>
              </a:ext>
            </a:extLst>
          </p:cNvPr>
          <p:cNvSpPr txBox="1"/>
          <p:nvPr/>
        </p:nvSpPr>
        <p:spPr>
          <a:xfrm>
            <a:off x="6779792" y="4234934"/>
            <a:ext cx="4582264" cy="369332"/>
          </a:xfrm>
          <a:prstGeom prst="rect">
            <a:avLst/>
          </a:prstGeom>
          <a:noFill/>
        </p:spPr>
        <p:txBody>
          <a:bodyPr wrap="square">
            <a:spAutoFit/>
          </a:bodyPr>
          <a:lstStyle/>
          <a:p>
            <a:pPr algn="ctr"/>
            <a:r>
              <a:rPr lang="en-US" b="1" dirty="0">
                <a:solidFill>
                  <a:schemeClr val="bg1"/>
                </a:solidFill>
                <a:latin typeface="Arial" panose="020B0604020202020204" pitchFamily="34" charset="0"/>
                <a:cs typeface="Arial" panose="020B0604020202020204" pitchFamily="34" charset="0"/>
              </a:rPr>
              <a:t>No need</a:t>
            </a:r>
            <a:r>
              <a:rPr lang="en-US" sz="1800" b="1" dirty="0">
                <a:solidFill>
                  <a:schemeClr val="bg1"/>
                </a:solidFill>
                <a:latin typeface="Arial" panose="020B0604020202020204" pitchFamily="34" charset="0"/>
                <a:cs typeface="Arial" panose="020B0604020202020204" pitchFamily="34" charset="0"/>
              </a:rPr>
              <a:t> for threshold (</a:t>
            </a:r>
            <a:r>
              <a:rPr lang="en-US" b="1" dirty="0">
                <a:solidFill>
                  <a:schemeClr val="bg1"/>
                </a:solidFill>
                <a:latin typeface="Arial" panose="020B0604020202020204" pitchFamily="34" charset="0"/>
                <a:cs typeface="Arial" panose="020B0604020202020204" pitchFamily="34" charset="0"/>
              </a:rPr>
              <a:t>c</a:t>
            </a:r>
            <a:r>
              <a:rPr lang="en-US" sz="1800" b="1" dirty="0">
                <a:solidFill>
                  <a:schemeClr val="bg1"/>
                </a:solidFill>
                <a:latin typeface="Arial" panose="020B0604020202020204" pitchFamily="34" charset="0"/>
                <a:cs typeface="Arial" panose="020B0604020202020204" pitchFamily="34" charset="0"/>
              </a:rPr>
              <a:t>olumn Input</a:t>
            </a:r>
            <a:r>
              <a:rPr lang="en-US" sz="1800" b="1" baseline="-25000" dirty="0">
                <a:solidFill>
                  <a:schemeClr val="bg1"/>
                </a:solidFill>
                <a:latin typeface="Arial" panose="020B0604020202020204" pitchFamily="34" charset="0"/>
                <a:cs typeface="Arial" panose="020B0604020202020204" pitchFamily="34" charset="0"/>
              </a:rPr>
              <a:t>n+1</a:t>
            </a:r>
            <a:r>
              <a:rPr lang="en-US" sz="1800" b="1" dirty="0">
                <a:solidFill>
                  <a:schemeClr val="bg1"/>
                </a:solidFill>
                <a:latin typeface="Arial" panose="020B0604020202020204" pitchFamily="34" charset="0"/>
                <a:cs typeface="Arial" panose="020B0604020202020204" pitchFamily="34" charset="0"/>
              </a:rPr>
              <a:t>)</a:t>
            </a:r>
          </a:p>
        </p:txBody>
      </p:sp>
      <p:cxnSp>
        <p:nvCxnSpPr>
          <p:cNvPr id="13" name="Straight Connector 12">
            <a:extLst>
              <a:ext uri="{FF2B5EF4-FFF2-40B4-BE49-F238E27FC236}">
                <a16:creationId xmlns:a16="http://schemas.microsoft.com/office/drawing/2014/main" id="{67BAFC20-6A5C-DAEF-5BA5-A01FC604E86D}"/>
              </a:ext>
            </a:extLst>
          </p:cNvPr>
          <p:cNvCxnSpPr/>
          <p:nvPr/>
        </p:nvCxnSpPr>
        <p:spPr>
          <a:xfrm>
            <a:off x="1446212" y="3886200"/>
            <a:ext cx="10210800" cy="0"/>
          </a:xfrm>
          <a:prstGeom prst="line">
            <a:avLst/>
          </a:prstGeom>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4821FF2-6268-812D-26C5-CA52363E0147}"/>
                  </a:ext>
                </a:extLst>
              </p:cNvPr>
              <p:cNvSpPr txBox="1"/>
              <p:nvPr/>
            </p:nvSpPr>
            <p:spPr>
              <a:xfrm>
                <a:off x="1674812" y="3962401"/>
                <a:ext cx="471949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𝑜𝑢𝑟</m:t>
                      </m:r>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𝑚𝑜𝑑𝑒𝑙</m:t>
                      </m:r>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𝑤</m:t>
                      </m:r>
                      <m:r>
                        <a:rPr lang="en-US" b="0" i="1" smtClean="0">
                          <a:solidFill>
                            <a:schemeClr val="bg1"/>
                          </a:solidFill>
                          <a:latin typeface="Cambria Math" panose="02040503050406030204" pitchFamily="18" charset="0"/>
                        </a:rPr>
                        <m:t>=</m:t>
                      </m:r>
                      <m:d>
                        <m:dPr>
                          <m:begChr m:val="["/>
                          <m:endChr m:val="]"/>
                          <m:ctrlPr>
                            <a:rPr lang="en-US" b="0" i="1" smtClean="0">
                              <a:solidFill>
                                <a:schemeClr val="bg1"/>
                              </a:solidFill>
                              <a:latin typeface="Cambria Math" panose="02040503050406030204" pitchFamily="18" charset="0"/>
                            </a:rPr>
                          </m:ctrlPr>
                        </m:dPr>
                        <m:e>
                          <m:m>
                            <m:mPr>
                              <m:mcs>
                                <m:mc>
                                  <m:mcPr>
                                    <m:count m:val="3"/>
                                    <m:mcJc m:val="center"/>
                                  </m:mcPr>
                                </m:mc>
                              </m:mcs>
                              <m:ctrlPr>
                                <a:rPr lang="en-US" b="0" i="1" smtClean="0">
                                  <a:solidFill>
                                    <a:schemeClr val="bg1"/>
                                  </a:solidFill>
                                  <a:latin typeface="Cambria Math" panose="02040503050406030204" pitchFamily="18" charset="0"/>
                                </a:rPr>
                              </m:ctrlPr>
                            </m:mPr>
                            <m:mr>
                              <m:e>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𝑤</m:t>
                                    </m:r>
                                  </m:e>
                                  <m:sub>
                                    <m:r>
                                      <a:rPr lang="en-US" b="0" i="1" smtClean="0">
                                        <a:solidFill>
                                          <a:schemeClr val="bg1"/>
                                        </a:solidFill>
                                        <a:latin typeface="Cambria Math" panose="02040503050406030204" pitchFamily="18" charset="0"/>
                                      </a:rPr>
                                      <m:t>1</m:t>
                                    </m:r>
                                  </m:sub>
                                </m:sSub>
                              </m:e>
                              <m:e>
                                <m:r>
                                  <a:rPr lang="en-US" b="0" i="1" smtClean="0">
                                    <a:solidFill>
                                      <a:schemeClr val="bg1"/>
                                    </a:solidFill>
                                    <a:latin typeface="Cambria Math" panose="02040503050406030204" pitchFamily="18" charset="0"/>
                                    <a:ea typeface="Cambria Math" panose="02040503050406030204" pitchFamily="18" charset="0"/>
                                  </a:rPr>
                                  <m:t>⋯</m:t>
                                </m:r>
                              </m:e>
                              <m:e>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𝑤</m:t>
                                    </m:r>
                                  </m:e>
                                  <m:sub>
                                    <m:r>
                                      <a:rPr lang="en-US" b="0" i="1" smtClean="0">
                                        <a:solidFill>
                                          <a:schemeClr val="bg1"/>
                                        </a:solidFill>
                                        <a:latin typeface="Cambria Math" panose="02040503050406030204" pitchFamily="18" charset="0"/>
                                      </a:rPr>
                                      <m:t>𝑛</m:t>
                                    </m:r>
                                  </m:sub>
                                </m:sSub>
                              </m:e>
                            </m:mr>
                          </m:m>
                        </m:e>
                      </m:d>
                      <m:r>
                        <a:rPr lang="en-US" b="0" i="0" smtClean="0">
                          <a:solidFill>
                            <a:schemeClr val="bg1"/>
                          </a:solidFill>
                          <a:latin typeface="Cambria Math" panose="02040503050406030204" pitchFamily="18" charset="0"/>
                        </a:rPr>
                        <m:t> </m:t>
                      </m:r>
                      <m:r>
                        <m:rPr>
                          <m:sty m:val="p"/>
                        </m:rPr>
                        <a:rPr lang="en-US" b="0" i="0" smtClean="0">
                          <a:solidFill>
                            <a:schemeClr val="bg1"/>
                          </a:solidFill>
                          <a:latin typeface="Cambria Math" panose="02040503050406030204" pitchFamily="18" charset="0"/>
                        </a:rPr>
                        <m:t>and</m:t>
                      </m:r>
                      <m:r>
                        <a:rPr lang="en-US" b="0" i="0" smtClean="0">
                          <a:solidFill>
                            <a:schemeClr val="bg1"/>
                          </a:solidFill>
                          <a:latin typeface="Cambria Math" panose="02040503050406030204" pitchFamily="18" charset="0"/>
                        </a:rPr>
                        <m:t> </m:t>
                      </m:r>
                      <m:r>
                        <m:rPr>
                          <m:sty m:val="p"/>
                        </m:rPr>
                        <a:rPr lang="en-US" b="0" i="0" smtClean="0">
                          <a:solidFill>
                            <a:schemeClr val="bg1"/>
                          </a:solidFill>
                          <a:latin typeface="Cambria Math" panose="02040503050406030204" pitchFamily="18" charset="0"/>
                        </a:rPr>
                        <m:t>threshold</m:t>
                      </m:r>
                    </m:oMath>
                  </m:oMathPara>
                </a14:m>
                <a:endParaRPr lang="en-US" dirty="0">
                  <a:solidFill>
                    <a:schemeClr val="bg1"/>
                  </a:solidFill>
                </a:endParaRPr>
              </a:p>
            </p:txBody>
          </p:sp>
        </mc:Choice>
        <mc:Fallback xmlns="">
          <p:sp>
            <p:nvSpPr>
              <p:cNvPr id="15" name="TextBox 14">
                <a:extLst>
                  <a:ext uri="{FF2B5EF4-FFF2-40B4-BE49-F238E27FC236}">
                    <a16:creationId xmlns:a16="http://schemas.microsoft.com/office/drawing/2014/main" id="{84821FF2-6268-812D-26C5-CA52363E0147}"/>
                  </a:ext>
                </a:extLst>
              </p:cNvPr>
              <p:cNvSpPr txBox="1">
                <a:spLocks noRot="1" noChangeAspect="1" noMove="1" noResize="1" noEditPoints="1" noAdjustHandles="1" noChangeArrowheads="1" noChangeShapeType="1" noTextEdit="1"/>
              </p:cNvSpPr>
              <p:nvPr/>
            </p:nvSpPr>
            <p:spPr>
              <a:xfrm>
                <a:off x="1674812" y="3962401"/>
                <a:ext cx="4719497" cy="276999"/>
              </a:xfrm>
              <a:prstGeom prst="rect">
                <a:avLst/>
              </a:prstGeom>
              <a:blipFill>
                <a:blip r:embed="rId2"/>
                <a:stretch>
                  <a:fillRect t="-4545" b="-45455"/>
                </a:stretch>
              </a:blipFill>
            </p:spPr>
            <p:txBody>
              <a:bodyPr/>
              <a:lstStyle/>
              <a:p>
                <a:r>
                  <a:rPr lang="en-US">
                    <a:noFill/>
                  </a:rPr>
                  <a:t> </a:t>
                </a:r>
              </a:p>
            </p:txBody>
          </p:sp>
        </mc:Fallback>
      </mc:AlternateContent>
      <p:cxnSp>
        <p:nvCxnSpPr>
          <p:cNvPr id="16" name="Straight Connector 15">
            <a:extLst>
              <a:ext uri="{FF2B5EF4-FFF2-40B4-BE49-F238E27FC236}">
                <a16:creationId xmlns:a16="http://schemas.microsoft.com/office/drawing/2014/main" id="{5D1826EE-626F-958D-961A-D73BC17D246E}"/>
              </a:ext>
            </a:extLst>
          </p:cNvPr>
          <p:cNvCxnSpPr>
            <a:cxnSpLocks/>
          </p:cNvCxnSpPr>
          <p:nvPr/>
        </p:nvCxnSpPr>
        <p:spPr>
          <a:xfrm>
            <a:off x="6484836" y="3886200"/>
            <a:ext cx="0" cy="1676400"/>
          </a:xfrm>
          <a:prstGeom prst="line">
            <a:avLst/>
          </a:prstGeom>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A9169B2-92D5-2F1B-6E3B-7670739D7FEB}"/>
                  </a:ext>
                </a:extLst>
              </p:cNvPr>
              <p:cNvSpPr txBox="1"/>
              <p:nvPr/>
            </p:nvSpPr>
            <p:spPr>
              <a:xfrm>
                <a:off x="6940868" y="3962401"/>
                <a:ext cx="352263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𝑜𝑢𝑟</m:t>
                      </m:r>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𝑚𝑜𝑑𝑒𝑙</m:t>
                      </m:r>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𝑤</m:t>
                      </m:r>
                      <m:r>
                        <a:rPr lang="en-US" b="0" i="1" smtClean="0">
                          <a:solidFill>
                            <a:schemeClr val="bg1"/>
                          </a:solidFill>
                          <a:latin typeface="Cambria Math" panose="02040503050406030204" pitchFamily="18" charset="0"/>
                        </a:rPr>
                        <m:t>=</m:t>
                      </m:r>
                      <m:d>
                        <m:dPr>
                          <m:begChr m:val="["/>
                          <m:endChr m:val="]"/>
                          <m:ctrlPr>
                            <a:rPr lang="en-US" b="0" i="1" smtClean="0">
                              <a:solidFill>
                                <a:schemeClr val="bg1"/>
                              </a:solidFill>
                              <a:latin typeface="Cambria Math" panose="02040503050406030204" pitchFamily="18" charset="0"/>
                            </a:rPr>
                          </m:ctrlPr>
                        </m:dPr>
                        <m:e>
                          <m:m>
                            <m:mPr>
                              <m:mcs>
                                <m:mc>
                                  <m:mcPr>
                                    <m:count m:val="3"/>
                                    <m:mcJc m:val="center"/>
                                  </m:mcPr>
                                </m:mc>
                              </m:mcs>
                              <m:ctrlPr>
                                <a:rPr lang="en-US" b="0" i="1" smtClean="0">
                                  <a:solidFill>
                                    <a:schemeClr val="bg1"/>
                                  </a:solidFill>
                                  <a:latin typeface="Cambria Math" panose="02040503050406030204" pitchFamily="18" charset="0"/>
                                </a:rPr>
                              </m:ctrlPr>
                            </m:mPr>
                            <m:mr>
                              <m:e>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𝑤</m:t>
                                    </m:r>
                                  </m:e>
                                  <m:sub>
                                    <m:r>
                                      <a:rPr lang="en-US" b="0" i="1" smtClean="0">
                                        <a:solidFill>
                                          <a:schemeClr val="bg1"/>
                                        </a:solidFill>
                                        <a:latin typeface="Cambria Math" panose="02040503050406030204" pitchFamily="18" charset="0"/>
                                      </a:rPr>
                                      <m:t>1</m:t>
                                    </m:r>
                                  </m:sub>
                                </m:sSub>
                              </m:e>
                              <m:e>
                                <m:r>
                                  <a:rPr lang="en-US" b="0" i="1" smtClean="0">
                                    <a:solidFill>
                                      <a:schemeClr val="bg1"/>
                                    </a:solidFill>
                                    <a:latin typeface="Cambria Math" panose="02040503050406030204" pitchFamily="18" charset="0"/>
                                    <a:ea typeface="Cambria Math" panose="02040503050406030204" pitchFamily="18" charset="0"/>
                                  </a:rPr>
                                  <m:t>⋯</m:t>
                                </m:r>
                              </m:e>
                              <m:e>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𝑤</m:t>
                                    </m:r>
                                  </m:e>
                                  <m:sub>
                                    <m:r>
                                      <a:rPr lang="en-US" b="0" i="1" smtClean="0">
                                        <a:solidFill>
                                          <a:schemeClr val="bg1"/>
                                        </a:solidFill>
                                        <a:latin typeface="Cambria Math" panose="02040503050406030204" pitchFamily="18" charset="0"/>
                                      </a:rPr>
                                      <m:t>𝑛</m:t>
                                    </m:r>
                                    <m:r>
                                      <a:rPr lang="en-US" b="0" i="1" smtClean="0">
                                        <a:solidFill>
                                          <a:schemeClr val="bg1"/>
                                        </a:solidFill>
                                        <a:latin typeface="Cambria Math" panose="02040503050406030204" pitchFamily="18" charset="0"/>
                                      </a:rPr>
                                      <m:t>+1</m:t>
                                    </m:r>
                                  </m:sub>
                                </m:sSub>
                              </m:e>
                            </m:mr>
                          </m:m>
                        </m:e>
                      </m:d>
                    </m:oMath>
                  </m:oMathPara>
                </a14:m>
                <a:endParaRPr lang="en-US" dirty="0">
                  <a:solidFill>
                    <a:schemeClr val="bg1"/>
                  </a:solidFill>
                </a:endParaRPr>
              </a:p>
            </p:txBody>
          </p:sp>
        </mc:Choice>
        <mc:Fallback xmlns="">
          <p:sp>
            <p:nvSpPr>
              <p:cNvPr id="22" name="TextBox 21">
                <a:extLst>
                  <a:ext uri="{FF2B5EF4-FFF2-40B4-BE49-F238E27FC236}">
                    <a16:creationId xmlns:a16="http://schemas.microsoft.com/office/drawing/2014/main" id="{7A9169B2-92D5-2F1B-6E3B-7670739D7FEB}"/>
                  </a:ext>
                </a:extLst>
              </p:cNvPr>
              <p:cNvSpPr txBox="1">
                <a:spLocks noRot="1" noChangeAspect="1" noMove="1" noResize="1" noEditPoints="1" noAdjustHandles="1" noChangeArrowheads="1" noChangeShapeType="1" noTextEdit="1"/>
              </p:cNvSpPr>
              <p:nvPr/>
            </p:nvSpPr>
            <p:spPr>
              <a:xfrm>
                <a:off x="6940868" y="3962401"/>
                <a:ext cx="3522631" cy="276999"/>
              </a:xfrm>
              <a:prstGeom prst="rect">
                <a:avLst/>
              </a:prstGeom>
              <a:blipFill>
                <a:blip r:embed="rId3"/>
                <a:stretch>
                  <a:fillRect t="-4545" b="-45455"/>
                </a:stretch>
              </a:blipFill>
            </p:spPr>
            <p:txBody>
              <a:bodyPr/>
              <a:lstStyle/>
              <a:p>
                <a:r>
                  <a:rPr lang="en-US">
                    <a:noFill/>
                  </a:rPr>
                  <a:t> </a:t>
                </a:r>
              </a:p>
            </p:txBody>
          </p:sp>
        </mc:Fallback>
      </mc:AlternateContent>
      <p:grpSp>
        <p:nvGrpSpPr>
          <p:cNvPr id="18" name="Group 17">
            <a:extLst>
              <a:ext uri="{FF2B5EF4-FFF2-40B4-BE49-F238E27FC236}">
                <a16:creationId xmlns:a16="http://schemas.microsoft.com/office/drawing/2014/main" id="{4C078FE5-A229-9AF8-3FFB-88F276166511}"/>
              </a:ext>
            </a:extLst>
          </p:cNvPr>
          <p:cNvGrpSpPr/>
          <p:nvPr/>
        </p:nvGrpSpPr>
        <p:grpSpPr>
          <a:xfrm>
            <a:off x="4565509" y="2164079"/>
            <a:ext cx="6810728" cy="1652270"/>
            <a:chOff x="4565509" y="2164079"/>
            <a:chExt cx="6810728" cy="1652270"/>
          </a:xfrm>
        </p:grpSpPr>
        <p:sp>
          <p:nvSpPr>
            <p:cNvPr id="2" name="Rectangle 1">
              <a:extLst>
                <a:ext uri="{FF2B5EF4-FFF2-40B4-BE49-F238E27FC236}">
                  <a16:creationId xmlns:a16="http://schemas.microsoft.com/office/drawing/2014/main" id="{77A2B2C1-C25E-BCF0-24A3-BDD0D488E49A}"/>
                </a:ext>
              </a:extLst>
            </p:cNvPr>
            <p:cNvSpPr/>
            <p:nvPr/>
          </p:nvSpPr>
          <p:spPr>
            <a:xfrm>
              <a:off x="4565509" y="2164079"/>
              <a:ext cx="751663" cy="1645920"/>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57E470D-938D-91D8-FFA7-089DC9157CBF}"/>
                </a:ext>
              </a:extLst>
            </p:cNvPr>
            <p:cNvSpPr/>
            <p:nvPr/>
          </p:nvSpPr>
          <p:spPr>
            <a:xfrm>
              <a:off x="10624574" y="2164079"/>
              <a:ext cx="751663" cy="1645920"/>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Connector: Elbow 9">
              <a:extLst>
                <a:ext uri="{FF2B5EF4-FFF2-40B4-BE49-F238E27FC236}">
                  <a16:creationId xmlns:a16="http://schemas.microsoft.com/office/drawing/2014/main" id="{45E99C71-ECC2-5F5E-4B35-D832D6B64C13}"/>
                </a:ext>
              </a:extLst>
            </p:cNvPr>
            <p:cNvCxnSpPr>
              <a:stCxn id="2" idx="2"/>
              <a:endCxn id="3" idx="2"/>
            </p:cNvCxnSpPr>
            <p:nvPr/>
          </p:nvCxnSpPr>
          <p:spPr>
            <a:xfrm rot="16200000" flipH="1">
              <a:off x="7970873" y="780466"/>
              <a:ext cx="12700" cy="6059065"/>
            </a:xfrm>
            <a:prstGeom prst="bentConnector3">
              <a:avLst>
                <a:gd name="adj1" fmla="val 14670016"/>
              </a:avLst>
            </a:prstGeom>
            <a:ln w="57150">
              <a:solidFill>
                <a:schemeClr val="accent5">
                  <a:lumMod val="75000"/>
                </a:schemeClr>
              </a:solidFill>
            </a:ln>
          </p:spPr>
          <p:style>
            <a:lnRef idx="3">
              <a:schemeClr val="accent5"/>
            </a:lnRef>
            <a:fillRef idx="0">
              <a:schemeClr val="accent5"/>
            </a:fillRef>
            <a:effectRef idx="2">
              <a:schemeClr val="accent5"/>
            </a:effectRef>
            <a:fontRef idx="minor">
              <a:schemeClr val="tx1"/>
            </a:fontRef>
          </p:style>
        </p:cxnSp>
      </p:grpSp>
      <p:sp>
        <p:nvSpPr>
          <p:cNvPr id="17" name="Callout: Up Arrow 16">
            <a:extLst>
              <a:ext uri="{FF2B5EF4-FFF2-40B4-BE49-F238E27FC236}">
                <a16:creationId xmlns:a16="http://schemas.microsoft.com/office/drawing/2014/main" id="{48FE91D9-AB40-AC63-0071-C397BAD9BDC2}"/>
              </a:ext>
            </a:extLst>
          </p:cNvPr>
          <p:cNvSpPr/>
          <p:nvPr/>
        </p:nvSpPr>
        <p:spPr>
          <a:xfrm>
            <a:off x="4646612" y="5715000"/>
            <a:ext cx="6848680" cy="1034531"/>
          </a:xfrm>
          <a:prstGeom prst="up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cs typeface="Arial" panose="020B0604020202020204" pitchFamily="34" charset="0"/>
              </a:rPr>
              <a:t>We can change the labels as follows:</a:t>
            </a:r>
          </a:p>
          <a:p>
            <a:pPr algn="ctr"/>
            <a:r>
              <a:rPr lang="en-US" b="1" dirty="0">
                <a:solidFill>
                  <a:schemeClr val="bg1"/>
                </a:solidFill>
                <a:latin typeface="Arial" panose="020B0604020202020204" pitchFamily="34" charset="0"/>
                <a:cs typeface="Arial" panose="020B0604020202020204" pitchFamily="34" charset="0"/>
              </a:rPr>
              <a:t>YES</a:t>
            </a:r>
            <a:r>
              <a:rPr lang="en-US" dirty="0">
                <a:solidFill>
                  <a:schemeClr val="bg1"/>
                </a:solidFill>
                <a:latin typeface="Arial" panose="020B0604020202020204" pitchFamily="34" charset="0"/>
                <a:cs typeface="Arial" panose="020B0604020202020204" pitchFamily="34" charset="0"/>
              </a:rPr>
              <a:t> will be converted into </a:t>
            </a:r>
            <a:r>
              <a:rPr lang="en-US" dirty="0">
                <a:solidFill>
                  <a:schemeClr val="bg1"/>
                </a:solidFill>
                <a:highlight>
                  <a:srgbClr val="C0C0C0"/>
                </a:highlight>
                <a:latin typeface="Arial" panose="020B0604020202020204" pitchFamily="34" charset="0"/>
                <a:cs typeface="Arial" panose="020B0604020202020204" pitchFamily="34" charset="0"/>
              </a:rPr>
              <a:t>1</a:t>
            </a:r>
            <a:r>
              <a:rPr lang="en-US" dirty="0">
                <a:solidFill>
                  <a:schemeClr val="bg1"/>
                </a:solidFill>
                <a:latin typeface="Arial" panose="020B0604020202020204" pitchFamily="34" charset="0"/>
                <a:cs typeface="Arial" panose="020B0604020202020204" pitchFamily="34" charset="0"/>
              </a:rPr>
              <a:t>, and </a:t>
            </a:r>
            <a:r>
              <a:rPr lang="en-US" b="1" dirty="0">
                <a:solidFill>
                  <a:schemeClr val="bg1"/>
                </a:solidFill>
                <a:latin typeface="Arial" panose="020B0604020202020204" pitchFamily="34" charset="0"/>
                <a:cs typeface="Arial" panose="020B0604020202020204" pitchFamily="34" charset="0"/>
              </a:rPr>
              <a:t>NO</a:t>
            </a:r>
            <a:r>
              <a:rPr lang="en-US" dirty="0">
                <a:solidFill>
                  <a:schemeClr val="bg1"/>
                </a:solidFill>
                <a:latin typeface="Arial" panose="020B0604020202020204" pitchFamily="34" charset="0"/>
                <a:cs typeface="Arial" panose="020B0604020202020204" pitchFamily="34" charset="0"/>
              </a:rPr>
              <a:t> will be converted into </a:t>
            </a:r>
            <a:r>
              <a:rPr lang="en-US" dirty="0">
                <a:solidFill>
                  <a:schemeClr val="bg1"/>
                </a:solidFill>
                <a:highlight>
                  <a:srgbClr val="C0C0C0"/>
                </a:highlight>
                <a:latin typeface="Arial" panose="020B0604020202020204" pitchFamily="34" charset="0"/>
                <a:cs typeface="Arial" panose="020B0604020202020204" pitchFamily="34" charset="0"/>
              </a:rPr>
              <a:t>-1</a:t>
            </a:r>
          </a:p>
        </p:txBody>
      </p:sp>
    </p:spTree>
    <p:extLst>
      <p:ext uri="{BB962C8B-B14F-4D97-AF65-F5344CB8AC3E}">
        <p14:creationId xmlns:p14="http://schemas.microsoft.com/office/powerpoint/2010/main" val="2020719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par>
                                <p:cTn id="9" presetID="14" presetClass="entr" presetSubtype="1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randombar(horizontal)">
                                      <p:cBhvr>
                                        <p:cTn id="1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Training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10087601" cy="1676400"/>
          </a:xfrm>
        </p:spPr>
        <p:txBody>
          <a:bodyPr>
            <a:normAutofit/>
          </a:bodyPr>
          <a:lstStyle/>
          <a:p>
            <a:pPr marL="0" indent="0">
              <a:buNone/>
            </a:pPr>
            <a:r>
              <a:rPr lang="en-US" b="0" dirty="0">
                <a:latin typeface="Cambria Math" panose="02040503050406030204" pitchFamily="18" charset="0"/>
                <a:cs typeface="Arial" panose="020B0604020202020204" pitchFamily="34" charset="0"/>
              </a:rPr>
              <a:t>Assuming we have the following dataset (for training):</a:t>
            </a:r>
          </a:p>
        </p:txBody>
      </p:sp>
      <p:graphicFrame>
        <p:nvGraphicFramePr>
          <p:cNvPr id="14" name="Table 13">
            <a:extLst>
              <a:ext uri="{FF2B5EF4-FFF2-40B4-BE49-F238E27FC236}">
                <a16:creationId xmlns:a16="http://schemas.microsoft.com/office/drawing/2014/main" id="{E8F49F50-D450-AB88-7E08-3408DFA27867}"/>
              </a:ext>
            </a:extLst>
          </p:cNvPr>
          <p:cNvGraphicFramePr>
            <a:graphicFrameLocks noGrp="1"/>
          </p:cNvGraphicFramePr>
          <p:nvPr/>
        </p:nvGraphicFramePr>
        <p:xfrm>
          <a:off x="1751012" y="2164080"/>
          <a:ext cx="3566160" cy="1645920"/>
        </p:xfrm>
        <a:graphic>
          <a:graphicData uri="http://schemas.openxmlformats.org/drawingml/2006/table">
            <a:tbl>
              <a:tblPr firstRow="1" bandRow="1">
                <a:tableStyleId>{073A0DAA-6AF3-43AB-8588-CEC1D06C72B9}</a:tableStyleId>
              </a:tblPr>
              <a:tblGrid>
                <a:gridCol w="640080">
                  <a:extLst>
                    <a:ext uri="{9D8B030D-6E8A-4147-A177-3AD203B41FA5}">
                      <a16:colId xmlns:a16="http://schemas.microsoft.com/office/drawing/2014/main" val="3809471710"/>
                    </a:ext>
                  </a:extLst>
                </a:gridCol>
                <a:gridCol w="640080">
                  <a:extLst>
                    <a:ext uri="{9D8B030D-6E8A-4147-A177-3AD203B41FA5}">
                      <a16:colId xmlns:a16="http://schemas.microsoft.com/office/drawing/2014/main" val="698173739"/>
                    </a:ext>
                  </a:extLst>
                </a:gridCol>
                <a:gridCol w="640080">
                  <a:extLst>
                    <a:ext uri="{9D8B030D-6E8A-4147-A177-3AD203B41FA5}">
                      <a16:colId xmlns:a16="http://schemas.microsoft.com/office/drawing/2014/main" val="4241484159"/>
                    </a:ext>
                  </a:extLst>
                </a:gridCol>
                <a:gridCol w="274320">
                  <a:extLst>
                    <a:ext uri="{9D8B030D-6E8A-4147-A177-3AD203B41FA5}">
                      <a16:colId xmlns:a16="http://schemas.microsoft.com/office/drawing/2014/main" val="2135852234"/>
                    </a:ext>
                  </a:extLst>
                </a:gridCol>
                <a:gridCol w="640080">
                  <a:extLst>
                    <a:ext uri="{9D8B030D-6E8A-4147-A177-3AD203B41FA5}">
                      <a16:colId xmlns:a16="http://schemas.microsoft.com/office/drawing/2014/main" val="1034484046"/>
                    </a:ext>
                  </a:extLst>
                </a:gridCol>
                <a:gridCol w="731520">
                  <a:extLst>
                    <a:ext uri="{9D8B030D-6E8A-4147-A177-3AD203B41FA5}">
                      <a16:colId xmlns:a16="http://schemas.microsoft.com/office/drawing/2014/main" val="2469034243"/>
                    </a:ext>
                  </a:extLst>
                </a:gridCol>
              </a:tblGrid>
              <a:tr h="196579">
                <a:tc>
                  <a:txBody>
                    <a:bodyPr/>
                    <a:lstStyle/>
                    <a:p>
                      <a:r>
                        <a:rPr lang="en-US" sz="1200" dirty="0">
                          <a:latin typeface="Arial" panose="020B0604020202020204" pitchFamily="34" charset="0"/>
                          <a:cs typeface="Arial" panose="020B0604020202020204" pitchFamily="34" charset="0"/>
                        </a:rPr>
                        <a:t>Entry</a:t>
                      </a:r>
                    </a:p>
                  </a:txBody>
                  <a:tcPr/>
                </a:tc>
                <a:tc>
                  <a:txBody>
                    <a:bodyPr/>
                    <a:lstStyle/>
                    <a:p>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1</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2</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dirty="0">
                          <a:latin typeface="Arial" panose="020B0604020202020204" pitchFamily="34" charset="0"/>
                          <a:cs typeface="Arial" panose="020B0604020202020204" pitchFamily="34" charset="0"/>
                        </a:rPr>
                        <a:t>…</a:t>
                      </a:r>
                    </a:p>
                  </a:txBody>
                  <a:tcPr/>
                </a:tc>
                <a:tc>
                  <a:txBody>
                    <a:bodyPr/>
                    <a:lstStyle/>
                    <a:p>
                      <a:r>
                        <a:rPr lang="en-US" sz="1200" dirty="0" err="1">
                          <a:latin typeface="Arial" panose="020B0604020202020204" pitchFamily="34" charset="0"/>
                          <a:cs typeface="Arial" panose="020B0604020202020204" pitchFamily="34" charset="0"/>
                        </a:rPr>
                        <a:t>Input</a:t>
                      </a:r>
                      <a:r>
                        <a:rPr lang="en-US" sz="1200" baseline="-25000" dirty="0" err="1">
                          <a:latin typeface="Arial" panose="020B0604020202020204" pitchFamily="34" charset="0"/>
                          <a:cs typeface="Arial" panose="020B0604020202020204" pitchFamily="34" charset="0"/>
                        </a:rPr>
                        <a:t>n</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Label</a:t>
                      </a:r>
                    </a:p>
                  </a:txBody>
                  <a:tcPr/>
                </a:tc>
                <a:extLst>
                  <a:ext uri="{0D108BD9-81ED-4DB2-BD59-A6C34878D82A}">
                    <a16:rowId xmlns:a16="http://schemas.microsoft.com/office/drawing/2014/main" val="3223542544"/>
                  </a:ext>
                </a:extLst>
              </a:tr>
              <a:tr h="117947">
                <a:tc>
                  <a:txBody>
                    <a:bodyPr/>
                    <a:lstStyle/>
                    <a:p>
                      <a:pPr algn="r"/>
                      <a:r>
                        <a:rPr lang="en-US" sz="1200" b="1" dirty="0">
                          <a:latin typeface="Arial" panose="020B0604020202020204" pitchFamily="34" charset="0"/>
                          <a:cs typeface="Arial" panose="020B0604020202020204" pitchFamily="34" charset="0"/>
                        </a:rPr>
                        <a:t>#1</a:t>
                      </a:r>
                    </a:p>
                  </a:txBody>
                  <a:tcPr/>
                </a:tc>
                <a:tc>
                  <a:txBody>
                    <a:bodyPr/>
                    <a:lstStyle/>
                    <a:p>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(1,1)</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(1,2)</a:t>
                      </a:r>
                      <a:endParaRPr lang="en-US" sz="1200" dirty="0">
                        <a:latin typeface="Arial" panose="020B0604020202020204" pitchFamily="34" charset="0"/>
                        <a:cs typeface="Arial" panose="020B0604020202020204" pitchFamily="34" charset="0"/>
                      </a:endParaRPr>
                    </a:p>
                  </a:txBody>
                  <a:tcPr/>
                </a:tc>
                <a:tc>
                  <a:txBody>
                    <a:bodyPr/>
                    <a:lstStyle/>
                    <a:p>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(1,n)</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NO </a:t>
                      </a:r>
                      <a:r>
                        <a:rPr lang="en-US" sz="1200" b="1" dirty="0">
                          <a:latin typeface="Arial" panose="020B0604020202020204" pitchFamily="34" charset="0"/>
                          <a:cs typeface="Arial" panose="020B0604020202020204" pitchFamily="34" charset="0"/>
                        </a:rPr>
                        <a:t>(-1)</a:t>
                      </a:r>
                    </a:p>
                  </a:txBody>
                  <a:tcPr/>
                </a:tc>
                <a:extLst>
                  <a:ext uri="{0D108BD9-81ED-4DB2-BD59-A6C34878D82A}">
                    <a16:rowId xmlns:a16="http://schemas.microsoft.com/office/drawing/2014/main" val="3235754363"/>
                  </a:ext>
                </a:extLst>
              </a:tr>
              <a:tr h="182880">
                <a:tc grid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a:t>
                      </a: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tc>
                <a:tc hMerge="1">
                  <a:txBody>
                    <a:bodyPr/>
                    <a:lstStyle/>
                    <a:p>
                      <a:endParaRPr lang="en-US">
                        <a:latin typeface="Arial" panose="020B0604020202020204" pitchFamily="34" charset="0"/>
                        <a:cs typeface="Arial" panose="020B0604020202020204" pitchFamily="34" charset="0"/>
                      </a:endParaRP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tc>
                <a:tc hMerge="1">
                  <a:txBody>
                    <a:bodyPr/>
                    <a:lstStyle/>
                    <a:p>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462615418"/>
                  </a:ext>
                </a:extLst>
              </a:tr>
              <a:tr h="128650">
                <a:tc>
                  <a:txBody>
                    <a:bodyPr/>
                    <a:lstStyle/>
                    <a:p>
                      <a:pPr algn="r"/>
                      <a:r>
                        <a:rPr lang="en-US" sz="1200" b="1" dirty="0">
                          <a:latin typeface="Arial" panose="020B0604020202020204" pitchFamily="34" charset="0"/>
                          <a:cs typeface="Arial" panose="020B0604020202020204" pitchFamily="34" charset="0"/>
                        </a:rPr>
                        <a:t>#k</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(k,1)</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(k,2)</a:t>
                      </a:r>
                      <a:endParaRPr lang="en-US" sz="1200" dirty="0">
                        <a:latin typeface="Arial" panose="020B0604020202020204" pitchFamily="34" charset="0"/>
                        <a:cs typeface="Arial" panose="020B0604020202020204" pitchFamily="34" charset="0"/>
                      </a:endParaRPr>
                    </a:p>
                  </a:txBody>
                  <a:tcPr/>
                </a:tc>
                <a:tc>
                  <a:txBody>
                    <a:bodyPr/>
                    <a:lstStyle/>
                    <a:p>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a:t>
                      </a:r>
                      <a:r>
                        <a:rPr lang="en-US" sz="1200" baseline="-25000" dirty="0" err="1">
                          <a:latin typeface="Arial" panose="020B0604020202020204" pitchFamily="34" charset="0"/>
                          <a:cs typeface="Arial" panose="020B0604020202020204" pitchFamily="34" charset="0"/>
                        </a:rPr>
                        <a:t>k,n</a:t>
                      </a:r>
                      <a:r>
                        <a:rPr lang="en-US" sz="1200" baseline="-250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YES </a:t>
                      </a:r>
                      <a:r>
                        <a:rPr lang="en-US" sz="1200" b="1" dirty="0">
                          <a:latin typeface="Arial" panose="020B0604020202020204" pitchFamily="34" charset="0"/>
                          <a:cs typeface="Arial" panose="020B0604020202020204" pitchFamily="34" charset="0"/>
                        </a:rPr>
                        <a:t>(1)</a:t>
                      </a:r>
                    </a:p>
                  </a:txBody>
                  <a:tcPr/>
                </a:tc>
                <a:extLst>
                  <a:ext uri="{0D108BD9-81ED-4DB2-BD59-A6C34878D82A}">
                    <a16:rowId xmlns:a16="http://schemas.microsoft.com/office/drawing/2014/main" val="1717954149"/>
                  </a:ext>
                </a:extLst>
              </a:tr>
              <a:tr h="117947">
                <a:tc gridSpan="6">
                  <a:txBody>
                    <a:bodyPr/>
                    <a:lstStyle/>
                    <a:p>
                      <a:pPr algn="ctr"/>
                      <a:r>
                        <a:rPr lang="en-US" sz="1200" dirty="0">
                          <a:latin typeface="Arial" panose="020B0604020202020204" pitchFamily="34" charset="0"/>
                          <a:cs typeface="Arial" panose="020B0604020202020204" pitchFamily="34" charset="0"/>
                        </a:rPr>
                        <a:t>…</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391375967"/>
                  </a:ext>
                </a:extLst>
              </a:tr>
              <a:tr h="128650">
                <a:tc>
                  <a:txBody>
                    <a:bodyPr/>
                    <a:lstStyle/>
                    <a:p>
                      <a:pPr algn="r"/>
                      <a:r>
                        <a:rPr lang="en-US" sz="1200" b="1" dirty="0">
                          <a:latin typeface="Arial" panose="020B0604020202020204" pitchFamily="34" charset="0"/>
                          <a:cs typeface="Arial" panose="020B0604020202020204" pitchFamily="34" charset="0"/>
                        </a:rPr>
                        <a:t>#m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(m,1)</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(m,2)</a:t>
                      </a:r>
                      <a:endParaRPr lang="en-US" sz="1200" dirty="0">
                        <a:latin typeface="Arial" panose="020B0604020202020204" pitchFamily="34" charset="0"/>
                        <a:cs typeface="Arial" panose="020B0604020202020204" pitchFamily="34" charset="0"/>
                      </a:endParaRPr>
                    </a:p>
                  </a:txBody>
                  <a:tcPr/>
                </a:tc>
                <a:tc>
                  <a:txBody>
                    <a:bodyPr/>
                    <a:lstStyle/>
                    <a:p>
                      <a:endParaRPr lang="en-US" sz="120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a:t>
                      </a:r>
                      <a:r>
                        <a:rPr lang="en-US" sz="1200" baseline="-25000" dirty="0" err="1">
                          <a:latin typeface="Arial" panose="020B0604020202020204" pitchFamily="34" charset="0"/>
                          <a:cs typeface="Arial" panose="020B0604020202020204" pitchFamily="34" charset="0"/>
                        </a:rPr>
                        <a:t>m,n</a:t>
                      </a:r>
                      <a:r>
                        <a:rPr lang="en-US" sz="1200" baseline="-250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YES </a:t>
                      </a:r>
                      <a:r>
                        <a:rPr lang="en-US" sz="1200" b="1" dirty="0">
                          <a:latin typeface="Arial" panose="020B0604020202020204" pitchFamily="34" charset="0"/>
                          <a:cs typeface="Arial" panose="020B0604020202020204" pitchFamily="34" charset="0"/>
                        </a:rPr>
                        <a:t>(1)</a:t>
                      </a:r>
                    </a:p>
                  </a:txBody>
                  <a:tcPr/>
                </a:tc>
                <a:extLst>
                  <a:ext uri="{0D108BD9-81ED-4DB2-BD59-A6C34878D82A}">
                    <a16:rowId xmlns:a16="http://schemas.microsoft.com/office/drawing/2014/main" val="55851983"/>
                  </a:ext>
                </a:extLst>
              </a:tr>
            </a:tbl>
          </a:graphicData>
        </a:graphic>
      </p:graphicFrame>
      <p:graphicFrame>
        <p:nvGraphicFramePr>
          <p:cNvPr id="4" name="Table 3">
            <a:extLst>
              <a:ext uri="{FF2B5EF4-FFF2-40B4-BE49-F238E27FC236}">
                <a16:creationId xmlns:a16="http://schemas.microsoft.com/office/drawing/2014/main" id="{B4BA64BF-08E4-9F0E-74C3-821BFF6F4352}"/>
              </a:ext>
            </a:extLst>
          </p:cNvPr>
          <p:cNvGraphicFramePr>
            <a:graphicFrameLocks noGrp="1"/>
          </p:cNvGraphicFramePr>
          <p:nvPr/>
        </p:nvGraphicFramePr>
        <p:xfrm>
          <a:off x="6972936" y="2164080"/>
          <a:ext cx="4389120" cy="1645920"/>
        </p:xfrm>
        <a:graphic>
          <a:graphicData uri="http://schemas.openxmlformats.org/drawingml/2006/table">
            <a:tbl>
              <a:tblPr firstRow="1" bandRow="1">
                <a:tableStyleId>{073A0DAA-6AF3-43AB-8588-CEC1D06C72B9}</a:tableStyleId>
              </a:tblPr>
              <a:tblGrid>
                <a:gridCol w="640080">
                  <a:extLst>
                    <a:ext uri="{9D8B030D-6E8A-4147-A177-3AD203B41FA5}">
                      <a16:colId xmlns:a16="http://schemas.microsoft.com/office/drawing/2014/main" val="3809471710"/>
                    </a:ext>
                  </a:extLst>
                </a:gridCol>
                <a:gridCol w="640080">
                  <a:extLst>
                    <a:ext uri="{9D8B030D-6E8A-4147-A177-3AD203B41FA5}">
                      <a16:colId xmlns:a16="http://schemas.microsoft.com/office/drawing/2014/main" val="698173739"/>
                    </a:ext>
                  </a:extLst>
                </a:gridCol>
                <a:gridCol w="640080">
                  <a:extLst>
                    <a:ext uri="{9D8B030D-6E8A-4147-A177-3AD203B41FA5}">
                      <a16:colId xmlns:a16="http://schemas.microsoft.com/office/drawing/2014/main" val="4241484159"/>
                    </a:ext>
                  </a:extLst>
                </a:gridCol>
                <a:gridCol w="274320">
                  <a:extLst>
                    <a:ext uri="{9D8B030D-6E8A-4147-A177-3AD203B41FA5}">
                      <a16:colId xmlns:a16="http://schemas.microsoft.com/office/drawing/2014/main" val="2135852234"/>
                    </a:ext>
                  </a:extLst>
                </a:gridCol>
                <a:gridCol w="640080">
                  <a:extLst>
                    <a:ext uri="{9D8B030D-6E8A-4147-A177-3AD203B41FA5}">
                      <a16:colId xmlns:a16="http://schemas.microsoft.com/office/drawing/2014/main" val="1034484046"/>
                    </a:ext>
                  </a:extLst>
                </a:gridCol>
                <a:gridCol w="822960">
                  <a:extLst>
                    <a:ext uri="{9D8B030D-6E8A-4147-A177-3AD203B41FA5}">
                      <a16:colId xmlns:a16="http://schemas.microsoft.com/office/drawing/2014/main" val="3112590372"/>
                    </a:ext>
                  </a:extLst>
                </a:gridCol>
                <a:gridCol w="731520">
                  <a:extLst>
                    <a:ext uri="{9D8B030D-6E8A-4147-A177-3AD203B41FA5}">
                      <a16:colId xmlns:a16="http://schemas.microsoft.com/office/drawing/2014/main" val="2469034243"/>
                    </a:ext>
                  </a:extLst>
                </a:gridCol>
              </a:tblGrid>
              <a:tr h="274320">
                <a:tc>
                  <a:txBody>
                    <a:bodyPr/>
                    <a:lstStyle/>
                    <a:p>
                      <a:r>
                        <a:rPr lang="en-US" sz="1200" dirty="0">
                          <a:latin typeface="Arial" panose="020B0604020202020204" pitchFamily="34" charset="0"/>
                          <a:cs typeface="Arial" panose="020B0604020202020204" pitchFamily="34" charset="0"/>
                        </a:rPr>
                        <a:t>Entry</a:t>
                      </a:r>
                    </a:p>
                  </a:txBody>
                  <a:tcPr/>
                </a:tc>
                <a:tc>
                  <a:txBody>
                    <a:bodyPr/>
                    <a:lstStyle/>
                    <a:p>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1</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2</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dirty="0">
                          <a:latin typeface="Arial" panose="020B0604020202020204" pitchFamily="34" charset="0"/>
                          <a:cs typeface="Arial" panose="020B0604020202020204" pitchFamily="34" charset="0"/>
                        </a:rPr>
                        <a:t>…</a:t>
                      </a:r>
                    </a:p>
                  </a:txBody>
                  <a:tcPr/>
                </a:tc>
                <a:tc>
                  <a:txBody>
                    <a:bodyPr/>
                    <a:lstStyle/>
                    <a:p>
                      <a:r>
                        <a:rPr lang="en-US" sz="1200" dirty="0" err="1">
                          <a:latin typeface="Arial" panose="020B0604020202020204" pitchFamily="34" charset="0"/>
                          <a:cs typeface="Arial" panose="020B0604020202020204" pitchFamily="34" charset="0"/>
                        </a:rPr>
                        <a:t>Input</a:t>
                      </a:r>
                      <a:r>
                        <a:rPr lang="en-US" sz="1200" baseline="-25000" dirty="0" err="1">
                          <a:latin typeface="Arial" panose="020B0604020202020204" pitchFamily="34" charset="0"/>
                          <a:cs typeface="Arial" panose="020B0604020202020204" pitchFamily="34" charset="0"/>
                        </a:rPr>
                        <a:t>n</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n+1</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Label</a:t>
                      </a:r>
                    </a:p>
                  </a:txBody>
                  <a:tcPr/>
                </a:tc>
                <a:extLst>
                  <a:ext uri="{0D108BD9-81ED-4DB2-BD59-A6C34878D82A}">
                    <a16:rowId xmlns:a16="http://schemas.microsoft.com/office/drawing/2014/main" val="3223542544"/>
                  </a:ext>
                </a:extLst>
              </a:tr>
              <a:tr h="117947">
                <a:tc>
                  <a:txBody>
                    <a:bodyPr/>
                    <a:lstStyle/>
                    <a:p>
                      <a:pPr algn="r"/>
                      <a:r>
                        <a:rPr lang="en-US" sz="1200" b="1" dirty="0">
                          <a:latin typeface="Arial" panose="020B0604020202020204" pitchFamily="34" charset="0"/>
                          <a:cs typeface="Arial" panose="020B0604020202020204" pitchFamily="34" charset="0"/>
                        </a:rPr>
                        <a:t>#1</a:t>
                      </a:r>
                    </a:p>
                  </a:txBody>
                  <a:tcPr/>
                </a:tc>
                <a:tc>
                  <a:txBody>
                    <a:bodyPr/>
                    <a:lstStyle/>
                    <a:p>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(1,1)</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(1,2)</a:t>
                      </a:r>
                      <a:endParaRPr lang="en-US" sz="1200" dirty="0">
                        <a:latin typeface="Arial" panose="020B0604020202020204" pitchFamily="34" charset="0"/>
                        <a:cs typeface="Arial" panose="020B0604020202020204" pitchFamily="34" charset="0"/>
                      </a:endParaRPr>
                    </a:p>
                  </a:txBody>
                  <a:tcPr/>
                </a:tc>
                <a:tc>
                  <a:txBody>
                    <a:bodyPr/>
                    <a:lstStyle/>
                    <a:p>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(1,n)</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1</a:t>
                      </a:r>
                    </a:p>
                  </a:txBody>
                  <a:tcPr/>
                </a:tc>
                <a:tc>
                  <a:txBody>
                    <a:bodyPr/>
                    <a:lstStyle/>
                    <a:p>
                      <a:r>
                        <a:rPr lang="en-US" sz="1200" dirty="0">
                          <a:latin typeface="Arial" panose="020B0604020202020204" pitchFamily="34" charset="0"/>
                          <a:cs typeface="Arial" panose="020B0604020202020204" pitchFamily="34" charset="0"/>
                        </a:rPr>
                        <a:t>NO </a:t>
                      </a:r>
                      <a:r>
                        <a:rPr lang="en-US" sz="1200" b="1" dirty="0">
                          <a:latin typeface="Arial" panose="020B0604020202020204" pitchFamily="34" charset="0"/>
                          <a:cs typeface="Arial" panose="020B0604020202020204" pitchFamily="34" charset="0"/>
                        </a:rPr>
                        <a:t>(-1)</a:t>
                      </a:r>
                    </a:p>
                  </a:txBody>
                  <a:tcPr/>
                </a:tc>
                <a:extLst>
                  <a:ext uri="{0D108BD9-81ED-4DB2-BD59-A6C34878D82A}">
                    <a16:rowId xmlns:a16="http://schemas.microsoft.com/office/drawing/2014/main" val="3235754363"/>
                  </a:ext>
                </a:extLst>
              </a:tr>
              <a:tr h="117947">
                <a:tc gridSpan="7">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a:t>
                      </a: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tc>
                <a:tc hMerge="1">
                  <a:txBody>
                    <a:bodyPr/>
                    <a:lstStyle/>
                    <a:p>
                      <a:endParaRPr lang="en-US">
                        <a:latin typeface="Arial" panose="020B0604020202020204" pitchFamily="34" charset="0"/>
                        <a:cs typeface="Arial" panose="020B0604020202020204" pitchFamily="34" charset="0"/>
                      </a:endParaRP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tc>
                <a:tc hMerge="1">
                  <a:txBody>
                    <a:bodyPr/>
                    <a:lstStyle/>
                    <a:p>
                      <a:endParaRPr lang="en-US"/>
                    </a:p>
                  </a:txBody>
                  <a:tcPr/>
                </a:tc>
                <a:tc hMerge="1">
                  <a:txBody>
                    <a:bodyPr/>
                    <a:lstStyle/>
                    <a:p>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462615418"/>
                  </a:ext>
                </a:extLst>
              </a:tr>
              <a:tr h="128650">
                <a:tc>
                  <a:txBody>
                    <a:bodyPr/>
                    <a:lstStyle/>
                    <a:p>
                      <a:pPr algn="r"/>
                      <a:r>
                        <a:rPr lang="en-US" sz="1200" b="1" dirty="0">
                          <a:latin typeface="Arial" panose="020B0604020202020204" pitchFamily="34" charset="0"/>
                          <a:cs typeface="Arial" panose="020B0604020202020204" pitchFamily="34" charset="0"/>
                        </a:rPr>
                        <a:t>#k</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(k,1)</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(k,2)</a:t>
                      </a:r>
                      <a:endParaRPr lang="en-US" sz="1200" dirty="0">
                        <a:latin typeface="Arial" panose="020B0604020202020204" pitchFamily="34" charset="0"/>
                        <a:cs typeface="Arial" panose="020B0604020202020204" pitchFamily="34" charset="0"/>
                      </a:endParaRPr>
                    </a:p>
                  </a:txBody>
                  <a:tcPr/>
                </a:tc>
                <a:tc>
                  <a:txBody>
                    <a:bodyPr/>
                    <a:lstStyle/>
                    <a:p>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a:t>
                      </a:r>
                      <a:r>
                        <a:rPr lang="en-US" sz="1200" baseline="-25000" dirty="0" err="1">
                          <a:latin typeface="Arial" panose="020B0604020202020204" pitchFamily="34" charset="0"/>
                          <a:cs typeface="Arial" panose="020B0604020202020204" pitchFamily="34" charset="0"/>
                        </a:rPr>
                        <a:t>k,n</a:t>
                      </a:r>
                      <a:r>
                        <a:rPr lang="en-US" sz="1200" baseline="-250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1</a:t>
                      </a:r>
                    </a:p>
                  </a:txBody>
                  <a:tcPr/>
                </a:tc>
                <a:tc>
                  <a:txBody>
                    <a:bodyPr/>
                    <a:lstStyle/>
                    <a:p>
                      <a:r>
                        <a:rPr lang="en-US" sz="1200" dirty="0">
                          <a:latin typeface="Arial" panose="020B0604020202020204" pitchFamily="34" charset="0"/>
                          <a:cs typeface="Arial" panose="020B0604020202020204" pitchFamily="34" charset="0"/>
                        </a:rPr>
                        <a:t>YES </a:t>
                      </a:r>
                      <a:r>
                        <a:rPr lang="en-US" sz="1200" b="1" dirty="0">
                          <a:latin typeface="Arial" panose="020B0604020202020204" pitchFamily="34" charset="0"/>
                          <a:cs typeface="Arial" panose="020B0604020202020204" pitchFamily="34" charset="0"/>
                        </a:rPr>
                        <a:t>(1)</a:t>
                      </a:r>
                    </a:p>
                  </a:txBody>
                  <a:tcPr/>
                </a:tc>
                <a:extLst>
                  <a:ext uri="{0D108BD9-81ED-4DB2-BD59-A6C34878D82A}">
                    <a16:rowId xmlns:a16="http://schemas.microsoft.com/office/drawing/2014/main" val="1717954149"/>
                  </a:ext>
                </a:extLst>
              </a:tr>
              <a:tr h="117947">
                <a:tc gridSpan="7">
                  <a:txBody>
                    <a:bodyPr/>
                    <a:lstStyle/>
                    <a:p>
                      <a:pPr algn="ctr"/>
                      <a:r>
                        <a:rPr lang="en-US" sz="1200" dirty="0">
                          <a:latin typeface="Arial" panose="020B0604020202020204" pitchFamily="34" charset="0"/>
                          <a:cs typeface="Arial" panose="020B0604020202020204" pitchFamily="34" charset="0"/>
                        </a:rPr>
                        <a:t>…</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391375967"/>
                  </a:ext>
                </a:extLst>
              </a:tr>
              <a:tr h="128650">
                <a:tc>
                  <a:txBody>
                    <a:bodyPr/>
                    <a:lstStyle/>
                    <a:p>
                      <a:pPr algn="r"/>
                      <a:r>
                        <a:rPr lang="en-US" sz="1200" b="1" dirty="0">
                          <a:latin typeface="Arial" panose="020B0604020202020204" pitchFamily="34" charset="0"/>
                          <a:cs typeface="Arial" panose="020B0604020202020204" pitchFamily="34" charset="0"/>
                        </a:rPr>
                        <a:t>#m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(m,1)</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(m,2)</a:t>
                      </a:r>
                      <a:endParaRPr lang="en-US" sz="1200" dirty="0">
                        <a:latin typeface="Arial" panose="020B0604020202020204" pitchFamily="34" charset="0"/>
                        <a:cs typeface="Arial" panose="020B0604020202020204" pitchFamily="34" charset="0"/>
                      </a:endParaRPr>
                    </a:p>
                  </a:txBody>
                  <a:tcPr/>
                </a:tc>
                <a:tc>
                  <a:txBody>
                    <a:bodyPr/>
                    <a:lstStyle/>
                    <a:p>
                      <a:endParaRPr lang="en-US" sz="120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a:t>
                      </a:r>
                      <a:r>
                        <a:rPr lang="en-US" sz="1200" baseline="-25000" dirty="0" err="1">
                          <a:latin typeface="Arial" panose="020B0604020202020204" pitchFamily="34" charset="0"/>
                          <a:cs typeface="Arial" panose="020B0604020202020204" pitchFamily="34" charset="0"/>
                        </a:rPr>
                        <a:t>m,n</a:t>
                      </a:r>
                      <a:r>
                        <a:rPr lang="en-US" sz="1200" baseline="-250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1</a:t>
                      </a:r>
                    </a:p>
                  </a:txBody>
                  <a:tcPr/>
                </a:tc>
                <a:tc>
                  <a:txBody>
                    <a:bodyPr/>
                    <a:lstStyle/>
                    <a:p>
                      <a:r>
                        <a:rPr lang="en-US" sz="1200" dirty="0">
                          <a:latin typeface="Arial" panose="020B0604020202020204" pitchFamily="34" charset="0"/>
                          <a:cs typeface="Arial" panose="020B0604020202020204" pitchFamily="34" charset="0"/>
                        </a:rPr>
                        <a:t>YES </a:t>
                      </a:r>
                      <a:r>
                        <a:rPr lang="en-US" sz="1200" b="1" dirty="0">
                          <a:latin typeface="Arial" panose="020B0604020202020204" pitchFamily="34" charset="0"/>
                          <a:cs typeface="Arial" panose="020B0604020202020204" pitchFamily="34" charset="0"/>
                        </a:rPr>
                        <a:t>(1)</a:t>
                      </a:r>
                    </a:p>
                  </a:txBody>
                  <a:tcPr/>
                </a:tc>
                <a:extLst>
                  <a:ext uri="{0D108BD9-81ED-4DB2-BD59-A6C34878D82A}">
                    <a16:rowId xmlns:a16="http://schemas.microsoft.com/office/drawing/2014/main" val="55851983"/>
                  </a:ext>
                </a:extLst>
              </a:tr>
            </a:tbl>
          </a:graphicData>
        </a:graphic>
      </p:graphicFrame>
      <p:sp>
        <p:nvSpPr>
          <p:cNvPr id="11" name="TextBox 10">
            <a:extLst>
              <a:ext uri="{FF2B5EF4-FFF2-40B4-BE49-F238E27FC236}">
                <a16:creationId xmlns:a16="http://schemas.microsoft.com/office/drawing/2014/main" id="{3630293D-ADCD-3A42-1918-4BD98A33996C}"/>
              </a:ext>
            </a:extLst>
          </p:cNvPr>
          <p:cNvSpPr txBox="1"/>
          <p:nvPr/>
        </p:nvSpPr>
        <p:spPr>
          <a:xfrm>
            <a:off x="6789639" y="4234934"/>
            <a:ext cx="4562570" cy="369332"/>
          </a:xfrm>
          <a:prstGeom prst="rect">
            <a:avLst/>
          </a:prstGeom>
          <a:noFill/>
        </p:spPr>
        <p:txBody>
          <a:bodyPr wrap="square">
            <a:spAutoFit/>
          </a:bodyPr>
          <a:lstStyle/>
          <a:p>
            <a:pPr algn="ctr"/>
            <a:r>
              <a:rPr lang="en-US" b="1" dirty="0">
                <a:solidFill>
                  <a:schemeClr val="bg1"/>
                </a:solidFill>
                <a:latin typeface="Arial" panose="020B0604020202020204" pitchFamily="34" charset="0"/>
                <a:cs typeface="Arial" panose="020B0604020202020204" pitchFamily="34" charset="0"/>
              </a:rPr>
              <a:t>No need</a:t>
            </a:r>
            <a:r>
              <a:rPr lang="en-US" sz="1800" b="1" dirty="0">
                <a:solidFill>
                  <a:schemeClr val="bg1"/>
                </a:solidFill>
                <a:latin typeface="Arial" panose="020B0604020202020204" pitchFamily="34" charset="0"/>
                <a:cs typeface="Arial" panose="020B0604020202020204" pitchFamily="34" charset="0"/>
              </a:rPr>
              <a:t> for threshold (</a:t>
            </a:r>
            <a:r>
              <a:rPr lang="en-US" b="1" dirty="0">
                <a:solidFill>
                  <a:schemeClr val="bg1"/>
                </a:solidFill>
                <a:latin typeface="Arial" panose="020B0604020202020204" pitchFamily="34" charset="0"/>
                <a:cs typeface="Arial" panose="020B0604020202020204" pitchFamily="34" charset="0"/>
              </a:rPr>
              <a:t>c</a:t>
            </a:r>
            <a:r>
              <a:rPr lang="en-US" sz="1800" b="1" dirty="0">
                <a:solidFill>
                  <a:schemeClr val="bg1"/>
                </a:solidFill>
                <a:latin typeface="Arial" panose="020B0604020202020204" pitchFamily="34" charset="0"/>
                <a:cs typeface="Arial" panose="020B0604020202020204" pitchFamily="34" charset="0"/>
              </a:rPr>
              <a:t>olumn Input</a:t>
            </a:r>
            <a:r>
              <a:rPr lang="en-US" sz="1800" b="1" baseline="-25000" dirty="0">
                <a:solidFill>
                  <a:schemeClr val="bg1"/>
                </a:solidFill>
                <a:latin typeface="Arial" panose="020B0604020202020204" pitchFamily="34" charset="0"/>
                <a:cs typeface="Arial" panose="020B0604020202020204" pitchFamily="34" charset="0"/>
              </a:rPr>
              <a:t>n+1</a:t>
            </a:r>
            <a:r>
              <a:rPr lang="en-US" sz="1800" b="1" dirty="0">
                <a:solidFill>
                  <a:schemeClr val="bg1"/>
                </a:solidFill>
                <a:latin typeface="Arial" panose="020B0604020202020204" pitchFamily="34" charset="0"/>
                <a:cs typeface="Arial" panose="020B0604020202020204" pitchFamily="34" charset="0"/>
              </a:rPr>
              <a:t>)</a:t>
            </a:r>
          </a:p>
        </p:txBody>
      </p:sp>
      <p:cxnSp>
        <p:nvCxnSpPr>
          <p:cNvPr id="13" name="Straight Connector 12">
            <a:extLst>
              <a:ext uri="{FF2B5EF4-FFF2-40B4-BE49-F238E27FC236}">
                <a16:creationId xmlns:a16="http://schemas.microsoft.com/office/drawing/2014/main" id="{67BAFC20-6A5C-DAEF-5BA5-A01FC604E86D}"/>
              </a:ext>
            </a:extLst>
          </p:cNvPr>
          <p:cNvCxnSpPr/>
          <p:nvPr/>
        </p:nvCxnSpPr>
        <p:spPr>
          <a:xfrm>
            <a:off x="1446212" y="3886200"/>
            <a:ext cx="10210800" cy="0"/>
          </a:xfrm>
          <a:prstGeom prst="line">
            <a:avLst/>
          </a:prstGeom>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4821FF2-6268-812D-26C5-CA52363E0147}"/>
                  </a:ext>
                </a:extLst>
              </p:cNvPr>
              <p:cNvSpPr txBox="1"/>
              <p:nvPr/>
            </p:nvSpPr>
            <p:spPr>
              <a:xfrm>
                <a:off x="1674812" y="3962401"/>
                <a:ext cx="471949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𝑜𝑢𝑟</m:t>
                      </m:r>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𝑚𝑜𝑑𝑒𝑙</m:t>
                      </m:r>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𝑤</m:t>
                      </m:r>
                      <m:r>
                        <a:rPr lang="en-US" b="0" i="1" smtClean="0">
                          <a:solidFill>
                            <a:schemeClr val="bg1"/>
                          </a:solidFill>
                          <a:latin typeface="Cambria Math" panose="02040503050406030204" pitchFamily="18" charset="0"/>
                        </a:rPr>
                        <m:t>=</m:t>
                      </m:r>
                      <m:d>
                        <m:dPr>
                          <m:begChr m:val="["/>
                          <m:endChr m:val="]"/>
                          <m:ctrlPr>
                            <a:rPr lang="en-US" b="0" i="1" smtClean="0">
                              <a:solidFill>
                                <a:schemeClr val="bg1"/>
                              </a:solidFill>
                              <a:latin typeface="Cambria Math" panose="02040503050406030204" pitchFamily="18" charset="0"/>
                            </a:rPr>
                          </m:ctrlPr>
                        </m:dPr>
                        <m:e>
                          <m:m>
                            <m:mPr>
                              <m:mcs>
                                <m:mc>
                                  <m:mcPr>
                                    <m:count m:val="3"/>
                                    <m:mcJc m:val="center"/>
                                  </m:mcPr>
                                </m:mc>
                              </m:mcs>
                              <m:ctrlPr>
                                <a:rPr lang="en-US" b="0" i="1" smtClean="0">
                                  <a:solidFill>
                                    <a:schemeClr val="bg1"/>
                                  </a:solidFill>
                                  <a:latin typeface="Cambria Math" panose="02040503050406030204" pitchFamily="18" charset="0"/>
                                </a:rPr>
                              </m:ctrlPr>
                            </m:mPr>
                            <m:mr>
                              <m:e>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𝑤</m:t>
                                    </m:r>
                                  </m:e>
                                  <m:sub>
                                    <m:r>
                                      <a:rPr lang="en-US" b="0" i="1" smtClean="0">
                                        <a:solidFill>
                                          <a:schemeClr val="bg1"/>
                                        </a:solidFill>
                                        <a:latin typeface="Cambria Math" panose="02040503050406030204" pitchFamily="18" charset="0"/>
                                      </a:rPr>
                                      <m:t>1</m:t>
                                    </m:r>
                                  </m:sub>
                                </m:sSub>
                              </m:e>
                              <m:e>
                                <m:r>
                                  <a:rPr lang="en-US" b="0" i="1" smtClean="0">
                                    <a:solidFill>
                                      <a:schemeClr val="bg1"/>
                                    </a:solidFill>
                                    <a:latin typeface="Cambria Math" panose="02040503050406030204" pitchFamily="18" charset="0"/>
                                    <a:ea typeface="Cambria Math" panose="02040503050406030204" pitchFamily="18" charset="0"/>
                                  </a:rPr>
                                  <m:t>⋯</m:t>
                                </m:r>
                              </m:e>
                              <m:e>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𝑤</m:t>
                                    </m:r>
                                  </m:e>
                                  <m:sub>
                                    <m:r>
                                      <a:rPr lang="en-US" b="0" i="1" smtClean="0">
                                        <a:solidFill>
                                          <a:schemeClr val="bg1"/>
                                        </a:solidFill>
                                        <a:latin typeface="Cambria Math" panose="02040503050406030204" pitchFamily="18" charset="0"/>
                                      </a:rPr>
                                      <m:t>𝑛</m:t>
                                    </m:r>
                                  </m:sub>
                                </m:sSub>
                              </m:e>
                            </m:mr>
                          </m:m>
                        </m:e>
                      </m:d>
                      <m:r>
                        <a:rPr lang="en-US" b="0" i="0" smtClean="0">
                          <a:solidFill>
                            <a:schemeClr val="bg1"/>
                          </a:solidFill>
                          <a:latin typeface="Cambria Math" panose="02040503050406030204" pitchFamily="18" charset="0"/>
                        </a:rPr>
                        <m:t> </m:t>
                      </m:r>
                      <m:r>
                        <m:rPr>
                          <m:sty m:val="p"/>
                        </m:rPr>
                        <a:rPr lang="en-US" b="0" i="0" smtClean="0">
                          <a:solidFill>
                            <a:schemeClr val="bg1"/>
                          </a:solidFill>
                          <a:latin typeface="Cambria Math" panose="02040503050406030204" pitchFamily="18" charset="0"/>
                        </a:rPr>
                        <m:t>and</m:t>
                      </m:r>
                      <m:r>
                        <a:rPr lang="en-US" b="0" i="0" smtClean="0">
                          <a:solidFill>
                            <a:schemeClr val="bg1"/>
                          </a:solidFill>
                          <a:latin typeface="Cambria Math" panose="02040503050406030204" pitchFamily="18" charset="0"/>
                        </a:rPr>
                        <m:t> </m:t>
                      </m:r>
                      <m:r>
                        <m:rPr>
                          <m:sty m:val="p"/>
                        </m:rPr>
                        <a:rPr lang="en-US" b="0" i="0" smtClean="0">
                          <a:solidFill>
                            <a:schemeClr val="bg1"/>
                          </a:solidFill>
                          <a:latin typeface="Cambria Math" panose="02040503050406030204" pitchFamily="18" charset="0"/>
                        </a:rPr>
                        <m:t>threshold</m:t>
                      </m:r>
                    </m:oMath>
                  </m:oMathPara>
                </a14:m>
                <a:endParaRPr lang="en-US" dirty="0">
                  <a:solidFill>
                    <a:schemeClr val="bg1"/>
                  </a:solidFill>
                </a:endParaRPr>
              </a:p>
            </p:txBody>
          </p:sp>
        </mc:Choice>
        <mc:Fallback xmlns="">
          <p:sp>
            <p:nvSpPr>
              <p:cNvPr id="15" name="TextBox 14">
                <a:extLst>
                  <a:ext uri="{FF2B5EF4-FFF2-40B4-BE49-F238E27FC236}">
                    <a16:creationId xmlns:a16="http://schemas.microsoft.com/office/drawing/2014/main" id="{84821FF2-6268-812D-26C5-CA52363E0147}"/>
                  </a:ext>
                </a:extLst>
              </p:cNvPr>
              <p:cNvSpPr txBox="1">
                <a:spLocks noRot="1" noChangeAspect="1" noMove="1" noResize="1" noEditPoints="1" noAdjustHandles="1" noChangeArrowheads="1" noChangeShapeType="1" noTextEdit="1"/>
              </p:cNvSpPr>
              <p:nvPr/>
            </p:nvSpPr>
            <p:spPr>
              <a:xfrm>
                <a:off x="1674812" y="3962401"/>
                <a:ext cx="4719497" cy="276999"/>
              </a:xfrm>
              <a:prstGeom prst="rect">
                <a:avLst/>
              </a:prstGeom>
              <a:blipFill>
                <a:blip r:embed="rId2"/>
                <a:stretch>
                  <a:fillRect t="-4545" b="-45455"/>
                </a:stretch>
              </a:blipFill>
            </p:spPr>
            <p:txBody>
              <a:bodyPr/>
              <a:lstStyle/>
              <a:p>
                <a:r>
                  <a:rPr lang="en-US">
                    <a:noFill/>
                  </a:rPr>
                  <a:t> </a:t>
                </a:r>
              </a:p>
            </p:txBody>
          </p:sp>
        </mc:Fallback>
      </mc:AlternateContent>
      <p:cxnSp>
        <p:nvCxnSpPr>
          <p:cNvPr id="16" name="Straight Connector 15">
            <a:extLst>
              <a:ext uri="{FF2B5EF4-FFF2-40B4-BE49-F238E27FC236}">
                <a16:creationId xmlns:a16="http://schemas.microsoft.com/office/drawing/2014/main" id="{5D1826EE-626F-958D-961A-D73BC17D246E}"/>
              </a:ext>
            </a:extLst>
          </p:cNvPr>
          <p:cNvCxnSpPr>
            <a:cxnSpLocks/>
          </p:cNvCxnSpPr>
          <p:nvPr/>
        </p:nvCxnSpPr>
        <p:spPr>
          <a:xfrm>
            <a:off x="6484836" y="3886200"/>
            <a:ext cx="0" cy="2057400"/>
          </a:xfrm>
          <a:prstGeom prst="line">
            <a:avLst/>
          </a:prstGeom>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A9169B2-92D5-2F1B-6E3B-7670739D7FEB}"/>
                  </a:ext>
                </a:extLst>
              </p:cNvPr>
              <p:cNvSpPr txBox="1"/>
              <p:nvPr/>
            </p:nvSpPr>
            <p:spPr>
              <a:xfrm>
                <a:off x="6940868" y="3962401"/>
                <a:ext cx="352263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𝑜𝑢𝑟</m:t>
                      </m:r>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𝑚𝑜𝑑𝑒𝑙</m:t>
                      </m:r>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𝑤</m:t>
                      </m:r>
                      <m:r>
                        <a:rPr lang="en-US" b="0" i="1" smtClean="0">
                          <a:solidFill>
                            <a:schemeClr val="bg1"/>
                          </a:solidFill>
                          <a:latin typeface="Cambria Math" panose="02040503050406030204" pitchFamily="18" charset="0"/>
                        </a:rPr>
                        <m:t>=</m:t>
                      </m:r>
                      <m:d>
                        <m:dPr>
                          <m:begChr m:val="["/>
                          <m:endChr m:val="]"/>
                          <m:ctrlPr>
                            <a:rPr lang="en-US" b="0" i="1" smtClean="0">
                              <a:solidFill>
                                <a:schemeClr val="bg1"/>
                              </a:solidFill>
                              <a:latin typeface="Cambria Math" panose="02040503050406030204" pitchFamily="18" charset="0"/>
                            </a:rPr>
                          </m:ctrlPr>
                        </m:dPr>
                        <m:e>
                          <m:m>
                            <m:mPr>
                              <m:mcs>
                                <m:mc>
                                  <m:mcPr>
                                    <m:count m:val="3"/>
                                    <m:mcJc m:val="center"/>
                                  </m:mcPr>
                                </m:mc>
                              </m:mcs>
                              <m:ctrlPr>
                                <a:rPr lang="en-US" b="0" i="1" smtClean="0">
                                  <a:solidFill>
                                    <a:schemeClr val="bg1"/>
                                  </a:solidFill>
                                  <a:latin typeface="Cambria Math" panose="02040503050406030204" pitchFamily="18" charset="0"/>
                                </a:rPr>
                              </m:ctrlPr>
                            </m:mPr>
                            <m:mr>
                              <m:e>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𝑤</m:t>
                                    </m:r>
                                  </m:e>
                                  <m:sub>
                                    <m:r>
                                      <a:rPr lang="en-US" b="0" i="1" smtClean="0">
                                        <a:solidFill>
                                          <a:schemeClr val="bg1"/>
                                        </a:solidFill>
                                        <a:latin typeface="Cambria Math" panose="02040503050406030204" pitchFamily="18" charset="0"/>
                                      </a:rPr>
                                      <m:t>1</m:t>
                                    </m:r>
                                  </m:sub>
                                </m:sSub>
                              </m:e>
                              <m:e>
                                <m:r>
                                  <a:rPr lang="en-US" b="0" i="1" smtClean="0">
                                    <a:solidFill>
                                      <a:schemeClr val="bg1"/>
                                    </a:solidFill>
                                    <a:latin typeface="Cambria Math" panose="02040503050406030204" pitchFamily="18" charset="0"/>
                                    <a:ea typeface="Cambria Math" panose="02040503050406030204" pitchFamily="18" charset="0"/>
                                  </a:rPr>
                                  <m:t>⋯</m:t>
                                </m:r>
                              </m:e>
                              <m:e>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𝑤</m:t>
                                    </m:r>
                                  </m:e>
                                  <m:sub>
                                    <m:r>
                                      <a:rPr lang="en-US" b="0" i="1" smtClean="0">
                                        <a:solidFill>
                                          <a:schemeClr val="bg1"/>
                                        </a:solidFill>
                                        <a:latin typeface="Cambria Math" panose="02040503050406030204" pitchFamily="18" charset="0"/>
                                      </a:rPr>
                                      <m:t>𝑛</m:t>
                                    </m:r>
                                    <m:r>
                                      <a:rPr lang="en-US" b="0" i="1" smtClean="0">
                                        <a:solidFill>
                                          <a:schemeClr val="bg1"/>
                                        </a:solidFill>
                                        <a:latin typeface="Cambria Math" panose="02040503050406030204" pitchFamily="18" charset="0"/>
                                      </a:rPr>
                                      <m:t>+1</m:t>
                                    </m:r>
                                  </m:sub>
                                </m:sSub>
                              </m:e>
                            </m:mr>
                          </m:m>
                        </m:e>
                      </m:d>
                    </m:oMath>
                  </m:oMathPara>
                </a14:m>
                <a:endParaRPr lang="en-US" dirty="0">
                  <a:solidFill>
                    <a:schemeClr val="bg1"/>
                  </a:solidFill>
                </a:endParaRPr>
              </a:p>
            </p:txBody>
          </p:sp>
        </mc:Choice>
        <mc:Fallback xmlns="">
          <p:sp>
            <p:nvSpPr>
              <p:cNvPr id="22" name="TextBox 21">
                <a:extLst>
                  <a:ext uri="{FF2B5EF4-FFF2-40B4-BE49-F238E27FC236}">
                    <a16:creationId xmlns:a16="http://schemas.microsoft.com/office/drawing/2014/main" id="{7A9169B2-92D5-2F1B-6E3B-7670739D7FEB}"/>
                  </a:ext>
                </a:extLst>
              </p:cNvPr>
              <p:cNvSpPr txBox="1">
                <a:spLocks noRot="1" noChangeAspect="1" noMove="1" noResize="1" noEditPoints="1" noAdjustHandles="1" noChangeArrowheads="1" noChangeShapeType="1" noTextEdit="1"/>
              </p:cNvSpPr>
              <p:nvPr/>
            </p:nvSpPr>
            <p:spPr>
              <a:xfrm>
                <a:off x="6940868" y="3962401"/>
                <a:ext cx="3522631" cy="276999"/>
              </a:xfrm>
              <a:prstGeom prst="rect">
                <a:avLst/>
              </a:prstGeom>
              <a:blipFill>
                <a:blip r:embed="rId3"/>
                <a:stretch>
                  <a:fillRect t="-4545" b="-45455"/>
                </a:stretch>
              </a:blipFill>
            </p:spPr>
            <p:txBody>
              <a:bodyPr/>
              <a:lstStyle/>
              <a:p>
                <a:r>
                  <a:rPr lang="en-US">
                    <a:noFill/>
                  </a:rPr>
                  <a:t> </a:t>
                </a:r>
              </a:p>
            </p:txBody>
          </p:sp>
        </mc:Fallback>
      </mc:AlternateContent>
      <p:cxnSp>
        <p:nvCxnSpPr>
          <p:cNvPr id="7" name="Straight Connector 6">
            <a:extLst>
              <a:ext uri="{FF2B5EF4-FFF2-40B4-BE49-F238E27FC236}">
                <a16:creationId xmlns:a16="http://schemas.microsoft.com/office/drawing/2014/main" id="{DE94893C-8A36-2C99-891D-A3ED0D2EA430}"/>
              </a:ext>
            </a:extLst>
          </p:cNvPr>
          <p:cNvCxnSpPr/>
          <p:nvPr/>
        </p:nvCxnSpPr>
        <p:spPr>
          <a:xfrm>
            <a:off x="1446212" y="4619506"/>
            <a:ext cx="10210800" cy="0"/>
          </a:xfrm>
          <a:prstGeom prst="line">
            <a:avLst/>
          </a:prstGeom>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201ADB5-5081-486A-1289-A75F8ACFF3AB}"/>
                  </a:ext>
                </a:extLst>
              </p:cNvPr>
              <p:cNvSpPr txBox="1"/>
              <p:nvPr/>
            </p:nvSpPr>
            <p:spPr>
              <a:xfrm>
                <a:off x="1446212" y="4712937"/>
                <a:ext cx="4640629" cy="7562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𝑓</m:t>
                      </m:r>
                      <m:d>
                        <m:dPr>
                          <m:ctrlPr>
                            <a:rPr lang="en-US" b="0" i="1" smtClean="0">
                              <a:solidFill>
                                <a:schemeClr val="bg1"/>
                              </a:solidFill>
                              <a:latin typeface="Cambria Math" panose="02040503050406030204" pitchFamily="18" charset="0"/>
                            </a:rPr>
                          </m:ctrlPr>
                        </m:dPr>
                        <m:e>
                          <m:r>
                            <a:rPr lang="en-US" b="0" i="1" smtClean="0">
                              <a:solidFill>
                                <a:schemeClr val="bg1"/>
                              </a:solidFill>
                              <a:latin typeface="Cambria Math" panose="02040503050406030204" pitchFamily="18" charset="0"/>
                            </a:rPr>
                            <m:t>𝑘</m:t>
                          </m:r>
                        </m:e>
                      </m:d>
                      <m:r>
                        <a:rPr lang="en-US" b="0" i="1" smtClean="0">
                          <a:solidFill>
                            <a:schemeClr val="bg1"/>
                          </a:solidFill>
                          <a:latin typeface="Cambria Math" panose="02040503050406030204" pitchFamily="18" charset="0"/>
                        </a:rPr>
                        <m:t>=</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𝐿𝑎𝑏𝑒𝑙</m:t>
                          </m:r>
                        </m:e>
                        <m:sub>
                          <m:r>
                            <a:rPr lang="en-US" b="0" i="1" smtClean="0">
                              <a:solidFill>
                                <a:schemeClr val="bg1"/>
                              </a:solidFill>
                              <a:latin typeface="Cambria Math" panose="02040503050406030204" pitchFamily="18" charset="0"/>
                            </a:rPr>
                            <m:t>𝑘</m:t>
                          </m:r>
                        </m:sub>
                      </m:sSub>
                      <m:r>
                        <a:rPr lang="en-US" b="0" i="1" smtClean="0">
                          <a:solidFill>
                            <a:schemeClr val="bg1"/>
                          </a:solidFill>
                          <a:latin typeface="Cambria Math" panose="02040503050406030204" pitchFamily="18" charset="0"/>
                          <a:ea typeface="Cambria Math" panose="02040503050406030204" pitchFamily="18" charset="0"/>
                        </a:rPr>
                        <m:t>×</m:t>
                      </m:r>
                      <m:d>
                        <m:dPr>
                          <m:ctrlPr>
                            <a:rPr lang="en-US" b="0" i="1" smtClean="0">
                              <a:solidFill>
                                <a:schemeClr val="bg1"/>
                              </a:solidFill>
                              <a:latin typeface="Cambria Math" panose="02040503050406030204" pitchFamily="18" charset="0"/>
                              <a:ea typeface="Cambria Math" panose="02040503050406030204" pitchFamily="18" charset="0"/>
                            </a:rPr>
                          </m:ctrlPr>
                        </m:dPr>
                        <m:e>
                          <m:nary>
                            <m:naryPr>
                              <m:chr m:val="∑"/>
                              <m:ctrlPr>
                                <a:rPr lang="en-US" i="1">
                                  <a:solidFill>
                                    <a:schemeClr val="bg1"/>
                                  </a:solidFill>
                                  <a:latin typeface="Cambria Math" panose="02040503050406030204" pitchFamily="18" charset="0"/>
                                </a:rPr>
                              </m:ctrlPr>
                            </m:naryPr>
                            <m:sub>
                              <m:r>
                                <m:rPr>
                                  <m:brk m:alnAt="23"/>
                                </m:rPr>
                                <a:rPr lang="en-US" i="1">
                                  <a:solidFill>
                                    <a:schemeClr val="bg1"/>
                                  </a:solidFill>
                                  <a:latin typeface="Cambria Math" panose="02040503050406030204" pitchFamily="18" charset="0"/>
                                </a:rPr>
                                <m:t>𝑖</m:t>
                              </m:r>
                              <m:r>
                                <a:rPr lang="en-US" i="1">
                                  <a:solidFill>
                                    <a:schemeClr val="bg1"/>
                                  </a:solidFill>
                                  <a:latin typeface="Cambria Math" panose="02040503050406030204" pitchFamily="18" charset="0"/>
                                </a:rPr>
                                <m:t>=1</m:t>
                              </m:r>
                            </m:sub>
                            <m:sup>
                              <m:r>
                                <a:rPr lang="en-US" i="1">
                                  <a:solidFill>
                                    <a:schemeClr val="bg1"/>
                                  </a:solidFill>
                                  <a:latin typeface="Cambria Math" panose="02040503050406030204" pitchFamily="18" charset="0"/>
                                </a:rPr>
                                <m:t>𝑛</m:t>
                              </m:r>
                            </m:sup>
                            <m:e>
                              <m:d>
                                <m:dPr>
                                  <m:ctrlPr>
                                    <a:rPr lang="en-US" i="1">
                                      <a:solidFill>
                                        <a:schemeClr val="bg1"/>
                                      </a:solidFill>
                                      <a:latin typeface="Cambria Math" panose="02040503050406030204" pitchFamily="18" charset="0"/>
                                    </a:rPr>
                                  </m:ctrlPr>
                                </m:dPr>
                                <m:e>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𝑤</m:t>
                                      </m:r>
                                    </m:e>
                                    <m:sub>
                                      <m:r>
                                        <a:rPr lang="en-US" i="1">
                                          <a:solidFill>
                                            <a:schemeClr val="bg1"/>
                                          </a:solidFill>
                                          <a:latin typeface="Cambria Math" panose="02040503050406030204" pitchFamily="18" charset="0"/>
                                        </a:rPr>
                                        <m:t>𝑖</m:t>
                                      </m:r>
                                    </m:sub>
                                  </m:sSub>
                                  <m:r>
                                    <a:rPr lang="en-US" i="1">
                                      <a:solidFill>
                                        <a:schemeClr val="bg1"/>
                                      </a:solidFill>
                                      <a:latin typeface="Cambria Math" panose="02040503050406030204" pitchFamily="18" charset="0"/>
                                      <a:ea typeface="Cambria Math" panose="02040503050406030204" pitchFamily="18" charset="0"/>
                                    </a:rPr>
                                    <m:t>×</m:t>
                                  </m:r>
                                  <m:sSub>
                                    <m:sSubPr>
                                      <m:ctrlPr>
                                        <a:rPr lang="en-US" i="1">
                                          <a:solidFill>
                                            <a:schemeClr val="bg1"/>
                                          </a:solidFill>
                                          <a:latin typeface="Cambria Math" panose="02040503050406030204" pitchFamily="18" charset="0"/>
                                          <a:ea typeface="Cambria Math" panose="02040503050406030204" pitchFamily="18" charset="0"/>
                                        </a:rPr>
                                      </m:ctrlPr>
                                    </m:sSubPr>
                                    <m:e>
                                      <m:r>
                                        <a:rPr lang="en-US" i="1">
                                          <a:solidFill>
                                            <a:schemeClr val="bg1"/>
                                          </a:solidFill>
                                          <a:latin typeface="Cambria Math" panose="02040503050406030204" pitchFamily="18" charset="0"/>
                                          <a:ea typeface="Cambria Math" panose="02040503050406030204" pitchFamily="18" charset="0"/>
                                        </a:rPr>
                                        <m:t>𝐼</m:t>
                                      </m:r>
                                    </m:e>
                                    <m:sub>
                                      <m:d>
                                        <m:dPr>
                                          <m:ctrlPr>
                                            <a:rPr lang="en-US" i="1">
                                              <a:solidFill>
                                                <a:schemeClr val="bg1"/>
                                              </a:solidFill>
                                              <a:latin typeface="Cambria Math" panose="02040503050406030204" pitchFamily="18" charset="0"/>
                                              <a:ea typeface="Cambria Math" panose="02040503050406030204" pitchFamily="18" charset="0"/>
                                            </a:rPr>
                                          </m:ctrlPr>
                                        </m:dPr>
                                        <m:e>
                                          <m:r>
                                            <a:rPr lang="en-US" i="1">
                                              <a:solidFill>
                                                <a:schemeClr val="bg1"/>
                                              </a:solidFill>
                                              <a:latin typeface="Cambria Math" panose="02040503050406030204" pitchFamily="18" charset="0"/>
                                              <a:ea typeface="Cambria Math" panose="02040503050406030204" pitchFamily="18" charset="0"/>
                                            </a:rPr>
                                            <m:t>𝑘</m:t>
                                          </m:r>
                                          <m:r>
                                            <a:rPr lang="en-US" i="1">
                                              <a:solidFill>
                                                <a:schemeClr val="bg1"/>
                                              </a:solidFill>
                                              <a:latin typeface="Cambria Math" panose="02040503050406030204" pitchFamily="18" charset="0"/>
                                              <a:ea typeface="Cambria Math" panose="02040503050406030204" pitchFamily="18" charset="0"/>
                                            </a:rPr>
                                            <m:t>,</m:t>
                                          </m:r>
                                          <m:r>
                                            <a:rPr lang="en-US" i="1">
                                              <a:solidFill>
                                                <a:schemeClr val="bg1"/>
                                              </a:solidFill>
                                              <a:latin typeface="Cambria Math" panose="02040503050406030204" pitchFamily="18" charset="0"/>
                                              <a:ea typeface="Cambria Math" panose="02040503050406030204" pitchFamily="18" charset="0"/>
                                            </a:rPr>
                                            <m:t>𝑖</m:t>
                                          </m:r>
                                        </m:e>
                                      </m:d>
                                    </m:sub>
                                  </m:sSub>
                                </m:e>
                              </m:d>
                              <m:r>
                                <a:rPr lang="en-US" i="1">
                                  <a:solidFill>
                                    <a:schemeClr val="bg1"/>
                                  </a:solidFill>
                                  <a:latin typeface="Cambria Math" panose="02040503050406030204" pitchFamily="18" charset="0"/>
                                </a:rPr>
                                <m:t>+</m:t>
                              </m:r>
                              <m:r>
                                <a:rPr lang="en-US" i="1">
                                  <a:solidFill>
                                    <a:schemeClr val="bg1"/>
                                  </a:solidFill>
                                  <a:latin typeface="Cambria Math" panose="02040503050406030204" pitchFamily="18" charset="0"/>
                                </a:rPr>
                                <m:t>𝑡h𝑟𝑒𝑠h𝑜𝑙𝑑</m:t>
                              </m:r>
                            </m:e>
                          </m:nary>
                        </m:e>
                      </m:d>
                    </m:oMath>
                  </m:oMathPara>
                </a14:m>
                <a:endParaRPr lang="en-US" dirty="0">
                  <a:solidFill>
                    <a:schemeClr val="bg1"/>
                  </a:solidFill>
                </a:endParaRPr>
              </a:p>
            </p:txBody>
          </p:sp>
        </mc:Choice>
        <mc:Fallback xmlns="">
          <p:sp>
            <p:nvSpPr>
              <p:cNvPr id="8" name="TextBox 7">
                <a:extLst>
                  <a:ext uri="{FF2B5EF4-FFF2-40B4-BE49-F238E27FC236}">
                    <a16:creationId xmlns:a16="http://schemas.microsoft.com/office/drawing/2014/main" id="{D201ADB5-5081-486A-1289-A75F8ACFF3AB}"/>
                  </a:ext>
                </a:extLst>
              </p:cNvPr>
              <p:cNvSpPr txBox="1">
                <a:spLocks noRot="1" noChangeAspect="1" noMove="1" noResize="1" noEditPoints="1" noAdjustHandles="1" noChangeArrowheads="1" noChangeShapeType="1" noTextEdit="1"/>
              </p:cNvSpPr>
              <p:nvPr/>
            </p:nvSpPr>
            <p:spPr>
              <a:xfrm>
                <a:off x="1446212" y="4712937"/>
                <a:ext cx="4640629" cy="756233"/>
              </a:xfrm>
              <a:prstGeom prst="rect">
                <a:avLst/>
              </a:prstGeom>
              <a:blipFill>
                <a:blip r:embed="rId4"/>
                <a:stretch>
                  <a:fillRect l="-1090" t="-118333" b="-18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74055D2-23C1-7B0C-FCB5-022399E99AF7}"/>
                  </a:ext>
                </a:extLst>
              </p:cNvPr>
              <p:cNvSpPr txBox="1"/>
              <p:nvPr/>
            </p:nvSpPr>
            <p:spPr>
              <a:xfrm>
                <a:off x="6869313" y="4673441"/>
                <a:ext cx="3665491" cy="10552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𝑓</m:t>
                      </m:r>
                      <m:d>
                        <m:dPr>
                          <m:ctrlPr>
                            <a:rPr lang="en-US" b="0" i="1" smtClean="0">
                              <a:solidFill>
                                <a:schemeClr val="bg1"/>
                              </a:solidFill>
                              <a:latin typeface="Cambria Math" panose="02040503050406030204" pitchFamily="18" charset="0"/>
                            </a:rPr>
                          </m:ctrlPr>
                        </m:dPr>
                        <m:e>
                          <m:r>
                            <a:rPr lang="en-US" b="0" i="1" smtClean="0">
                              <a:solidFill>
                                <a:schemeClr val="bg1"/>
                              </a:solidFill>
                              <a:latin typeface="Cambria Math" panose="02040503050406030204" pitchFamily="18" charset="0"/>
                            </a:rPr>
                            <m:t>𝑘</m:t>
                          </m:r>
                        </m:e>
                      </m:d>
                      <m:r>
                        <a:rPr lang="en-US" b="0" i="1" smtClean="0">
                          <a:solidFill>
                            <a:schemeClr val="bg1"/>
                          </a:solidFill>
                          <a:latin typeface="Cambria Math" panose="02040503050406030204" pitchFamily="18" charset="0"/>
                        </a:rPr>
                        <m:t>=</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𝐿𝑎𝑏𝑒𝑙</m:t>
                          </m:r>
                        </m:e>
                        <m:sub>
                          <m:r>
                            <a:rPr lang="en-US" i="1">
                              <a:solidFill>
                                <a:schemeClr val="bg1"/>
                              </a:solidFill>
                              <a:latin typeface="Cambria Math" panose="02040503050406030204" pitchFamily="18" charset="0"/>
                            </a:rPr>
                            <m:t>𝑘</m:t>
                          </m:r>
                        </m:sub>
                      </m:sSub>
                      <m:r>
                        <a:rPr lang="en-US" i="1">
                          <a:solidFill>
                            <a:schemeClr val="bg1"/>
                          </a:solidFill>
                          <a:latin typeface="Cambria Math" panose="02040503050406030204" pitchFamily="18" charset="0"/>
                          <a:ea typeface="Cambria Math" panose="02040503050406030204" pitchFamily="18" charset="0"/>
                        </a:rPr>
                        <m:t>×</m:t>
                      </m:r>
                      <m:d>
                        <m:dPr>
                          <m:ctrlPr>
                            <a:rPr lang="en-US" i="1" smtClean="0">
                              <a:solidFill>
                                <a:schemeClr val="bg1"/>
                              </a:solidFill>
                              <a:latin typeface="Cambria Math" panose="02040503050406030204" pitchFamily="18" charset="0"/>
                              <a:ea typeface="Cambria Math" panose="02040503050406030204" pitchFamily="18" charset="0"/>
                            </a:rPr>
                          </m:ctrlPr>
                        </m:dPr>
                        <m:e>
                          <m:nary>
                            <m:naryPr>
                              <m:chr m:val="∑"/>
                              <m:ctrlPr>
                                <a:rPr lang="en-US" i="1">
                                  <a:solidFill>
                                    <a:schemeClr val="bg1"/>
                                  </a:solidFill>
                                  <a:latin typeface="Cambria Math" panose="02040503050406030204" pitchFamily="18" charset="0"/>
                                </a:rPr>
                              </m:ctrlPr>
                            </m:naryPr>
                            <m:sub>
                              <m:r>
                                <m:rPr>
                                  <m:brk m:alnAt="23"/>
                                </m:rPr>
                                <a:rPr lang="en-US" i="1">
                                  <a:solidFill>
                                    <a:schemeClr val="bg1"/>
                                  </a:solidFill>
                                  <a:latin typeface="Cambria Math" panose="02040503050406030204" pitchFamily="18" charset="0"/>
                                </a:rPr>
                                <m:t>𝑖</m:t>
                              </m:r>
                              <m:r>
                                <a:rPr lang="en-US" i="1">
                                  <a:solidFill>
                                    <a:schemeClr val="bg1"/>
                                  </a:solidFill>
                                  <a:latin typeface="Cambria Math" panose="02040503050406030204" pitchFamily="18" charset="0"/>
                                </a:rPr>
                                <m:t>=1</m:t>
                              </m:r>
                            </m:sub>
                            <m:sup>
                              <m:r>
                                <a:rPr lang="en-US" i="1">
                                  <a:solidFill>
                                    <a:schemeClr val="bg1"/>
                                  </a:solidFill>
                                  <a:latin typeface="Cambria Math" panose="02040503050406030204" pitchFamily="18" charset="0"/>
                                </a:rPr>
                                <m:t>𝑛</m:t>
                              </m:r>
                              <m:r>
                                <a:rPr lang="en-US" i="1">
                                  <a:solidFill>
                                    <a:schemeClr val="bg1"/>
                                  </a:solidFill>
                                  <a:latin typeface="Cambria Math" panose="02040503050406030204" pitchFamily="18" charset="0"/>
                                </a:rPr>
                                <m:t>+1</m:t>
                              </m:r>
                            </m:sup>
                            <m:e>
                              <m:d>
                                <m:dPr>
                                  <m:ctrlPr>
                                    <a:rPr lang="en-US" i="1" smtClean="0">
                                      <a:solidFill>
                                        <a:schemeClr val="bg1"/>
                                      </a:solidFill>
                                      <a:latin typeface="Cambria Math" panose="02040503050406030204" pitchFamily="18" charset="0"/>
                                    </a:rPr>
                                  </m:ctrlPr>
                                </m:dPr>
                                <m:e>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𝑤</m:t>
                                      </m:r>
                                    </m:e>
                                    <m:sub>
                                      <m:r>
                                        <a:rPr lang="en-US" i="1">
                                          <a:solidFill>
                                            <a:schemeClr val="bg1"/>
                                          </a:solidFill>
                                          <a:latin typeface="Cambria Math" panose="02040503050406030204" pitchFamily="18" charset="0"/>
                                        </a:rPr>
                                        <m:t>𝑖</m:t>
                                      </m:r>
                                    </m:sub>
                                  </m:sSub>
                                  <m:r>
                                    <a:rPr lang="en-US" i="1">
                                      <a:solidFill>
                                        <a:schemeClr val="bg1"/>
                                      </a:solidFill>
                                      <a:latin typeface="Cambria Math" panose="02040503050406030204" pitchFamily="18" charset="0"/>
                                      <a:ea typeface="Cambria Math" panose="02040503050406030204" pitchFamily="18" charset="0"/>
                                    </a:rPr>
                                    <m:t>×</m:t>
                                  </m:r>
                                  <m:sSub>
                                    <m:sSubPr>
                                      <m:ctrlPr>
                                        <a:rPr lang="en-US" i="1">
                                          <a:solidFill>
                                            <a:schemeClr val="bg1"/>
                                          </a:solidFill>
                                          <a:latin typeface="Cambria Math" panose="02040503050406030204" pitchFamily="18" charset="0"/>
                                          <a:ea typeface="Cambria Math" panose="02040503050406030204" pitchFamily="18" charset="0"/>
                                        </a:rPr>
                                      </m:ctrlPr>
                                    </m:sSubPr>
                                    <m:e>
                                      <m:r>
                                        <a:rPr lang="en-US" i="1">
                                          <a:solidFill>
                                            <a:schemeClr val="bg1"/>
                                          </a:solidFill>
                                          <a:latin typeface="Cambria Math" panose="02040503050406030204" pitchFamily="18" charset="0"/>
                                          <a:ea typeface="Cambria Math" panose="02040503050406030204" pitchFamily="18" charset="0"/>
                                        </a:rPr>
                                        <m:t>𝐼</m:t>
                                      </m:r>
                                    </m:e>
                                    <m:sub>
                                      <m:d>
                                        <m:dPr>
                                          <m:ctrlPr>
                                            <a:rPr lang="en-US" i="1">
                                              <a:solidFill>
                                                <a:schemeClr val="bg1"/>
                                              </a:solidFill>
                                              <a:latin typeface="Cambria Math" panose="02040503050406030204" pitchFamily="18" charset="0"/>
                                              <a:ea typeface="Cambria Math" panose="02040503050406030204" pitchFamily="18" charset="0"/>
                                            </a:rPr>
                                          </m:ctrlPr>
                                        </m:dPr>
                                        <m:e>
                                          <m:r>
                                            <a:rPr lang="en-US" i="1">
                                              <a:solidFill>
                                                <a:schemeClr val="bg1"/>
                                              </a:solidFill>
                                              <a:latin typeface="Cambria Math" panose="02040503050406030204" pitchFamily="18" charset="0"/>
                                              <a:ea typeface="Cambria Math" panose="02040503050406030204" pitchFamily="18" charset="0"/>
                                            </a:rPr>
                                            <m:t>𝑘</m:t>
                                          </m:r>
                                          <m:r>
                                            <a:rPr lang="en-US" i="1">
                                              <a:solidFill>
                                                <a:schemeClr val="bg1"/>
                                              </a:solidFill>
                                              <a:latin typeface="Cambria Math" panose="02040503050406030204" pitchFamily="18" charset="0"/>
                                              <a:ea typeface="Cambria Math" panose="02040503050406030204" pitchFamily="18" charset="0"/>
                                            </a:rPr>
                                            <m:t>,</m:t>
                                          </m:r>
                                          <m:r>
                                            <a:rPr lang="en-US" i="1">
                                              <a:solidFill>
                                                <a:schemeClr val="bg1"/>
                                              </a:solidFill>
                                              <a:latin typeface="Cambria Math" panose="02040503050406030204" pitchFamily="18" charset="0"/>
                                              <a:ea typeface="Cambria Math" panose="02040503050406030204" pitchFamily="18" charset="0"/>
                                            </a:rPr>
                                            <m:t>𝑖</m:t>
                                          </m:r>
                                        </m:e>
                                      </m:d>
                                    </m:sub>
                                  </m:sSub>
                                </m:e>
                              </m:d>
                            </m:e>
                          </m:nary>
                        </m:e>
                      </m:d>
                    </m:oMath>
                  </m:oMathPara>
                </a14:m>
                <a:endParaRPr lang="en-US" i="1" dirty="0">
                  <a:solidFill>
                    <a:schemeClr val="bg1"/>
                  </a:solidFill>
                  <a:latin typeface="Cambria Math" panose="02040503050406030204" pitchFamily="18" charset="0"/>
                  <a:ea typeface="Cambria Math" panose="02040503050406030204" pitchFamily="18" charset="0"/>
                </a:endParaRPr>
              </a:p>
              <a:p>
                <a14:m>
                  <m:oMath xmlns:m="http://schemas.openxmlformats.org/officeDocument/2006/math">
                    <m:r>
                      <a:rPr lang="en-US" b="0" i="1" smtClean="0">
                        <a:solidFill>
                          <a:schemeClr val="bg1"/>
                        </a:solidFill>
                        <a:latin typeface="Cambria Math" panose="02040503050406030204" pitchFamily="18" charset="0"/>
                        <a:ea typeface="Cambria Math" panose="02040503050406030204" pitchFamily="18" charset="0"/>
                      </a:rPr>
                      <m:t>              =</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𝐿𝑎𝑏𝑒𝑙</m:t>
                        </m:r>
                      </m:e>
                      <m:sub>
                        <m:r>
                          <a:rPr lang="en-US" i="1">
                            <a:solidFill>
                              <a:schemeClr val="bg1"/>
                            </a:solidFill>
                            <a:latin typeface="Cambria Math" panose="02040503050406030204" pitchFamily="18" charset="0"/>
                          </a:rPr>
                          <m:t>𝑘</m:t>
                        </m:r>
                      </m:sub>
                    </m:sSub>
                    <m:r>
                      <a:rPr lang="en-US" i="1">
                        <a:solidFill>
                          <a:schemeClr val="bg1"/>
                        </a:solidFill>
                        <a:latin typeface="Cambria Math" panose="02040503050406030204" pitchFamily="18" charset="0"/>
                        <a:ea typeface="Cambria Math" panose="02040503050406030204" pitchFamily="18" charset="0"/>
                      </a:rPr>
                      <m:t>×</m:t>
                    </m:r>
                  </m:oMath>
                </a14:m>
                <a:r>
                  <a:rPr lang="en-US" dirty="0">
                    <a:solidFill>
                      <a:schemeClr val="bg1"/>
                    </a:solidFill>
                  </a:rPr>
                  <a:t> (</a:t>
                </a:r>
                <a14:m>
                  <m:oMath xmlns:m="http://schemas.openxmlformats.org/officeDocument/2006/math">
                    <m:r>
                      <a:rPr lang="en-US" i="1">
                        <a:solidFill>
                          <a:schemeClr val="bg1"/>
                        </a:solidFill>
                        <a:latin typeface="Cambria Math" panose="02040503050406030204" pitchFamily="18" charset="0"/>
                        <a:ea typeface="Cambria Math" panose="02040503050406030204" pitchFamily="18" charset="0"/>
                      </a:rPr>
                      <m:t>𝑤</m:t>
                    </m:r>
                    <m:r>
                      <a:rPr lang="en-US" i="1">
                        <a:solidFill>
                          <a:schemeClr val="bg1"/>
                        </a:solidFill>
                        <a:latin typeface="Cambria Math" panose="02040503050406030204" pitchFamily="18" charset="0"/>
                        <a:ea typeface="Cambria Math" panose="02040503050406030204" pitchFamily="18" charset="0"/>
                      </a:rPr>
                      <m:t>∙</m:t>
                    </m:r>
                    <m:sSub>
                      <m:sSubPr>
                        <m:ctrlPr>
                          <a:rPr lang="en-US" i="1">
                            <a:solidFill>
                              <a:schemeClr val="bg1"/>
                            </a:solidFill>
                            <a:latin typeface="Cambria Math" panose="02040503050406030204" pitchFamily="18" charset="0"/>
                            <a:ea typeface="Cambria Math" panose="02040503050406030204" pitchFamily="18" charset="0"/>
                          </a:rPr>
                        </m:ctrlPr>
                      </m:sSubPr>
                      <m:e>
                        <m:r>
                          <a:rPr lang="en-US" i="1">
                            <a:solidFill>
                              <a:schemeClr val="bg1"/>
                            </a:solidFill>
                            <a:latin typeface="Cambria Math" panose="02040503050406030204" pitchFamily="18" charset="0"/>
                            <a:ea typeface="Cambria Math" panose="02040503050406030204" pitchFamily="18" charset="0"/>
                          </a:rPr>
                          <m:t>𝐼</m:t>
                        </m:r>
                      </m:e>
                      <m:sub>
                        <m:r>
                          <a:rPr lang="en-US" i="1">
                            <a:solidFill>
                              <a:schemeClr val="bg1"/>
                            </a:solidFill>
                            <a:latin typeface="Cambria Math" panose="02040503050406030204" pitchFamily="18" charset="0"/>
                            <a:ea typeface="Cambria Math" panose="02040503050406030204" pitchFamily="18" charset="0"/>
                          </a:rPr>
                          <m:t>𝑘</m:t>
                        </m:r>
                      </m:sub>
                    </m:sSub>
                  </m:oMath>
                </a14:m>
                <a:r>
                  <a:rPr lang="en-US" dirty="0">
                    <a:solidFill>
                      <a:schemeClr val="bg1"/>
                    </a:solidFill>
                  </a:rPr>
                  <a:t>)</a:t>
                </a:r>
              </a:p>
            </p:txBody>
          </p:sp>
        </mc:Choice>
        <mc:Fallback xmlns="">
          <p:sp>
            <p:nvSpPr>
              <p:cNvPr id="9" name="TextBox 8">
                <a:extLst>
                  <a:ext uri="{FF2B5EF4-FFF2-40B4-BE49-F238E27FC236}">
                    <a16:creationId xmlns:a16="http://schemas.microsoft.com/office/drawing/2014/main" id="{074055D2-23C1-7B0C-FCB5-022399E99AF7}"/>
                  </a:ext>
                </a:extLst>
              </p:cNvPr>
              <p:cNvSpPr txBox="1">
                <a:spLocks noRot="1" noChangeAspect="1" noMove="1" noResize="1" noEditPoints="1" noAdjustHandles="1" noChangeArrowheads="1" noChangeShapeType="1" noTextEdit="1"/>
              </p:cNvSpPr>
              <p:nvPr/>
            </p:nvSpPr>
            <p:spPr>
              <a:xfrm>
                <a:off x="6869313" y="4673441"/>
                <a:ext cx="3665491" cy="1055225"/>
              </a:xfrm>
              <a:prstGeom prst="rect">
                <a:avLst/>
              </a:prstGeom>
              <a:blipFill>
                <a:blip r:embed="rId5"/>
                <a:stretch>
                  <a:fillRect l="-3103" t="-83333" b="-102381"/>
                </a:stretch>
              </a:blipFill>
            </p:spPr>
            <p:txBody>
              <a:bodyPr/>
              <a:lstStyle/>
              <a:p>
                <a:r>
                  <a:rPr lang="en-US">
                    <a:noFill/>
                  </a:rPr>
                  <a:t> </a:t>
                </a:r>
              </a:p>
            </p:txBody>
          </p:sp>
        </mc:Fallback>
      </mc:AlternateContent>
      <p:cxnSp>
        <p:nvCxnSpPr>
          <p:cNvPr id="12" name="Straight Connector 11">
            <a:extLst>
              <a:ext uri="{FF2B5EF4-FFF2-40B4-BE49-F238E27FC236}">
                <a16:creationId xmlns:a16="http://schemas.microsoft.com/office/drawing/2014/main" id="{1BB1DED6-933A-B00F-6416-BA9BB72C65AC}"/>
              </a:ext>
            </a:extLst>
          </p:cNvPr>
          <p:cNvCxnSpPr/>
          <p:nvPr/>
        </p:nvCxnSpPr>
        <p:spPr>
          <a:xfrm>
            <a:off x="1446212" y="5943600"/>
            <a:ext cx="10210800"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435574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Training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10087601" cy="1676400"/>
          </a:xfrm>
        </p:spPr>
        <p:txBody>
          <a:bodyPr>
            <a:normAutofit/>
          </a:bodyPr>
          <a:lstStyle/>
          <a:p>
            <a:pPr marL="0" indent="0">
              <a:buNone/>
            </a:pPr>
            <a:r>
              <a:rPr lang="en-US" b="0" dirty="0">
                <a:latin typeface="Cambria Math" panose="02040503050406030204" pitchFamily="18" charset="0"/>
                <a:cs typeface="Arial" panose="020B0604020202020204" pitchFamily="34" charset="0"/>
              </a:rPr>
              <a:t>Assuming we have the following dataset (for training):</a:t>
            </a:r>
          </a:p>
        </p:txBody>
      </p:sp>
      <p:graphicFrame>
        <p:nvGraphicFramePr>
          <p:cNvPr id="14" name="Table 13">
            <a:extLst>
              <a:ext uri="{FF2B5EF4-FFF2-40B4-BE49-F238E27FC236}">
                <a16:creationId xmlns:a16="http://schemas.microsoft.com/office/drawing/2014/main" id="{E8F49F50-D450-AB88-7E08-3408DFA27867}"/>
              </a:ext>
            </a:extLst>
          </p:cNvPr>
          <p:cNvGraphicFramePr>
            <a:graphicFrameLocks noGrp="1"/>
          </p:cNvGraphicFramePr>
          <p:nvPr/>
        </p:nvGraphicFramePr>
        <p:xfrm>
          <a:off x="1751012" y="2164080"/>
          <a:ext cx="3566160" cy="1645920"/>
        </p:xfrm>
        <a:graphic>
          <a:graphicData uri="http://schemas.openxmlformats.org/drawingml/2006/table">
            <a:tbl>
              <a:tblPr firstRow="1" bandRow="1">
                <a:tableStyleId>{073A0DAA-6AF3-43AB-8588-CEC1D06C72B9}</a:tableStyleId>
              </a:tblPr>
              <a:tblGrid>
                <a:gridCol w="640080">
                  <a:extLst>
                    <a:ext uri="{9D8B030D-6E8A-4147-A177-3AD203B41FA5}">
                      <a16:colId xmlns:a16="http://schemas.microsoft.com/office/drawing/2014/main" val="3809471710"/>
                    </a:ext>
                  </a:extLst>
                </a:gridCol>
                <a:gridCol w="640080">
                  <a:extLst>
                    <a:ext uri="{9D8B030D-6E8A-4147-A177-3AD203B41FA5}">
                      <a16:colId xmlns:a16="http://schemas.microsoft.com/office/drawing/2014/main" val="698173739"/>
                    </a:ext>
                  </a:extLst>
                </a:gridCol>
                <a:gridCol w="640080">
                  <a:extLst>
                    <a:ext uri="{9D8B030D-6E8A-4147-A177-3AD203B41FA5}">
                      <a16:colId xmlns:a16="http://schemas.microsoft.com/office/drawing/2014/main" val="4241484159"/>
                    </a:ext>
                  </a:extLst>
                </a:gridCol>
                <a:gridCol w="274320">
                  <a:extLst>
                    <a:ext uri="{9D8B030D-6E8A-4147-A177-3AD203B41FA5}">
                      <a16:colId xmlns:a16="http://schemas.microsoft.com/office/drawing/2014/main" val="2135852234"/>
                    </a:ext>
                  </a:extLst>
                </a:gridCol>
                <a:gridCol w="640080">
                  <a:extLst>
                    <a:ext uri="{9D8B030D-6E8A-4147-A177-3AD203B41FA5}">
                      <a16:colId xmlns:a16="http://schemas.microsoft.com/office/drawing/2014/main" val="1034484046"/>
                    </a:ext>
                  </a:extLst>
                </a:gridCol>
                <a:gridCol w="731520">
                  <a:extLst>
                    <a:ext uri="{9D8B030D-6E8A-4147-A177-3AD203B41FA5}">
                      <a16:colId xmlns:a16="http://schemas.microsoft.com/office/drawing/2014/main" val="2469034243"/>
                    </a:ext>
                  </a:extLst>
                </a:gridCol>
              </a:tblGrid>
              <a:tr h="196579">
                <a:tc>
                  <a:txBody>
                    <a:bodyPr/>
                    <a:lstStyle/>
                    <a:p>
                      <a:r>
                        <a:rPr lang="en-US" sz="1200" dirty="0">
                          <a:latin typeface="Arial" panose="020B0604020202020204" pitchFamily="34" charset="0"/>
                          <a:cs typeface="Arial" panose="020B0604020202020204" pitchFamily="34" charset="0"/>
                        </a:rPr>
                        <a:t>Entry</a:t>
                      </a:r>
                    </a:p>
                  </a:txBody>
                  <a:tcPr/>
                </a:tc>
                <a:tc>
                  <a:txBody>
                    <a:bodyPr/>
                    <a:lstStyle/>
                    <a:p>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1</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2</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dirty="0">
                          <a:latin typeface="Arial" panose="020B0604020202020204" pitchFamily="34" charset="0"/>
                          <a:cs typeface="Arial" panose="020B0604020202020204" pitchFamily="34" charset="0"/>
                        </a:rPr>
                        <a:t>…</a:t>
                      </a:r>
                    </a:p>
                  </a:txBody>
                  <a:tcPr/>
                </a:tc>
                <a:tc>
                  <a:txBody>
                    <a:bodyPr/>
                    <a:lstStyle/>
                    <a:p>
                      <a:r>
                        <a:rPr lang="en-US" sz="1200" dirty="0" err="1">
                          <a:latin typeface="Arial" panose="020B0604020202020204" pitchFamily="34" charset="0"/>
                          <a:cs typeface="Arial" panose="020B0604020202020204" pitchFamily="34" charset="0"/>
                        </a:rPr>
                        <a:t>Input</a:t>
                      </a:r>
                      <a:r>
                        <a:rPr lang="en-US" sz="1200" baseline="-25000" dirty="0" err="1">
                          <a:latin typeface="Arial" panose="020B0604020202020204" pitchFamily="34" charset="0"/>
                          <a:cs typeface="Arial" panose="020B0604020202020204" pitchFamily="34" charset="0"/>
                        </a:rPr>
                        <a:t>n</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Label</a:t>
                      </a:r>
                    </a:p>
                  </a:txBody>
                  <a:tcPr/>
                </a:tc>
                <a:extLst>
                  <a:ext uri="{0D108BD9-81ED-4DB2-BD59-A6C34878D82A}">
                    <a16:rowId xmlns:a16="http://schemas.microsoft.com/office/drawing/2014/main" val="3223542544"/>
                  </a:ext>
                </a:extLst>
              </a:tr>
              <a:tr h="117947">
                <a:tc>
                  <a:txBody>
                    <a:bodyPr/>
                    <a:lstStyle/>
                    <a:p>
                      <a:pPr algn="r"/>
                      <a:r>
                        <a:rPr lang="en-US" sz="1200" b="1" dirty="0">
                          <a:latin typeface="Arial" panose="020B0604020202020204" pitchFamily="34" charset="0"/>
                          <a:cs typeface="Arial" panose="020B0604020202020204" pitchFamily="34" charset="0"/>
                        </a:rPr>
                        <a:t>#1</a:t>
                      </a:r>
                    </a:p>
                  </a:txBody>
                  <a:tcPr/>
                </a:tc>
                <a:tc>
                  <a:txBody>
                    <a:bodyPr/>
                    <a:lstStyle/>
                    <a:p>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(1,1)</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(1,2)</a:t>
                      </a:r>
                      <a:endParaRPr lang="en-US" sz="1200" dirty="0">
                        <a:latin typeface="Arial" panose="020B0604020202020204" pitchFamily="34" charset="0"/>
                        <a:cs typeface="Arial" panose="020B0604020202020204" pitchFamily="34" charset="0"/>
                      </a:endParaRPr>
                    </a:p>
                  </a:txBody>
                  <a:tcPr/>
                </a:tc>
                <a:tc>
                  <a:txBody>
                    <a:bodyPr/>
                    <a:lstStyle/>
                    <a:p>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(1,n)</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NO </a:t>
                      </a:r>
                      <a:r>
                        <a:rPr lang="en-US" sz="1200" b="1" dirty="0">
                          <a:latin typeface="Arial" panose="020B0604020202020204" pitchFamily="34" charset="0"/>
                          <a:cs typeface="Arial" panose="020B0604020202020204" pitchFamily="34" charset="0"/>
                        </a:rPr>
                        <a:t>(-1)</a:t>
                      </a:r>
                    </a:p>
                  </a:txBody>
                  <a:tcPr/>
                </a:tc>
                <a:extLst>
                  <a:ext uri="{0D108BD9-81ED-4DB2-BD59-A6C34878D82A}">
                    <a16:rowId xmlns:a16="http://schemas.microsoft.com/office/drawing/2014/main" val="3235754363"/>
                  </a:ext>
                </a:extLst>
              </a:tr>
              <a:tr h="182880">
                <a:tc grid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a:t>
                      </a: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tc>
                <a:tc hMerge="1">
                  <a:txBody>
                    <a:bodyPr/>
                    <a:lstStyle/>
                    <a:p>
                      <a:endParaRPr lang="en-US">
                        <a:latin typeface="Arial" panose="020B0604020202020204" pitchFamily="34" charset="0"/>
                        <a:cs typeface="Arial" panose="020B0604020202020204" pitchFamily="34" charset="0"/>
                      </a:endParaRP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tc>
                <a:tc hMerge="1">
                  <a:txBody>
                    <a:bodyPr/>
                    <a:lstStyle/>
                    <a:p>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462615418"/>
                  </a:ext>
                </a:extLst>
              </a:tr>
              <a:tr h="128650">
                <a:tc>
                  <a:txBody>
                    <a:bodyPr/>
                    <a:lstStyle/>
                    <a:p>
                      <a:pPr algn="r"/>
                      <a:r>
                        <a:rPr lang="en-US" sz="1200" b="1" dirty="0">
                          <a:latin typeface="Arial" panose="020B0604020202020204" pitchFamily="34" charset="0"/>
                          <a:cs typeface="Arial" panose="020B0604020202020204" pitchFamily="34" charset="0"/>
                        </a:rPr>
                        <a:t>#k</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(k,1)</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(k,2)</a:t>
                      </a:r>
                      <a:endParaRPr lang="en-US" sz="1200" dirty="0">
                        <a:latin typeface="Arial" panose="020B0604020202020204" pitchFamily="34" charset="0"/>
                        <a:cs typeface="Arial" panose="020B0604020202020204" pitchFamily="34" charset="0"/>
                      </a:endParaRPr>
                    </a:p>
                  </a:txBody>
                  <a:tcPr/>
                </a:tc>
                <a:tc>
                  <a:txBody>
                    <a:bodyPr/>
                    <a:lstStyle/>
                    <a:p>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a:t>
                      </a:r>
                      <a:r>
                        <a:rPr lang="en-US" sz="1200" baseline="-25000" dirty="0" err="1">
                          <a:latin typeface="Arial" panose="020B0604020202020204" pitchFamily="34" charset="0"/>
                          <a:cs typeface="Arial" panose="020B0604020202020204" pitchFamily="34" charset="0"/>
                        </a:rPr>
                        <a:t>k,n</a:t>
                      </a:r>
                      <a:r>
                        <a:rPr lang="en-US" sz="1200" baseline="-250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YES </a:t>
                      </a:r>
                      <a:r>
                        <a:rPr lang="en-US" sz="1200" b="1" dirty="0">
                          <a:latin typeface="Arial" panose="020B0604020202020204" pitchFamily="34" charset="0"/>
                          <a:cs typeface="Arial" panose="020B0604020202020204" pitchFamily="34" charset="0"/>
                        </a:rPr>
                        <a:t>(1)</a:t>
                      </a:r>
                    </a:p>
                  </a:txBody>
                  <a:tcPr/>
                </a:tc>
                <a:extLst>
                  <a:ext uri="{0D108BD9-81ED-4DB2-BD59-A6C34878D82A}">
                    <a16:rowId xmlns:a16="http://schemas.microsoft.com/office/drawing/2014/main" val="1717954149"/>
                  </a:ext>
                </a:extLst>
              </a:tr>
              <a:tr h="117947">
                <a:tc gridSpan="6">
                  <a:txBody>
                    <a:bodyPr/>
                    <a:lstStyle/>
                    <a:p>
                      <a:pPr algn="ctr"/>
                      <a:r>
                        <a:rPr lang="en-US" sz="1200" dirty="0">
                          <a:latin typeface="Arial" panose="020B0604020202020204" pitchFamily="34" charset="0"/>
                          <a:cs typeface="Arial" panose="020B0604020202020204" pitchFamily="34" charset="0"/>
                        </a:rPr>
                        <a:t>…</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391375967"/>
                  </a:ext>
                </a:extLst>
              </a:tr>
              <a:tr h="128650">
                <a:tc>
                  <a:txBody>
                    <a:bodyPr/>
                    <a:lstStyle/>
                    <a:p>
                      <a:pPr algn="r"/>
                      <a:r>
                        <a:rPr lang="en-US" sz="1200" b="1" dirty="0">
                          <a:latin typeface="Arial" panose="020B0604020202020204" pitchFamily="34" charset="0"/>
                          <a:cs typeface="Arial" panose="020B0604020202020204" pitchFamily="34" charset="0"/>
                        </a:rPr>
                        <a:t>#m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(m,1)</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(m,2)</a:t>
                      </a:r>
                      <a:endParaRPr lang="en-US" sz="1200" dirty="0">
                        <a:latin typeface="Arial" panose="020B0604020202020204" pitchFamily="34" charset="0"/>
                        <a:cs typeface="Arial" panose="020B0604020202020204" pitchFamily="34" charset="0"/>
                      </a:endParaRPr>
                    </a:p>
                  </a:txBody>
                  <a:tcPr/>
                </a:tc>
                <a:tc>
                  <a:txBody>
                    <a:bodyPr/>
                    <a:lstStyle/>
                    <a:p>
                      <a:endParaRPr lang="en-US" sz="120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a:t>
                      </a:r>
                      <a:r>
                        <a:rPr lang="en-US" sz="1200" baseline="-25000" dirty="0" err="1">
                          <a:latin typeface="Arial" panose="020B0604020202020204" pitchFamily="34" charset="0"/>
                          <a:cs typeface="Arial" panose="020B0604020202020204" pitchFamily="34" charset="0"/>
                        </a:rPr>
                        <a:t>m,n</a:t>
                      </a:r>
                      <a:r>
                        <a:rPr lang="en-US" sz="1200" baseline="-250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YES </a:t>
                      </a:r>
                      <a:r>
                        <a:rPr lang="en-US" sz="1200" b="1" dirty="0">
                          <a:latin typeface="Arial" panose="020B0604020202020204" pitchFamily="34" charset="0"/>
                          <a:cs typeface="Arial" panose="020B0604020202020204" pitchFamily="34" charset="0"/>
                        </a:rPr>
                        <a:t>(1)</a:t>
                      </a:r>
                    </a:p>
                  </a:txBody>
                  <a:tcPr/>
                </a:tc>
                <a:extLst>
                  <a:ext uri="{0D108BD9-81ED-4DB2-BD59-A6C34878D82A}">
                    <a16:rowId xmlns:a16="http://schemas.microsoft.com/office/drawing/2014/main" val="55851983"/>
                  </a:ext>
                </a:extLst>
              </a:tr>
            </a:tbl>
          </a:graphicData>
        </a:graphic>
      </p:graphicFrame>
      <p:graphicFrame>
        <p:nvGraphicFramePr>
          <p:cNvPr id="4" name="Table 3">
            <a:extLst>
              <a:ext uri="{FF2B5EF4-FFF2-40B4-BE49-F238E27FC236}">
                <a16:creationId xmlns:a16="http://schemas.microsoft.com/office/drawing/2014/main" id="{B4BA64BF-08E4-9F0E-74C3-821BFF6F4352}"/>
              </a:ext>
            </a:extLst>
          </p:cNvPr>
          <p:cNvGraphicFramePr>
            <a:graphicFrameLocks noGrp="1"/>
          </p:cNvGraphicFramePr>
          <p:nvPr/>
        </p:nvGraphicFramePr>
        <p:xfrm>
          <a:off x="6972936" y="2164080"/>
          <a:ext cx="4389120" cy="1645920"/>
        </p:xfrm>
        <a:graphic>
          <a:graphicData uri="http://schemas.openxmlformats.org/drawingml/2006/table">
            <a:tbl>
              <a:tblPr firstRow="1" bandRow="1">
                <a:tableStyleId>{073A0DAA-6AF3-43AB-8588-CEC1D06C72B9}</a:tableStyleId>
              </a:tblPr>
              <a:tblGrid>
                <a:gridCol w="640080">
                  <a:extLst>
                    <a:ext uri="{9D8B030D-6E8A-4147-A177-3AD203B41FA5}">
                      <a16:colId xmlns:a16="http://schemas.microsoft.com/office/drawing/2014/main" val="3809471710"/>
                    </a:ext>
                  </a:extLst>
                </a:gridCol>
                <a:gridCol w="640080">
                  <a:extLst>
                    <a:ext uri="{9D8B030D-6E8A-4147-A177-3AD203B41FA5}">
                      <a16:colId xmlns:a16="http://schemas.microsoft.com/office/drawing/2014/main" val="698173739"/>
                    </a:ext>
                  </a:extLst>
                </a:gridCol>
                <a:gridCol w="640080">
                  <a:extLst>
                    <a:ext uri="{9D8B030D-6E8A-4147-A177-3AD203B41FA5}">
                      <a16:colId xmlns:a16="http://schemas.microsoft.com/office/drawing/2014/main" val="4241484159"/>
                    </a:ext>
                  </a:extLst>
                </a:gridCol>
                <a:gridCol w="274320">
                  <a:extLst>
                    <a:ext uri="{9D8B030D-6E8A-4147-A177-3AD203B41FA5}">
                      <a16:colId xmlns:a16="http://schemas.microsoft.com/office/drawing/2014/main" val="2135852234"/>
                    </a:ext>
                  </a:extLst>
                </a:gridCol>
                <a:gridCol w="640080">
                  <a:extLst>
                    <a:ext uri="{9D8B030D-6E8A-4147-A177-3AD203B41FA5}">
                      <a16:colId xmlns:a16="http://schemas.microsoft.com/office/drawing/2014/main" val="1034484046"/>
                    </a:ext>
                  </a:extLst>
                </a:gridCol>
                <a:gridCol w="822960">
                  <a:extLst>
                    <a:ext uri="{9D8B030D-6E8A-4147-A177-3AD203B41FA5}">
                      <a16:colId xmlns:a16="http://schemas.microsoft.com/office/drawing/2014/main" val="3112590372"/>
                    </a:ext>
                  </a:extLst>
                </a:gridCol>
                <a:gridCol w="731520">
                  <a:extLst>
                    <a:ext uri="{9D8B030D-6E8A-4147-A177-3AD203B41FA5}">
                      <a16:colId xmlns:a16="http://schemas.microsoft.com/office/drawing/2014/main" val="2469034243"/>
                    </a:ext>
                  </a:extLst>
                </a:gridCol>
              </a:tblGrid>
              <a:tr h="274320">
                <a:tc>
                  <a:txBody>
                    <a:bodyPr/>
                    <a:lstStyle/>
                    <a:p>
                      <a:r>
                        <a:rPr lang="en-US" sz="1200" dirty="0">
                          <a:latin typeface="Arial" panose="020B0604020202020204" pitchFamily="34" charset="0"/>
                          <a:cs typeface="Arial" panose="020B0604020202020204" pitchFamily="34" charset="0"/>
                        </a:rPr>
                        <a:t>Entry</a:t>
                      </a:r>
                    </a:p>
                  </a:txBody>
                  <a:tcPr/>
                </a:tc>
                <a:tc>
                  <a:txBody>
                    <a:bodyPr/>
                    <a:lstStyle/>
                    <a:p>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1</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2</a:t>
                      </a:r>
                      <a:endParaRPr lang="en-US" sz="1200" dirty="0">
                        <a:latin typeface="Arial" panose="020B0604020202020204" pitchFamily="34" charset="0"/>
                        <a:cs typeface="Arial" panose="020B0604020202020204" pitchFamily="34" charset="0"/>
                      </a:endParaRPr>
                    </a:p>
                  </a:txBody>
                  <a:tcPr/>
                </a:tc>
                <a:tc>
                  <a:txBody>
                    <a:bodyPr/>
                    <a:lstStyle/>
                    <a:p>
                      <a:pPr algn="ctr"/>
                      <a:r>
                        <a:rPr lang="en-US" sz="1200" dirty="0">
                          <a:latin typeface="Arial" panose="020B0604020202020204" pitchFamily="34" charset="0"/>
                          <a:cs typeface="Arial" panose="020B0604020202020204" pitchFamily="34" charset="0"/>
                        </a:rPr>
                        <a:t>…</a:t>
                      </a:r>
                    </a:p>
                  </a:txBody>
                  <a:tcPr/>
                </a:tc>
                <a:tc>
                  <a:txBody>
                    <a:bodyPr/>
                    <a:lstStyle/>
                    <a:p>
                      <a:r>
                        <a:rPr lang="en-US" sz="1200" dirty="0" err="1">
                          <a:latin typeface="Arial" panose="020B0604020202020204" pitchFamily="34" charset="0"/>
                          <a:cs typeface="Arial" panose="020B0604020202020204" pitchFamily="34" charset="0"/>
                        </a:rPr>
                        <a:t>Input</a:t>
                      </a:r>
                      <a:r>
                        <a:rPr lang="en-US" sz="1200" baseline="-25000" dirty="0" err="1">
                          <a:latin typeface="Arial" panose="020B0604020202020204" pitchFamily="34" charset="0"/>
                          <a:cs typeface="Arial" panose="020B0604020202020204" pitchFamily="34" charset="0"/>
                        </a:rPr>
                        <a:t>n</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n+1</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Label</a:t>
                      </a:r>
                    </a:p>
                  </a:txBody>
                  <a:tcPr/>
                </a:tc>
                <a:extLst>
                  <a:ext uri="{0D108BD9-81ED-4DB2-BD59-A6C34878D82A}">
                    <a16:rowId xmlns:a16="http://schemas.microsoft.com/office/drawing/2014/main" val="3223542544"/>
                  </a:ext>
                </a:extLst>
              </a:tr>
              <a:tr h="117947">
                <a:tc>
                  <a:txBody>
                    <a:bodyPr/>
                    <a:lstStyle/>
                    <a:p>
                      <a:pPr algn="r"/>
                      <a:r>
                        <a:rPr lang="en-US" sz="1200" b="1" dirty="0">
                          <a:latin typeface="Arial" panose="020B0604020202020204" pitchFamily="34" charset="0"/>
                          <a:cs typeface="Arial" panose="020B0604020202020204" pitchFamily="34" charset="0"/>
                        </a:rPr>
                        <a:t>#1</a:t>
                      </a:r>
                    </a:p>
                  </a:txBody>
                  <a:tcPr/>
                </a:tc>
                <a:tc>
                  <a:txBody>
                    <a:bodyPr/>
                    <a:lstStyle/>
                    <a:p>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(1,1)</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(1,2)</a:t>
                      </a:r>
                      <a:endParaRPr lang="en-US" sz="1200" dirty="0">
                        <a:latin typeface="Arial" panose="020B0604020202020204" pitchFamily="34" charset="0"/>
                        <a:cs typeface="Arial" panose="020B0604020202020204" pitchFamily="34" charset="0"/>
                      </a:endParaRPr>
                    </a:p>
                  </a:txBody>
                  <a:tcPr/>
                </a:tc>
                <a:tc>
                  <a:txBody>
                    <a:bodyPr/>
                    <a:lstStyle/>
                    <a:p>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(1,n)</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1</a:t>
                      </a:r>
                    </a:p>
                  </a:txBody>
                  <a:tcPr/>
                </a:tc>
                <a:tc>
                  <a:txBody>
                    <a:bodyPr/>
                    <a:lstStyle/>
                    <a:p>
                      <a:r>
                        <a:rPr lang="en-US" sz="1200" dirty="0">
                          <a:latin typeface="Arial" panose="020B0604020202020204" pitchFamily="34" charset="0"/>
                          <a:cs typeface="Arial" panose="020B0604020202020204" pitchFamily="34" charset="0"/>
                        </a:rPr>
                        <a:t>NO </a:t>
                      </a:r>
                      <a:r>
                        <a:rPr lang="en-US" sz="1200" b="1" dirty="0">
                          <a:latin typeface="Arial" panose="020B0604020202020204" pitchFamily="34" charset="0"/>
                          <a:cs typeface="Arial" panose="020B0604020202020204" pitchFamily="34" charset="0"/>
                        </a:rPr>
                        <a:t>(-1)</a:t>
                      </a:r>
                    </a:p>
                  </a:txBody>
                  <a:tcPr/>
                </a:tc>
                <a:extLst>
                  <a:ext uri="{0D108BD9-81ED-4DB2-BD59-A6C34878D82A}">
                    <a16:rowId xmlns:a16="http://schemas.microsoft.com/office/drawing/2014/main" val="3235754363"/>
                  </a:ext>
                </a:extLst>
              </a:tr>
              <a:tr h="117947">
                <a:tc gridSpan="7">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a:t>
                      </a: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tc>
                <a:tc hMerge="1">
                  <a:txBody>
                    <a:bodyPr/>
                    <a:lstStyle/>
                    <a:p>
                      <a:endParaRPr lang="en-US">
                        <a:latin typeface="Arial" panose="020B0604020202020204" pitchFamily="34" charset="0"/>
                        <a:cs typeface="Arial" panose="020B0604020202020204" pitchFamily="34" charset="0"/>
                      </a:endParaRP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tc>
                <a:tc hMerge="1">
                  <a:txBody>
                    <a:bodyPr/>
                    <a:lstStyle/>
                    <a:p>
                      <a:endParaRPr lang="en-US"/>
                    </a:p>
                  </a:txBody>
                  <a:tcPr/>
                </a:tc>
                <a:tc hMerge="1">
                  <a:txBody>
                    <a:bodyPr/>
                    <a:lstStyle/>
                    <a:p>
                      <a:endParaRPr lang="en-US"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462615418"/>
                  </a:ext>
                </a:extLst>
              </a:tr>
              <a:tr h="128650">
                <a:tc>
                  <a:txBody>
                    <a:bodyPr/>
                    <a:lstStyle/>
                    <a:p>
                      <a:pPr algn="r"/>
                      <a:r>
                        <a:rPr lang="en-US" sz="1200" b="1" dirty="0">
                          <a:latin typeface="Arial" panose="020B0604020202020204" pitchFamily="34" charset="0"/>
                          <a:cs typeface="Arial" panose="020B0604020202020204" pitchFamily="34" charset="0"/>
                        </a:rPr>
                        <a:t>#k</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(k,1)</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(k,2)</a:t>
                      </a:r>
                      <a:endParaRPr lang="en-US" sz="1200" dirty="0">
                        <a:latin typeface="Arial" panose="020B0604020202020204" pitchFamily="34" charset="0"/>
                        <a:cs typeface="Arial" panose="020B0604020202020204" pitchFamily="34" charset="0"/>
                      </a:endParaRPr>
                    </a:p>
                  </a:txBody>
                  <a:tcPr/>
                </a:tc>
                <a:tc>
                  <a:txBody>
                    <a:bodyPr/>
                    <a:lstStyle/>
                    <a:p>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a:t>
                      </a:r>
                      <a:r>
                        <a:rPr lang="en-US" sz="1200" baseline="-25000" dirty="0" err="1">
                          <a:latin typeface="Arial" panose="020B0604020202020204" pitchFamily="34" charset="0"/>
                          <a:cs typeface="Arial" panose="020B0604020202020204" pitchFamily="34" charset="0"/>
                        </a:rPr>
                        <a:t>k,n</a:t>
                      </a:r>
                      <a:r>
                        <a:rPr lang="en-US" sz="1200" baseline="-250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1</a:t>
                      </a:r>
                    </a:p>
                  </a:txBody>
                  <a:tcPr/>
                </a:tc>
                <a:tc>
                  <a:txBody>
                    <a:bodyPr/>
                    <a:lstStyle/>
                    <a:p>
                      <a:r>
                        <a:rPr lang="en-US" sz="1200" dirty="0">
                          <a:latin typeface="Arial" panose="020B0604020202020204" pitchFamily="34" charset="0"/>
                          <a:cs typeface="Arial" panose="020B0604020202020204" pitchFamily="34" charset="0"/>
                        </a:rPr>
                        <a:t>YES </a:t>
                      </a:r>
                      <a:r>
                        <a:rPr lang="en-US" sz="1200" b="1" dirty="0">
                          <a:latin typeface="Arial" panose="020B0604020202020204" pitchFamily="34" charset="0"/>
                          <a:cs typeface="Arial" panose="020B0604020202020204" pitchFamily="34" charset="0"/>
                        </a:rPr>
                        <a:t>(1)</a:t>
                      </a:r>
                    </a:p>
                  </a:txBody>
                  <a:tcPr/>
                </a:tc>
                <a:extLst>
                  <a:ext uri="{0D108BD9-81ED-4DB2-BD59-A6C34878D82A}">
                    <a16:rowId xmlns:a16="http://schemas.microsoft.com/office/drawing/2014/main" val="1717954149"/>
                  </a:ext>
                </a:extLst>
              </a:tr>
              <a:tr h="117947">
                <a:tc gridSpan="7">
                  <a:txBody>
                    <a:bodyPr/>
                    <a:lstStyle/>
                    <a:p>
                      <a:pPr algn="ctr"/>
                      <a:r>
                        <a:rPr lang="en-US" sz="1200" dirty="0">
                          <a:latin typeface="Arial" panose="020B0604020202020204" pitchFamily="34" charset="0"/>
                          <a:cs typeface="Arial" panose="020B0604020202020204" pitchFamily="34" charset="0"/>
                        </a:rPr>
                        <a:t>…</a:t>
                      </a:r>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391375967"/>
                  </a:ext>
                </a:extLst>
              </a:tr>
              <a:tr h="128650">
                <a:tc>
                  <a:txBody>
                    <a:bodyPr/>
                    <a:lstStyle/>
                    <a:p>
                      <a:pPr algn="r"/>
                      <a:r>
                        <a:rPr lang="en-US" sz="1200" b="1" dirty="0">
                          <a:latin typeface="Arial" panose="020B0604020202020204" pitchFamily="34" charset="0"/>
                          <a:cs typeface="Arial" panose="020B0604020202020204" pitchFamily="34" charset="0"/>
                        </a:rPr>
                        <a:t>#m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(m,1)</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(m,2)</a:t>
                      </a:r>
                      <a:endParaRPr lang="en-US" sz="1200" dirty="0">
                        <a:latin typeface="Arial" panose="020B0604020202020204" pitchFamily="34" charset="0"/>
                        <a:cs typeface="Arial" panose="020B0604020202020204" pitchFamily="34" charset="0"/>
                      </a:endParaRPr>
                    </a:p>
                  </a:txBody>
                  <a:tcPr/>
                </a:tc>
                <a:tc>
                  <a:txBody>
                    <a:bodyPr/>
                    <a:lstStyle/>
                    <a:p>
                      <a:endParaRPr lang="en-US" sz="120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I</a:t>
                      </a:r>
                      <a:r>
                        <a:rPr lang="en-US" sz="1200" baseline="-25000" dirty="0">
                          <a:latin typeface="Arial" panose="020B0604020202020204" pitchFamily="34" charset="0"/>
                          <a:cs typeface="Arial" panose="020B0604020202020204" pitchFamily="34" charset="0"/>
                        </a:rPr>
                        <a:t>(</a:t>
                      </a:r>
                      <a:r>
                        <a:rPr lang="en-US" sz="1200" baseline="-25000" dirty="0" err="1">
                          <a:latin typeface="Arial" panose="020B0604020202020204" pitchFamily="34" charset="0"/>
                          <a:cs typeface="Arial" panose="020B0604020202020204" pitchFamily="34" charset="0"/>
                        </a:rPr>
                        <a:t>m,n</a:t>
                      </a:r>
                      <a:r>
                        <a:rPr lang="en-US" sz="1200" baseline="-25000" dirty="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1</a:t>
                      </a:r>
                    </a:p>
                  </a:txBody>
                  <a:tcPr/>
                </a:tc>
                <a:tc>
                  <a:txBody>
                    <a:bodyPr/>
                    <a:lstStyle/>
                    <a:p>
                      <a:r>
                        <a:rPr lang="en-US" sz="1200" dirty="0">
                          <a:latin typeface="Arial" panose="020B0604020202020204" pitchFamily="34" charset="0"/>
                          <a:cs typeface="Arial" panose="020B0604020202020204" pitchFamily="34" charset="0"/>
                        </a:rPr>
                        <a:t>YES </a:t>
                      </a:r>
                      <a:r>
                        <a:rPr lang="en-US" sz="1200" b="1" dirty="0">
                          <a:latin typeface="Arial" panose="020B0604020202020204" pitchFamily="34" charset="0"/>
                          <a:cs typeface="Arial" panose="020B0604020202020204" pitchFamily="34" charset="0"/>
                        </a:rPr>
                        <a:t>(1)</a:t>
                      </a:r>
                    </a:p>
                  </a:txBody>
                  <a:tcPr/>
                </a:tc>
                <a:extLst>
                  <a:ext uri="{0D108BD9-81ED-4DB2-BD59-A6C34878D82A}">
                    <a16:rowId xmlns:a16="http://schemas.microsoft.com/office/drawing/2014/main" val="55851983"/>
                  </a:ext>
                </a:extLst>
              </a:tr>
            </a:tbl>
          </a:graphicData>
        </a:graphic>
      </p:graphicFrame>
      <p:sp>
        <p:nvSpPr>
          <p:cNvPr id="11" name="TextBox 10">
            <a:extLst>
              <a:ext uri="{FF2B5EF4-FFF2-40B4-BE49-F238E27FC236}">
                <a16:creationId xmlns:a16="http://schemas.microsoft.com/office/drawing/2014/main" id="{3630293D-ADCD-3A42-1918-4BD98A33996C}"/>
              </a:ext>
            </a:extLst>
          </p:cNvPr>
          <p:cNvSpPr txBox="1"/>
          <p:nvPr/>
        </p:nvSpPr>
        <p:spPr>
          <a:xfrm>
            <a:off x="6789636" y="4234934"/>
            <a:ext cx="4562576" cy="369332"/>
          </a:xfrm>
          <a:prstGeom prst="rect">
            <a:avLst/>
          </a:prstGeom>
          <a:noFill/>
        </p:spPr>
        <p:txBody>
          <a:bodyPr wrap="square">
            <a:spAutoFit/>
          </a:bodyPr>
          <a:lstStyle/>
          <a:p>
            <a:pPr algn="ctr"/>
            <a:r>
              <a:rPr lang="en-US" b="1" dirty="0">
                <a:solidFill>
                  <a:schemeClr val="bg1"/>
                </a:solidFill>
                <a:latin typeface="Arial" panose="020B0604020202020204" pitchFamily="34" charset="0"/>
                <a:cs typeface="Arial" panose="020B0604020202020204" pitchFamily="34" charset="0"/>
              </a:rPr>
              <a:t>No need</a:t>
            </a:r>
            <a:r>
              <a:rPr lang="en-US" sz="1800" b="1" dirty="0">
                <a:solidFill>
                  <a:schemeClr val="bg1"/>
                </a:solidFill>
                <a:latin typeface="Arial" panose="020B0604020202020204" pitchFamily="34" charset="0"/>
                <a:cs typeface="Arial" panose="020B0604020202020204" pitchFamily="34" charset="0"/>
              </a:rPr>
              <a:t> for threshold (</a:t>
            </a:r>
            <a:r>
              <a:rPr lang="en-US" b="1" dirty="0">
                <a:solidFill>
                  <a:schemeClr val="bg1"/>
                </a:solidFill>
                <a:latin typeface="Arial" panose="020B0604020202020204" pitchFamily="34" charset="0"/>
                <a:cs typeface="Arial" panose="020B0604020202020204" pitchFamily="34" charset="0"/>
              </a:rPr>
              <a:t>c</a:t>
            </a:r>
            <a:r>
              <a:rPr lang="en-US" sz="1800" b="1" dirty="0">
                <a:solidFill>
                  <a:schemeClr val="bg1"/>
                </a:solidFill>
                <a:latin typeface="Arial" panose="020B0604020202020204" pitchFamily="34" charset="0"/>
                <a:cs typeface="Arial" panose="020B0604020202020204" pitchFamily="34" charset="0"/>
              </a:rPr>
              <a:t>olumn Input</a:t>
            </a:r>
            <a:r>
              <a:rPr lang="en-US" sz="1800" b="1" baseline="-25000" dirty="0">
                <a:solidFill>
                  <a:schemeClr val="bg1"/>
                </a:solidFill>
                <a:latin typeface="Arial" panose="020B0604020202020204" pitchFamily="34" charset="0"/>
                <a:cs typeface="Arial" panose="020B0604020202020204" pitchFamily="34" charset="0"/>
              </a:rPr>
              <a:t>n+1</a:t>
            </a:r>
            <a:r>
              <a:rPr lang="en-US" sz="1800" b="1" dirty="0">
                <a:solidFill>
                  <a:schemeClr val="bg1"/>
                </a:solidFill>
                <a:latin typeface="Arial" panose="020B0604020202020204" pitchFamily="34" charset="0"/>
                <a:cs typeface="Arial" panose="020B0604020202020204" pitchFamily="34" charset="0"/>
              </a:rPr>
              <a:t>)</a:t>
            </a:r>
          </a:p>
        </p:txBody>
      </p:sp>
      <p:cxnSp>
        <p:nvCxnSpPr>
          <p:cNvPr id="13" name="Straight Connector 12">
            <a:extLst>
              <a:ext uri="{FF2B5EF4-FFF2-40B4-BE49-F238E27FC236}">
                <a16:creationId xmlns:a16="http://schemas.microsoft.com/office/drawing/2014/main" id="{67BAFC20-6A5C-DAEF-5BA5-A01FC604E86D}"/>
              </a:ext>
            </a:extLst>
          </p:cNvPr>
          <p:cNvCxnSpPr/>
          <p:nvPr/>
        </p:nvCxnSpPr>
        <p:spPr>
          <a:xfrm>
            <a:off x="1446212" y="3886200"/>
            <a:ext cx="10210800" cy="0"/>
          </a:xfrm>
          <a:prstGeom prst="line">
            <a:avLst/>
          </a:prstGeom>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4821FF2-6268-812D-26C5-CA52363E0147}"/>
                  </a:ext>
                </a:extLst>
              </p:cNvPr>
              <p:cNvSpPr txBox="1"/>
              <p:nvPr/>
            </p:nvSpPr>
            <p:spPr>
              <a:xfrm>
                <a:off x="1674812" y="3962401"/>
                <a:ext cx="471949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𝑜𝑢𝑟</m:t>
                      </m:r>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𝑚𝑜𝑑𝑒𝑙</m:t>
                      </m:r>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𝑤</m:t>
                      </m:r>
                      <m:r>
                        <a:rPr lang="en-US" b="0" i="1" smtClean="0">
                          <a:solidFill>
                            <a:schemeClr val="bg1"/>
                          </a:solidFill>
                          <a:latin typeface="Cambria Math" panose="02040503050406030204" pitchFamily="18" charset="0"/>
                        </a:rPr>
                        <m:t>=</m:t>
                      </m:r>
                      <m:d>
                        <m:dPr>
                          <m:begChr m:val="["/>
                          <m:endChr m:val="]"/>
                          <m:ctrlPr>
                            <a:rPr lang="en-US" b="0" i="1" smtClean="0">
                              <a:solidFill>
                                <a:schemeClr val="bg1"/>
                              </a:solidFill>
                              <a:latin typeface="Cambria Math" panose="02040503050406030204" pitchFamily="18" charset="0"/>
                            </a:rPr>
                          </m:ctrlPr>
                        </m:dPr>
                        <m:e>
                          <m:m>
                            <m:mPr>
                              <m:mcs>
                                <m:mc>
                                  <m:mcPr>
                                    <m:count m:val="3"/>
                                    <m:mcJc m:val="center"/>
                                  </m:mcPr>
                                </m:mc>
                              </m:mcs>
                              <m:ctrlPr>
                                <a:rPr lang="en-US" b="0" i="1" smtClean="0">
                                  <a:solidFill>
                                    <a:schemeClr val="bg1"/>
                                  </a:solidFill>
                                  <a:latin typeface="Cambria Math" panose="02040503050406030204" pitchFamily="18" charset="0"/>
                                </a:rPr>
                              </m:ctrlPr>
                            </m:mPr>
                            <m:mr>
                              <m:e>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𝑤</m:t>
                                    </m:r>
                                  </m:e>
                                  <m:sub>
                                    <m:r>
                                      <a:rPr lang="en-US" b="0" i="1" smtClean="0">
                                        <a:solidFill>
                                          <a:schemeClr val="bg1"/>
                                        </a:solidFill>
                                        <a:latin typeface="Cambria Math" panose="02040503050406030204" pitchFamily="18" charset="0"/>
                                      </a:rPr>
                                      <m:t>1</m:t>
                                    </m:r>
                                  </m:sub>
                                </m:sSub>
                              </m:e>
                              <m:e>
                                <m:r>
                                  <a:rPr lang="en-US" b="0" i="1" smtClean="0">
                                    <a:solidFill>
                                      <a:schemeClr val="bg1"/>
                                    </a:solidFill>
                                    <a:latin typeface="Cambria Math" panose="02040503050406030204" pitchFamily="18" charset="0"/>
                                    <a:ea typeface="Cambria Math" panose="02040503050406030204" pitchFamily="18" charset="0"/>
                                  </a:rPr>
                                  <m:t>⋯</m:t>
                                </m:r>
                              </m:e>
                              <m:e>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𝑤</m:t>
                                    </m:r>
                                  </m:e>
                                  <m:sub>
                                    <m:r>
                                      <a:rPr lang="en-US" b="0" i="1" smtClean="0">
                                        <a:solidFill>
                                          <a:schemeClr val="bg1"/>
                                        </a:solidFill>
                                        <a:latin typeface="Cambria Math" panose="02040503050406030204" pitchFamily="18" charset="0"/>
                                      </a:rPr>
                                      <m:t>𝑛</m:t>
                                    </m:r>
                                  </m:sub>
                                </m:sSub>
                              </m:e>
                            </m:mr>
                          </m:m>
                        </m:e>
                      </m:d>
                      <m:r>
                        <a:rPr lang="en-US" b="0" i="0" smtClean="0">
                          <a:solidFill>
                            <a:schemeClr val="bg1"/>
                          </a:solidFill>
                          <a:latin typeface="Cambria Math" panose="02040503050406030204" pitchFamily="18" charset="0"/>
                        </a:rPr>
                        <m:t> </m:t>
                      </m:r>
                      <m:r>
                        <m:rPr>
                          <m:sty m:val="p"/>
                        </m:rPr>
                        <a:rPr lang="en-US" b="0" i="0" smtClean="0">
                          <a:solidFill>
                            <a:schemeClr val="bg1"/>
                          </a:solidFill>
                          <a:latin typeface="Cambria Math" panose="02040503050406030204" pitchFamily="18" charset="0"/>
                        </a:rPr>
                        <m:t>and</m:t>
                      </m:r>
                      <m:r>
                        <a:rPr lang="en-US" b="0" i="0" smtClean="0">
                          <a:solidFill>
                            <a:schemeClr val="bg1"/>
                          </a:solidFill>
                          <a:latin typeface="Cambria Math" panose="02040503050406030204" pitchFamily="18" charset="0"/>
                        </a:rPr>
                        <m:t> </m:t>
                      </m:r>
                      <m:r>
                        <m:rPr>
                          <m:sty m:val="p"/>
                        </m:rPr>
                        <a:rPr lang="en-US" b="0" i="0" smtClean="0">
                          <a:solidFill>
                            <a:schemeClr val="bg1"/>
                          </a:solidFill>
                          <a:latin typeface="Cambria Math" panose="02040503050406030204" pitchFamily="18" charset="0"/>
                        </a:rPr>
                        <m:t>threshold</m:t>
                      </m:r>
                    </m:oMath>
                  </m:oMathPara>
                </a14:m>
                <a:endParaRPr lang="en-US" dirty="0">
                  <a:solidFill>
                    <a:schemeClr val="bg1"/>
                  </a:solidFill>
                </a:endParaRPr>
              </a:p>
            </p:txBody>
          </p:sp>
        </mc:Choice>
        <mc:Fallback xmlns="">
          <p:sp>
            <p:nvSpPr>
              <p:cNvPr id="15" name="TextBox 14">
                <a:extLst>
                  <a:ext uri="{FF2B5EF4-FFF2-40B4-BE49-F238E27FC236}">
                    <a16:creationId xmlns:a16="http://schemas.microsoft.com/office/drawing/2014/main" id="{84821FF2-6268-812D-26C5-CA52363E0147}"/>
                  </a:ext>
                </a:extLst>
              </p:cNvPr>
              <p:cNvSpPr txBox="1">
                <a:spLocks noRot="1" noChangeAspect="1" noMove="1" noResize="1" noEditPoints="1" noAdjustHandles="1" noChangeArrowheads="1" noChangeShapeType="1" noTextEdit="1"/>
              </p:cNvSpPr>
              <p:nvPr/>
            </p:nvSpPr>
            <p:spPr>
              <a:xfrm>
                <a:off x="1674812" y="3962401"/>
                <a:ext cx="4719497" cy="276999"/>
              </a:xfrm>
              <a:prstGeom prst="rect">
                <a:avLst/>
              </a:prstGeom>
              <a:blipFill>
                <a:blip r:embed="rId2"/>
                <a:stretch>
                  <a:fillRect t="-4545" b="-45455"/>
                </a:stretch>
              </a:blipFill>
            </p:spPr>
            <p:txBody>
              <a:bodyPr/>
              <a:lstStyle/>
              <a:p>
                <a:r>
                  <a:rPr lang="en-US">
                    <a:noFill/>
                  </a:rPr>
                  <a:t> </a:t>
                </a:r>
              </a:p>
            </p:txBody>
          </p:sp>
        </mc:Fallback>
      </mc:AlternateContent>
      <p:cxnSp>
        <p:nvCxnSpPr>
          <p:cNvPr id="16" name="Straight Connector 15">
            <a:extLst>
              <a:ext uri="{FF2B5EF4-FFF2-40B4-BE49-F238E27FC236}">
                <a16:creationId xmlns:a16="http://schemas.microsoft.com/office/drawing/2014/main" id="{5D1826EE-626F-958D-961A-D73BC17D246E}"/>
              </a:ext>
            </a:extLst>
          </p:cNvPr>
          <p:cNvCxnSpPr>
            <a:cxnSpLocks/>
          </p:cNvCxnSpPr>
          <p:nvPr/>
        </p:nvCxnSpPr>
        <p:spPr>
          <a:xfrm>
            <a:off x="6484836" y="3886200"/>
            <a:ext cx="0" cy="2057400"/>
          </a:xfrm>
          <a:prstGeom prst="line">
            <a:avLst/>
          </a:prstGeom>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A9169B2-92D5-2F1B-6E3B-7670739D7FEB}"/>
                  </a:ext>
                </a:extLst>
              </p:cNvPr>
              <p:cNvSpPr txBox="1"/>
              <p:nvPr/>
            </p:nvSpPr>
            <p:spPr>
              <a:xfrm>
                <a:off x="6940868" y="3962401"/>
                <a:ext cx="352263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𝑜𝑢𝑟</m:t>
                      </m:r>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𝑚𝑜𝑑𝑒𝑙</m:t>
                      </m:r>
                      <m:r>
                        <a:rPr lang="en-US" b="0"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𝑤</m:t>
                      </m:r>
                      <m:r>
                        <a:rPr lang="en-US" b="0" i="1" smtClean="0">
                          <a:solidFill>
                            <a:schemeClr val="bg1"/>
                          </a:solidFill>
                          <a:latin typeface="Cambria Math" panose="02040503050406030204" pitchFamily="18" charset="0"/>
                        </a:rPr>
                        <m:t>=</m:t>
                      </m:r>
                      <m:d>
                        <m:dPr>
                          <m:begChr m:val="["/>
                          <m:endChr m:val="]"/>
                          <m:ctrlPr>
                            <a:rPr lang="en-US" b="0" i="1" smtClean="0">
                              <a:solidFill>
                                <a:schemeClr val="bg1"/>
                              </a:solidFill>
                              <a:latin typeface="Cambria Math" panose="02040503050406030204" pitchFamily="18" charset="0"/>
                            </a:rPr>
                          </m:ctrlPr>
                        </m:dPr>
                        <m:e>
                          <m:m>
                            <m:mPr>
                              <m:mcs>
                                <m:mc>
                                  <m:mcPr>
                                    <m:count m:val="3"/>
                                    <m:mcJc m:val="center"/>
                                  </m:mcPr>
                                </m:mc>
                              </m:mcs>
                              <m:ctrlPr>
                                <a:rPr lang="en-US" b="0" i="1" smtClean="0">
                                  <a:solidFill>
                                    <a:schemeClr val="bg1"/>
                                  </a:solidFill>
                                  <a:latin typeface="Cambria Math" panose="02040503050406030204" pitchFamily="18" charset="0"/>
                                </a:rPr>
                              </m:ctrlPr>
                            </m:mPr>
                            <m:mr>
                              <m:e>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𝑤</m:t>
                                    </m:r>
                                  </m:e>
                                  <m:sub>
                                    <m:r>
                                      <a:rPr lang="en-US" b="0" i="1" smtClean="0">
                                        <a:solidFill>
                                          <a:schemeClr val="bg1"/>
                                        </a:solidFill>
                                        <a:latin typeface="Cambria Math" panose="02040503050406030204" pitchFamily="18" charset="0"/>
                                      </a:rPr>
                                      <m:t>1</m:t>
                                    </m:r>
                                  </m:sub>
                                </m:sSub>
                              </m:e>
                              <m:e>
                                <m:r>
                                  <a:rPr lang="en-US" b="0" i="1" smtClean="0">
                                    <a:solidFill>
                                      <a:schemeClr val="bg1"/>
                                    </a:solidFill>
                                    <a:latin typeface="Cambria Math" panose="02040503050406030204" pitchFamily="18" charset="0"/>
                                    <a:ea typeface="Cambria Math" panose="02040503050406030204" pitchFamily="18" charset="0"/>
                                  </a:rPr>
                                  <m:t>⋯</m:t>
                                </m:r>
                              </m:e>
                              <m:e>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𝑤</m:t>
                                    </m:r>
                                  </m:e>
                                  <m:sub>
                                    <m:r>
                                      <a:rPr lang="en-US" b="0" i="1" smtClean="0">
                                        <a:solidFill>
                                          <a:schemeClr val="bg1"/>
                                        </a:solidFill>
                                        <a:latin typeface="Cambria Math" panose="02040503050406030204" pitchFamily="18" charset="0"/>
                                      </a:rPr>
                                      <m:t>𝑛</m:t>
                                    </m:r>
                                    <m:r>
                                      <a:rPr lang="en-US" b="0" i="1" smtClean="0">
                                        <a:solidFill>
                                          <a:schemeClr val="bg1"/>
                                        </a:solidFill>
                                        <a:latin typeface="Cambria Math" panose="02040503050406030204" pitchFamily="18" charset="0"/>
                                      </a:rPr>
                                      <m:t>+1</m:t>
                                    </m:r>
                                  </m:sub>
                                </m:sSub>
                              </m:e>
                            </m:mr>
                          </m:m>
                        </m:e>
                      </m:d>
                    </m:oMath>
                  </m:oMathPara>
                </a14:m>
                <a:endParaRPr lang="en-US" dirty="0">
                  <a:solidFill>
                    <a:schemeClr val="bg1"/>
                  </a:solidFill>
                </a:endParaRPr>
              </a:p>
            </p:txBody>
          </p:sp>
        </mc:Choice>
        <mc:Fallback xmlns="">
          <p:sp>
            <p:nvSpPr>
              <p:cNvPr id="22" name="TextBox 21">
                <a:extLst>
                  <a:ext uri="{FF2B5EF4-FFF2-40B4-BE49-F238E27FC236}">
                    <a16:creationId xmlns:a16="http://schemas.microsoft.com/office/drawing/2014/main" id="{7A9169B2-92D5-2F1B-6E3B-7670739D7FEB}"/>
                  </a:ext>
                </a:extLst>
              </p:cNvPr>
              <p:cNvSpPr txBox="1">
                <a:spLocks noRot="1" noChangeAspect="1" noMove="1" noResize="1" noEditPoints="1" noAdjustHandles="1" noChangeArrowheads="1" noChangeShapeType="1" noTextEdit="1"/>
              </p:cNvSpPr>
              <p:nvPr/>
            </p:nvSpPr>
            <p:spPr>
              <a:xfrm>
                <a:off x="6940868" y="3962401"/>
                <a:ext cx="3522631" cy="276999"/>
              </a:xfrm>
              <a:prstGeom prst="rect">
                <a:avLst/>
              </a:prstGeom>
              <a:blipFill>
                <a:blip r:embed="rId3"/>
                <a:stretch>
                  <a:fillRect t="-4545" b="-45455"/>
                </a:stretch>
              </a:blipFill>
            </p:spPr>
            <p:txBody>
              <a:bodyPr/>
              <a:lstStyle/>
              <a:p>
                <a:r>
                  <a:rPr lang="en-US">
                    <a:noFill/>
                  </a:rPr>
                  <a:t> </a:t>
                </a:r>
              </a:p>
            </p:txBody>
          </p:sp>
        </mc:Fallback>
      </mc:AlternateContent>
      <p:cxnSp>
        <p:nvCxnSpPr>
          <p:cNvPr id="7" name="Straight Connector 6">
            <a:extLst>
              <a:ext uri="{FF2B5EF4-FFF2-40B4-BE49-F238E27FC236}">
                <a16:creationId xmlns:a16="http://schemas.microsoft.com/office/drawing/2014/main" id="{DE94893C-8A36-2C99-891D-A3ED0D2EA430}"/>
              </a:ext>
            </a:extLst>
          </p:cNvPr>
          <p:cNvCxnSpPr/>
          <p:nvPr/>
        </p:nvCxnSpPr>
        <p:spPr>
          <a:xfrm>
            <a:off x="1446212" y="4619506"/>
            <a:ext cx="10210800" cy="0"/>
          </a:xfrm>
          <a:prstGeom prst="line">
            <a:avLst/>
          </a:prstGeom>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201ADB5-5081-486A-1289-A75F8ACFF3AB}"/>
                  </a:ext>
                </a:extLst>
              </p:cNvPr>
              <p:cNvSpPr txBox="1"/>
              <p:nvPr/>
            </p:nvSpPr>
            <p:spPr>
              <a:xfrm>
                <a:off x="1446212" y="4712937"/>
                <a:ext cx="4640629" cy="7562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𝑓</m:t>
                      </m:r>
                      <m:d>
                        <m:dPr>
                          <m:ctrlPr>
                            <a:rPr lang="en-US" b="0" i="1" smtClean="0">
                              <a:solidFill>
                                <a:schemeClr val="bg1"/>
                              </a:solidFill>
                              <a:latin typeface="Cambria Math" panose="02040503050406030204" pitchFamily="18" charset="0"/>
                            </a:rPr>
                          </m:ctrlPr>
                        </m:dPr>
                        <m:e>
                          <m:r>
                            <a:rPr lang="en-US" b="0" i="1" smtClean="0">
                              <a:solidFill>
                                <a:schemeClr val="bg1"/>
                              </a:solidFill>
                              <a:latin typeface="Cambria Math" panose="02040503050406030204" pitchFamily="18" charset="0"/>
                            </a:rPr>
                            <m:t>𝑘</m:t>
                          </m:r>
                        </m:e>
                      </m:d>
                      <m:r>
                        <a:rPr lang="en-US" b="0" i="1" smtClean="0">
                          <a:solidFill>
                            <a:schemeClr val="bg1"/>
                          </a:solidFill>
                          <a:latin typeface="Cambria Math" panose="02040503050406030204" pitchFamily="18" charset="0"/>
                        </a:rPr>
                        <m:t>=</m:t>
                      </m:r>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𝐿𝑎𝑏𝑒𝑙</m:t>
                          </m:r>
                        </m:e>
                        <m:sub>
                          <m:r>
                            <a:rPr lang="en-US" b="0" i="1" smtClean="0">
                              <a:solidFill>
                                <a:schemeClr val="bg1"/>
                              </a:solidFill>
                              <a:latin typeface="Cambria Math" panose="02040503050406030204" pitchFamily="18" charset="0"/>
                            </a:rPr>
                            <m:t>𝑘</m:t>
                          </m:r>
                        </m:sub>
                      </m:sSub>
                      <m:r>
                        <a:rPr lang="en-US" b="0" i="1" smtClean="0">
                          <a:solidFill>
                            <a:schemeClr val="bg1"/>
                          </a:solidFill>
                          <a:latin typeface="Cambria Math" panose="02040503050406030204" pitchFamily="18" charset="0"/>
                          <a:ea typeface="Cambria Math" panose="02040503050406030204" pitchFamily="18" charset="0"/>
                        </a:rPr>
                        <m:t>×</m:t>
                      </m:r>
                      <m:d>
                        <m:dPr>
                          <m:ctrlPr>
                            <a:rPr lang="en-US" b="0" i="1" smtClean="0">
                              <a:solidFill>
                                <a:schemeClr val="bg1"/>
                              </a:solidFill>
                              <a:latin typeface="Cambria Math" panose="02040503050406030204" pitchFamily="18" charset="0"/>
                              <a:ea typeface="Cambria Math" panose="02040503050406030204" pitchFamily="18" charset="0"/>
                            </a:rPr>
                          </m:ctrlPr>
                        </m:dPr>
                        <m:e>
                          <m:nary>
                            <m:naryPr>
                              <m:chr m:val="∑"/>
                              <m:ctrlPr>
                                <a:rPr lang="en-US" i="1">
                                  <a:solidFill>
                                    <a:schemeClr val="bg1"/>
                                  </a:solidFill>
                                  <a:latin typeface="Cambria Math" panose="02040503050406030204" pitchFamily="18" charset="0"/>
                                </a:rPr>
                              </m:ctrlPr>
                            </m:naryPr>
                            <m:sub>
                              <m:r>
                                <m:rPr>
                                  <m:brk m:alnAt="23"/>
                                </m:rPr>
                                <a:rPr lang="en-US" i="1">
                                  <a:solidFill>
                                    <a:schemeClr val="bg1"/>
                                  </a:solidFill>
                                  <a:latin typeface="Cambria Math" panose="02040503050406030204" pitchFamily="18" charset="0"/>
                                </a:rPr>
                                <m:t>𝑖</m:t>
                              </m:r>
                              <m:r>
                                <a:rPr lang="en-US" i="1">
                                  <a:solidFill>
                                    <a:schemeClr val="bg1"/>
                                  </a:solidFill>
                                  <a:latin typeface="Cambria Math" panose="02040503050406030204" pitchFamily="18" charset="0"/>
                                </a:rPr>
                                <m:t>=1</m:t>
                              </m:r>
                            </m:sub>
                            <m:sup>
                              <m:r>
                                <a:rPr lang="en-US" i="1">
                                  <a:solidFill>
                                    <a:schemeClr val="bg1"/>
                                  </a:solidFill>
                                  <a:latin typeface="Cambria Math" panose="02040503050406030204" pitchFamily="18" charset="0"/>
                                </a:rPr>
                                <m:t>𝑛</m:t>
                              </m:r>
                            </m:sup>
                            <m:e>
                              <m:d>
                                <m:dPr>
                                  <m:ctrlPr>
                                    <a:rPr lang="en-US" i="1">
                                      <a:solidFill>
                                        <a:schemeClr val="bg1"/>
                                      </a:solidFill>
                                      <a:latin typeface="Cambria Math" panose="02040503050406030204" pitchFamily="18" charset="0"/>
                                    </a:rPr>
                                  </m:ctrlPr>
                                </m:dPr>
                                <m:e>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𝑤</m:t>
                                      </m:r>
                                    </m:e>
                                    <m:sub>
                                      <m:r>
                                        <a:rPr lang="en-US" i="1">
                                          <a:solidFill>
                                            <a:schemeClr val="bg1"/>
                                          </a:solidFill>
                                          <a:latin typeface="Cambria Math" panose="02040503050406030204" pitchFamily="18" charset="0"/>
                                        </a:rPr>
                                        <m:t>𝑖</m:t>
                                      </m:r>
                                    </m:sub>
                                  </m:sSub>
                                  <m:r>
                                    <a:rPr lang="en-US" i="1">
                                      <a:solidFill>
                                        <a:schemeClr val="bg1"/>
                                      </a:solidFill>
                                      <a:latin typeface="Cambria Math" panose="02040503050406030204" pitchFamily="18" charset="0"/>
                                      <a:ea typeface="Cambria Math" panose="02040503050406030204" pitchFamily="18" charset="0"/>
                                    </a:rPr>
                                    <m:t>×</m:t>
                                  </m:r>
                                  <m:sSub>
                                    <m:sSubPr>
                                      <m:ctrlPr>
                                        <a:rPr lang="en-US" i="1">
                                          <a:solidFill>
                                            <a:schemeClr val="bg1"/>
                                          </a:solidFill>
                                          <a:latin typeface="Cambria Math" panose="02040503050406030204" pitchFamily="18" charset="0"/>
                                          <a:ea typeface="Cambria Math" panose="02040503050406030204" pitchFamily="18" charset="0"/>
                                        </a:rPr>
                                      </m:ctrlPr>
                                    </m:sSubPr>
                                    <m:e>
                                      <m:r>
                                        <a:rPr lang="en-US" i="1">
                                          <a:solidFill>
                                            <a:schemeClr val="bg1"/>
                                          </a:solidFill>
                                          <a:latin typeface="Cambria Math" panose="02040503050406030204" pitchFamily="18" charset="0"/>
                                          <a:ea typeface="Cambria Math" panose="02040503050406030204" pitchFamily="18" charset="0"/>
                                        </a:rPr>
                                        <m:t>𝐼</m:t>
                                      </m:r>
                                    </m:e>
                                    <m:sub>
                                      <m:d>
                                        <m:dPr>
                                          <m:ctrlPr>
                                            <a:rPr lang="en-US" i="1">
                                              <a:solidFill>
                                                <a:schemeClr val="bg1"/>
                                              </a:solidFill>
                                              <a:latin typeface="Cambria Math" panose="02040503050406030204" pitchFamily="18" charset="0"/>
                                              <a:ea typeface="Cambria Math" panose="02040503050406030204" pitchFamily="18" charset="0"/>
                                            </a:rPr>
                                          </m:ctrlPr>
                                        </m:dPr>
                                        <m:e>
                                          <m:r>
                                            <a:rPr lang="en-US" i="1">
                                              <a:solidFill>
                                                <a:schemeClr val="bg1"/>
                                              </a:solidFill>
                                              <a:latin typeface="Cambria Math" panose="02040503050406030204" pitchFamily="18" charset="0"/>
                                              <a:ea typeface="Cambria Math" panose="02040503050406030204" pitchFamily="18" charset="0"/>
                                            </a:rPr>
                                            <m:t>𝑘</m:t>
                                          </m:r>
                                          <m:r>
                                            <a:rPr lang="en-US" i="1">
                                              <a:solidFill>
                                                <a:schemeClr val="bg1"/>
                                              </a:solidFill>
                                              <a:latin typeface="Cambria Math" panose="02040503050406030204" pitchFamily="18" charset="0"/>
                                              <a:ea typeface="Cambria Math" panose="02040503050406030204" pitchFamily="18" charset="0"/>
                                            </a:rPr>
                                            <m:t>,</m:t>
                                          </m:r>
                                          <m:r>
                                            <a:rPr lang="en-US" i="1">
                                              <a:solidFill>
                                                <a:schemeClr val="bg1"/>
                                              </a:solidFill>
                                              <a:latin typeface="Cambria Math" panose="02040503050406030204" pitchFamily="18" charset="0"/>
                                              <a:ea typeface="Cambria Math" panose="02040503050406030204" pitchFamily="18" charset="0"/>
                                            </a:rPr>
                                            <m:t>𝑖</m:t>
                                          </m:r>
                                        </m:e>
                                      </m:d>
                                    </m:sub>
                                  </m:sSub>
                                </m:e>
                              </m:d>
                              <m:r>
                                <a:rPr lang="en-US" i="1">
                                  <a:solidFill>
                                    <a:schemeClr val="bg1"/>
                                  </a:solidFill>
                                  <a:latin typeface="Cambria Math" panose="02040503050406030204" pitchFamily="18" charset="0"/>
                                </a:rPr>
                                <m:t>+</m:t>
                              </m:r>
                              <m:r>
                                <a:rPr lang="en-US" i="1">
                                  <a:solidFill>
                                    <a:schemeClr val="bg1"/>
                                  </a:solidFill>
                                  <a:latin typeface="Cambria Math" panose="02040503050406030204" pitchFamily="18" charset="0"/>
                                </a:rPr>
                                <m:t>𝑡h𝑟𝑒𝑠h𝑜𝑙𝑑</m:t>
                              </m:r>
                            </m:e>
                          </m:nary>
                        </m:e>
                      </m:d>
                    </m:oMath>
                  </m:oMathPara>
                </a14:m>
                <a:endParaRPr lang="en-US" dirty="0">
                  <a:solidFill>
                    <a:schemeClr val="bg1"/>
                  </a:solidFill>
                </a:endParaRPr>
              </a:p>
            </p:txBody>
          </p:sp>
        </mc:Choice>
        <mc:Fallback xmlns="">
          <p:sp>
            <p:nvSpPr>
              <p:cNvPr id="8" name="TextBox 7">
                <a:extLst>
                  <a:ext uri="{FF2B5EF4-FFF2-40B4-BE49-F238E27FC236}">
                    <a16:creationId xmlns:a16="http://schemas.microsoft.com/office/drawing/2014/main" id="{D201ADB5-5081-486A-1289-A75F8ACFF3AB}"/>
                  </a:ext>
                </a:extLst>
              </p:cNvPr>
              <p:cNvSpPr txBox="1">
                <a:spLocks noRot="1" noChangeAspect="1" noMove="1" noResize="1" noEditPoints="1" noAdjustHandles="1" noChangeArrowheads="1" noChangeShapeType="1" noTextEdit="1"/>
              </p:cNvSpPr>
              <p:nvPr/>
            </p:nvSpPr>
            <p:spPr>
              <a:xfrm>
                <a:off x="1446212" y="4712937"/>
                <a:ext cx="4640629" cy="756233"/>
              </a:xfrm>
              <a:prstGeom prst="rect">
                <a:avLst/>
              </a:prstGeom>
              <a:blipFill>
                <a:blip r:embed="rId4"/>
                <a:stretch>
                  <a:fillRect l="-1090" t="-118333" b="-18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74055D2-23C1-7B0C-FCB5-022399E99AF7}"/>
                  </a:ext>
                </a:extLst>
              </p:cNvPr>
              <p:cNvSpPr txBox="1"/>
              <p:nvPr/>
            </p:nvSpPr>
            <p:spPr>
              <a:xfrm>
                <a:off x="6869313" y="4673441"/>
                <a:ext cx="3665491" cy="10552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𝑓</m:t>
                      </m:r>
                      <m:d>
                        <m:dPr>
                          <m:ctrlPr>
                            <a:rPr lang="en-US" b="0" i="1" smtClean="0">
                              <a:solidFill>
                                <a:schemeClr val="bg1"/>
                              </a:solidFill>
                              <a:latin typeface="Cambria Math" panose="02040503050406030204" pitchFamily="18" charset="0"/>
                            </a:rPr>
                          </m:ctrlPr>
                        </m:dPr>
                        <m:e>
                          <m:r>
                            <a:rPr lang="en-US" b="0" i="1" smtClean="0">
                              <a:solidFill>
                                <a:schemeClr val="bg1"/>
                              </a:solidFill>
                              <a:latin typeface="Cambria Math" panose="02040503050406030204" pitchFamily="18" charset="0"/>
                            </a:rPr>
                            <m:t>𝑘</m:t>
                          </m:r>
                        </m:e>
                      </m:d>
                      <m:r>
                        <a:rPr lang="en-US" b="0" i="1" smtClean="0">
                          <a:solidFill>
                            <a:schemeClr val="bg1"/>
                          </a:solidFill>
                          <a:latin typeface="Cambria Math" panose="02040503050406030204" pitchFamily="18" charset="0"/>
                        </a:rPr>
                        <m:t>=</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𝐿𝑎𝑏𝑒𝑙</m:t>
                          </m:r>
                        </m:e>
                        <m:sub>
                          <m:r>
                            <a:rPr lang="en-US" i="1">
                              <a:solidFill>
                                <a:schemeClr val="bg1"/>
                              </a:solidFill>
                              <a:latin typeface="Cambria Math" panose="02040503050406030204" pitchFamily="18" charset="0"/>
                            </a:rPr>
                            <m:t>𝑘</m:t>
                          </m:r>
                        </m:sub>
                      </m:sSub>
                      <m:r>
                        <a:rPr lang="en-US" i="1">
                          <a:solidFill>
                            <a:schemeClr val="bg1"/>
                          </a:solidFill>
                          <a:latin typeface="Cambria Math" panose="02040503050406030204" pitchFamily="18" charset="0"/>
                          <a:ea typeface="Cambria Math" panose="02040503050406030204" pitchFamily="18" charset="0"/>
                        </a:rPr>
                        <m:t>×</m:t>
                      </m:r>
                      <m:d>
                        <m:dPr>
                          <m:ctrlPr>
                            <a:rPr lang="en-US" i="1" smtClean="0">
                              <a:solidFill>
                                <a:schemeClr val="bg1"/>
                              </a:solidFill>
                              <a:latin typeface="Cambria Math" panose="02040503050406030204" pitchFamily="18" charset="0"/>
                              <a:ea typeface="Cambria Math" panose="02040503050406030204" pitchFamily="18" charset="0"/>
                            </a:rPr>
                          </m:ctrlPr>
                        </m:dPr>
                        <m:e>
                          <m:nary>
                            <m:naryPr>
                              <m:chr m:val="∑"/>
                              <m:ctrlPr>
                                <a:rPr lang="en-US" i="1">
                                  <a:solidFill>
                                    <a:schemeClr val="bg1"/>
                                  </a:solidFill>
                                  <a:latin typeface="Cambria Math" panose="02040503050406030204" pitchFamily="18" charset="0"/>
                                </a:rPr>
                              </m:ctrlPr>
                            </m:naryPr>
                            <m:sub>
                              <m:r>
                                <m:rPr>
                                  <m:brk m:alnAt="23"/>
                                </m:rPr>
                                <a:rPr lang="en-US" i="1">
                                  <a:solidFill>
                                    <a:schemeClr val="bg1"/>
                                  </a:solidFill>
                                  <a:latin typeface="Cambria Math" panose="02040503050406030204" pitchFamily="18" charset="0"/>
                                </a:rPr>
                                <m:t>𝑖</m:t>
                              </m:r>
                              <m:r>
                                <a:rPr lang="en-US" i="1">
                                  <a:solidFill>
                                    <a:schemeClr val="bg1"/>
                                  </a:solidFill>
                                  <a:latin typeface="Cambria Math" panose="02040503050406030204" pitchFamily="18" charset="0"/>
                                </a:rPr>
                                <m:t>=1</m:t>
                              </m:r>
                            </m:sub>
                            <m:sup>
                              <m:r>
                                <a:rPr lang="en-US" i="1">
                                  <a:solidFill>
                                    <a:schemeClr val="bg1"/>
                                  </a:solidFill>
                                  <a:latin typeface="Cambria Math" panose="02040503050406030204" pitchFamily="18" charset="0"/>
                                </a:rPr>
                                <m:t>𝑛</m:t>
                              </m:r>
                              <m:r>
                                <a:rPr lang="en-US" i="1">
                                  <a:solidFill>
                                    <a:schemeClr val="bg1"/>
                                  </a:solidFill>
                                  <a:latin typeface="Cambria Math" panose="02040503050406030204" pitchFamily="18" charset="0"/>
                                </a:rPr>
                                <m:t>+1</m:t>
                              </m:r>
                            </m:sup>
                            <m:e>
                              <m:d>
                                <m:dPr>
                                  <m:ctrlPr>
                                    <a:rPr lang="en-US" i="1" smtClean="0">
                                      <a:solidFill>
                                        <a:schemeClr val="bg1"/>
                                      </a:solidFill>
                                      <a:latin typeface="Cambria Math" panose="02040503050406030204" pitchFamily="18" charset="0"/>
                                    </a:rPr>
                                  </m:ctrlPr>
                                </m:dPr>
                                <m:e>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𝑤</m:t>
                                      </m:r>
                                    </m:e>
                                    <m:sub>
                                      <m:r>
                                        <a:rPr lang="en-US" i="1">
                                          <a:solidFill>
                                            <a:schemeClr val="bg1"/>
                                          </a:solidFill>
                                          <a:latin typeface="Cambria Math" panose="02040503050406030204" pitchFamily="18" charset="0"/>
                                        </a:rPr>
                                        <m:t>𝑖</m:t>
                                      </m:r>
                                    </m:sub>
                                  </m:sSub>
                                  <m:r>
                                    <a:rPr lang="en-US" i="1">
                                      <a:solidFill>
                                        <a:schemeClr val="bg1"/>
                                      </a:solidFill>
                                      <a:latin typeface="Cambria Math" panose="02040503050406030204" pitchFamily="18" charset="0"/>
                                      <a:ea typeface="Cambria Math" panose="02040503050406030204" pitchFamily="18" charset="0"/>
                                    </a:rPr>
                                    <m:t>×</m:t>
                                  </m:r>
                                  <m:sSub>
                                    <m:sSubPr>
                                      <m:ctrlPr>
                                        <a:rPr lang="en-US" i="1">
                                          <a:solidFill>
                                            <a:schemeClr val="bg1"/>
                                          </a:solidFill>
                                          <a:latin typeface="Cambria Math" panose="02040503050406030204" pitchFamily="18" charset="0"/>
                                          <a:ea typeface="Cambria Math" panose="02040503050406030204" pitchFamily="18" charset="0"/>
                                        </a:rPr>
                                      </m:ctrlPr>
                                    </m:sSubPr>
                                    <m:e>
                                      <m:r>
                                        <a:rPr lang="en-US" i="1">
                                          <a:solidFill>
                                            <a:schemeClr val="bg1"/>
                                          </a:solidFill>
                                          <a:latin typeface="Cambria Math" panose="02040503050406030204" pitchFamily="18" charset="0"/>
                                          <a:ea typeface="Cambria Math" panose="02040503050406030204" pitchFamily="18" charset="0"/>
                                        </a:rPr>
                                        <m:t>𝐼</m:t>
                                      </m:r>
                                    </m:e>
                                    <m:sub>
                                      <m:d>
                                        <m:dPr>
                                          <m:ctrlPr>
                                            <a:rPr lang="en-US" i="1">
                                              <a:solidFill>
                                                <a:schemeClr val="bg1"/>
                                              </a:solidFill>
                                              <a:latin typeface="Cambria Math" panose="02040503050406030204" pitchFamily="18" charset="0"/>
                                              <a:ea typeface="Cambria Math" panose="02040503050406030204" pitchFamily="18" charset="0"/>
                                            </a:rPr>
                                          </m:ctrlPr>
                                        </m:dPr>
                                        <m:e>
                                          <m:r>
                                            <a:rPr lang="en-US" i="1">
                                              <a:solidFill>
                                                <a:schemeClr val="bg1"/>
                                              </a:solidFill>
                                              <a:latin typeface="Cambria Math" panose="02040503050406030204" pitchFamily="18" charset="0"/>
                                              <a:ea typeface="Cambria Math" panose="02040503050406030204" pitchFamily="18" charset="0"/>
                                            </a:rPr>
                                            <m:t>𝑘</m:t>
                                          </m:r>
                                          <m:r>
                                            <a:rPr lang="en-US" i="1">
                                              <a:solidFill>
                                                <a:schemeClr val="bg1"/>
                                              </a:solidFill>
                                              <a:latin typeface="Cambria Math" panose="02040503050406030204" pitchFamily="18" charset="0"/>
                                              <a:ea typeface="Cambria Math" panose="02040503050406030204" pitchFamily="18" charset="0"/>
                                            </a:rPr>
                                            <m:t>,</m:t>
                                          </m:r>
                                          <m:r>
                                            <a:rPr lang="en-US" i="1">
                                              <a:solidFill>
                                                <a:schemeClr val="bg1"/>
                                              </a:solidFill>
                                              <a:latin typeface="Cambria Math" panose="02040503050406030204" pitchFamily="18" charset="0"/>
                                              <a:ea typeface="Cambria Math" panose="02040503050406030204" pitchFamily="18" charset="0"/>
                                            </a:rPr>
                                            <m:t>𝑖</m:t>
                                          </m:r>
                                        </m:e>
                                      </m:d>
                                    </m:sub>
                                  </m:sSub>
                                </m:e>
                              </m:d>
                            </m:e>
                          </m:nary>
                        </m:e>
                      </m:d>
                    </m:oMath>
                  </m:oMathPara>
                </a14:m>
                <a:endParaRPr lang="en-US" i="1" dirty="0">
                  <a:solidFill>
                    <a:schemeClr val="bg1"/>
                  </a:solidFill>
                  <a:latin typeface="Cambria Math" panose="02040503050406030204" pitchFamily="18" charset="0"/>
                  <a:ea typeface="Cambria Math" panose="02040503050406030204" pitchFamily="18" charset="0"/>
                </a:endParaRPr>
              </a:p>
              <a:p>
                <a14:m>
                  <m:oMath xmlns:m="http://schemas.openxmlformats.org/officeDocument/2006/math">
                    <m:r>
                      <a:rPr lang="en-US" b="0" i="1" smtClean="0">
                        <a:solidFill>
                          <a:schemeClr val="bg1"/>
                        </a:solidFill>
                        <a:latin typeface="Cambria Math" panose="02040503050406030204" pitchFamily="18" charset="0"/>
                        <a:ea typeface="Cambria Math" panose="02040503050406030204" pitchFamily="18" charset="0"/>
                      </a:rPr>
                      <m:t>              =</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𝐿𝑎𝑏𝑒𝑙</m:t>
                        </m:r>
                      </m:e>
                      <m:sub>
                        <m:r>
                          <a:rPr lang="en-US" i="1">
                            <a:solidFill>
                              <a:schemeClr val="bg1"/>
                            </a:solidFill>
                            <a:latin typeface="Cambria Math" panose="02040503050406030204" pitchFamily="18" charset="0"/>
                          </a:rPr>
                          <m:t>𝑘</m:t>
                        </m:r>
                      </m:sub>
                    </m:sSub>
                    <m:r>
                      <a:rPr lang="en-US" i="1">
                        <a:solidFill>
                          <a:schemeClr val="bg1"/>
                        </a:solidFill>
                        <a:latin typeface="Cambria Math" panose="02040503050406030204" pitchFamily="18" charset="0"/>
                        <a:ea typeface="Cambria Math" panose="02040503050406030204" pitchFamily="18" charset="0"/>
                      </a:rPr>
                      <m:t>×</m:t>
                    </m:r>
                  </m:oMath>
                </a14:m>
                <a:r>
                  <a:rPr lang="en-US" dirty="0">
                    <a:solidFill>
                      <a:schemeClr val="bg1"/>
                    </a:solidFill>
                  </a:rPr>
                  <a:t> (</a:t>
                </a:r>
                <a14:m>
                  <m:oMath xmlns:m="http://schemas.openxmlformats.org/officeDocument/2006/math">
                    <m:r>
                      <a:rPr lang="en-US" i="1">
                        <a:solidFill>
                          <a:schemeClr val="bg1"/>
                        </a:solidFill>
                        <a:latin typeface="Cambria Math" panose="02040503050406030204" pitchFamily="18" charset="0"/>
                        <a:ea typeface="Cambria Math" panose="02040503050406030204" pitchFamily="18" charset="0"/>
                      </a:rPr>
                      <m:t>𝑤</m:t>
                    </m:r>
                    <m:r>
                      <a:rPr lang="en-US" i="1">
                        <a:solidFill>
                          <a:schemeClr val="bg1"/>
                        </a:solidFill>
                        <a:latin typeface="Cambria Math" panose="02040503050406030204" pitchFamily="18" charset="0"/>
                        <a:ea typeface="Cambria Math" panose="02040503050406030204" pitchFamily="18" charset="0"/>
                      </a:rPr>
                      <m:t>∙</m:t>
                    </m:r>
                    <m:sSub>
                      <m:sSubPr>
                        <m:ctrlPr>
                          <a:rPr lang="en-US" i="1">
                            <a:solidFill>
                              <a:schemeClr val="bg1"/>
                            </a:solidFill>
                            <a:latin typeface="Cambria Math" panose="02040503050406030204" pitchFamily="18" charset="0"/>
                            <a:ea typeface="Cambria Math" panose="02040503050406030204" pitchFamily="18" charset="0"/>
                          </a:rPr>
                        </m:ctrlPr>
                      </m:sSubPr>
                      <m:e>
                        <m:r>
                          <a:rPr lang="en-US" i="1">
                            <a:solidFill>
                              <a:schemeClr val="bg1"/>
                            </a:solidFill>
                            <a:latin typeface="Cambria Math" panose="02040503050406030204" pitchFamily="18" charset="0"/>
                            <a:ea typeface="Cambria Math" panose="02040503050406030204" pitchFamily="18" charset="0"/>
                          </a:rPr>
                          <m:t>𝐼</m:t>
                        </m:r>
                      </m:e>
                      <m:sub>
                        <m:r>
                          <a:rPr lang="en-US" i="1">
                            <a:solidFill>
                              <a:schemeClr val="bg1"/>
                            </a:solidFill>
                            <a:latin typeface="Cambria Math" panose="02040503050406030204" pitchFamily="18" charset="0"/>
                            <a:ea typeface="Cambria Math" panose="02040503050406030204" pitchFamily="18" charset="0"/>
                          </a:rPr>
                          <m:t>𝑘</m:t>
                        </m:r>
                      </m:sub>
                    </m:sSub>
                  </m:oMath>
                </a14:m>
                <a:r>
                  <a:rPr lang="en-US" dirty="0">
                    <a:solidFill>
                      <a:schemeClr val="bg1"/>
                    </a:solidFill>
                  </a:rPr>
                  <a:t>)</a:t>
                </a:r>
              </a:p>
            </p:txBody>
          </p:sp>
        </mc:Choice>
        <mc:Fallback xmlns="">
          <p:sp>
            <p:nvSpPr>
              <p:cNvPr id="9" name="TextBox 8">
                <a:extLst>
                  <a:ext uri="{FF2B5EF4-FFF2-40B4-BE49-F238E27FC236}">
                    <a16:creationId xmlns:a16="http://schemas.microsoft.com/office/drawing/2014/main" id="{074055D2-23C1-7B0C-FCB5-022399E99AF7}"/>
                  </a:ext>
                </a:extLst>
              </p:cNvPr>
              <p:cNvSpPr txBox="1">
                <a:spLocks noRot="1" noChangeAspect="1" noMove="1" noResize="1" noEditPoints="1" noAdjustHandles="1" noChangeArrowheads="1" noChangeShapeType="1" noTextEdit="1"/>
              </p:cNvSpPr>
              <p:nvPr/>
            </p:nvSpPr>
            <p:spPr>
              <a:xfrm>
                <a:off x="6869313" y="4673441"/>
                <a:ext cx="3665491" cy="1055225"/>
              </a:xfrm>
              <a:prstGeom prst="rect">
                <a:avLst/>
              </a:prstGeom>
              <a:blipFill>
                <a:blip r:embed="rId5"/>
                <a:stretch>
                  <a:fillRect l="-3103" t="-83333" b="-102381"/>
                </a:stretch>
              </a:blipFill>
            </p:spPr>
            <p:txBody>
              <a:bodyPr/>
              <a:lstStyle/>
              <a:p>
                <a:r>
                  <a:rPr lang="en-US">
                    <a:noFill/>
                  </a:rPr>
                  <a:t> </a:t>
                </a:r>
              </a:p>
            </p:txBody>
          </p:sp>
        </mc:Fallback>
      </mc:AlternateContent>
      <p:cxnSp>
        <p:nvCxnSpPr>
          <p:cNvPr id="12" name="Straight Connector 11">
            <a:extLst>
              <a:ext uri="{FF2B5EF4-FFF2-40B4-BE49-F238E27FC236}">
                <a16:creationId xmlns:a16="http://schemas.microsoft.com/office/drawing/2014/main" id="{1BB1DED6-933A-B00F-6416-BA9BB72C65AC}"/>
              </a:ext>
            </a:extLst>
          </p:cNvPr>
          <p:cNvCxnSpPr/>
          <p:nvPr/>
        </p:nvCxnSpPr>
        <p:spPr>
          <a:xfrm>
            <a:off x="1446212" y="5943600"/>
            <a:ext cx="10210800" cy="0"/>
          </a:xfrm>
          <a:prstGeom prst="line">
            <a:avLst/>
          </a:prstGeom>
        </p:spPr>
        <p:style>
          <a:lnRef idx="3">
            <a:schemeClr val="dk1"/>
          </a:lnRef>
          <a:fillRef idx="0">
            <a:schemeClr val="dk1"/>
          </a:fillRef>
          <a:effectRef idx="2">
            <a:schemeClr val="dk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7C94511-EC03-9273-CFDB-A2117A1B81E7}"/>
                  </a:ext>
                </a:extLst>
              </p:cNvPr>
              <p:cNvSpPr txBox="1"/>
              <p:nvPr/>
            </p:nvSpPr>
            <p:spPr>
              <a:xfrm>
                <a:off x="4189412" y="6096000"/>
                <a:ext cx="3889783" cy="6178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𝐶𝑙𝑎𝑠𝑠𝑖𝑓𝑖𝑒𝑑</m:t>
                      </m:r>
                      <m:d>
                        <m:dPr>
                          <m:ctrlPr>
                            <a:rPr lang="en-US" i="1" smtClean="0">
                              <a:solidFill>
                                <a:schemeClr val="bg1"/>
                              </a:solidFill>
                              <a:latin typeface="Cambria Math" panose="02040503050406030204" pitchFamily="18" charset="0"/>
                            </a:rPr>
                          </m:ctrlPr>
                        </m:dPr>
                        <m:e>
                          <m:r>
                            <a:rPr lang="en-US" b="0" i="1" smtClean="0">
                              <a:solidFill>
                                <a:schemeClr val="bg1"/>
                              </a:solidFill>
                              <a:latin typeface="Cambria Math" panose="02040503050406030204" pitchFamily="18" charset="0"/>
                            </a:rPr>
                            <m:t>𝑘</m:t>
                          </m:r>
                        </m:e>
                      </m:d>
                      <m:r>
                        <a:rPr lang="en-US" i="1" smtClean="0">
                          <a:solidFill>
                            <a:schemeClr val="bg1"/>
                          </a:solidFill>
                          <a:latin typeface="Cambria Math" panose="02040503050406030204" pitchFamily="18" charset="0"/>
                        </a:rPr>
                        <m:t>=</m:t>
                      </m:r>
                      <m:d>
                        <m:dPr>
                          <m:begChr m:val="{"/>
                          <m:endChr m:val=""/>
                          <m:ctrlPr>
                            <a:rPr lang="en-US" i="1" smtClean="0">
                              <a:solidFill>
                                <a:schemeClr val="bg1"/>
                              </a:solidFill>
                              <a:latin typeface="Cambria Math" panose="02040503050406030204" pitchFamily="18" charset="0"/>
                            </a:rPr>
                          </m:ctrlPr>
                        </m:dPr>
                        <m:e>
                          <m:eqArr>
                            <m:eqArrPr>
                              <m:ctrlPr>
                                <a:rPr lang="en-US" i="1" smtClean="0">
                                  <a:solidFill>
                                    <a:schemeClr val="bg1"/>
                                  </a:solidFill>
                                  <a:latin typeface="Cambria Math" panose="02040503050406030204" pitchFamily="18" charset="0"/>
                                </a:rPr>
                              </m:ctrlPr>
                            </m:eqArrPr>
                            <m:e>
                              <m:r>
                                <a:rPr lang="en-US" b="0" i="1" smtClean="0">
                                  <a:solidFill>
                                    <a:schemeClr val="bg1"/>
                                  </a:solidFill>
                                  <a:latin typeface="Cambria Math" panose="02040503050406030204" pitchFamily="18" charset="0"/>
                                </a:rPr>
                                <m:t>𝑡𝑟𝑢𝑒</m:t>
                              </m:r>
                              <m:r>
                                <a:rPr lang="en-US"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𝑓</m:t>
                              </m:r>
                              <m:d>
                                <m:dPr>
                                  <m:ctrlPr>
                                    <a:rPr lang="en-US" b="0" i="1" smtClean="0">
                                      <a:solidFill>
                                        <a:schemeClr val="bg1"/>
                                      </a:solidFill>
                                      <a:latin typeface="Cambria Math" panose="02040503050406030204" pitchFamily="18" charset="0"/>
                                    </a:rPr>
                                  </m:ctrlPr>
                                </m:dPr>
                                <m:e>
                                  <m:r>
                                    <a:rPr lang="en-US" b="0" i="1" smtClean="0">
                                      <a:solidFill>
                                        <a:schemeClr val="bg1"/>
                                      </a:solidFill>
                                      <a:latin typeface="Cambria Math" panose="02040503050406030204" pitchFamily="18" charset="0"/>
                                    </a:rPr>
                                    <m:t>𝑘</m:t>
                                  </m:r>
                                </m:e>
                              </m:d>
                              <m:r>
                                <a:rPr lang="en-US" b="0" i="1" smtClean="0">
                                  <a:solidFill>
                                    <a:schemeClr val="bg1"/>
                                  </a:solidFill>
                                  <a:latin typeface="Cambria Math" panose="02040503050406030204" pitchFamily="18" charset="0"/>
                                </a:rPr>
                                <m:t>&gt;</m:t>
                              </m:r>
                              <m:r>
                                <a:rPr lang="en-US" i="1" smtClean="0">
                                  <a:solidFill>
                                    <a:schemeClr val="bg1"/>
                                  </a:solidFill>
                                  <a:latin typeface="Cambria Math" panose="02040503050406030204" pitchFamily="18" charset="0"/>
                                </a:rPr>
                                <m:t>0</m:t>
                              </m:r>
                            </m:e>
                            <m:e>
                              <m:r>
                                <a:rPr lang="en-US" i="1" smtClean="0">
                                  <a:solidFill>
                                    <a:schemeClr val="bg1"/>
                                  </a:solidFill>
                                  <a:latin typeface="Cambria Math" panose="02040503050406030204" pitchFamily="18" charset="0"/>
                                </a:rPr>
                                <m:t>&amp;</m:t>
                              </m:r>
                              <m:r>
                                <a:rPr lang="en-US" b="0" i="1" smtClean="0">
                                  <a:solidFill>
                                    <a:schemeClr val="bg1"/>
                                  </a:solidFill>
                                  <a:latin typeface="Cambria Math" panose="02040503050406030204" pitchFamily="18" charset="0"/>
                                </a:rPr>
                                <m:t>𝑓𝑎𝑙𝑠𝑒</m:t>
                              </m:r>
                              <m:r>
                                <a:rPr lang="en-US" i="1" smtClean="0">
                                  <a:solidFill>
                                    <a:schemeClr val="bg1"/>
                                  </a:solidFill>
                                  <a:latin typeface="Cambria Math" panose="02040503050406030204" pitchFamily="18" charset="0"/>
                                </a:rPr>
                                <m:t>,  </m:t>
                              </m:r>
                              <m:r>
                                <a:rPr lang="en-US" b="0" i="1" smtClean="0">
                                  <a:solidFill>
                                    <a:schemeClr val="bg1"/>
                                  </a:solidFill>
                                  <a:latin typeface="Cambria Math" panose="02040503050406030204" pitchFamily="18" charset="0"/>
                                </a:rPr>
                                <m:t>𝑓</m:t>
                              </m:r>
                              <m:d>
                                <m:dPr>
                                  <m:ctrlPr>
                                    <a:rPr lang="en-US" b="0" i="1" smtClean="0">
                                      <a:solidFill>
                                        <a:schemeClr val="bg1"/>
                                      </a:solidFill>
                                      <a:latin typeface="Cambria Math" panose="02040503050406030204" pitchFamily="18" charset="0"/>
                                    </a:rPr>
                                  </m:ctrlPr>
                                </m:dPr>
                                <m:e>
                                  <m:r>
                                    <a:rPr lang="en-US" b="0" i="1" smtClean="0">
                                      <a:solidFill>
                                        <a:schemeClr val="bg1"/>
                                      </a:solidFill>
                                      <a:latin typeface="Cambria Math" panose="02040503050406030204" pitchFamily="18" charset="0"/>
                                    </a:rPr>
                                    <m:t>𝑘</m:t>
                                  </m:r>
                                </m:e>
                              </m:d>
                              <m:r>
                                <a:rPr lang="en-US" b="0" i="1" smtClean="0">
                                  <a:solidFill>
                                    <a:schemeClr val="bg1"/>
                                  </a:solidFill>
                                  <a:latin typeface="Cambria Math" panose="02040503050406030204" pitchFamily="18" charset="0"/>
                                </a:rPr>
                                <m:t>≤</m:t>
                              </m:r>
                              <m:r>
                                <a:rPr lang="en-US" i="1" smtClean="0">
                                  <a:solidFill>
                                    <a:schemeClr val="bg1"/>
                                  </a:solidFill>
                                  <a:latin typeface="Cambria Math" panose="02040503050406030204" pitchFamily="18" charset="0"/>
                                </a:rPr>
                                <m:t>0</m:t>
                              </m:r>
                            </m:e>
                          </m:eqArr>
                        </m:e>
                      </m:d>
                    </m:oMath>
                  </m:oMathPara>
                </a14:m>
                <a:endParaRPr lang="en-US" dirty="0">
                  <a:solidFill>
                    <a:schemeClr val="bg1"/>
                  </a:solidFill>
                </a:endParaRPr>
              </a:p>
            </p:txBody>
          </p:sp>
        </mc:Choice>
        <mc:Fallback xmlns="">
          <p:sp>
            <p:nvSpPr>
              <p:cNvPr id="2" name="TextBox 1">
                <a:extLst>
                  <a:ext uri="{FF2B5EF4-FFF2-40B4-BE49-F238E27FC236}">
                    <a16:creationId xmlns:a16="http://schemas.microsoft.com/office/drawing/2014/main" id="{77C94511-EC03-9273-CFDB-A2117A1B81E7}"/>
                  </a:ext>
                </a:extLst>
              </p:cNvPr>
              <p:cNvSpPr txBox="1">
                <a:spLocks noRot="1" noChangeAspect="1" noMove="1" noResize="1" noEditPoints="1" noAdjustHandles="1" noChangeArrowheads="1" noChangeShapeType="1" noTextEdit="1"/>
              </p:cNvSpPr>
              <p:nvPr/>
            </p:nvSpPr>
            <p:spPr>
              <a:xfrm>
                <a:off x="4189412" y="6096000"/>
                <a:ext cx="3889783" cy="617861"/>
              </a:xfrm>
              <a:prstGeom prst="rect">
                <a:avLst/>
              </a:prstGeom>
              <a:blipFill>
                <a:blip r:embed="rId6"/>
                <a:stretch>
                  <a:fillRect l="-651" t="-230612" r="-326" b="-330612"/>
                </a:stretch>
              </a:blipFill>
            </p:spPr>
            <p:txBody>
              <a:bodyPr/>
              <a:lstStyle/>
              <a:p>
                <a:r>
                  <a:rPr lang="en-US">
                    <a:noFill/>
                  </a:rPr>
                  <a:t> </a:t>
                </a:r>
              </a:p>
            </p:txBody>
          </p:sp>
        </mc:Fallback>
      </mc:AlternateContent>
    </p:spTree>
    <p:extLst>
      <p:ext uri="{BB962C8B-B14F-4D97-AF65-F5344CB8AC3E}">
        <p14:creationId xmlns:p14="http://schemas.microsoft.com/office/powerpoint/2010/main" val="837595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Training</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10087601" cy="5080000"/>
              </a:xfrm>
            </p:spPr>
            <p:txBody>
              <a:bodyPr>
                <a:normAutofit/>
              </a:bodyPr>
              <a:lstStyle/>
              <a:p>
                <a:pPr marL="0" indent="0">
                  <a:buNone/>
                </a:pPr>
                <a:r>
                  <a:rPr lang="en-US" sz="2000" dirty="0">
                    <a:latin typeface="Arial" panose="020B0604020202020204" pitchFamily="34" charset="0"/>
                    <a:cs typeface="Arial" panose="020B0604020202020204" pitchFamily="34" charset="0"/>
                  </a:rPr>
                  <a:t>Once we know that a sample is incorrectly classified we can readjust the weight vector.</a:t>
                </a:r>
              </a:p>
              <a:p>
                <a:pPr marL="0" indent="0">
                  <a:buNone/>
                </a:pPr>
                <a:r>
                  <a:rPr lang="en-US" sz="2000" b="0" dirty="0">
                    <a:latin typeface="Arial" panose="020B0604020202020204" pitchFamily="34" charset="0"/>
                    <a:cs typeface="Arial" panose="020B0604020202020204" pitchFamily="34" charset="0"/>
                  </a:rPr>
                  <a:t>Let’s consider that sampl</a:t>
                </a:r>
                <a:r>
                  <a:rPr lang="en-US" sz="2000" dirty="0">
                    <a:latin typeface="Arial" panose="020B0604020202020204" pitchFamily="34" charset="0"/>
                    <a:cs typeface="Arial" panose="020B0604020202020204" pitchFamily="34" charset="0"/>
                  </a:rPr>
                  <a:t>e “k” is not correctly classified:</a:t>
                </a:r>
              </a:p>
              <a:p>
                <a:pPr marL="0" indent="0">
                  <a:buNone/>
                </a:pPr>
                <a:endParaRPr lang="en-US" sz="2000" b="0" dirty="0">
                  <a:latin typeface="Arial" panose="020B0604020202020204" pitchFamily="34" charset="0"/>
                  <a:cs typeface="Arial" panose="020B0604020202020204" pitchFamily="34" charset="0"/>
                </a:endParaRPr>
              </a:p>
              <a:p>
                <a:pPr marL="0" indent="0">
                  <a:buNone/>
                </a:pPr>
                <a:endParaRPr lang="en-US" sz="2000" b="0" dirty="0">
                  <a:latin typeface="Arial" panose="020B0604020202020204" pitchFamily="34" charset="0"/>
                  <a:cs typeface="Arial" panose="020B0604020202020204" pitchFamily="34" charset="0"/>
                </a:endParaRPr>
              </a:p>
              <a:p>
                <a:pPr marL="0" indent="0">
                  <a:buNone/>
                </a:pPr>
                <a:r>
                  <a:rPr lang="en-US" sz="2000" dirty="0">
                    <a:latin typeface="Arial" panose="020B0604020202020204" pitchFamily="34" charset="0"/>
                    <a:cs typeface="Arial" panose="020B0604020202020204" pitchFamily="34" charset="0"/>
                  </a:rPr>
                  <a:t>In this cases, we need to :</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compute an error</a:t>
                </a:r>
              </a:p>
              <a:p>
                <a:pPr>
                  <a:buFont typeface="Arial" panose="020B0604020202020204" pitchFamily="34" charset="0"/>
                  <a:buChar char="•"/>
                </a:pPr>
                <a:r>
                  <a:rPr lang="en-US" sz="2000" dirty="0">
                    <a:latin typeface="Arial" panose="020B0604020202020204" pitchFamily="34" charset="0"/>
                    <a:cs typeface="Arial" panose="020B0604020202020204" pitchFamily="34" charset="0"/>
                  </a:rPr>
                  <a:t>adjust the “w” vector with that error so that the next time we compute f(k) the result will be better than the previous one.</a:t>
                </a:r>
              </a:p>
              <a:p>
                <a:pPr marL="0" indent="0">
                  <a:buNone/>
                </a:pPr>
                <a:r>
                  <a:rPr lang="en-US" sz="2000" b="0" dirty="0">
                    <a:latin typeface="Arial" panose="020B0604020202020204" pitchFamily="34" charset="0"/>
                    <a:cs typeface="Arial" panose="020B0604020202020204" pitchFamily="34" charset="0"/>
                  </a:rPr>
                  <a:t>For this we introduce a learning rate termen (</a:t>
                </a:r>
                <a14:m>
                  <m:oMath xmlns:m="http://schemas.openxmlformats.org/officeDocument/2006/math">
                    <m:r>
                      <a:rPr lang="en-US" sz="2000" b="0" i="1" smtClean="0">
                        <a:latin typeface="Cambria Math" panose="02040503050406030204" pitchFamily="18" charset="0"/>
                        <a:ea typeface="Cambria Math" panose="02040503050406030204" pitchFamily="18" charset="0"/>
                        <a:cs typeface="Arial" panose="020B0604020202020204" pitchFamily="34" charset="0"/>
                      </a:rPr>
                      <m:t>𝛼</m:t>
                    </m:r>
                    <m:r>
                      <a:rPr lang="en-US" sz="2000" b="0" i="1" smtClean="0">
                        <a:latin typeface="Cambria Math" panose="02040503050406030204" pitchFamily="18" charset="0"/>
                        <a:ea typeface="Cambria Math" panose="02040503050406030204" pitchFamily="18" charset="0"/>
                        <a:cs typeface="Arial" panose="020B0604020202020204" pitchFamily="34" charset="0"/>
                      </a:rPr>
                      <m:t>∈(0,1)</m:t>
                    </m:r>
                  </m:oMath>
                </a14:m>
                <a:r>
                  <a:rPr lang="en-US" sz="2000" b="0" dirty="0">
                    <a:latin typeface="Arial" panose="020B0604020202020204" pitchFamily="34" charset="0"/>
                    <a:cs typeface="Arial" panose="020B0604020202020204" pitchFamily="34" charset="0"/>
                  </a:rPr>
                  <a:t>) (values like 0.01, or 0.1 are often used). </a:t>
                </a:r>
              </a:p>
            </p:txBody>
          </p:sp>
        </mc:Choice>
        <mc:Fallback xmlns="">
          <p:sp>
            <p:nvSpPr>
              <p:cNvPr id="6" name="Content Placeholder 5">
                <a:extLst>
                  <a:ext uri="{FF2B5EF4-FFF2-40B4-BE49-F238E27FC236}">
                    <a16:creationId xmlns:a16="http://schemas.microsoft.com/office/drawing/2014/main" id="{75C8F42D-68F5-9BC0-5FC5-9D26B76AB49A}"/>
                  </a:ext>
                </a:extLst>
              </p:cNvPr>
              <p:cNvSpPr>
                <a:spLocks noGrp="1" noRot="1" noChangeAspect="1" noMove="1" noResize="1" noEditPoints="1" noAdjustHandles="1" noChangeArrowheads="1" noChangeShapeType="1" noTextEdit="1"/>
              </p:cNvSpPr>
              <p:nvPr>
                <p:ph idx="1"/>
              </p:nvPr>
            </p:nvSpPr>
            <p:spPr>
              <a:xfrm>
                <a:off x="1645611" y="1600200"/>
                <a:ext cx="10087601" cy="5080000"/>
              </a:xfrm>
              <a:blipFill>
                <a:blip r:embed="rId2"/>
                <a:stretch>
                  <a:fillRect l="-628" t="-12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2AF928C-8A79-9C6E-0362-E9EBFB069D14}"/>
                  </a:ext>
                </a:extLst>
              </p:cNvPr>
              <p:cNvSpPr txBox="1"/>
              <p:nvPr/>
            </p:nvSpPr>
            <p:spPr>
              <a:xfrm>
                <a:off x="3047365" y="2895600"/>
                <a:ext cx="6094094"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chemeClr val="bg1"/>
                          </a:solidFill>
                          <a:latin typeface="Cambria Math" panose="02040503050406030204" pitchFamily="18" charset="0"/>
                        </a:rPr>
                        <m:t>𝑓</m:t>
                      </m:r>
                      <m:d>
                        <m:dPr>
                          <m:ctrlPr>
                            <a:rPr lang="en-US" sz="2400" b="0" i="1" smtClean="0">
                              <a:solidFill>
                                <a:schemeClr val="bg1"/>
                              </a:solidFill>
                              <a:latin typeface="Cambria Math" panose="02040503050406030204" pitchFamily="18" charset="0"/>
                            </a:rPr>
                          </m:ctrlPr>
                        </m:dPr>
                        <m:e>
                          <m:r>
                            <a:rPr lang="en-US" sz="2400" b="0" i="1" smtClean="0">
                              <a:solidFill>
                                <a:schemeClr val="bg1"/>
                              </a:solidFill>
                              <a:latin typeface="Cambria Math" panose="02040503050406030204" pitchFamily="18" charset="0"/>
                            </a:rPr>
                            <m:t>𝑘</m:t>
                          </m:r>
                        </m:e>
                      </m:d>
                      <m:r>
                        <a:rPr lang="en-US" sz="2400" b="0" i="1" smtClean="0">
                          <a:solidFill>
                            <a:schemeClr val="bg1"/>
                          </a:solidFill>
                          <a:latin typeface="Cambria Math" panose="02040503050406030204" pitchFamily="18" charset="0"/>
                        </a:rPr>
                        <m:t>=</m:t>
                      </m:r>
                      <m:sSub>
                        <m:sSubPr>
                          <m:ctrlPr>
                            <a:rPr lang="en-US" sz="2400" i="1">
                              <a:solidFill>
                                <a:schemeClr val="bg1"/>
                              </a:solidFill>
                              <a:latin typeface="Cambria Math" panose="02040503050406030204" pitchFamily="18" charset="0"/>
                            </a:rPr>
                          </m:ctrlPr>
                        </m:sSubPr>
                        <m:e>
                          <m:r>
                            <a:rPr lang="en-US" sz="2400" i="1">
                              <a:solidFill>
                                <a:schemeClr val="bg1"/>
                              </a:solidFill>
                              <a:latin typeface="Cambria Math" panose="02040503050406030204" pitchFamily="18" charset="0"/>
                            </a:rPr>
                            <m:t>𝐿𝑎𝑏𝑒𝑙</m:t>
                          </m:r>
                        </m:e>
                        <m:sub>
                          <m:r>
                            <a:rPr lang="en-US" sz="2400" i="1">
                              <a:solidFill>
                                <a:schemeClr val="bg1"/>
                              </a:solidFill>
                              <a:latin typeface="Cambria Math" panose="02040503050406030204" pitchFamily="18" charset="0"/>
                            </a:rPr>
                            <m:t>𝑘</m:t>
                          </m:r>
                        </m:sub>
                      </m:sSub>
                      <m:r>
                        <a:rPr lang="en-US" sz="2400">
                          <a:solidFill>
                            <a:schemeClr val="bg1"/>
                          </a:solidFill>
                          <a:latin typeface="Cambria Math" panose="02040503050406030204" pitchFamily="18" charset="0"/>
                          <a:ea typeface="Cambria Math" panose="02040503050406030204" pitchFamily="18" charset="0"/>
                        </a:rPr>
                        <m:t>×</m:t>
                      </m:r>
                      <m:d>
                        <m:dPr>
                          <m:ctrlPr>
                            <a:rPr lang="en-US" sz="2400" b="0" i="1" smtClean="0">
                              <a:solidFill>
                                <a:schemeClr val="bg1"/>
                              </a:solidFill>
                              <a:latin typeface="Cambria Math" panose="02040503050406030204" pitchFamily="18" charset="0"/>
                              <a:ea typeface="Cambria Math" panose="02040503050406030204" pitchFamily="18" charset="0"/>
                            </a:rPr>
                          </m:ctrlPr>
                        </m:dPr>
                        <m:e>
                          <m:r>
                            <a:rPr lang="en-US" sz="2400" i="1">
                              <a:solidFill>
                                <a:schemeClr val="bg1"/>
                              </a:solidFill>
                              <a:latin typeface="Cambria Math" panose="02040503050406030204" pitchFamily="18" charset="0"/>
                              <a:ea typeface="Cambria Math" panose="02040503050406030204" pitchFamily="18" charset="0"/>
                            </a:rPr>
                            <m:t>𝑤</m:t>
                          </m:r>
                          <m:r>
                            <a:rPr lang="en-US" sz="2400" i="1">
                              <a:solidFill>
                                <a:schemeClr val="bg1"/>
                              </a:solidFill>
                              <a:latin typeface="Cambria Math" panose="02040503050406030204" pitchFamily="18" charset="0"/>
                              <a:ea typeface="Cambria Math" panose="02040503050406030204" pitchFamily="18" charset="0"/>
                            </a:rPr>
                            <m:t>∙</m:t>
                          </m:r>
                          <m:sSub>
                            <m:sSubPr>
                              <m:ctrlPr>
                                <a:rPr lang="en-US" sz="2400" i="1">
                                  <a:solidFill>
                                    <a:schemeClr val="bg1"/>
                                  </a:solidFill>
                                  <a:latin typeface="Cambria Math" panose="02040503050406030204" pitchFamily="18" charset="0"/>
                                  <a:ea typeface="Cambria Math" panose="02040503050406030204" pitchFamily="18" charset="0"/>
                                </a:rPr>
                              </m:ctrlPr>
                            </m:sSubPr>
                            <m:e>
                              <m:r>
                                <a:rPr lang="en-US" sz="2400" i="1">
                                  <a:solidFill>
                                    <a:schemeClr val="bg1"/>
                                  </a:solidFill>
                                  <a:latin typeface="Cambria Math" panose="02040503050406030204" pitchFamily="18" charset="0"/>
                                  <a:ea typeface="Cambria Math" panose="02040503050406030204" pitchFamily="18" charset="0"/>
                                </a:rPr>
                                <m:t>𝐼</m:t>
                              </m:r>
                            </m:e>
                            <m:sub>
                              <m:r>
                                <a:rPr lang="en-US" sz="2400" i="1">
                                  <a:solidFill>
                                    <a:schemeClr val="bg1"/>
                                  </a:solidFill>
                                  <a:latin typeface="Cambria Math" panose="02040503050406030204" pitchFamily="18" charset="0"/>
                                  <a:ea typeface="Cambria Math" panose="02040503050406030204" pitchFamily="18" charset="0"/>
                                </a:rPr>
                                <m:t>𝑘</m:t>
                              </m:r>
                            </m:sub>
                          </m:sSub>
                        </m:e>
                      </m:d>
                      <m:r>
                        <a:rPr lang="en-US" sz="2400" b="0" i="1" smtClean="0">
                          <a:solidFill>
                            <a:schemeClr val="bg1"/>
                          </a:solidFill>
                          <a:latin typeface="Cambria Math" panose="02040503050406030204" pitchFamily="18" charset="0"/>
                          <a:ea typeface="Cambria Math" panose="02040503050406030204" pitchFamily="18" charset="0"/>
                        </a:rPr>
                        <m:t>, </m:t>
                      </m:r>
                      <m:r>
                        <a:rPr lang="en-US" sz="2400" b="0" i="1" smtClean="0">
                          <a:solidFill>
                            <a:schemeClr val="bg1"/>
                          </a:solidFill>
                          <a:latin typeface="Cambria Math" panose="02040503050406030204" pitchFamily="18" charset="0"/>
                          <a:ea typeface="Cambria Math" panose="02040503050406030204" pitchFamily="18" charset="0"/>
                        </a:rPr>
                        <m:t>𝑓</m:t>
                      </m:r>
                      <m:d>
                        <m:dPr>
                          <m:ctrlPr>
                            <a:rPr lang="en-US" sz="2400" b="0" i="1" smtClean="0">
                              <a:solidFill>
                                <a:schemeClr val="bg1"/>
                              </a:solidFill>
                              <a:latin typeface="Cambria Math" panose="02040503050406030204" pitchFamily="18" charset="0"/>
                              <a:ea typeface="Cambria Math" panose="02040503050406030204" pitchFamily="18" charset="0"/>
                            </a:rPr>
                          </m:ctrlPr>
                        </m:dPr>
                        <m:e>
                          <m:r>
                            <a:rPr lang="en-US" sz="2400" b="0" i="1" smtClean="0">
                              <a:solidFill>
                                <a:schemeClr val="bg1"/>
                              </a:solidFill>
                              <a:latin typeface="Cambria Math" panose="02040503050406030204" pitchFamily="18" charset="0"/>
                              <a:ea typeface="Cambria Math" panose="02040503050406030204" pitchFamily="18" charset="0"/>
                            </a:rPr>
                            <m:t>𝑘</m:t>
                          </m:r>
                        </m:e>
                      </m:d>
                      <m:r>
                        <a:rPr lang="en-US" sz="2400" b="0" i="1" smtClean="0">
                          <a:solidFill>
                            <a:schemeClr val="bg1"/>
                          </a:solidFill>
                          <a:latin typeface="Cambria Math" panose="02040503050406030204" pitchFamily="18" charset="0"/>
                          <a:ea typeface="Cambria Math" panose="02040503050406030204" pitchFamily="18" charset="0"/>
                        </a:rPr>
                        <m:t>≤0</m:t>
                      </m:r>
                    </m:oMath>
                  </m:oMathPara>
                </a14:m>
                <a:endParaRPr lang="en-US" sz="2400" dirty="0">
                  <a:solidFill>
                    <a:schemeClr val="bg1"/>
                  </a:solidFill>
                </a:endParaRPr>
              </a:p>
            </p:txBody>
          </p:sp>
        </mc:Choice>
        <mc:Fallback xmlns="">
          <p:sp>
            <p:nvSpPr>
              <p:cNvPr id="10" name="TextBox 9">
                <a:extLst>
                  <a:ext uri="{FF2B5EF4-FFF2-40B4-BE49-F238E27FC236}">
                    <a16:creationId xmlns:a16="http://schemas.microsoft.com/office/drawing/2014/main" id="{22AF928C-8A79-9C6E-0362-E9EBFB069D14}"/>
                  </a:ext>
                </a:extLst>
              </p:cNvPr>
              <p:cNvSpPr txBox="1">
                <a:spLocks noRot="1" noChangeAspect="1" noMove="1" noResize="1" noEditPoints="1" noAdjustHandles="1" noChangeArrowheads="1" noChangeShapeType="1" noTextEdit="1"/>
              </p:cNvSpPr>
              <p:nvPr/>
            </p:nvSpPr>
            <p:spPr>
              <a:xfrm>
                <a:off x="3047365" y="2895600"/>
                <a:ext cx="6094094" cy="461665"/>
              </a:xfrm>
              <a:prstGeom prst="rect">
                <a:avLst/>
              </a:prstGeom>
              <a:blipFill>
                <a:blip r:embed="rId3"/>
                <a:stretch>
                  <a:fillRect b="-16216"/>
                </a:stretch>
              </a:blipFill>
            </p:spPr>
            <p:txBody>
              <a:bodyPr/>
              <a:lstStyle/>
              <a:p>
                <a:r>
                  <a:rPr lang="en-US">
                    <a:noFill/>
                  </a:rPr>
                  <a:t> </a:t>
                </a:r>
              </a:p>
            </p:txBody>
          </p:sp>
        </mc:Fallback>
      </mc:AlternateContent>
    </p:spTree>
    <p:extLst>
      <p:ext uri="{BB962C8B-B14F-4D97-AF65-F5344CB8AC3E}">
        <p14:creationId xmlns:p14="http://schemas.microsoft.com/office/powerpoint/2010/main" val="415602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Training</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10087601" cy="5181600"/>
              </a:xfrm>
            </p:spPr>
            <p:txBody>
              <a:bodyPr>
                <a:normAutofit/>
              </a:bodyPr>
              <a:lstStyle/>
              <a:p>
                <a:pPr marL="0" indent="0">
                  <a:buNone/>
                </a:pPr>
                <a:r>
                  <a:rPr lang="en-US" dirty="0">
                    <a:latin typeface="Cambria Math" panose="02040503050406030204" pitchFamily="18" charset="0"/>
                    <a:cs typeface="Arial" panose="020B0604020202020204" pitchFamily="34" charset="0"/>
                  </a:rPr>
                  <a:t>Then, we can adjust “w” vector in the following way:</a:t>
                </a:r>
              </a:p>
              <a:p>
                <a:pPr lvl="1"/>
                <a:r>
                  <a:rPr lang="en-US" dirty="0">
                    <a:latin typeface="Cambria Math" panose="02040503050406030204" pitchFamily="18" charset="0"/>
                    <a:cs typeface="Arial" panose="020B0604020202020204" pitchFamily="34" charset="0"/>
                  </a:rPr>
                  <a:t>First let’s consider “w</a:t>
                </a:r>
                <a:r>
                  <a:rPr lang="en-US" baseline="-25000" dirty="0">
                    <a:latin typeface="Cambria Math" panose="02040503050406030204" pitchFamily="18" charset="0"/>
                    <a:cs typeface="Arial" panose="020B0604020202020204" pitchFamily="34" charset="0"/>
                  </a:rPr>
                  <a:t>(iteration t)</a:t>
                </a:r>
                <a:r>
                  <a:rPr lang="en-US" dirty="0">
                    <a:latin typeface="Cambria Math" panose="02040503050406030204" pitchFamily="18" charset="0"/>
                    <a:cs typeface="Arial" panose="020B0604020202020204" pitchFamily="34" charset="0"/>
                  </a:rPr>
                  <a:t>” the weight vector at a specific iteration</a:t>
                </a:r>
              </a:p>
              <a:p>
                <a:pPr lvl="1"/>
                <a:r>
                  <a:rPr lang="en-US" dirty="0">
                    <a:latin typeface="Cambria Math" panose="02040503050406030204" pitchFamily="18" charset="0"/>
                    <a:cs typeface="Arial" panose="020B0604020202020204" pitchFamily="34" charset="0"/>
                  </a:rPr>
                  <a:t>We can also consider “f</a:t>
                </a:r>
                <a:r>
                  <a:rPr lang="en-US" baseline="-25000" dirty="0">
                    <a:latin typeface="Cambria Math" panose="02040503050406030204" pitchFamily="18" charset="0"/>
                    <a:cs typeface="Arial" panose="020B0604020202020204" pitchFamily="34" charset="0"/>
                  </a:rPr>
                  <a:t>t</a:t>
                </a:r>
                <a:r>
                  <a:rPr lang="en-US" dirty="0">
                    <a:latin typeface="Cambria Math" panose="02040503050406030204" pitchFamily="18" charset="0"/>
                    <a:cs typeface="Arial" panose="020B0604020202020204" pitchFamily="34" charset="0"/>
                  </a:rPr>
                  <a:t>(k)” the output of the perceptron equation for sample “k” at iteration “t” </a:t>
                </a:r>
              </a:p>
              <a:p>
                <a:pPr lvl="1"/>
                <a:endParaRPr lang="en-US" dirty="0">
                  <a:latin typeface="Cambria Math" panose="02040503050406030204" pitchFamily="18" charset="0"/>
                  <a:cs typeface="Arial" panose="020B0604020202020204" pitchFamily="34" charset="0"/>
                </a:endParaRPr>
              </a:p>
              <a:p>
                <a:pPr lvl="1"/>
                <a:endParaRPr lang="en-US" dirty="0">
                  <a:latin typeface="Cambria Math" panose="02040503050406030204" pitchFamily="18" charset="0"/>
                  <a:cs typeface="Arial" panose="020B0604020202020204" pitchFamily="34" charset="0"/>
                </a:endParaRPr>
              </a:p>
              <a:p>
                <a:pPr lvl="1"/>
                <a:r>
                  <a:rPr lang="en-US" dirty="0">
                    <a:latin typeface="Cambria Math" panose="02040503050406030204" pitchFamily="18" charset="0"/>
                    <a:cs typeface="Arial" panose="020B0604020202020204" pitchFamily="34" charset="0"/>
                  </a:rPr>
                  <a:t>If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𝑓</m:t>
                        </m:r>
                      </m:e>
                      <m:sub>
                        <m:r>
                          <a:rPr lang="en-US" sz="2400" b="0" i="1" smtClean="0">
                            <a:latin typeface="Cambria Math" panose="02040503050406030204" pitchFamily="18" charset="0"/>
                          </a:rPr>
                          <m:t>𝑡</m:t>
                        </m:r>
                      </m:sub>
                    </m:sSub>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𝑘</m:t>
                        </m:r>
                      </m:e>
                    </m:d>
                  </m:oMath>
                </a14:m>
                <a:r>
                  <a:rPr lang="en-US" dirty="0">
                    <a:latin typeface="Cambria Math" panose="02040503050406030204" pitchFamily="18" charset="0"/>
                    <a:cs typeface="Arial" panose="020B0604020202020204" pitchFamily="34" charset="0"/>
                  </a:rPr>
                  <a:t> was not correctly classified, we need to change something in the equation to fix this. We can only modify the vector “w” (the rest of the parameters </a:t>
                </a:r>
                <a:r>
                  <a:rPr lang="en-US" dirty="0">
                    <a:latin typeface="Cambria Math" panose="02040503050406030204" pitchFamily="18" charset="0"/>
                    <a:cs typeface="Arial" panose="020B0604020202020204" pitchFamily="34" charset="0"/>
                    <a:sym typeface="Wingdings" panose="05000000000000000000" pitchFamily="2" charset="2"/>
                  </a:rPr>
                  <a:t> I and Label are fixed as they represent input data). This means that we want to change “w” in such a way that:</a:t>
                </a:r>
              </a:p>
              <a:p>
                <a:pPr lvl="1"/>
                <a:endParaRPr lang="en-US" dirty="0">
                  <a:latin typeface="Cambria Math" panose="02040503050406030204" pitchFamily="18" charset="0"/>
                  <a:cs typeface="Arial" panose="020B0604020202020204" pitchFamily="34" charset="0"/>
                </a:endParaRPr>
              </a:p>
              <a:p>
                <a:pPr lvl="1"/>
                <a:endParaRPr lang="en-US" dirty="0">
                  <a:latin typeface="Cambria Math" panose="02040503050406030204" pitchFamily="18" charset="0"/>
                  <a:cs typeface="Arial" panose="020B0604020202020204" pitchFamily="34" charset="0"/>
                </a:endParaRPr>
              </a:p>
              <a:p>
                <a:pPr lvl="1"/>
                <a:endParaRPr lang="en-US" dirty="0">
                  <a:latin typeface="Cambria Math" panose="02040503050406030204" pitchFamily="18" charset="0"/>
                  <a:cs typeface="Arial" panose="020B0604020202020204" pitchFamily="34" charset="0"/>
                </a:endParaRPr>
              </a:p>
            </p:txBody>
          </p:sp>
        </mc:Choice>
        <mc:Fallback xmlns="">
          <p:sp>
            <p:nvSpPr>
              <p:cNvPr id="6" name="Content Placeholder 5">
                <a:extLst>
                  <a:ext uri="{FF2B5EF4-FFF2-40B4-BE49-F238E27FC236}">
                    <a16:creationId xmlns:a16="http://schemas.microsoft.com/office/drawing/2014/main" id="{75C8F42D-68F5-9BC0-5FC5-9D26B76AB49A}"/>
                  </a:ext>
                </a:extLst>
              </p:cNvPr>
              <p:cNvSpPr>
                <a:spLocks noGrp="1" noRot="1" noChangeAspect="1" noMove="1" noResize="1" noEditPoints="1" noAdjustHandles="1" noChangeArrowheads="1" noChangeShapeType="1" noTextEdit="1"/>
              </p:cNvSpPr>
              <p:nvPr>
                <p:ph idx="1"/>
              </p:nvPr>
            </p:nvSpPr>
            <p:spPr>
              <a:xfrm>
                <a:off x="1645611" y="1600200"/>
                <a:ext cx="10087601" cy="5181600"/>
              </a:xfrm>
              <a:blipFill>
                <a:blip r:embed="rId2"/>
                <a:stretch>
                  <a:fillRect l="-1269" t="-2118" r="-1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4D1830D-2B28-1675-C66D-2D1B931182EC}"/>
                  </a:ext>
                </a:extLst>
              </p:cNvPr>
              <p:cNvSpPr txBox="1"/>
              <p:nvPr/>
            </p:nvSpPr>
            <p:spPr>
              <a:xfrm>
                <a:off x="2817812" y="3193748"/>
                <a:ext cx="7239000" cy="49725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solidFill>
                                <a:schemeClr val="bg1"/>
                              </a:solidFill>
                              <a:latin typeface="Cambria Math" panose="02040503050406030204" pitchFamily="18" charset="0"/>
                            </a:rPr>
                          </m:ctrlPr>
                        </m:sSubPr>
                        <m:e>
                          <m:r>
                            <a:rPr lang="en-US" sz="2400" b="0" i="1" smtClean="0">
                              <a:solidFill>
                                <a:schemeClr val="bg1"/>
                              </a:solidFill>
                              <a:latin typeface="Cambria Math" panose="02040503050406030204" pitchFamily="18" charset="0"/>
                            </a:rPr>
                            <m:t>𝑓</m:t>
                          </m:r>
                        </m:e>
                        <m:sub>
                          <m:r>
                            <a:rPr lang="en-US" sz="2400" b="0" i="1" smtClean="0">
                              <a:solidFill>
                                <a:schemeClr val="bg1"/>
                              </a:solidFill>
                              <a:latin typeface="Cambria Math" panose="02040503050406030204" pitchFamily="18" charset="0"/>
                            </a:rPr>
                            <m:t>𝑡</m:t>
                          </m:r>
                        </m:sub>
                      </m:sSub>
                      <m:d>
                        <m:dPr>
                          <m:ctrlPr>
                            <a:rPr lang="en-US" sz="2400" b="0" i="1" smtClean="0">
                              <a:solidFill>
                                <a:schemeClr val="bg1"/>
                              </a:solidFill>
                              <a:latin typeface="Cambria Math" panose="02040503050406030204" pitchFamily="18" charset="0"/>
                            </a:rPr>
                          </m:ctrlPr>
                        </m:dPr>
                        <m:e>
                          <m:r>
                            <a:rPr lang="en-US" sz="2400" b="0" i="1" smtClean="0">
                              <a:solidFill>
                                <a:schemeClr val="bg1"/>
                              </a:solidFill>
                              <a:latin typeface="Cambria Math" panose="02040503050406030204" pitchFamily="18" charset="0"/>
                            </a:rPr>
                            <m:t>𝑘</m:t>
                          </m:r>
                        </m:e>
                      </m:d>
                      <m:r>
                        <a:rPr lang="en-US" sz="2400" b="0" i="1" smtClean="0">
                          <a:solidFill>
                            <a:schemeClr val="bg1"/>
                          </a:solidFill>
                          <a:latin typeface="Cambria Math" panose="02040503050406030204" pitchFamily="18" charset="0"/>
                        </a:rPr>
                        <m:t>=</m:t>
                      </m:r>
                      <m:sSub>
                        <m:sSubPr>
                          <m:ctrlPr>
                            <a:rPr lang="en-US" sz="2400" i="1">
                              <a:solidFill>
                                <a:schemeClr val="bg1"/>
                              </a:solidFill>
                              <a:latin typeface="Cambria Math" panose="02040503050406030204" pitchFamily="18" charset="0"/>
                              <a:ea typeface="Cambria Math" panose="02040503050406030204" pitchFamily="18" charset="0"/>
                            </a:rPr>
                          </m:ctrlPr>
                        </m:sSubPr>
                        <m:e>
                          <m:r>
                            <a:rPr lang="en-US" sz="2400" i="1">
                              <a:solidFill>
                                <a:schemeClr val="bg1"/>
                              </a:solidFill>
                              <a:latin typeface="Cambria Math" panose="02040503050406030204" pitchFamily="18" charset="0"/>
                              <a:ea typeface="Cambria Math" panose="02040503050406030204" pitchFamily="18" charset="0"/>
                            </a:rPr>
                            <m:t>𝑤</m:t>
                          </m:r>
                        </m:e>
                        <m:sub>
                          <m:r>
                            <a:rPr lang="en-US" sz="2400" i="1">
                              <a:solidFill>
                                <a:schemeClr val="bg1"/>
                              </a:solidFill>
                              <a:latin typeface="Cambria Math" panose="02040503050406030204" pitchFamily="18" charset="0"/>
                              <a:ea typeface="Cambria Math" panose="02040503050406030204" pitchFamily="18" charset="0"/>
                            </a:rPr>
                            <m:t>(</m:t>
                          </m:r>
                          <m:r>
                            <a:rPr lang="en-US" sz="2400" i="1">
                              <a:solidFill>
                                <a:schemeClr val="bg1"/>
                              </a:solidFill>
                              <a:latin typeface="Cambria Math" panose="02040503050406030204" pitchFamily="18" charset="0"/>
                              <a:ea typeface="Cambria Math" panose="02040503050406030204" pitchFamily="18" charset="0"/>
                            </a:rPr>
                            <m:t>𝑖𝑡𝑒𝑟𝑎𝑡𝑖𝑜𝑛</m:t>
                          </m:r>
                          <m:r>
                            <a:rPr lang="en-US" sz="2400" i="1">
                              <a:solidFill>
                                <a:schemeClr val="bg1"/>
                              </a:solidFill>
                              <a:latin typeface="Cambria Math" panose="02040503050406030204" pitchFamily="18" charset="0"/>
                              <a:ea typeface="Cambria Math" panose="02040503050406030204" pitchFamily="18" charset="0"/>
                            </a:rPr>
                            <m:t> </m:t>
                          </m:r>
                          <m:r>
                            <a:rPr lang="en-US" sz="2400" i="1">
                              <a:solidFill>
                                <a:schemeClr val="bg1"/>
                              </a:solidFill>
                              <a:latin typeface="Cambria Math" panose="02040503050406030204" pitchFamily="18" charset="0"/>
                              <a:ea typeface="Cambria Math" panose="02040503050406030204" pitchFamily="18" charset="0"/>
                            </a:rPr>
                            <m:t>𝑡</m:t>
                          </m:r>
                          <m:r>
                            <a:rPr lang="en-US" sz="2400" i="1">
                              <a:solidFill>
                                <a:schemeClr val="bg1"/>
                              </a:solidFill>
                              <a:latin typeface="Cambria Math" panose="02040503050406030204" pitchFamily="18" charset="0"/>
                              <a:ea typeface="Cambria Math" panose="02040503050406030204" pitchFamily="18" charset="0"/>
                            </a:rPr>
                            <m:t>)</m:t>
                          </m:r>
                        </m:sub>
                      </m:sSub>
                      <m:r>
                        <a:rPr lang="en-US" sz="2400" i="1">
                          <a:solidFill>
                            <a:schemeClr val="bg1"/>
                          </a:solidFill>
                          <a:latin typeface="Cambria Math" panose="02040503050406030204" pitchFamily="18" charset="0"/>
                          <a:ea typeface="Cambria Math" panose="02040503050406030204" pitchFamily="18" charset="0"/>
                        </a:rPr>
                        <m:t>∙</m:t>
                      </m:r>
                      <m:sSub>
                        <m:sSubPr>
                          <m:ctrlPr>
                            <a:rPr lang="en-US" sz="2400" i="1">
                              <a:solidFill>
                                <a:schemeClr val="bg1"/>
                              </a:solidFill>
                              <a:latin typeface="Cambria Math" panose="02040503050406030204" pitchFamily="18" charset="0"/>
                              <a:ea typeface="Cambria Math" panose="02040503050406030204" pitchFamily="18" charset="0"/>
                            </a:rPr>
                          </m:ctrlPr>
                        </m:sSubPr>
                        <m:e>
                          <m:r>
                            <a:rPr lang="en-US" sz="2400" i="1">
                              <a:solidFill>
                                <a:schemeClr val="bg1"/>
                              </a:solidFill>
                              <a:latin typeface="Cambria Math" panose="02040503050406030204" pitchFamily="18" charset="0"/>
                              <a:ea typeface="Cambria Math" panose="02040503050406030204" pitchFamily="18" charset="0"/>
                            </a:rPr>
                            <m:t>𝐼</m:t>
                          </m:r>
                        </m:e>
                        <m:sub>
                          <m:r>
                            <a:rPr lang="en-US" sz="2400" i="1">
                              <a:solidFill>
                                <a:schemeClr val="bg1"/>
                              </a:solidFill>
                              <a:latin typeface="Cambria Math" panose="02040503050406030204" pitchFamily="18" charset="0"/>
                              <a:ea typeface="Cambria Math" panose="02040503050406030204" pitchFamily="18" charset="0"/>
                            </a:rPr>
                            <m:t>𝑘</m:t>
                          </m:r>
                        </m:sub>
                      </m:sSub>
                      <m:r>
                        <a:rPr lang="en-US" sz="2400" b="0" i="1" smtClean="0">
                          <a:solidFill>
                            <a:schemeClr val="bg1"/>
                          </a:solidFill>
                          <a:latin typeface="Cambria Math" panose="02040503050406030204" pitchFamily="18" charset="0"/>
                          <a:ea typeface="Cambria Math" panose="02040503050406030204" pitchFamily="18" charset="0"/>
                        </a:rPr>
                        <m:t>, </m:t>
                      </m:r>
                      <m:r>
                        <a:rPr lang="en-US" sz="2400" b="0" i="1" smtClean="0">
                          <a:solidFill>
                            <a:schemeClr val="bg1"/>
                          </a:solidFill>
                          <a:latin typeface="Cambria Math" panose="02040503050406030204" pitchFamily="18" charset="0"/>
                          <a:ea typeface="Cambria Math" panose="02040503050406030204" pitchFamily="18" charset="0"/>
                        </a:rPr>
                        <m:t>𝑤𝑖𝑡h</m:t>
                      </m:r>
                      <m:r>
                        <a:rPr lang="en-US" sz="2400" b="0" i="1" smtClean="0">
                          <a:solidFill>
                            <a:schemeClr val="bg1"/>
                          </a:solidFill>
                          <a:latin typeface="Cambria Math" panose="02040503050406030204" pitchFamily="18" charset="0"/>
                          <a:ea typeface="Cambria Math" panose="02040503050406030204" pitchFamily="18" charset="0"/>
                        </a:rPr>
                        <m:t> </m:t>
                      </m:r>
                      <m:sSub>
                        <m:sSubPr>
                          <m:ctrlPr>
                            <a:rPr lang="en-US" sz="2400" i="1">
                              <a:solidFill>
                                <a:schemeClr val="bg1"/>
                              </a:solidFill>
                              <a:latin typeface="Cambria Math" panose="02040503050406030204" pitchFamily="18" charset="0"/>
                            </a:rPr>
                          </m:ctrlPr>
                        </m:sSubPr>
                        <m:e>
                          <m:sSub>
                            <m:sSubPr>
                              <m:ctrlPr>
                                <a:rPr lang="en-US" sz="2400" i="1">
                                  <a:solidFill>
                                    <a:schemeClr val="bg1"/>
                                  </a:solidFill>
                                  <a:latin typeface="Cambria Math" panose="02040503050406030204" pitchFamily="18" charset="0"/>
                                </a:rPr>
                              </m:ctrlPr>
                            </m:sSubPr>
                            <m:e>
                              <m:r>
                                <a:rPr lang="en-US" sz="2400" i="1">
                                  <a:solidFill>
                                    <a:schemeClr val="bg1"/>
                                  </a:solidFill>
                                  <a:latin typeface="Cambria Math" panose="02040503050406030204" pitchFamily="18" charset="0"/>
                                </a:rPr>
                                <m:t>𝐿𝑎𝑏𝑒𝑙</m:t>
                              </m:r>
                            </m:e>
                            <m:sub>
                              <m:r>
                                <a:rPr lang="en-US" sz="2400" i="1">
                                  <a:solidFill>
                                    <a:schemeClr val="bg1"/>
                                  </a:solidFill>
                                  <a:latin typeface="Cambria Math" panose="02040503050406030204" pitchFamily="18" charset="0"/>
                                </a:rPr>
                                <m:t>𝑘</m:t>
                              </m:r>
                            </m:sub>
                          </m:sSub>
                          <m:r>
                            <a:rPr lang="en-US" sz="2400">
                              <a:solidFill>
                                <a:schemeClr val="bg1"/>
                              </a:solidFill>
                              <a:latin typeface="Cambria Math" panose="02040503050406030204" pitchFamily="18" charset="0"/>
                              <a:ea typeface="Cambria Math" panose="02040503050406030204" pitchFamily="18" charset="0"/>
                            </a:rPr>
                            <m:t>×</m:t>
                          </m:r>
                          <m:r>
                            <a:rPr lang="en-US" sz="2400" i="1">
                              <a:solidFill>
                                <a:schemeClr val="bg1"/>
                              </a:solidFill>
                              <a:latin typeface="Cambria Math" panose="02040503050406030204" pitchFamily="18" charset="0"/>
                            </a:rPr>
                            <m:t>𝑓</m:t>
                          </m:r>
                        </m:e>
                        <m:sub>
                          <m:r>
                            <a:rPr lang="en-US" sz="2400" i="1">
                              <a:solidFill>
                                <a:schemeClr val="bg1"/>
                              </a:solidFill>
                              <a:latin typeface="Cambria Math" panose="02040503050406030204" pitchFamily="18" charset="0"/>
                            </a:rPr>
                            <m:t>𝑡</m:t>
                          </m:r>
                        </m:sub>
                      </m:sSub>
                      <m:d>
                        <m:dPr>
                          <m:ctrlPr>
                            <a:rPr lang="en-US" sz="2400" b="0" i="1" smtClean="0">
                              <a:solidFill>
                                <a:schemeClr val="bg1"/>
                              </a:solidFill>
                              <a:latin typeface="Cambria Math" panose="02040503050406030204" pitchFamily="18" charset="0"/>
                              <a:ea typeface="Cambria Math" panose="02040503050406030204" pitchFamily="18" charset="0"/>
                            </a:rPr>
                          </m:ctrlPr>
                        </m:dPr>
                        <m:e>
                          <m:r>
                            <a:rPr lang="en-US" sz="2400" b="0" i="1" smtClean="0">
                              <a:solidFill>
                                <a:schemeClr val="bg1"/>
                              </a:solidFill>
                              <a:latin typeface="Cambria Math" panose="02040503050406030204" pitchFamily="18" charset="0"/>
                              <a:ea typeface="Cambria Math" panose="02040503050406030204" pitchFamily="18" charset="0"/>
                            </a:rPr>
                            <m:t>𝑘</m:t>
                          </m:r>
                        </m:e>
                      </m:d>
                      <m:r>
                        <a:rPr lang="en-US" sz="2400" b="0" i="1" smtClean="0">
                          <a:solidFill>
                            <a:schemeClr val="bg1"/>
                          </a:solidFill>
                          <a:latin typeface="Cambria Math" panose="02040503050406030204" pitchFamily="18" charset="0"/>
                          <a:ea typeface="Cambria Math" panose="02040503050406030204" pitchFamily="18" charset="0"/>
                        </a:rPr>
                        <m:t>≤0</m:t>
                      </m:r>
                    </m:oMath>
                  </m:oMathPara>
                </a14:m>
                <a:endParaRPr lang="en-US" sz="2000" dirty="0"/>
              </a:p>
            </p:txBody>
          </p:sp>
        </mc:Choice>
        <mc:Fallback xmlns="">
          <p:sp>
            <p:nvSpPr>
              <p:cNvPr id="3" name="TextBox 2">
                <a:extLst>
                  <a:ext uri="{FF2B5EF4-FFF2-40B4-BE49-F238E27FC236}">
                    <a16:creationId xmlns:a16="http://schemas.microsoft.com/office/drawing/2014/main" id="{74D1830D-2B28-1675-C66D-2D1B931182EC}"/>
                  </a:ext>
                </a:extLst>
              </p:cNvPr>
              <p:cNvSpPr txBox="1">
                <a:spLocks noRot="1" noChangeAspect="1" noMove="1" noResize="1" noEditPoints="1" noAdjustHandles="1" noChangeArrowheads="1" noChangeShapeType="1" noTextEdit="1"/>
              </p:cNvSpPr>
              <p:nvPr/>
            </p:nvSpPr>
            <p:spPr>
              <a:xfrm>
                <a:off x="2817812" y="3193748"/>
                <a:ext cx="7239000" cy="497252"/>
              </a:xfrm>
              <a:prstGeom prst="rect">
                <a:avLst/>
              </a:prstGeom>
              <a:blipFill>
                <a:blip r:embed="rId3"/>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8A29573-68C6-1ED3-156D-58CCADB85E81}"/>
                  </a:ext>
                </a:extLst>
              </p:cNvPr>
              <p:cNvSpPr txBox="1"/>
              <p:nvPr/>
            </p:nvSpPr>
            <p:spPr>
              <a:xfrm>
                <a:off x="2741612" y="5638800"/>
                <a:ext cx="72390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chemeClr val="bg1"/>
                              </a:solidFill>
                              <a:latin typeface="Cambria Math" panose="02040503050406030204" pitchFamily="18" charset="0"/>
                            </a:rPr>
                          </m:ctrlPr>
                        </m:sSubPr>
                        <m:e>
                          <m:sSub>
                            <m:sSubPr>
                              <m:ctrlPr>
                                <a:rPr lang="en-US" sz="2400" i="1">
                                  <a:solidFill>
                                    <a:schemeClr val="bg1"/>
                                  </a:solidFill>
                                  <a:latin typeface="Cambria Math" panose="02040503050406030204" pitchFamily="18" charset="0"/>
                                </a:rPr>
                              </m:ctrlPr>
                            </m:sSubPr>
                            <m:e>
                              <m:r>
                                <a:rPr lang="en-US" sz="2400" i="1">
                                  <a:solidFill>
                                    <a:schemeClr val="bg1"/>
                                  </a:solidFill>
                                  <a:latin typeface="Cambria Math" panose="02040503050406030204" pitchFamily="18" charset="0"/>
                                </a:rPr>
                                <m:t>𝐿𝑎𝑏𝑒𝑙</m:t>
                              </m:r>
                            </m:e>
                            <m:sub>
                              <m:r>
                                <a:rPr lang="en-US" sz="2400" i="1">
                                  <a:solidFill>
                                    <a:schemeClr val="bg1"/>
                                  </a:solidFill>
                                  <a:latin typeface="Cambria Math" panose="02040503050406030204" pitchFamily="18" charset="0"/>
                                </a:rPr>
                                <m:t>𝑘</m:t>
                              </m:r>
                            </m:sub>
                          </m:sSub>
                          <m:r>
                            <a:rPr lang="en-US" sz="2400">
                              <a:solidFill>
                                <a:schemeClr val="bg1"/>
                              </a:solidFill>
                              <a:latin typeface="Cambria Math" panose="02040503050406030204" pitchFamily="18" charset="0"/>
                              <a:ea typeface="Cambria Math" panose="02040503050406030204" pitchFamily="18" charset="0"/>
                            </a:rPr>
                            <m:t>×</m:t>
                          </m:r>
                          <m:r>
                            <a:rPr lang="en-US" sz="2400" i="1">
                              <a:solidFill>
                                <a:schemeClr val="bg1"/>
                              </a:solidFill>
                              <a:latin typeface="Cambria Math" panose="02040503050406030204" pitchFamily="18" charset="0"/>
                            </a:rPr>
                            <m:t>𝑓</m:t>
                          </m:r>
                        </m:e>
                        <m:sub>
                          <m:r>
                            <a:rPr lang="en-US" sz="2400" i="1">
                              <a:solidFill>
                                <a:schemeClr val="bg1"/>
                              </a:solidFill>
                              <a:latin typeface="Cambria Math" panose="02040503050406030204" pitchFamily="18" charset="0"/>
                            </a:rPr>
                            <m:t>𝑡</m:t>
                          </m:r>
                        </m:sub>
                      </m:sSub>
                      <m:d>
                        <m:dPr>
                          <m:ctrlPr>
                            <a:rPr lang="en-US" sz="2400" b="0" i="1" smtClean="0">
                              <a:solidFill>
                                <a:schemeClr val="bg1"/>
                              </a:solidFill>
                              <a:latin typeface="Cambria Math" panose="02040503050406030204" pitchFamily="18" charset="0"/>
                              <a:ea typeface="Cambria Math" panose="02040503050406030204" pitchFamily="18" charset="0"/>
                            </a:rPr>
                          </m:ctrlPr>
                        </m:dPr>
                        <m:e>
                          <m:r>
                            <a:rPr lang="en-US" sz="2400" b="0" i="1" smtClean="0">
                              <a:solidFill>
                                <a:schemeClr val="bg1"/>
                              </a:solidFill>
                              <a:latin typeface="Cambria Math" panose="02040503050406030204" pitchFamily="18" charset="0"/>
                              <a:ea typeface="Cambria Math" panose="02040503050406030204" pitchFamily="18" charset="0"/>
                            </a:rPr>
                            <m:t>𝑘</m:t>
                          </m:r>
                        </m:e>
                      </m:d>
                      <m:r>
                        <a:rPr lang="en-US" sz="2400" b="0" i="1" smtClean="0">
                          <a:solidFill>
                            <a:schemeClr val="bg1"/>
                          </a:solidFill>
                          <a:latin typeface="Cambria Math" panose="02040503050406030204" pitchFamily="18" charset="0"/>
                          <a:ea typeface="Cambria Math" panose="02040503050406030204" pitchFamily="18" charset="0"/>
                        </a:rPr>
                        <m:t>&gt;0</m:t>
                      </m:r>
                    </m:oMath>
                  </m:oMathPara>
                </a14:m>
                <a:endParaRPr lang="en-US" sz="2000" dirty="0"/>
              </a:p>
            </p:txBody>
          </p:sp>
        </mc:Choice>
        <mc:Fallback xmlns="">
          <p:sp>
            <p:nvSpPr>
              <p:cNvPr id="7" name="TextBox 6">
                <a:extLst>
                  <a:ext uri="{FF2B5EF4-FFF2-40B4-BE49-F238E27FC236}">
                    <a16:creationId xmlns:a16="http://schemas.microsoft.com/office/drawing/2014/main" id="{78A29573-68C6-1ED3-156D-58CCADB85E81}"/>
                  </a:ext>
                </a:extLst>
              </p:cNvPr>
              <p:cNvSpPr txBox="1">
                <a:spLocks noRot="1" noChangeAspect="1" noMove="1" noResize="1" noEditPoints="1" noAdjustHandles="1" noChangeArrowheads="1" noChangeShapeType="1" noTextEdit="1"/>
              </p:cNvSpPr>
              <p:nvPr/>
            </p:nvSpPr>
            <p:spPr>
              <a:xfrm>
                <a:off x="2741612" y="5638800"/>
                <a:ext cx="7239000" cy="461665"/>
              </a:xfrm>
              <a:prstGeom prst="rect">
                <a:avLst/>
              </a:prstGeom>
              <a:blipFill>
                <a:blip r:embed="rId4"/>
                <a:stretch>
                  <a:fillRect b="-16216"/>
                </a:stretch>
              </a:blipFill>
            </p:spPr>
            <p:txBody>
              <a:bodyPr/>
              <a:lstStyle/>
              <a:p>
                <a:r>
                  <a:rPr lang="en-US">
                    <a:noFill/>
                  </a:rPr>
                  <a:t> </a:t>
                </a:r>
              </a:p>
            </p:txBody>
          </p:sp>
        </mc:Fallback>
      </mc:AlternateContent>
    </p:spTree>
    <p:extLst>
      <p:ext uri="{BB962C8B-B14F-4D97-AF65-F5344CB8AC3E}">
        <p14:creationId xmlns:p14="http://schemas.microsoft.com/office/powerpoint/2010/main" val="334100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Training</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10087601" cy="5181600"/>
              </a:xfrm>
            </p:spPr>
            <p:txBody>
              <a:bodyPr>
                <a:normAutofit/>
              </a:bodyPr>
              <a:lstStyle/>
              <a:p>
                <a:pPr marL="0" indent="0">
                  <a:buNone/>
                </a:pPr>
                <a:r>
                  <a:rPr lang="en-US" dirty="0">
                    <a:latin typeface="Cambria Math" panose="02040503050406030204" pitchFamily="18" charset="0"/>
                    <a:cs typeface="Arial" panose="020B0604020202020204" pitchFamily="34" charset="0"/>
                  </a:rPr>
                  <a:t>So … our target is:</a:t>
                </a:r>
              </a:p>
              <a:p>
                <a:pPr marL="0" indent="0">
                  <a:buNone/>
                </a:pPr>
                <a:endParaRPr lang="en-US" dirty="0">
                  <a:latin typeface="Cambria Math" panose="02040503050406030204" pitchFamily="18" charset="0"/>
                  <a:cs typeface="Arial" panose="020B0604020202020204" pitchFamily="34" charset="0"/>
                  <a:sym typeface="Wingdings" panose="05000000000000000000" pitchFamily="2" charset="2"/>
                </a:endParaRPr>
              </a:p>
              <a:p>
                <a:pPr marL="0" indent="0">
                  <a:buNone/>
                </a:pPr>
                <a:endParaRPr lang="en-US" dirty="0">
                  <a:latin typeface="Cambria Math" panose="02040503050406030204" pitchFamily="18" charset="0"/>
                  <a:cs typeface="Arial" panose="020B0604020202020204" pitchFamily="34" charset="0"/>
                  <a:sym typeface="Wingdings" panose="05000000000000000000" pitchFamily="2" charset="2"/>
                </a:endParaRPr>
              </a:p>
              <a:p>
                <a:pPr marL="0" indent="0">
                  <a:buNone/>
                </a:pPr>
                <a:r>
                  <a:rPr lang="en-US" sz="2000" dirty="0">
                    <a:latin typeface="Arial" panose="020B0604020202020204" pitchFamily="34" charset="0"/>
                    <a:cs typeface="Arial" panose="020B0604020202020204" pitchFamily="34" charset="0"/>
                    <a:sym typeface="Wingdings" panose="05000000000000000000" pitchFamily="2" charset="2"/>
                  </a:rPr>
                  <a:t>One way we can be certain of this is if can make each term of form: </a:t>
                </a:r>
                <a14:m>
                  <m:oMath xmlns:m="http://schemas.openxmlformats.org/officeDocument/2006/math">
                    <m:sSub>
                      <m:sSubPr>
                        <m:ctrlPr>
                          <a:rPr lang="en-US" i="1" smtClean="0">
                            <a:solidFill>
                              <a:schemeClr val="bg1"/>
                            </a:solidFill>
                            <a:latin typeface="Cambria Math" panose="02040503050406030204" pitchFamily="18" charset="0"/>
                            <a:ea typeface="Cambria Math" panose="02040503050406030204" pitchFamily="18" charset="0"/>
                          </a:rPr>
                        </m:ctrlPr>
                      </m:sSubPr>
                      <m:e>
                        <m:r>
                          <a:rPr lang="en-US" i="1">
                            <a:solidFill>
                              <a:schemeClr val="bg1"/>
                            </a:solidFill>
                            <a:latin typeface="Cambria Math" panose="02040503050406030204" pitchFamily="18" charset="0"/>
                            <a:ea typeface="Cambria Math" panose="02040503050406030204" pitchFamily="18" charset="0"/>
                          </a:rPr>
                          <m:t>𝑤</m:t>
                        </m:r>
                      </m:e>
                      <m:sub>
                        <m:r>
                          <a:rPr lang="en-US" i="1">
                            <a:solidFill>
                              <a:schemeClr val="bg1"/>
                            </a:solidFill>
                            <a:latin typeface="Cambria Math" panose="02040503050406030204" pitchFamily="18" charset="0"/>
                            <a:ea typeface="Cambria Math" panose="02040503050406030204" pitchFamily="18" charset="0"/>
                          </a:rPr>
                          <m:t>𝑗</m:t>
                        </m:r>
                      </m:sub>
                    </m:sSub>
                    <m:r>
                      <a:rPr lang="en-US" i="1">
                        <a:solidFill>
                          <a:schemeClr val="bg1"/>
                        </a:solidFill>
                        <a:latin typeface="Cambria Math" panose="02040503050406030204" pitchFamily="18" charset="0"/>
                        <a:ea typeface="Cambria Math" panose="02040503050406030204" pitchFamily="18" charset="0"/>
                      </a:rPr>
                      <m:t>×</m:t>
                    </m:r>
                    <m:sSub>
                      <m:sSubPr>
                        <m:ctrlPr>
                          <a:rPr lang="en-US" i="1" smtClean="0">
                            <a:solidFill>
                              <a:schemeClr val="bg1"/>
                            </a:solidFill>
                            <a:latin typeface="Cambria Math" panose="02040503050406030204" pitchFamily="18" charset="0"/>
                            <a:ea typeface="Cambria Math" panose="02040503050406030204" pitchFamily="18" charset="0"/>
                          </a:rPr>
                        </m:ctrlPr>
                      </m:sSubPr>
                      <m:e>
                        <m:r>
                          <a:rPr lang="en-US" i="1">
                            <a:solidFill>
                              <a:schemeClr val="bg1"/>
                            </a:solidFill>
                            <a:latin typeface="Cambria Math" panose="02040503050406030204" pitchFamily="18" charset="0"/>
                            <a:ea typeface="Cambria Math" panose="02040503050406030204" pitchFamily="18" charset="0"/>
                          </a:rPr>
                          <m:t>𝐼</m:t>
                        </m:r>
                      </m:e>
                      <m:sub>
                        <m:d>
                          <m:dPr>
                            <m:ctrlPr>
                              <a:rPr lang="en-US" i="1">
                                <a:solidFill>
                                  <a:schemeClr val="bg1"/>
                                </a:solidFill>
                                <a:latin typeface="Cambria Math" panose="02040503050406030204" pitchFamily="18" charset="0"/>
                                <a:ea typeface="Cambria Math" panose="02040503050406030204" pitchFamily="18" charset="0"/>
                              </a:rPr>
                            </m:ctrlPr>
                          </m:dPr>
                          <m:e>
                            <m:r>
                              <a:rPr lang="en-US" i="1">
                                <a:solidFill>
                                  <a:schemeClr val="bg1"/>
                                </a:solidFill>
                                <a:latin typeface="Cambria Math" panose="02040503050406030204" pitchFamily="18" charset="0"/>
                                <a:ea typeface="Cambria Math" panose="02040503050406030204" pitchFamily="18" charset="0"/>
                              </a:rPr>
                              <m:t>𝑘</m:t>
                            </m:r>
                            <m:r>
                              <a:rPr lang="en-US" i="1">
                                <a:solidFill>
                                  <a:schemeClr val="bg1"/>
                                </a:solidFill>
                                <a:latin typeface="Cambria Math" panose="02040503050406030204" pitchFamily="18" charset="0"/>
                                <a:ea typeface="Cambria Math" panose="02040503050406030204" pitchFamily="18" charset="0"/>
                              </a:rPr>
                              <m:t>,</m:t>
                            </m:r>
                            <m:r>
                              <a:rPr lang="en-US" i="1">
                                <a:solidFill>
                                  <a:schemeClr val="bg1"/>
                                </a:solidFill>
                                <a:latin typeface="Cambria Math" panose="02040503050406030204" pitchFamily="18" charset="0"/>
                                <a:ea typeface="Cambria Math" panose="02040503050406030204" pitchFamily="18" charset="0"/>
                              </a:rPr>
                              <m:t>𝑗</m:t>
                            </m:r>
                          </m:e>
                        </m:d>
                      </m:sub>
                    </m:sSub>
                    <m:r>
                      <a:rPr lang="en-US" i="1" smtClean="0">
                        <a:solidFill>
                          <a:schemeClr val="bg1"/>
                        </a:solidFill>
                        <a:latin typeface="Cambria Math" panose="02040503050406030204" pitchFamily="18" charset="0"/>
                        <a:ea typeface="Cambria Math" panose="02040503050406030204" pitchFamily="18" charset="0"/>
                      </a:rPr>
                      <m:t>×</m:t>
                    </m:r>
                    <m:sSub>
                      <m:sSubPr>
                        <m:ctrlPr>
                          <a:rPr lang="en-US" i="1">
                            <a:solidFill>
                              <a:schemeClr val="bg1"/>
                            </a:solidFill>
                            <a:latin typeface="Cambria Math" panose="02040503050406030204" pitchFamily="18" charset="0"/>
                          </a:rPr>
                        </m:ctrlPr>
                      </m:sSubPr>
                      <m:e>
                        <m:r>
                          <a:rPr lang="en-US" i="1">
                            <a:solidFill>
                              <a:schemeClr val="bg1"/>
                            </a:solidFill>
                            <a:latin typeface="Cambria Math" panose="02040503050406030204" pitchFamily="18" charset="0"/>
                          </a:rPr>
                          <m:t>𝐿𝑎𝑏𝑒𝑙</m:t>
                        </m:r>
                      </m:e>
                      <m:sub>
                        <m:r>
                          <a:rPr lang="en-US" i="1">
                            <a:solidFill>
                              <a:schemeClr val="bg1"/>
                            </a:solidFill>
                            <a:latin typeface="Cambria Math" panose="02040503050406030204" pitchFamily="18" charset="0"/>
                          </a:rPr>
                          <m:t>𝑘</m:t>
                        </m:r>
                      </m:sub>
                    </m:sSub>
                  </m:oMath>
                </a14:m>
                <a:r>
                  <a:rPr lang="en-US" sz="2000" dirty="0">
                    <a:solidFill>
                      <a:schemeClr val="bg1"/>
                    </a:solidFill>
                    <a:latin typeface="Arial" panose="020B0604020202020204" pitchFamily="34" charset="0"/>
                    <a:cs typeface="Arial" panose="020B0604020202020204" pitchFamily="34" charset="0"/>
                    <a:sym typeface="Wingdings" panose="05000000000000000000" pitchFamily="2" charset="2"/>
                  </a:rPr>
                  <a:t> </a:t>
                </a:r>
                <a:r>
                  <a:rPr lang="en-US" sz="2000" dirty="0">
                    <a:latin typeface="Arial" panose="020B0604020202020204" pitchFamily="34" charset="0"/>
                    <a:cs typeface="Arial" panose="020B0604020202020204" pitchFamily="34" charset="0"/>
                    <a:sym typeface="Wingdings" panose="05000000000000000000" pitchFamily="2" charset="2"/>
                  </a:rPr>
                  <a:t>to always be positive. </a:t>
                </a:r>
              </a:p>
              <a:p>
                <a:pPr marL="0" indent="0">
                  <a:buNone/>
                </a:pPr>
                <a:endParaRPr lang="en-US" sz="2000" dirty="0">
                  <a:latin typeface="Arial" panose="020B0604020202020204" pitchFamily="34" charset="0"/>
                  <a:cs typeface="Arial" panose="020B0604020202020204" pitchFamily="34" charset="0"/>
                  <a:sym typeface="Wingdings" panose="05000000000000000000" pitchFamily="2" charset="2"/>
                </a:endParaRPr>
              </a:p>
              <a:p>
                <a:pPr marL="0" indent="0">
                  <a:buNone/>
                </a:pPr>
                <a:r>
                  <a:rPr lang="en-US" sz="2000" dirty="0">
                    <a:latin typeface="Arial" panose="020B0604020202020204" pitchFamily="34" charset="0"/>
                    <a:cs typeface="Arial" panose="020B0604020202020204" pitchFamily="34" charset="0"/>
                    <a:sym typeface="Wingdings" panose="05000000000000000000" pitchFamily="2" charset="2"/>
                  </a:rPr>
                  <a:t>One solution to this equation is to make (in multiple steps) </a:t>
                </a:r>
                <a14:m>
                  <m:oMath xmlns:m="http://schemas.openxmlformats.org/officeDocument/2006/math">
                    <m:sSub>
                      <m:sSubPr>
                        <m:ctrlPr>
                          <a:rPr lang="en-US" sz="2000" b="1" i="1" smtClean="0">
                            <a:solidFill>
                              <a:schemeClr val="bg1"/>
                            </a:solidFill>
                            <a:latin typeface="Cambria Math" panose="02040503050406030204" pitchFamily="18" charset="0"/>
                            <a:ea typeface="Cambria Math" panose="02040503050406030204" pitchFamily="18" charset="0"/>
                          </a:rPr>
                        </m:ctrlPr>
                      </m:sSubPr>
                      <m:e>
                        <m:r>
                          <a:rPr lang="en-US" sz="2000" b="1" i="1">
                            <a:solidFill>
                              <a:schemeClr val="bg1"/>
                            </a:solidFill>
                            <a:latin typeface="Cambria Math" panose="02040503050406030204" pitchFamily="18" charset="0"/>
                            <a:ea typeface="Cambria Math" panose="02040503050406030204" pitchFamily="18" charset="0"/>
                          </a:rPr>
                          <m:t>𝒘</m:t>
                        </m:r>
                      </m:e>
                      <m:sub>
                        <m:r>
                          <a:rPr lang="en-US" sz="2000" b="1" i="1">
                            <a:solidFill>
                              <a:schemeClr val="bg1"/>
                            </a:solidFill>
                            <a:latin typeface="Cambria Math" panose="02040503050406030204" pitchFamily="18" charset="0"/>
                            <a:ea typeface="Cambria Math" panose="02040503050406030204" pitchFamily="18" charset="0"/>
                          </a:rPr>
                          <m:t>𝒋</m:t>
                        </m:r>
                      </m:sub>
                    </m:sSub>
                    <m:r>
                      <a:rPr lang="en-US" sz="2000" b="1" i="1" smtClean="0">
                        <a:solidFill>
                          <a:schemeClr val="bg1"/>
                        </a:solidFill>
                        <a:latin typeface="Cambria Math" panose="02040503050406030204" pitchFamily="18" charset="0"/>
                        <a:ea typeface="Cambria Math" panose="02040503050406030204" pitchFamily="18" charset="0"/>
                      </a:rPr>
                      <m:t> </m:t>
                    </m:r>
                  </m:oMath>
                </a14:m>
                <a:r>
                  <a:rPr lang="en-US" sz="2000" dirty="0">
                    <a:solidFill>
                      <a:schemeClr val="bg1"/>
                    </a:solidFill>
                    <a:latin typeface="Arial" panose="020B0604020202020204" pitchFamily="34" charset="0"/>
                    <a:cs typeface="Arial" panose="020B0604020202020204" pitchFamily="34" charset="0"/>
                    <a:sym typeface="Wingdings" panose="05000000000000000000" pitchFamily="2" charset="2"/>
                  </a:rPr>
                  <a:t>to be equal to </a:t>
                </a:r>
                <a14:m>
                  <m:oMath xmlns:m="http://schemas.openxmlformats.org/officeDocument/2006/math">
                    <m:sSub>
                      <m:sSubPr>
                        <m:ctrlPr>
                          <a:rPr lang="en-US" sz="2000" b="1" i="1" smtClean="0">
                            <a:solidFill>
                              <a:schemeClr val="bg1"/>
                            </a:solidFill>
                            <a:latin typeface="Cambria Math" panose="02040503050406030204" pitchFamily="18" charset="0"/>
                            <a:ea typeface="Cambria Math" panose="02040503050406030204" pitchFamily="18" charset="0"/>
                          </a:rPr>
                        </m:ctrlPr>
                      </m:sSubPr>
                      <m:e>
                        <m:r>
                          <a:rPr lang="en-US" sz="2000" b="1" i="1">
                            <a:solidFill>
                              <a:schemeClr val="bg1"/>
                            </a:solidFill>
                            <a:latin typeface="Cambria Math" panose="02040503050406030204" pitchFamily="18" charset="0"/>
                            <a:ea typeface="Cambria Math" panose="02040503050406030204" pitchFamily="18" charset="0"/>
                          </a:rPr>
                          <m:t>𝑰</m:t>
                        </m:r>
                      </m:e>
                      <m:sub>
                        <m:d>
                          <m:dPr>
                            <m:ctrlPr>
                              <a:rPr lang="en-US" sz="2000" b="1" i="1">
                                <a:solidFill>
                                  <a:schemeClr val="bg1"/>
                                </a:solidFill>
                                <a:latin typeface="Cambria Math" panose="02040503050406030204" pitchFamily="18" charset="0"/>
                                <a:ea typeface="Cambria Math" panose="02040503050406030204" pitchFamily="18" charset="0"/>
                              </a:rPr>
                            </m:ctrlPr>
                          </m:dPr>
                          <m:e>
                            <m:r>
                              <a:rPr lang="en-US" sz="2000" b="1" i="1">
                                <a:solidFill>
                                  <a:schemeClr val="bg1"/>
                                </a:solidFill>
                                <a:latin typeface="Cambria Math" panose="02040503050406030204" pitchFamily="18" charset="0"/>
                                <a:ea typeface="Cambria Math" panose="02040503050406030204" pitchFamily="18" charset="0"/>
                              </a:rPr>
                              <m:t>𝒌</m:t>
                            </m:r>
                            <m:r>
                              <a:rPr lang="en-US" sz="2000" b="1" i="1">
                                <a:solidFill>
                                  <a:schemeClr val="bg1"/>
                                </a:solidFill>
                                <a:latin typeface="Cambria Math" panose="02040503050406030204" pitchFamily="18" charset="0"/>
                                <a:ea typeface="Cambria Math" panose="02040503050406030204" pitchFamily="18" charset="0"/>
                              </a:rPr>
                              <m:t>,</m:t>
                            </m:r>
                            <m:r>
                              <a:rPr lang="en-US" sz="2000" b="1" i="1">
                                <a:solidFill>
                                  <a:schemeClr val="bg1"/>
                                </a:solidFill>
                                <a:latin typeface="Cambria Math" panose="02040503050406030204" pitchFamily="18" charset="0"/>
                                <a:ea typeface="Cambria Math" panose="02040503050406030204" pitchFamily="18" charset="0"/>
                              </a:rPr>
                              <m:t>𝒋</m:t>
                            </m:r>
                          </m:e>
                        </m:d>
                      </m:sub>
                    </m:sSub>
                    <m:r>
                      <a:rPr lang="en-US" sz="2000" b="1" i="1">
                        <a:solidFill>
                          <a:schemeClr val="bg1"/>
                        </a:solidFill>
                        <a:latin typeface="Cambria Math" panose="02040503050406030204" pitchFamily="18" charset="0"/>
                        <a:ea typeface="Cambria Math" panose="02040503050406030204" pitchFamily="18" charset="0"/>
                      </a:rPr>
                      <m:t>×</m:t>
                    </m:r>
                    <m:sSub>
                      <m:sSubPr>
                        <m:ctrlPr>
                          <a:rPr lang="en-US" sz="2000" b="1" i="1">
                            <a:solidFill>
                              <a:schemeClr val="bg1"/>
                            </a:solidFill>
                            <a:latin typeface="Cambria Math" panose="02040503050406030204" pitchFamily="18" charset="0"/>
                          </a:rPr>
                        </m:ctrlPr>
                      </m:sSubPr>
                      <m:e>
                        <m:r>
                          <a:rPr lang="en-US" sz="2000" b="1" i="1">
                            <a:solidFill>
                              <a:schemeClr val="bg1"/>
                            </a:solidFill>
                            <a:latin typeface="Cambria Math" panose="02040503050406030204" pitchFamily="18" charset="0"/>
                          </a:rPr>
                          <m:t>𝑳𝒂𝒃𝒆𝒍</m:t>
                        </m:r>
                      </m:e>
                      <m:sub>
                        <m:r>
                          <a:rPr lang="en-US" sz="2000" b="1" i="1">
                            <a:solidFill>
                              <a:schemeClr val="bg1"/>
                            </a:solidFill>
                            <a:latin typeface="Cambria Math" panose="02040503050406030204" pitchFamily="18" charset="0"/>
                          </a:rPr>
                          <m:t>𝒌</m:t>
                        </m:r>
                      </m:sub>
                    </m:sSub>
                  </m:oMath>
                </a14:m>
                <a:r>
                  <a:rPr lang="en-US" sz="2000" dirty="0">
                    <a:solidFill>
                      <a:schemeClr val="bg1"/>
                    </a:solidFill>
                    <a:latin typeface="Arial" panose="020B0604020202020204" pitchFamily="34" charset="0"/>
                    <a:cs typeface="Arial" panose="020B0604020202020204" pitchFamily="34" charset="0"/>
                    <a:sym typeface="Wingdings" panose="05000000000000000000" pitchFamily="2" charset="2"/>
                  </a:rPr>
                  <a:t>. At that point the previous term will be:</a:t>
                </a:r>
              </a:p>
              <a:p>
                <a:pPr marL="0" indent="0">
                  <a:buNone/>
                </a:pPr>
                <a:endParaRPr lang="en-US" sz="2000" dirty="0">
                  <a:latin typeface="Arial" panose="020B0604020202020204" pitchFamily="34" charset="0"/>
                  <a:cs typeface="Arial" panose="020B0604020202020204" pitchFamily="34" charset="0"/>
                  <a:sym typeface="Wingdings" panose="05000000000000000000" pitchFamily="2" charset="2"/>
                </a:endParaRPr>
              </a:p>
              <a:p>
                <a:pPr lvl="1"/>
                <a:endParaRPr lang="en-US" dirty="0">
                  <a:latin typeface="Cambria Math" panose="02040503050406030204" pitchFamily="18" charset="0"/>
                  <a:cs typeface="Arial" panose="020B0604020202020204" pitchFamily="34" charset="0"/>
                </a:endParaRPr>
              </a:p>
              <a:p>
                <a:pPr lvl="1"/>
                <a:endParaRPr lang="en-US" dirty="0">
                  <a:latin typeface="Cambria Math" panose="02040503050406030204" pitchFamily="18" charset="0"/>
                  <a:cs typeface="Arial" panose="020B0604020202020204" pitchFamily="34" charset="0"/>
                </a:endParaRPr>
              </a:p>
              <a:p>
                <a:pPr lvl="1"/>
                <a:endParaRPr lang="en-US" dirty="0">
                  <a:latin typeface="Cambria Math" panose="02040503050406030204" pitchFamily="18" charset="0"/>
                  <a:cs typeface="Arial" panose="020B0604020202020204" pitchFamily="34" charset="0"/>
                </a:endParaRPr>
              </a:p>
            </p:txBody>
          </p:sp>
        </mc:Choice>
        <mc:Fallback xmlns="">
          <p:sp>
            <p:nvSpPr>
              <p:cNvPr id="6" name="Content Placeholder 5">
                <a:extLst>
                  <a:ext uri="{FF2B5EF4-FFF2-40B4-BE49-F238E27FC236}">
                    <a16:creationId xmlns:a16="http://schemas.microsoft.com/office/drawing/2014/main" id="{75C8F42D-68F5-9BC0-5FC5-9D26B76AB49A}"/>
                  </a:ext>
                </a:extLst>
              </p:cNvPr>
              <p:cNvSpPr>
                <a:spLocks noGrp="1" noRot="1" noChangeAspect="1" noMove="1" noResize="1" noEditPoints="1" noAdjustHandles="1" noChangeArrowheads="1" noChangeShapeType="1" noTextEdit="1"/>
              </p:cNvSpPr>
              <p:nvPr>
                <p:ph idx="1"/>
              </p:nvPr>
            </p:nvSpPr>
            <p:spPr>
              <a:xfrm>
                <a:off x="1645611" y="1600200"/>
                <a:ext cx="10087601" cy="5181600"/>
              </a:xfrm>
              <a:blipFill>
                <a:blip r:embed="rId2"/>
                <a:stretch>
                  <a:fillRect l="-1005" t="-14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8A29573-68C6-1ED3-156D-58CCADB85E81}"/>
                  </a:ext>
                </a:extLst>
              </p:cNvPr>
              <p:cNvSpPr txBox="1"/>
              <p:nvPr/>
            </p:nvSpPr>
            <p:spPr>
              <a:xfrm>
                <a:off x="1645611" y="2057400"/>
                <a:ext cx="9906000" cy="135062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chemeClr val="bg1"/>
                              </a:solidFill>
                              <a:latin typeface="Cambria Math" panose="02040503050406030204" pitchFamily="18" charset="0"/>
                            </a:rPr>
                          </m:ctrlPr>
                        </m:sSubPr>
                        <m:e>
                          <m:sSub>
                            <m:sSubPr>
                              <m:ctrlPr>
                                <a:rPr lang="en-US" sz="2400" i="1">
                                  <a:solidFill>
                                    <a:schemeClr val="bg1"/>
                                  </a:solidFill>
                                  <a:latin typeface="Cambria Math" panose="02040503050406030204" pitchFamily="18" charset="0"/>
                                </a:rPr>
                              </m:ctrlPr>
                            </m:sSubPr>
                            <m:e>
                              <m:r>
                                <a:rPr lang="en-US" sz="2400" i="1">
                                  <a:solidFill>
                                    <a:schemeClr val="bg1"/>
                                  </a:solidFill>
                                  <a:latin typeface="Cambria Math" panose="02040503050406030204" pitchFamily="18" charset="0"/>
                                </a:rPr>
                                <m:t>𝐿𝑎𝑏𝑒𝑙</m:t>
                              </m:r>
                            </m:e>
                            <m:sub>
                              <m:r>
                                <a:rPr lang="en-US" sz="2400" i="1">
                                  <a:solidFill>
                                    <a:schemeClr val="bg1"/>
                                  </a:solidFill>
                                  <a:latin typeface="Cambria Math" panose="02040503050406030204" pitchFamily="18" charset="0"/>
                                </a:rPr>
                                <m:t>𝑘</m:t>
                              </m:r>
                            </m:sub>
                          </m:sSub>
                          <m:r>
                            <a:rPr lang="en-US" sz="2400">
                              <a:solidFill>
                                <a:schemeClr val="bg1"/>
                              </a:solidFill>
                              <a:latin typeface="Cambria Math" panose="02040503050406030204" pitchFamily="18" charset="0"/>
                              <a:ea typeface="Cambria Math" panose="02040503050406030204" pitchFamily="18" charset="0"/>
                            </a:rPr>
                            <m:t>×</m:t>
                          </m:r>
                          <m:r>
                            <a:rPr lang="en-US" sz="2400" i="1">
                              <a:solidFill>
                                <a:schemeClr val="bg1"/>
                              </a:solidFill>
                              <a:latin typeface="Cambria Math" panose="02040503050406030204" pitchFamily="18" charset="0"/>
                            </a:rPr>
                            <m:t>𝑓</m:t>
                          </m:r>
                        </m:e>
                        <m:sub>
                          <m:r>
                            <a:rPr lang="en-US" sz="2400" i="1">
                              <a:solidFill>
                                <a:schemeClr val="bg1"/>
                              </a:solidFill>
                              <a:latin typeface="Cambria Math" panose="02040503050406030204" pitchFamily="18" charset="0"/>
                            </a:rPr>
                            <m:t>𝑡</m:t>
                          </m:r>
                        </m:sub>
                      </m:sSub>
                      <m:d>
                        <m:dPr>
                          <m:ctrlPr>
                            <a:rPr lang="en-US" sz="2400" b="0" i="1" smtClean="0">
                              <a:solidFill>
                                <a:schemeClr val="bg1"/>
                              </a:solidFill>
                              <a:latin typeface="Cambria Math" panose="02040503050406030204" pitchFamily="18" charset="0"/>
                              <a:ea typeface="Cambria Math" panose="02040503050406030204" pitchFamily="18" charset="0"/>
                            </a:rPr>
                          </m:ctrlPr>
                        </m:dPr>
                        <m:e>
                          <m:r>
                            <a:rPr lang="en-US" sz="2400" b="0" i="1" smtClean="0">
                              <a:solidFill>
                                <a:schemeClr val="bg1"/>
                              </a:solidFill>
                              <a:latin typeface="Cambria Math" panose="02040503050406030204" pitchFamily="18" charset="0"/>
                              <a:ea typeface="Cambria Math" panose="02040503050406030204" pitchFamily="18" charset="0"/>
                            </a:rPr>
                            <m:t>𝑘</m:t>
                          </m:r>
                        </m:e>
                      </m:d>
                      <m:r>
                        <a:rPr lang="en-US" sz="2400" b="0" i="1" smtClean="0">
                          <a:solidFill>
                            <a:schemeClr val="bg1"/>
                          </a:solidFill>
                          <a:latin typeface="Cambria Math" panose="02040503050406030204" pitchFamily="18" charset="0"/>
                          <a:ea typeface="Cambria Math" panose="02040503050406030204" pitchFamily="18" charset="0"/>
                        </a:rPr>
                        <m:t>&gt;0</m:t>
                      </m:r>
                      <m:r>
                        <a:rPr lang="en-US" sz="2000" dirty="0">
                          <a:solidFill>
                            <a:schemeClr val="bg1"/>
                          </a:solidFill>
                          <a:latin typeface="Cambria Math" panose="02040503050406030204" pitchFamily="18" charset="0"/>
                        </a:rPr>
                        <m:t>→</m:t>
                      </m:r>
                      <m:sSub>
                        <m:sSubPr>
                          <m:ctrlPr>
                            <a:rPr lang="en-US" sz="2000" i="1">
                              <a:solidFill>
                                <a:schemeClr val="bg1"/>
                              </a:solidFill>
                              <a:latin typeface="Cambria Math" panose="02040503050406030204" pitchFamily="18" charset="0"/>
                            </a:rPr>
                          </m:ctrlPr>
                        </m:sSubPr>
                        <m:e>
                          <m:r>
                            <a:rPr lang="en-US" sz="2000" i="1">
                              <a:solidFill>
                                <a:schemeClr val="bg1"/>
                              </a:solidFill>
                              <a:latin typeface="Cambria Math" panose="02040503050406030204" pitchFamily="18" charset="0"/>
                            </a:rPr>
                            <m:t>𝐿𝑎𝑏𝑒𝑙</m:t>
                          </m:r>
                        </m:e>
                        <m:sub>
                          <m:r>
                            <a:rPr lang="en-US" sz="2000" i="1">
                              <a:solidFill>
                                <a:schemeClr val="bg1"/>
                              </a:solidFill>
                              <a:latin typeface="Cambria Math" panose="02040503050406030204" pitchFamily="18" charset="0"/>
                            </a:rPr>
                            <m:t>𝑘</m:t>
                          </m:r>
                        </m:sub>
                      </m:sSub>
                      <m:r>
                        <a:rPr lang="en-US" sz="2000">
                          <a:solidFill>
                            <a:schemeClr val="bg1"/>
                          </a:solidFill>
                          <a:latin typeface="Cambria Math" panose="02040503050406030204" pitchFamily="18" charset="0"/>
                          <a:ea typeface="Cambria Math" panose="02040503050406030204" pitchFamily="18" charset="0"/>
                        </a:rPr>
                        <m:t>×</m:t>
                      </m:r>
                      <m:nary>
                        <m:naryPr>
                          <m:chr m:val="∑"/>
                          <m:ctrlPr>
                            <a:rPr lang="en-US" sz="2000" i="1">
                              <a:solidFill>
                                <a:schemeClr val="bg1"/>
                              </a:solidFill>
                              <a:latin typeface="Cambria Math" panose="02040503050406030204" pitchFamily="18" charset="0"/>
                              <a:ea typeface="Cambria Math" panose="02040503050406030204" pitchFamily="18" charset="0"/>
                            </a:rPr>
                          </m:ctrlPr>
                        </m:naryPr>
                        <m:sub>
                          <m:r>
                            <m:rPr>
                              <m:brk m:alnAt="23"/>
                            </m:rPr>
                            <a:rPr lang="en-US" sz="2000" i="1">
                              <a:solidFill>
                                <a:schemeClr val="bg1"/>
                              </a:solidFill>
                              <a:latin typeface="Cambria Math" panose="02040503050406030204" pitchFamily="18" charset="0"/>
                              <a:ea typeface="Cambria Math" panose="02040503050406030204" pitchFamily="18" charset="0"/>
                            </a:rPr>
                            <m:t>𝑗</m:t>
                          </m:r>
                          <m:r>
                            <a:rPr lang="en-US" sz="2000" i="1">
                              <a:solidFill>
                                <a:schemeClr val="bg1"/>
                              </a:solidFill>
                              <a:latin typeface="Cambria Math" panose="02040503050406030204" pitchFamily="18" charset="0"/>
                              <a:ea typeface="Cambria Math" panose="02040503050406030204" pitchFamily="18" charset="0"/>
                            </a:rPr>
                            <m:t>=1</m:t>
                          </m:r>
                        </m:sub>
                        <m:sup>
                          <m:r>
                            <a:rPr lang="en-US" sz="2000" i="1">
                              <a:solidFill>
                                <a:schemeClr val="bg1"/>
                              </a:solidFill>
                              <a:latin typeface="Cambria Math" panose="02040503050406030204" pitchFamily="18" charset="0"/>
                              <a:ea typeface="Cambria Math" panose="02040503050406030204" pitchFamily="18" charset="0"/>
                            </a:rPr>
                            <m:t>𝑛</m:t>
                          </m:r>
                          <m:r>
                            <a:rPr lang="en-US" sz="2000" i="1">
                              <a:solidFill>
                                <a:schemeClr val="bg1"/>
                              </a:solidFill>
                              <a:latin typeface="Cambria Math" panose="02040503050406030204" pitchFamily="18" charset="0"/>
                              <a:ea typeface="Cambria Math" panose="02040503050406030204" pitchFamily="18" charset="0"/>
                            </a:rPr>
                            <m:t>+1</m:t>
                          </m:r>
                        </m:sup>
                        <m:e>
                          <m:d>
                            <m:dPr>
                              <m:ctrlPr>
                                <a:rPr lang="en-US" sz="2000" i="1">
                                  <a:solidFill>
                                    <a:schemeClr val="bg1"/>
                                  </a:solidFill>
                                  <a:latin typeface="Cambria Math" panose="02040503050406030204" pitchFamily="18" charset="0"/>
                                  <a:ea typeface="Cambria Math" panose="02040503050406030204" pitchFamily="18" charset="0"/>
                                </a:rPr>
                              </m:ctrlPr>
                            </m:dPr>
                            <m:e>
                              <m:sSub>
                                <m:sSubPr>
                                  <m:ctrlPr>
                                    <a:rPr lang="en-US" sz="2000" i="1">
                                      <a:solidFill>
                                        <a:schemeClr val="bg1"/>
                                      </a:solidFill>
                                      <a:latin typeface="Cambria Math" panose="02040503050406030204" pitchFamily="18" charset="0"/>
                                      <a:ea typeface="Cambria Math" panose="02040503050406030204" pitchFamily="18" charset="0"/>
                                    </a:rPr>
                                  </m:ctrlPr>
                                </m:sSubPr>
                                <m:e>
                                  <m:r>
                                    <a:rPr lang="en-US" sz="2000" i="1">
                                      <a:solidFill>
                                        <a:schemeClr val="bg1"/>
                                      </a:solidFill>
                                      <a:latin typeface="Cambria Math" panose="02040503050406030204" pitchFamily="18" charset="0"/>
                                      <a:ea typeface="Cambria Math" panose="02040503050406030204" pitchFamily="18" charset="0"/>
                                    </a:rPr>
                                    <m:t>𝑤</m:t>
                                  </m:r>
                                </m:e>
                                <m:sub>
                                  <m:r>
                                    <a:rPr lang="en-US" sz="2000" i="1">
                                      <a:solidFill>
                                        <a:schemeClr val="bg1"/>
                                      </a:solidFill>
                                      <a:latin typeface="Cambria Math" panose="02040503050406030204" pitchFamily="18" charset="0"/>
                                      <a:ea typeface="Cambria Math" panose="02040503050406030204" pitchFamily="18" charset="0"/>
                                    </a:rPr>
                                    <m:t>𝑗</m:t>
                                  </m:r>
                                </m:sub>
                              </m:sSub>
                              <m:r>
                                <a:rPr lang="en-US" sz="2000" b="0" i="1" smtClean="0">
                                  <a:solidFill>
                                    <a:schemeClr val="bg1"/>
                                  </a:solidFill>
                                  <a:latin typeface="Cambria Math" panose="02040503050406030204" pitchFamily="18" charset="0"/>
                                  <a:ea typeface="Cambria Math" panose="02040503050406030204" pitchFamily="18" charset="0"/>
                                </a:rPr>
                                <m:t>⋅</m:t>
                              </m:r>
                              <m:sSub>
                                <m:sSubPr>
                                  <m:ctrlPr>
                                    <a:rPr lang="en-US" sz="2000" i="1">
                                      <a:solidFill>
                                        <a:schemeClr val="bg1"/>
                                      </a:solidFill>
                                      <a:latin typeface="Cambria Math" panose="02040503050406030204" pitchFamily="18" charset="0"/>
                                      <a:ea typeface="Cambria Math" panose="02040503050406030204" pitchFamily="18" charset="0"/>
                                    </a:rPr>
                                  </m:ctrlPr>
                                </m:sSubPr>
                                <m:e>
                                  <m:r>
                                    <a:rPr lang="en-US" sz="2000" i="1">
                                      <a:solidFill>
                                        <a:schemeClr val="bg1"/>
                                      </a:solidFill>
                                      <a:latin typeface="Cambria Math" panose="02040503050406030204" pitchFamily="18" charset="0"/>
                                      <a:ea typeface="Cambria Math" panose="02040503050406030204" pitchFamily="18" charset="0"/>
                                    </a:rPr>
                                    <m:t>𝐼</m:t>
                                  </m:r>
                                </m:e>
                                <m:sub>
                                  <m:d>
                                    <m:dPr>
                                      <m:ctrlPr>
                                        <a:rPr lang="en-US" sz="2000" i="1">
                                          <a:solidFill>
                                            <a:schemeClr val="bg1"/>
                                          </a:solidFill>
                                          <a:latin typeface="Cambria Math" panose="02040503050406030204" pitchFamily="18" charset="0"/>
                                          <a:ea typeface="Cambria Math" panose="02040503050406030204" pitchFamily="18" charset="0"/>
                                        </a:rPr>
                                      </m:ctrlPr>
                                    </m:dPr>
                                    <m:e>
                                      <m:r>
                                        <a:rPr lang="en-US" sz="2000" i="1">
                                          <a:solidFill>
                                            <a:schemeClr val="bg1"/>
                                          </a:solidFill>
                                          <a:latin typeface="Cambria Math" panose="02040503050406030204" pitchFamily="18" charset="0"/>
                                          <a:ea typeface="Cambria Math" panose="02040503050406030204" pitchFamily="18" charset="0"/>
                                        </a:rPr>
                                        <m:t>𝑘</m:t>
                                      </m:r>
                                      <m:r>
                                        <a:rPr lang="en-US" sz="2000" i="1">
                                          <a:solidFill>
                                            <a:schemeClr val="bg1"/>
                                          </a:solidFill>
                                          <a:latin typeface="Cambria Math" panose="02040503050406030204" pitchFamily="18" charset="0"/>
                                          <a:ea typeface="Cambria Math" panose="02040503050406030204" pitchFamily="18" charset="0"/>
                                        </a:rPr>
                                        <m:t>,</m:t>
                                      </m:r>
                                      <m:r>
                                        <a:rPr lang="en-US" sz="2000" i="1">
                                          <a:solidFill>
                                            <a:schemeClr val="bg1"/>
                                          </a:solidFill>
                                          <a:latin typeface="Cambria Math" panose="02040503050406030204" pitchFamily="18" charset="0"/>
                                          <a:ea typeface="Cambria Math" panose="02040503050406030204" pitchFamily="18" charset="0"/>
                                        </a:rPr>
                                        <m:t>𝑗</m:t>
                                      </m:r>
                                    </m:e>
                                  </m:d>
                                </m:sub>
                              </m:sSub>
                            </m:e>
                          </m:d>
                        </m:e>
                      </m:nary>
                      <m:r>
                        <a:rPr lang="en-US" sz="2000" b="0" i="1" smtClean="0">
                          <a:solidFill>
                            <a:schemeClr val="bg1"/>
                          </a:solidFill>
                          <a:latin typeface="Cambria Math" panose="02040503050406030204" pitchFamily="18" charset="0"/>
                          <a:ea typeface="Cambria Math" panose="02040503050406030204" pitchFamily="18" charset="0"/>
                        </a:rPr>
                        <m:t>&gt;0</m:t>
                      </m:r>
                      <m:r>
                        <a:rPr lang="en-US" sz="2000" dirty="0">
                          <a:solidFill>
                            <a:schemeClr val="bg1"/>
                          </a:solidFill>
                          <a:latin typeface="Cambria Math" panose="02040503050406030204" pitchFamily="18" charset="0"/>
                        </a:rPr>
                        <m:t>→</m:t>
                      </m:r>
                      <m:nary>
                        <m:naryPr>
                          <m:chr m:val="∑"/>
                          <m:ctrlPr>
                            <a:rPr lang="en-US" sz="2000" i="1">
                              <a:solidFill>
                                <a:schemeClr val="bg1"/>
                              </a:solidFill>
                              <a:latin typeface="Cambria Math" panose="02040503050406030204" pitchFamily="18" charset="0"/>
                              <a:ea typeface="Cambria Math" panose="02040503050406030204" pitchFamily="18" charset="0"/>
                            </a:rPr>
                          </m:ctrlPr>
                        </m:naryPr>
                        <m:sub>
                          <m:r>
                            <m:rPr>
                              <m:brk m:alnAt="23"/>
                            </m:rPr>
                            <a:rPr lang="en-US" sz="2000" i="1">
                              <a:solidFill>
                                <a:schemeClr val="bg1"/>
                              </a:solidFill>
                              <a:latin typeface="Cambria Math" panose="02040503050406030204" pitchFamily="18" charset="0"/>
                              <a:ea typeface="Cambria Math" panose="02040503050406030204" pitchFamily="18" charset="0"/>
                            </a:rPr>
                            <m:t>𝑗</m:t>
                          </m:r>
                          <m:r>
                            <a:rPr lang="en-US" sz="2000" i="1">
                              <a:solidFill>
                                <a:schemeClr val="bg1"/>
                              </a:solidFill>
                              <a:latin typeface="Cambria Math" panose="02040503050406030204" pitchFamily="18" charset="0"/>
                              <a:ea typeface="Cambria Math" panose="02040503050406030204" pitchFamily="18" charset="0"/>
                            </a:rPr>
                            <m:t>=1</m:t>
                          </m:r>
                        </m:sub>
                        <m:sup>
                          <m:r>
                            <a:rPr lang="en-US" sz="2000" i="1">
                              <a:solidFill>
                                <a:schemeClr val="bg1"/>
                              </a:solidFill>
                              <a:latin typeface="Cambria Math" panose="02040503050406030204" pitchFamily="18" charset="0"/>
                              <a:ea typeface="Cambria Math" panose="02040503050406030204" pitchFamily="18" charset="0"/>
                            </a:rPr>
                            <m:t>𝑛</m:t>
                          </m:r>
                          <m:r>
                            <a:rPr lang="en-US" sz="2000" i="1">
                              <a:solidFill>
                                <a:schemeClr val="bg1"/>
                              </a:solidFill>
                              <a:latin typeface="Cambria Math" panose="02040503050406030204" pitchFamily="18" charset="0"/>
                              <a:ea typeface="Cambria Math" panose="02040503050406030204" pitchFamily="18" charset="0"/>
                            </a:rPr>
                            <m:t>+1</m:t>
                          </m:r>
                        </m:sup>
                        <m:e>
                          <m:d>
                            <m:dPr>
                              <m:ctrlPr>
                                <a:rPr lang="en-US" sz="2000" i="1">
                                  <a:solidFill>
                                    <a:schemeClr val="bg1"/>
                                  </a:solidFill>
                                  <a:latin typeface="Cambria Math" panose="02040503050406030204" pitchFamily="18" charset="0"/>
                                  <a:ea typeface="Cambria Math" panose="02040503050406030204" pitchFamily="18" charset="0"/>
                                </a:rPr>
                              </m:ctrlPr>
                            </m:dPr>
                            <m:e>
                              <m:sSub>
                                <m:sSubPr>
                                  <m:ctrlPr>
                                    <a:rPr lang="en-US" sz="2000" i="1">
                                      <a:solidFill>
                                        <a:schemeClr val="bg1"/>
                                      </a:solidFill>
                                      <a:latin typeface="Cambria Math" panose="02040503050406030204" pitchFamily="18" charset="0"/>
                                      <a:ea typeface="Cambria Math" panose="02040503050406030204" pitchFamily="18" charset="0"/>
                                    </a:rPr>
                                  </m:ctrlPr>
                                </m:sSubPr>
                                <m:e>
                                  <m:r>
                                    <a:rPr lang="en-US" sz="2000" i="1">
                                      <a:solidFill>
                                        <a:schemeClr val="bg1"/>
                                      </a:solidFill>
                                      <a:latin typeface="Cambria Math" panose="02040503050406030204" pitchFamily="18" charset="0"/>
                                      <a:ea typeface="Cambria Math" panose="02040503050406030204" pitchFamily="18" charset="0"/>
                                    </a:rPr>
                                    <m:t>𝑤</m:t>
                                  </m:r>
                                </m:e>
                                <m:sub>
                                  <m:r>
                                    <a:rPr lang="en-US" sz="2000" i="1">
                                      <a:solidFill>
                                        <a:schemeClr val="bg1"/>
                                      </a:solidFill>
                                      <a:latin typeface="Cambria Math" panose="02040503050406030204" pitchFamily="18" charset="0"/>
                                      <a:ea typeface="Cambria Math" panose="02040503050406030204" pitchFamily="18" charset="0"/>
                                    </a:rPr>
                                    <m:t>𝑗</m:t>
                                  </m:r>
                                </m:sub>
                              </m:sSub>
                              <m:r>
                                <a:rPr lang="en-US" sz="2000" b="0" i="1" smtClean="0">
                                  <a:solidFill>
                                    <a:schemeClr val="bg1"/>
                                  </a:solidFill>
                                  <a:latin typeface="Cambria Math" panose="02040503050406030204" pitchFamily="18" charset="0"/>
                                  <a:ea typeface="Cambria Math" panose="02040503050406030204" pitchFamily="18" charset="0"/>
                                </a:rPr>
                                <m:t>⋅</m:t>
                              </m:r>
                              <m:sSub>
                                <m:sSubPr>
                                  <m:ctrlPr>
                                    <a:rPr lang="en-US" sz="2000" i="1">
                                      <a:solidFill>
                                        <a:schemeClr val="bg1"/>
                                      </a:solidFill>
                                      <a:latin typeface="Cambria Math" panose="02040503050406030204" pitchFamily="18" charset="0"/>
                                      <a:ea typeface="Cambria Math" panose="02040503050406030204" pitchFamily="18" charset="0"/>
                                    </a:rPr>
                                  </m:ctrlPr>
                                </m:sSubPr>
                                <m:e>
                                  <m:r>
                                    <a:rPr lang="en-US" sz="2000" i="1">
                                      <a:solidFill>
                                        <a:schemeClr val="bg1"/>
                                      </a:solidFill>
                                      <a:latin typeface="Cambria Math" panose="02040503050406030204" pitchFamily="18" charset="0"/>
                                      <a:ea typeface="Cambria Math" panose="02040503050406030204" pitchFamily="18" charset="0"/>
                                    </a:rPr>
                                    <m:t>𝐼</m:t>
                                  </m:r>
                                </m:e>
                                <m:sub>
                                  <m:d>
                                    <m:dPr>
                                      <m:ctrlPr>
                                        <a:rPr lang="en-US" sz="2000" i="1">
                                          <a:solidFill>
                                            <a:schemeClr val="bg1"/>
                                          </a:solidFill>
                                          <a:latin typeface="Cambria Math" panose="02040503050406030204" pitchFamily="18" charset="0"/>
                                          <a:ea typeface="Cambria Math" panose="02040503050406030204" pitchFamily="18" charset="0"/>
                                        </a:rPr>
                                      </m:ctrlPr>
                                    </m:dPr>
                                    <m:e>
                                      <m:r>
                                        <a:rPr lang="en-US" sz="2000" i="1">
                                          <a:solidFill>
                                            <a:schemeClr val="bg1"/>
                                          </a:solidFill>
                                          <a:latin typeface="Cambria Math" panose="02040503050406030204" pitchFamily="18" charset="0"/>
                                          <a:ea typeface="Cambria Math" panose="02040503050406030204" pitchFamily="18" charset="0"/>
                                        </a:rPr>
                                        <m:t>𝑘</m:t>
                                      </m:r>
                                      <m:r>
                                        <a:rPr lang="en-US" sz="2000" i="1">
                                          <a:solidFill>
                                            <a:schemeClr val="bg1"/>
                                          </a:solidFill>
                                          <a:latin typeface="Cambria Math" panose="02040503050406030204" pitchFamily="18" charset="0"/>
                                          <a:ea typeface="Cambria Math" panose="02040503050406030204" pitchFamily="18" charset="0"/>
                                        </a:rPr>
                                        <m:t>,</m:t>
                                      </m:r>
                                      <m:r>
                                        <a:rPr lang="en-US" sz="2000" i="1">
                                          <a:solidFill>
                                            <a:schemeClr val="bg1"/>
                                          </a:solidFill>
                                          <a:latin typeface="Cambria Math" panose="02040503050406030204" pitchFamily="18" charset="0"/>
                                          <a:ea typeface="Cambria Math" panose="02040503050406030204" pitchFamily="18" charset="0"/>
                                        </a:rPr>
                                        <m:t>𝑗</m:t>
                                      </m:r>
                                    </m:e>
                                  </m:d>
                                </m:sub>
                              </m:sSub>
                              <m:r>
                                <a:rPr lang="en-US" sz="2000" i="1" smtClean="0">
                                  <a:solidFill>
                                    <a:schemeClr val="bg1"/>
                                  </a:solidFill>
                                  <a:latin typeface="Cambria Math" panose="02040503050406030204" pitchFamily="18" charset="0"/>
                                  <a:ea typeface="Cambria Math" panose="02040503050406030204" pitchFamily="18" charset="0"/>
                                </a:rPr>
                                <m:t>×</m:t>
                              </m:r>
                              <m:sSub>
                                <m:sSubPr>
                                  <m:ctrlPr>
                                    <a:rPr lang="en-US" sz="2000" i="1">
                                      <a:solidFill>
                                        <a:schemeClr val="bg1"/>
                                      </a:solidFill>
                                      <a:latin typeface="Cambria Math" panose="02040503050406030204" pitchFamily="18" charset="0"/>
                                    </a:rPr>
                                  </m:ctrlPr>
                                </m:sSubPr>
                                <m:e>
                                  <m:r>
                                    <a:rPr lang="en-US" sz="2000" i="1">
                                      <a:solidFill>
                                        <a:schemeClr val="bg1"/>
                                      </a:solidFill>
                                      <a:latin typeface="Cambria Math" panose="02040503050406030204" pitchFamily="18" charset="0"/>
                                    </a:rPr>
                                    <m:t>𝐿𝑎𝑏𝑒𝑙</m:t>
                                  </m:r>
                                </m:e>
                                <m:sub>
                                  <m:r>
                                    <a:rPr lang="en-US" sz="2000" i="1">
                                      <a:solidFill>
                                        <a:schemeClr val="bg1"/>
                                      </a:solidFill>
                                      <a:latin typeface="Cambria Math" panose="02040503050406030204" pitchFamily="18" charset="0"/>
                                    </a:rPr>
                                    <m:t>𝑘</m:t>
                                  </m:r>
                                </m:sub>
                              </m:sSub>
                            </m:e>
                          </m:d>
                        </m:e>
                      </m:nary>
                      <m:r>
                        <a:rPr lang="en-US" sz="2000" b="0" i="1" smtClean="0">
                          <a:solidFill>
                            <a:schemeClr val="bg1"/>
                          </a:solidFill>
                          <a:latin typeface="Cambria Math" panose="02040503050406030204" pitchFamily="18" charset="0"/>
                          <a:ea typeface="Cambria Math" panose="02040503050406030204" pitchFamily="18" charset="0"/>
                        </a:rPr>
                        <m:t>&gt;</m:t>
                      </m:r>
                      <m:r>
                        <a:rPr lang="en-US" sz="2000" i="1">
                          <a:solidFill>
                            <a:schemeClr val="bg1"/>
                          </a:solidFill>
                          <a:latin typeface="Cambria Math" panose="02040503050406030204" pitchFamily="18" charset="0"/>
                          <a:ea typeface="Cambria Math" panose="02040503050406030204" pitchFamily="18" charset="0"/>
                        </a:rPr>
                        <m:t>0</m:t>
                      </m:r>
                    </m:oMath>
                  </m:oMathPara>
                </a14:m>
                <a:endParaRPr lang="en-US" sz="2000" dirty="0">
                  <a:solidFill>
                    <a:schemeClr val="bg1"/>
                  </a:solidFill>
                </a:endParaRPr>
              </a:p>
              <a:p>
                <a:endParaRPr lang="en-US" sz="2000" dirty="0"/>
              </a:p>
            </p:txBody>
          </p:sp>
        </mc:Choice>
        <mc:Fallback xmlns="">
          <p:sp>
            <p:nvSpPr>
              <p:cNvPr id="7" name="TextBox 6">
                <a:extLst>
                  <a:ext uri="{FF2B5EF4-FFF2-40B4-BE49-F238E27FC236}">
                    <a16:creationId xmlns:a16="http://schemas.microsoft.com/office/drawing/2014/main" id="{78A29573-68C6-1ED3-156D-58CCADB85E81}"/>
                  </a:ext>
                </a:extLst>
              </p:cNvPr>
              <p:cNvSpPr txBox="1">
                <a:spLocks noRot="1" noChangeAspect="1" noMove="1" noResize="1" noEditPoints="1" noAdjustHandles="1" noChangeArrowheads="1" noChangeShapeType="1" noTextEdit="1"/>
              </p:cNvSpPr>
              <p:nvPr/>
            </p:nvSpPr>
            <p:spPr>
              <a:xfrm>
                <a:off x="1645611" y="2057400"/>
                <a:ext cx="9906000" cy="1350626"/>
              </a:xfrm>
              <a:prstGeom prst="rect">
                <a:avLst/>
              </a:prstGeom>
              <a:blipFill>
                <a:blip r:embed="rId3"/>
                <a:stretch>
                  <a:fillRect t="-68224" b="-813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F02A120-1FAA-3300-AF6D-8F2EFFE4FB0B}"/>
                  </a:ext>
                </a:extLst>
              </p:cNvPr>
              <p:cNvSpPr txBox="1"/>
              <p:nvPr/>
            </p:nvSpPr>
            <p:spPr>
              <a:xfrm>
                <a:off x="1232213" y="5410200"/>
                <a:ext cx="9724398" cy="53277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n-US" sz="2400" i="1" smtClean="0">
                              <a:solidFill>
                                <a:schemeClr val="bg1"/>
                              </a:solidFill>
                              <a:latin typeface="Cambria Math" panose="02040503050406030204" pitchFamily="18" charset="0"/>
                              <a:ea typeface="Cambria Math" panose="02040503050406030204" pitchFamily="18" charset="0"/>
                            </a:rPr>
                          </m:ctrlPr>
                        </m:sSubPr>
                        <m:e>
                          <m:r>
                            <a:rPr lang="en-US" sz="2400" i="1">
                              <a:solidFill>
                                <a:schemeClr val="bg1"/>
                              </a:solidFill>
                              <a:latin typeface="Cambria Math" panose="02040503050406030204" pitchFamily="18" charset="0"/>
                              <a:ea typeface="Cambria Math" panose="02040503050406030204" pitchFamily="18" charset="0"/>
                            </a:rPr>
                            <m:t>𝐼</m:t>
                          </m:r>
                        </m:e>
                        <m:sub>
                          <m:d>
                            <m:dPr>
                              <m:ctrlPr>
                                <a:rPr lang="en-US" sz="2400" i="1">
                                  <a:solidFill>
                                    <a:schemeClr val="bg1"/>
                                  </a:solidFill>
                                  <a:latin typeface="Cambria Math" panose="02040503050406030204" pitchFamily="18" charset="0"/>
                                  <a:ea typeface="Cambria Math" panose="02040503050406030204" pitchFamily="18" charset="0"/>
                                </a:rPr>
                              </m:ctrlPr>
                            </m:dPr>
                            <m:e>
                              <m:r>
                                <a:rPr lang="en-US" sz="2400" i="1">
                                  <a:solidFill>
                                    <a:schemeClr val="bg1"/>
                                  </a:solidFill>
                                  <a:latin typeface="Cambria Math" panose="02040503050406030204" pitchFamily="18" charset="0"/>
                                  <a:ea typeface="Cambria Math" panose="02040503050406030204" pitchFamily="18" charset="0"/>
                                </a:rPr>
                                <m:t>𝑘</m:t>
                              </m:r>
                              <m:r>
                                <a:rPr lang="en-US" sz="2400" i="1">
                                  <a:solidFill>
                                    <a:schemeClr val="bg1"/>
                                  </a:solidFill>
                                  <a:latin typeface="Cambria Math" panose="02040503050406030204" pitchFamily="18" charset="0"/>
                                  <a:ea typeface="Cambria Math" panose="02040503050406030204" pitchFamily="18" charset="0"/>
                                </a:rPr>
                                <m:t>,</m:t>
                              </m:r>
                              <m:r>
                                <a:rPr lang="en-US" sz="2400" i="1">
                                  <a:solidFill>
                                    <a:schemeClr val="bg1"/>
                                  </a:solidFill>
                                  <a:latin typeface="Cambria Math" panose="02040503050406030204" pitchFamily="18" charset="0"/>
                                  <a:ea typeface="Cambria Math" panose="02040503050406030204" pitchFamily="18" charset="0"/>
                                </a:rPr>
                                <m:t>𝑗</m:t>
                              </m:r>
                            </m:e>
                          </m:d>
                        </m:sub>
                      </m:sSub>
                      <m:r>
                        <a:rPr lang="en-US" sz="2400" i="1" smtClean="0">
                          <a:solidFill>
                            <a:schemeClr val="bg1"/>
                          </a:solidFill>
                          <a:latin typeface="Cambria Math" panose="02040503050406030204" pitchFamily="18" charset="0"/>
                          <a:ea typeface="Cambria Math" panose="02040503050406030204" pitchFamily="18" charset="0"/>
                        </a:rPr>
                        <m:t>×</m:t>
                      </m:r>
                      <m:sSub>
                        <m:sSubPr>
                          <m:ctrlPr>
                            <a:rPr lang="en-US" sz="2400" i="1">
                              <a:solidFill>
                                <a:schemeClr val="bg1"/>
                              </a:solidFill>
                              <a:latin typeface="Cambria Math" panose="02040503050406030204" pitchFamily="18" charset="0"/>
                            </a:rPr>
                          </m:ctrlPr>
                        </m:sSubPr>
                        <m:e>
                          <m:r>
                            <a:rPr lang="en-US" sz="2400" i="1">
                              <a:solidFill>
                                <a:schemeClr val="bg1"/>
                              </a:solidFill>
                              <a:latin typeface="Cambria Math" panose="02040503050406030204" pitchFamily="18" charset="0"/>
                            </a:rPr>
                            <m:t>𝐿𝑎𝑏𝑒𝑙</m:t>
                          </m:r>
                        </m:e>
                        <m:sub>
                          <m:r>
                            <a:rPr lang="en-US" sz="2400" i="1">
                              <a:solidFill>
                                <a:schemeClr val="bg1"/>
                              </a:solidFill>
                              <a:latin typeface="Cambria Math" panose="02040503050406030204" pitchFamily="18" charset="0"/>
                            </a:rPr>
                            <m:t>𝑘</m:t>
                          </m:r>
                        </m:sub>
                      </m:sSub>
                      <m:r>
                        <a:rPr lang="en-US" sz="2400" i="1" smtClean="0">
                          <a:solidFill>
                            <a:schemeClr val="bg1"/>
                          </a:solidFill>
                          <a:latin typeface="Cambria Math" panose="02040503050406030204" pitchFamily="18" charset="0"/>
                          <a:ea typeface="Cambria Math" panose="02040503050406030204" pitchFamily="18" charset="0"/>
                        </a:rPr>
                        <m:t>×</m:t>
                      </m:r>
                      <m:sSub>
                        <m:sSubPr>
                          <m:ctrlPr>
                            <a:rPr lang="en-US" sz="2400" i="1">
                              <a:solidFill>
                                <a:schemeClr val="bg1"/>
                              </a:solidFill>
                              <a:latin typeface="Cambria Math" panose="02040503050406030204" pitchFamily="18" charset="0"/>
                              <a:ea typeface="Cambria Math" panose="02040503050406030204" pitchFamily="18" charset="0"/>
                            </a:rPr>
                          </m:ctrlPr>
                        </m:sSubPr>
                        <m:e>
                          <m:r>
                            <a:rPr lang="en-US" sz="2400" i="1">
                              <a:solidFill>
                                <a:schemeClr val="bg1"/>
                              </a:solidFill>
                              <a:latin typeface="Cambria Math" panose="02040503050406030204" pitchFamily="18" charset="0"/>
                              <a:ea typeface="Cambria Math" panose="02040503050406030204" pitchFamily="18" charset="0"/>
                            </a:rPr>
                            <m:t>𝐼</m:t>
                          </m:r>
                        </m:e>
                        <m:sub>
                          <m:d>
                            <m:dPr>
                              <m:ctrlPr>
                                <a:rPr lang="en-US" sz="2400" i="1">
                                  <a:solidFill>
                                    <a:schemeClr val="bg1"/>
                                  </a:solidFill>
                                  <a:latin typeface="Cambria Math" panose="02040503050406030204" pitchFamily="18" charset="0"/>
                                  <a:ea typeface="Cambria Math" panose="02040503050406030204" pitchFamily="18" charset="0"/>
                                </a:rPr>
                              </m:ctrlPr>
                            </m:dPr>
                            <m:e>
                              <m:r>
                                <a:rPr lang="en-US" sz="2400" i="1">
                                  <a:solidFill>
                                    <a:schemeClr val="bg1"/>
                                  </a:solidFill>
                                  <a:latin typeface="Cambria Math" panose="02040503050406030204" pitchFamily="18" charset="0"/>
                                  <a:ea typeface="Cambria Math" panose="02040503050406030204" pitchFamily="18" charset="0"/>
                                </a:rPr>
                                <m:t>𝑘</m:t>
                              </m:r>
                              <m:r>
                                <a:rPr lang="en-US" sz="2400" i="1">
                                  <a:solidFill>
                                    <a:schemeClr val="bg1"/>
                                  </a:solidFill>
                                  <a:latin typeface="Cambria Math" panose="02040503050406030204" pitchFamily="18" charset="0"/>
                                  <a:ea typeface="Cambria Math" panose="02040503050406030204" pitchFamily="18" charset="0"/>
                                </a:rPr>
                                <m:t>,</m:t>
                              </m:r>
                              <m:r>
                                <a:rPr lang="en-US" sz="2400" i="1">
                                  <a:solidFill>
                                    <a:schemeClr val="bg1"/>
                                  </a:solidFill>
                                  <a:latin typeface="Cambria Math" panose="02040503050406030204" pitchFamily="18" charset="0"/>
                                  <a:ea typeface="Cambria Math" panose="02040503050406030204" pitchFamily="18" charset="0"/>
                                </a:rPr>
                                <m:t>𝑗</m:t>
                              </m:r>
                            </m:e>
                          </m:d>
                        </m:sub>
                      </m:sSub>
                      <m:r>
                        <a:rPr lang="en-US" sz="2400" i="1">
                          <a:solidFill>
                            <a:schemeClr val="bg1"/>
                          </a:solidFill>
                          <a:latin typeface="Cambria Math" panose="02040503050406030204" pitchFamily="18" charset="0"/>
                          <a:ea typeface="Cambria Math" panose="02040503050406030204" pitchFamily="18" charset="0"/>
                        </a:rPr>
                        <m:t>×</m:t>
                      </m:r>
                      <m:sSub>
                        <m:sSubPr>
                          <m:ctrlPr>
                            <a:rPr lang="en-US" sz="2400" i="1">
                              <a:solidFill>
                                <a:schemeClr val="bg1"/>
                              </a:solidFill>
                              <a:latin typeface="Cambria Math" panose="02040503050406030204" pitchFamily="18" charset="0"/>
                            </a:rPr>
                          </m:ctrlPr>
                        </m:sSubPr>
                        <m:e>
                          <m:r>
                            <a:rPr lang="en-US" sz="2400" i="1">
                              <a:solidFill>
                                <a:schemeClr val="bg1"/>
                              </a:solidFill>
                              <a:latin typeface="Cambria Math" panose="02040503050406030204" pitchFamily="18" charset="0"/>
                            </a:rPr>
                            <m:t>𝐿𝑎𝑏𝑒𝑙</m:t>
                          </m:r>
                        </m:e>
                        <m:sub>
                          <m:r>
                            <a:rPr lang="en-US" sz="2400" i="1">
                              <a:solidFill>
                                <a:schemeClr val="bg1"/>
                              </a:solidFill>
                              <a:latin typeface="Cambria Math" panose="02040503050406030204" pitchFamily="18" charset="0"/>
                            </a:rPr>
                            <m:t>𝑘</m:t>
                          </m:r>
                        </m:sub>
                      </m:sSub>
                      <m:r>
                        <a:rPr lang="en-US" sz="2400" b="0" i="0" smtClean="0">
                          <a:solidFill>
                            <a:schemeClr val="bg1"/>
                          </a:solidFill>
                          <a:latin typeface="Cambria Math" panose="02040503050406030204" pitchFamily="18" charset="0"/>
                        </a:rPr>
                        <m:t>=</m:t>
                      </m:r>
                      <m:sSubSup>
                        <m:sSubSupPr>
                          <m:ctrlPr>
                            <a:rPr lang="en-US" sz="2400" b="0" i="1" smtClean="0">
                              <a:solidFill>
                                <a:schemeClr val="bg1"/>
                              </a:solidFill>
                              <a:latin typeface="Cambria Math" panose="02040503050406030204" pitchFamily="18" charset="0"/>
                            </a:rPr>
                          </m:ctrlPr>
                        </m:sSubSupPr>
                        <m:e>
                          <m:r>
                            <a:rPr lang="en-US" sz="2400" b="0" i="1" smtClean="0">
                              <a:solidFill>
                                <a:schemeClr val="bg1"/>
                              </a:solidFill>
                              <a:latin typeface="Cambria Math" panose="02040503050406030204" pitchFamily="18" charset="0"/>
                            </a:rPr>
                            <m:t>𝐼</m:t>
                          </m:r>
                        </m:e>
                        <m:sub>
                          <m:r>
                            <a:rPr lang="en-US" sz="2400" b="0" i="1" smtClean="0">
                              <a:solidFill>
                                <a:schemeClr val="bg1"/>
                              </a:solidFill>
                              <a:latin typeface="Cambria Math" panose="02040503050406030204" pitchFamily="18" charset="0"/>
                            </a:rPr>
                            <m:t>(</m:t>
                          </m:r>
                          <m:r>
                            <a:rPr lang="en-US" sz="2400" b="0" i="1" smtClean="0">
                              <a:solidFill>
                                <a:schemeClr val="bg1"/>
                              </a:solidFill>
                              <a:latin typeface="Cambria Math" panose="02040503050406030204" pitchFamily="18" charset="0"/>
                            </a:rPr>
                            <m:t>𝑘</m:t>
                          </m:r>
                          <m:r>
                            <a:rPr lang="en-US" sz="2400" b="0" i="1" smtClean="0">
                              <a:solidFill>
                                <a:schemeClr val="bg1"/>
                              </a:solidFill>
                              <a:latin typeface="Cambria Math" panose="02040503050406030204" pitchFamily="18" charset="0"/>
                            </a:rPr>
                            <m:t>,</m:t>
                          </m:r>
                          <m:r>
                            <a:rPr lang="en-US" sz="2400" b="0" i="1" smtClean="0">
                              <a:solidFill>
                                <a:schemeClr val="bg1"/>
                              </a:solidFill>
                              <a:latin typeface="Cambria Math" panose="02040503050406030204" pitchFamily="18" charset="0"/>
                            </a:rPr>
                            <m:t>𝑗</m:t>
                          </m:r>
                          <m:r>
                            <a:rPr lang="en-US" sz="2400" b="0" i="1" smtClean="0">
                              <a:solidFill>
                                <a:schemeClr val="bg1"/>
                              </a:solidFill>
                              <a:latin typeface="Cambria Math" panose="02040503050406030204" pitchFamily="18" charset="0"/>
                            </a:rPr>
                            <m:t>)</m:t>
                          </m:r>
                        </m:sub>
                        <m:sup>
                          <m:r>
                            <a:rPr lang="en-US" sz="2400" b="0" i="1" smtClean="0">
                              <a:solidFill>
                                <a:schemeClr val="bg1"/>
                              </a:solidFill>
                              <a:latin typeface="Cambria Math" panose="02040503050406030204" pitchFamily="18" charset="0"/>
                            </a:rPr>
                            <m:t>2</m:t>
                          </m:r>
                        </m:sup>
                      </m:sSubSup>
                      <m:r>
                        <a:rPr lang="en-US" sz="2400" b="0" i="1" smtClean="0">
                          <a:solidFill>
                            <a:schemeClr val="bg1"/>
                          </a:solidFill>
                          <a:latin typeface="Cambria Math" panose="02040503050406030204" pitchFamily="18" charset="0"/>
                          <a:ea typeface="Cambria Math" panose="02040503050406030204" pitchFamily="18" charset="0"/>
                        </a:rPr>
                        <m:t>×</m:t>
                      </m:r>
                      <m:sSubSup>
                        <m:sSubSupPr>
                          <m:ctrlPr>
                            <a:rPr lang="en-US" sz="2400" b="0" i="1" smtClean="0">
                              <a:solidFill>
                                <a:schemeClr val="bg1"/>
                              </a:solidFill>
                              <a:latin typeface="Cambria Math" panose="02040503050406030204" pitchFamily="18" charset="0"/>
                              <a:ea typeface="Cambria Math" panose="02040503050406030204" pitchFamily="18" charset="0"/>
                            </a:rPr>
                          </m:ctrlPr>
                        </m:sSubSupPr>
                        <m:e>
                          <m:r>
                            <a:rPr lang="en-US" sz="2400" b="0" i="1" smtClean="0">
                              <a:solidFill>
                                <a:schemeClr val="bg1"/>
                              </a:solidFill>
                              <a:latin typeface="Cambria Math" panose="02040503050406030204" pitchFamily="18" charset="0"/>
                              <a:ea typeface="Cambria Math" panose="02040503050406030204" pitchFamily="18" charset="0"/>
                            </a:rPr>
                            <m:t>𝐿𝑎𝑏𝑒𝑙</m:t>
                          </m:r>
                        </m:e>
                        <m:sub>
                          <m:r>
                            <a:rPr lang="en-US" sz="2400" b="0" i="1" smtClean="0">
                              <a:solidFill>
                                <a:schemeClr val="bg1"/>
                              </a:solidFill>
                              <a:latin typeface="Cambria Math" panose="02040503050406030204" pitchFamily="18" charset="0"/>
                              <a:ea typeface="Cambria Math" panose="02040503050406030204" pitchFamily="18" charset="0"/>
                            </a:rPr>
                            <m:t>𝑘</m:t>
                          </m:r>
                        </m:sub>
                        <m:sup>
                          <m:r>
                            <a:rPr lang="en-US" sz="2400" b="0" i="1" smtClean="0">
                              <a:solidFill>
                                <a:schemeClr val="bg1"/>
                              </a:solidFill>
                              <a:latin typeface="Cambria Math" panose="02040503050406030204" pitchFamily="18" charset="0"/>
                              <a:ea typeface="Cambria Math" panose="02040503050406030204" pitchFamily="18" charset="0"/>
                            </a:rPr>
                            <m:t>2</m:t>
                          </m:r>
                        </m:sup>
                      </m:sSubSup>
                      <m:r>
                        <a:rPr lang="en-US" sz="2400" b="0" i="1" smtClean="0">
                          <a:solidFill>
                            <a:schemeClr val="bg1"/>
                          </a:solidFill>
                          <a:latin typeface="Cambria Math" panose="02040503050406030204" pitchFamily="18" charset="0"/>
                          <a:ea typeface="Cambria Math" panose="02040503050406030204" pitchFamily="18" charset="0"/>
                        </a:rPr>
                        <m:t>=</m:t>
                      </m:r>
                      <m:sSubSup>
                        <m:sSubSupPr>
                          <m:ctrlPr>
                            <a:rPr lang="en-US" sz="2400" i="1">
                              <a:solidFill>
                                <a:schemeClr val="bg1"/>
                              </a:solidFill>
                              <a:latin typeface="Cambria Math" panose="02040503050406030204" pitchFamily="18" charset="0"/>
                            </a:rPr>
                          </m:ctrlPr>
                        </m:sSubSupPr>
                        <m:e>
                          <m:r>
                            <a:rPr lang="en-US" sz="2400" i="1">
                              <a:solidFill>
                                <a:schemeClr val="bg1"/>
                              </a:solidFill>
                              <a:latin typeface="Cambria Math" panose="02040503050406030204" pitchFamily="18" charset="0"/>
                            </a:rPr>
                            <m:t>𝐼</m:t>
                          </m:r>
                        </m:e>
                        <m:sub>
                          <m:r>
                            <a:rPr lang="en-US" sz="2400" i="1">
                              <a:solidFill>
                                <a:schemeClr val="bg1"/>
                              </a:solidFill>
                              <a:latin typeface="Cambria Math" panose="02040503050406030204" pitchFamily="18" charset="0"/>
                            </a:rPr>
                            <m:t>(</m:t>
                          </m:r>
                          <m:r>
                            <a:rPr lang="en-US" sz="2400" i="1">
                              <a:solidFill>
                                <a:schemeClr val="bg1"/>
                              </a:solidFill>
                              <a:latin typeface="Cambria Math" panose="02040503050406030204" pitchFamily="18" charset="0"/>
                            </a:rPr>
                            <m:t>𝑘</m:t>
                          </m:r>
                          <m:r>
                            <a:rPr lang="en-US" sz="2400" i="1">
                              <a:solidFill>
                                <a:schemeClr val="bg1"/>
                              </a:solidFill>
                              <a:latin typeface="Cambria Math" panose="02040503050406030204" pitchFamily="18" charset="0"/>
                            </a:rPr>
                            <m:t>,</m:t>
                          </m:r>
                          <m:r>
                            <a:rPr lang="en-US" sz="2400" i="1">
                              <a:solidFill>
                                <a:schemeClr val="bg1"/>
                              </a:solidFill>
                              <a:latin typeface="Cambria Math" panose="02040503050406030204" pitchFamily="18" charset="0"/>
                            </a:rPr>
                            <m:t>𝑗</m:t>
                          </m:r>
                          <m:r>
                            <a:rPr lang="en-US" sz="2400" i="1">
                              <a:solidFill>
                                <a:schemeClr val="bg1"/>
                              </a:solidFill>
                              <a:latin typeface="Cambria Math" panose="02040503050406030204" pitchFamily="18" charset="0"/>
                            </a:rPr>
                            <m:t>)</m:t>
                          </m:r>
                        </m:sub>
                        <m:sup>
                          <m:r>
                            <a:rPr lang="en-US" sz="2400" i="1">
                              <a:solidFill>
                                <a:schemeClr val="bg1"/>
                              </a:solidFill>
                              <a:latin typeface="Cambria Math" panose="02040503050406030204" pitchFamily="18" charset="0"/>
                            </a:rPr>
                            <m:t>2</m:t>
                          </m:r>
                        </m:sup>
                      </m:sSubSup>
                      <m:r>
                        <a:rPr lang="en-US" sz="2400" i="1" smtClean="0">
                          <a:solidFill>
                            <a:schemeClr val="bg1"/>
                          </a:solidFill>
                          <a:latin typeface="Cambria Math" panose="02040503050406030204" pitchFamily="18" charset="0"/>
                          <a:ea typeface="Cambria Math" panose="02040503050406030204" pitchFamily="18" charset="0"/>
                        </a:rPr>
                        <m:t>×</m:t>
                      </m:r>
                      <m:r>
                        <a:rPr lang="en-US" sz="2400" b="0" i="0" smtClean="0">
                          <a:solidFill>
                            <a:schemeClr val="bg1"/>
                          </a:solidFill>
                          <a:latin typeface="Cambria Math" panose="02040503050406030204" pitchFamily="18" charset="0"/>
                          <a:ea typeface="Cambria Math" panose="02040503050406030204" pitchFamily="18" charset="0"/>
                        </a:rPr>
                        <m:t>1</m:t>
                      </m:r>
                    </m:oMath>
                  </m:oMathPara>
                </a14:m>
                <a:br>
                  <a:rPr lang="en-US" sz="2400" b="0" i="0" dirty="0">
                    <a:solidFill>
                      <a:schemeClr val="bg1"/>
                    </a:solidFill>
                    <a:latin typeface="Cambria Math" panose="02040503050406030204" pitchFamily="18" charset="0"/>
                    <a:ea typeface="Cambria Math" panose="02040503050406030204" pitchFamily="18" charset="0"/>
                  </a:rPr>
                </a:br>
                <a:endParaRPr lang="en-US" sz="2400" dirty="0"/>
              </a:p>
            </p:txBody>
          </p:sp>
        </mc:Choice>
        <mc:Fallback xmlns="">
          <p:sp>
            <p:nvSpPr>
              <p:cNvPr id="8" name="TextBox 7">
                <a:extLst>
                  <a:ext uri="{FF2B5EF4-FFF2-40B4-BE49-F238E27FC236}">
                    <a16:creationId xmlns:a16="http://schemas.microsoft.com/office/drawing/2014/main" id="{BF02A120-1FAA-3300-AF6D-8F2EFFE4FB0B}"/>
                  </a:ext>
                </a:extLst>
              </p:cNvPr>
              <p:cNvSpPr txBox="1">
                <a:spLocks noRot="1" noChangeAspect="1" noMove="1" noResize="1" noEditPoints="1" noAdjustHandles="1" noChangeArrowheads="1" noChangeShapeType="1" noTextEdit="1"/>
              </p:cNvSpPr>
              <p:nvPr/>
            </p:nvSpPr>
            <p:spPr>
              <a:xfrm>
                <a:off x="1232213" y="5410200"/>
                <a:ext cx="9724398" cy="532775"/>
              </a:xfrm>
              <a:prstGeom prst="rect">
                <a:avLst/>
              </a:prstGeom>
              <a:blipFill>
                <a:blip r:embed="rId4"/>
                <a:stretch>
                  <a:fillRect b="-6977"/>
                </a:stretch>
              </a:blipFill>
            </p:spPr>
            <p:txBody>
              <a:bodyPr/>
              <a:lstStyle/>
              <a:p>
                <a:r>
                  <a:rPr lang="en-US">
                    <a:noFill/>
                  </a:rPr>
                  <a:t> </a:t>
                </a:r>
              </a:p>
            </p:txBody>
          </p:sp>
        </mc:Fallback>
      </mc:AlternateContent>
    </p:spTree>
    <p:extLst>
      <p:ext uri="{BB962C8B-B14F-4D97-AF65-F5344CB8AC3E}">
        <p14:creationId xmlns:p14="http://schemas.microsoft.com/office/powerpoint/2010/main" val="3179691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Training</a:t>
            </a:r>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10087601" cy="5181600"/>
              </a:xfrm>
            </p:spPr>
            <p:txBody>
              <a:bodyPr>
                <a:normAutofit/>
              </a:bodyPr>
              <a:lstStyle/>
              <a:p>
                <a:pPr marL="0" indent="0">
                  <a:buNone/>
                </a:pPr>
                <a:r>
                  <a:rPr lang="en-US" sz="2000" dirty="0">
                    <a:solidFill>
                      <a:schemeClr val="bg1"/>
                    </a:solidFill>
                    <a:latin typeface="Arial" panose="020B0604020202020204" pitchFamily="34" charset="0"/>
                    <a:cs typeface="Arial" panose="020B0604020202020204" pitchFamily="34" charset="0"/>
                  </a:rPr>
                  <a:t>The solution to the previous equation is to add a small portion of </a:t>
                </a:r>
                <a14:m>
                  <m:oMath xmlns:m="http://schemas.openxmlformats.org/officeDocument/2006/math">
                    <m:sSub>
                      <m:sSubPr>
                        <m:ctrlPr>
                          <a:rPr lang="en-US" sz="2000" b="1" i="1" smtClean="0">
                            <a:solidFill>
                              <a:schemeClr val="bg1"/>
                            </a:solidFill>
                            <a:latin typeface="Cambria Math" panose="02040503050406030204" pitchFamily="18" charset="0"/>
                            <a:ea typeface="Cambria Math" panose="02040503050406030204" pitchFamily="18" charset="0"/>
                          </a:rPr>
                        </m:ctrlPr>
                      </m:sSubPr>
                      <m:e>
                        <m:r>
                          <a:rPr lang="en-US" sz="2000" b="1" i="1">
                            <a:solidFill>
                              <a:schemeClr val="bg1"/>
                            </a:solidFill>
                            <a:latin typeface="Cambria Math" panose="02040503050406030204" pitchFamily="18" charset="0"/>
                            <a:ea typeface="Cambria Math" panose="02040503050406030204" pitchFamily="18" charset="0"/>
                          </a:rPr>
                          <m:t>𝑰</m:t>
                        </m:r>
                      </m:e>
                      <m:sub>
                        <m:d>
                          <m:dPr>
                            <m:ctrlPr>
                              <a:rPr lang="en-US" sz="2000" b="1" i="1">
                                <a:solidFill>
                                  <a:schemeClr val="bg1"/>
                                </a:solidFill>
                                <a:latin typeface="Cambria Math" panose="02040503050406030204" pitchFamily="18" charset="0"/>
                                <a:ea typeface="Cambria Math" panose="02040503050406030204" pitchFamily="18" charset="0"/>
                              </a:rPr>
                            </m:ctrlPr>
                          </m:dPr>
                          <m:e>
                            <m:r>
                              <a:rPr lang="en-US" sz="2000" b="1" i="1">
                                <a:solidFill>
                                  <a:schemeClr val="bg1"/>
                                </a:solidFill>
                                <a:latin typeface="Cambria Math" panose="02040503050406030204" pitchFamily="18" charset="0"/>
                                <a:ea typeface="Cambria Math" panose="02040503050406030204" pitchFamily="18" charset="0"/>
                              </a:rPr>
                              <m:t>𝒌</m:t>
                            </m:r>
                            <m:r>
                              <a:rPr lang="en-US" sz="2000" b="1" i="1">
                                <a:solidFill>
                                  <a:schemeClr val="bg1"/>
                                </a:solidFill>
                                <a:latin typeface="Cambria Math" panose="02040503050406030204" pitchFamily="18" charset="0"/>
                                <a:ea typeface="Cambria Math" panose="02040503050406030204" pitchFamily="18" charset="0"/>
                              </a:rPr>
                              <m:t>,</m:t>
                            </m:r>
                            <m:r>
                              <a:rPr lang="en-US" sz="2000" b="1" i="1">
                                <a:solidFill>
                                  <a:schemeClr val="bg1"/>
                                </a:solidFill>
                                <a:latin typeface="Cambria Math" panose="02040503050406030204" pitchFamily="18" charset="0"/>
                                <a:ea typeface="Cambria Math" panose="02040503050406030204" pitchFamily="18" charset="0"/>
                              </a:rPr>
                              <m:t>𝒋</m:t>
                            </m:r>
                          </m:e>
                        </m:d>
                      </m:sub>
                    </m:sSub>
                    <m:r>
                      <a:rPr lang="en-US" sz="2000" b="1" i="1">
                        <a:solidFill>
                          <a:schemeClr val="bg1"/>
                        </a:solidFill>
                        <a:latin typeface="Cambria Math" panose="02040503050406030204" pitchFamily="18" charset="0"/>
                        <a:ea typeface="Cambria Math" panose="02040503050406030204" pitchFamily="18" charset="0"/>
                      </a:rPr>
                      <m:t>×</m:t>
                    </m:r>
                    <m:sSub>
                      <m:sSubPr>
                        <m:ctrlPr>
                          <a:rPr lang="en-US" sz="2000" b="1" i="1" smtClean="0">
                            <a:solidFill>
                              <a:schemeClr val="bg1"/>
                            </a:solidFill>
                            <a:latin typeface="Cambria Math" panose="02040503050406030204" pitchFamily="18" charset="0"/>
                          </a:rPr>
                        </m:ctrlPr>
                      </m:sSubPr>
                      <m:e>
                        <m:r>
                          <a:rPr lang="en-US" sz="2000" b="1" i="1">
                            <a:solidFill>
                              <a:schemeClr val="bg1"/>
                            </a:solidFill>
                            <a:latin typeface="Cambria Math" panose="02040503050406030204" pitchFamily="18" charset="0"/>
                          </a:rPr>
                          <m:t>𝑳𝒂𝒃𝒆𝒍</m:t>
                        </m:r>
                      </m:e>
                      <m:sub>
                        <m:r>
                          <a:rPr lang="en-US" sz="2000" b="1" i="1">
                            <a:solidFill>
                              <a:schemeClr val="bg1"/>
                            </a:solidFill>
                            <a:latin typeface="Cambria Math" panose="02040503050406030204" pitchFamily="18" charset="0"/>
                          </a:rPr>
                          <m:t>𝒌</m:t>
                        </m:r>
                      </m:sub>
                    </m:sSub>
                  </m:oMath>
                </a14:m>
                <a:r>
                  <a:rPr lang="en-US" sz="2000" dirty="0">
                    <a:solidFill>
                      <a:schemeClr val="bg1"/>
                    </a:solidFill>
                    <a:latin typeface="Arial" panose="020B0604020202020204" pitchFamily="34" charset="0"/>
                    <a:cs typeface="Arial" panose="020B0604020202020204" pitchFamily="34" charset="0"/>
                  </a:rPr>
                  <a:t> into </a:t>
                </a:r>
                <a14:m>
                  <m:oMath xmlns:m="http://schemas.openxmlformats.org/officeDocument/2006/math">
                    <m:sSub>
                      <m:sSubPr>
                        <m:ctrlPr>
                          <a:rPr lang="en-US" sz="2000" b="1" i="1" smtClean="0">
                            <a:solidFill>
                              <a:schemeClr val="bg1"/>
                            </a:solidFill>
                            <a:latin typeface="Cambria Math" panose="02040503050406030204" pitchFamily="18" charset="0"/>
                            <a:ea typeface="Cambria Math" panose="02040503050406030204" pitchFamily="18" charset="0"/>
                          </a:rPr>
                        </m:ctrlPr>
                      </m:sSubPr>
                      <m:e>
                        <m:r>
                          <a:rPr lang="en-US" sz="2000" b="1" i="1">
                            <a:solidFill>
                              <a:schemeClr val="bg1"/>
                            </a:solidFill>
                            <a:latin typeface="Cambria Math" panose="02040503050406030204" pitchFamily="18" charset="0"/>
                            <a:ea typeface="Cambria Math" panose="02040503050406030204" pitchFamily="18" charset="0"/>
                          </a:rPr>
                          <m:t>𝒘</m:t>
                        </m:r>
                      </m:e>
                      <m:sub>
                        <m:r>
                          <a:rPr lang="en-US" sz="2000" b="1" i="1">
                            <a:solidFill>
                              <a:schemeClr val="bg1"/>
                            </a:solidFill>
                            <a:latin typeface="Cambria Math" panose="02040503050406030204" pitchFamily="18" charset="0"/>
                            <a:ea typeface="Cambria Math" panose="02040503050406030204" pitchFamily="18" charset="0"/>
                          </a:rPr>
                          <m:t>𝒋</m:t>
                        </m:r>
                      </m:sub>
                    </m:sSub>
                  </m:oMath>
                </a14:m>
                <a:r>
                  <a:rPr lang="en-US" sz="2000" b="1" dirty="0">
                    <a:solidFill>
                      <a:schemeClr val="bg1"/>
                    </a:solidFill>
                    <a:latin typeface="Arial" panose="020B0604020202020204" pitchFamily="34" charset="0"/>
                    <a:cs typeface="Arial" panose="020B0604020202020204" pitchFamily="34" charset="0"/>
                  </a:rPr>
                  <a:t> </a:t>
                </a:r>
                <a:r>
                  <a:rPr lang="en-US" sz="2000" dirty="0">
                    <a:solidFill>
                      <a:schemeClr val="bg1"/>
                    </a:solidFill>
                    <a:latin typeface="Arial" panose="020B0604020202020204" pitchFamily="34" charset="0"/>
                    <a:cs typeface="Arial" panose="020B0604020202020204" pitchFamily="34" charset="0"/>
                  </a:rPr>
                  <a:t>. Other solutions are to add a small portion of the following difference </a:t>
                </a:r>
                <a14:m>
                  <m:oMath xmlns:m="http://schemas.openxmlformats.org/officeDocument/2006/math">
                    <m:sSub>
                      <m:sSubPr>
                        <m:ctrlPr>
                          <a:rPr lang="en-US" sz="2000" i="1">
                            <a:solidFill>
                              <a:schemeClr val="bg1"/>
                            </a:solidFill>
                            <a:latin typeface="Cambria Math" panose="02040503050406030204" pitchFamily="18" charset="0"/>
                            <a:ea typeface="Cambria Math" panose="02040503050406030204" pitchFamily="18" charset="0"/>
                          </a:rPr>
                        </m:ctrlPr>
                      </m:sSubPr>
                      <m:e>
                        <m:r>
                          <a:rPr lang="en-US" sz="2000" i="1">
                            <a:solidFill>
                              <a:schemeClr val="bg1"/>
                            </a:solidFill>
                            <a:latin typeface="Cambria Math" panose="02040503050406030204" pitchFamily="18" charset="0"/>
                            <a:ea typeface="Cambria Math" panose="02040503050406030204" pitchFamily="18" charset="0"/>
                          </a:rPr>
                          <m:t>𝐼</m:t>
                        </m:r>
                      </m:e>
                      <m:sub>
                        <m:d>
                          <m:dPr>
                            <m:ctrlPr>
                              <a:rPr lang="en-US" sz="2000" i="1">
                                <a:solidFill>
                                  <a:schemeClr val="bg1"/>
                                </a:solidFill>
                                <a:latin typeface="Cambria Math" panose="02040503050406030204" pitchFamily="18" charset="0"/>
                                <a:ea typeface="Cambria Math" panose="02040503050406030204" pitchFamily="18" charset="0"/>
                              </a:rPr>
                            </m:ctrlPr>
                          </m:dPr>
                          <m:e>
                            <m:r>
                              <a:rPr lang="en-US" sz="2000" i="1">
                                <a:solidFill>
                                  <a:schemeClr val="bg1"/>
                                </a:solidFill>
                                <a:latin typeface="Cambria Math" panose="02040503050406030204" pitchFamily="18" charset="0"/>
                                <a:ea typeface="Cambria Math" panose="02040503050406030204" pitchFamily="18" charset="0"/>
                              </a:rPr>
                              <m:t>𝑘</m:t>
                            </m:r>
                            <m:r>
                              <a:rPr lang="en-US" sz="2000" i="1">
                                <a:solidFill>
                                  <a:schemeClr val="bg1"/>
                                </a:solidFill>
                                <a:latin typeface="Cambria Math" panose="02040503050406030204" pitchFamily="18" charset="0"/>
                                <a:ea typeface="Cambria Math" panose="02040503050406030204" pitchFamily="18" charset="0"/>
                              </a:rPr>
                              <m:t>,</m:t>
                            </m:r>
                            <m:r>
                              <a:rPr lang="en-US" sz="2000" i="1">
                                <a:solidFill>
                                  <a:schemeClr val="bg1"/>
                                </a:solidFill>
                                <a:latin typeface="Cambria Math" panose="02040503050406030204" pitchFamily="18" charset="0"/>
                                <a:ea typeface="Cambria Math" panose="02040503050406030204" pitchFamily="18" charset="0"/>
                              </a:rPr>
                              <m:t>𝑗</m:t>
                            </m:r>
                          </m:e>
                        </m:d>
                      </m:sub>
                    </m:sSub>
                    <m:r>
                      <a:rPr lang="en-US" sz="2000" i="1">
                        <a:solidFill>
                          <a:schemeClr val="bg1"/>
                        </a:solidFill>
                        <a:latin typeface="Cambria Math" panose="02040503050406030204" pitchFamily="18" charset="0"/>
                        <a:ea typeface="Cambria Math" panose="02040503050406030204" pitchFamily="18" charset="0"/>
                      </a:rPr>
                      <m:t>×</m:t>
                    </m:r>
                    <m:sSub>
                      <m:sSubPr>
                        <m:ctrlPr>
                          <a:rPr lang="en-US" sz="2000" i="1">
                            <a:solidFill>
                              <a:schemeClr val="bg1"/>
                            </a:solidFill>
                            <a:latin typeface="Cambria Math" panose="02040503050406030204" pitchFamily="18" charset="0"/>
                          </a:rPr>
                        </m:ctrlPr>
                      </m:sSubPr>
                      <m:e>
                        <m:r>
                          <a:rPr lang="en-US" sz="2000" i="1">
                            <a:solidFill>
                              <a:schemeClr val="bg1"/>
                            </a:solidFill>
                            <a:latin typeface="Cambria Math" panose="02040503050406030204" pitchFamily="18" charset="0"/>
                          </a:rPr>
                          <m:t>𝐿𝑎𝑏𝑒𝑙</m:t>
                        </m:r>
                      </m:e>
                      <m:sub>
                        <m:r>
                          <a:rPr lang="en-US" sz="2000" i="1">
                            <a:solidFill>
                              <a:schemeClr val="bg1"/>
                            </a:solidFill>
                            <a:latin typeface="Cambria Math" panose="02040503050406030204" pitchFamily="18" charset="0"/>
                          </a:rPr>
                          <m:t>𝑘</m:t>
                        </m:r>
                      </m:sub>
                    </m:sSub>
                    <m:r>
                      <a:rPr lang="en-US" sz="2000" b="0" i="1" smtClean="0">
                        <a:solidFill>
                          <a:schemeClr val="bg1"/>
                        </a:solidFill>
                        <a:latin typeface="Cambria Math" panose="02040503050406030204" pitchFamily="18" charset="0"/>
                      </a:rPr>
                      <m:t>−</m:t>
                    </m:r>
                    <m:sSub>
                      <m:sSubPr>
                        <m:ctrlPr>
                          <a:rPr lang="en-US" sz="2000" i="1">
                            <a:solidFill>
                              <a:schemeClr val="bg1"/>
                            </a:solidFill>
                            <a:latin typeface="Cambria Math" panose="02040503050406030204" pitchFamily="18" charset="0"/>
                            <a:ea typeface="Cambria Math" panose="02040503050406030204" pitchFamily="18" charset="0"/>
                          </a:rPr>
                        </m:ctrlPr>
                      </m:sSubPr>
                      <m:e>
                        <m:r>
                          <a:rPr lang="en-US" sz="2000" i="1">
                            <a:solidFill>
                              <a:schemeClr val="bg1"/>
                            </a:solidFill>
                            <a:latin typeface="Cambria Math" panose="02040503050406030204" pitchFamily="18" charset="0"/>
                            <a:ea typeface="Cambria Math" panose="02040503050406030204" pitchFamily="18" charset="0"/>
                          </a:rPr>
                          <m:t>𝑤</m:t>
                        </m:r>
                      </m:e>
                      <m:sub>
                        <m:r>
                          <a:rPr lang="en-US" sz="2000" i="1">
                            <a:solidFill>
                              <a:schemeClr val="bg1"/>
                            </a:solidFill>
                            <a:latin typeface="Cambria Math" panose="02040503050406030204" pitchFamily="18" charset="0"/>
                            <a:ea typeface="Cambria Math" panose="02040503050406030204" pitchFamily="18" charset="0"/>
                          </a:rPr>
                          <m:t>𝑗</m:t>
                        </m:r>
                      </m:sub>
                    </m:sSub>
                  </m:oMath>
                </a14:m>
                <a:r>
                  <a:rPr lang="en-US" sz="2000" dirty="0">
                    <a:solidFill>
                      <a:schemeClr val="bg1"/>
                    </a:solidFill>
                    <a:latin typeface="Arial" panose="020B0604020202020204" pitchFamily="34" charset="0"/>
                    <a:cs typeface="Arial" panose="020B0604020202020204" pitchFamily="34" charset="0"/>
                  </a:rPr>
                  <a:t>into </a:t>
                </a:r>
                <a14:m>
                  <m:oMath xmlns:m="http://schemas.openxmlformats.org/officeDocument/2006/math">
                    <m:sSub>
                      <m:sSubPr>
                        <m:ctrlPr>
                          <a:rPr lang="en-US" sz="2000" i="1">
                            <a:solidFill>
                              <a:schemeClr val="bg1"/>
                            </a:solidFill>
                            <a:latin typeface="Cambria Math" panose="02040503050406030204" pitchFamily="18" charset="0"/>
                            <a:ea typeface="Cambria Math" panose="02040503050406030204" pitchFamily="18" charset="0"/>
                          </a:rPr>
                        </m:ctrlPr>
                      </m:sSubPr>
                      <m:e>
                        <m:r>
                          <a:rPr lang="en-US" sz="2000" i="1">
                            <a:solidFill>
                              <a:schemeClr val="bg1"/>
                            </a:solidFill>
                            <a:latin typeface="Cambria Math" panose="02040503050406030204" pitchFamily="18" charset="0"/>
                            <a:ea typeface="Cambria Math" panose="02040503050406030204" pitchFamily="18" charset="0"/>
                          </a:rPr>
                          <m:t>𝑤</m:t>
                        </m:r>
                      </m:e>
                      <m:sub>
                        <m:r>
                          <a:rPr lang="en-US" sz="2000" i="1">
                            <a:solidFill>
                              <a:schemeClr val="bg1"/>
                            </a:solidFill>
                            <a:latin typeface="Cambria Math" panose="02040503050406030204" pitchFamily="18" charset="0"/>
                            <a:ea typeface="Cambria Math" panose="02040503050406030204" pitchFamily="18" charset="0"/>
                          </a:rPr>
                          <m:t>𝑗</m:t>
                        </m:r>
                      </m:sub>
                    </m:sSub>
                  </m:oMath>
                </a14:m>
                <a:r>
                  <a:rPr lang="en-US" sz="2000" dirty="0">
                    <a:solidFill>
                      <a:schemeClr val="bg1"/>
                    </a:solidFill>
                    <a:latin typeface="Arial" panose="020B0604020202020204" pitchFamily="34" charset="0"/>
                    <a:cs typeface="Arial" panose="020B0604020202020204" pitchFamily="34" charset="0"/>
                  </a:rPr>
                  <a:t> </a:t>
                </a:r>
              </a:p>
              <a:p>
                <a:pPr marL="0" indent="0">
                  <a:buNone/>
                </a:pPr>
                <a:endParaRPr lang="en-US" sz="2000" dirty="0">
                  <a:solidFill>
                    <a:schemeClr val="bg1"/>
                  </a:solidFill>
                  <a:latin typeface="Arial" panose="020B0604020202020204" pitchFamily="34" charset="0"/>
                  <a:cs typeface="Arial" panose="020B0604020202020204" pitchFamily="34" charset="0"/>
                  <a:sym typeface="Wingdings" panose="05000000000000000000" pitchFamily="2" charset="2"/>
                </a:endParaRPr>
              </a:p>
              <a:p>
                <a:pPr marL="0" indent="0">
                  <a:buNone/>
                </a:pPr>
                <a:r>
                  <a:rPr lang="en-US" sz="2000" dirty="0">
                    <a:solidFill>
                      <a:schemeClr val="bg1"/>
                    </a:solidFill>
                    <a:latin typeface="Arial" panose="020B0604020202020204" pitchFamily="34" charset="0"/>
                    <a:cs typeface="Arial" panose="020B0604020202020204" pitchFamily="34" charset="0"/>
                    <a:sym typeface="Wingdings" panose="05000000000000000000" pitchFamily="2" charset="2"/>
                  </a:rPr>
                  <a:t>This is where the learning rate (</a:t>
                </a:r>
                <a14:m>
                  <m:oMath xmlns:m="http://schemas.openxmlformats.org/officeDocument/2006/math">
                    <m:r>
                      <a:rPr lang="en-US" sz="20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𝛼</m:t>
                    </m:r>
                  </m:oMath>
                </a14:m>
                <a:r>
                  <a:rPr lang="en-US" sz="2000" dirty="0">
                    <a:solidFill>
                      <a:schemeClr val="bg1"/>
                    </a:solidFill>
                    <a:latin typeface="Arial" panose="020B0604020202020204" pitchFamily="34" charset="0"/>
                    <a:cs typeface="Arial" panose="020B0604020202020204" pitchFamily="34" charset="0"/>
                    <a:sym typeface="Wingdings" panose="05000000000000000000" pitchFamily="2" charset="2"/>
                  </a:rPr>
                  <a:t> ) comes into place. Usually, </a:t>
                </a:r>
                <a14:m>
                  <m:oMath xmlns:m="http://schemas.openxmlformats.org/officeDocument/2006/math">
                    <m:r>
                      <a:rPr lang="en-US" sz="2000" i="1">
                        <a:solidFill>
                          <a:schemeClr val="bg1"/>
                        </a:solidFill>
                        <a:latin typeface="Cambria Math" panose="02040503050406030204" pitchFamily="18" charset="0"/>
                        <a:ea typeface="Cambria Math" panose="02040503050406030204" pitchFamily="18" charset="0"/>
                        <a:cs typeface="Arial" panose="020B0604020202020204" pitchFamily="34" charset="0"/>
                      </a:rPr>
                      <m:t>𝛼</m:t>
                    </m:r>
                  </m:oMath>
                </a14:m>
                <a:r>
                  <a:rPr lang="en-US" sz="2000" dirty="0">
                    <a:solidFill>
                      <a:schemeClr val="bg1"/>
                    </a:solidFill>
                    <a:latin typeface="Arial" panose="020B0604020202020204" pitchFamily="34" charset="0"/>
                    <a:cs typeface="Arial" panose="020B0604020202020204" pitchFamily="34" charset="0"/>
                    <a:sym typeface="Wingdings" panose="05000000000000000000" pitchFamily="2" charset="2"/>
                  </a:rPr>
                  <a:t> is a small value with </a:t>
                </a:r>
                <a14:m>
                  <m:oMath xmlns:m="http://schemas.openxmlformats.org/officeDocument/2006/math">
                    <m:r>
                      <a:rPr lang="en-US" sz="2000"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0&lt;</m:t>
                    </m:r>
                    <m:r>
                      <a:rPr lang="en-US" sz="2000" i="1">
                        <a:solidFill>
                          <a:schemeClr val="bg1"/>
                        </a:solidFill>
                        <a:latin typeface="Cambria Math" panose="02040503050406030204" pitchFamily="18" charset="0"/>
                        <a:ea typeface="Cambria Math" panose="02040503050406030204" pitchFamily="18" charset="0"/>
                        <a:cs typeface="Arial" panose="020B0604020202020204" pitchFamily="34" charset="0"/>
                      </a:rPr>
                      <m:t>𝛼</m:t>
                    </m:r>
                    <m:r>
                      <a:rPr lang="en-US" sz="2000"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&lt;1</m:t>
                    </m:r>
                  </m:oMath>
                </a14:m>
                <a:r>
                  <a:rPr lang="en-US" sz="2000" dirty="0">
                    <a:solidFill>
                      <a:schemeClr val="bg1"/>
                    </a:solidFill>
                    <a:latin typeface="Arial" panose="020B0604020202020204" pitchFamily="34" charset="0"/>
                    <a:cs typeface="Arial" panose="020B0604020202020204" pitchFamily="34" charset="0"/>
                    <a:sym typeface="Wingdings" panose="05000000000000000000" pitchFamily="2" charset="2"/>
                  </a:rPr>
                  <a:t> and it works like a percentage in this case.</a:t>
                </a:r>
              </a:p>
              <a:p>
                <a:pPr marL="0" indent="0">
                  <a:buNone/>
                </a:pPr>
                <a:endParaRPr lang="en-US" sz="2000" dirty="0">
                  <a:solidFill>
                    <a:schemeClr val="bg1"/>
                  </a:solidFill>
                  <a:latin typeface="Arial" panose="020B0604020202020204" pitchFamily="34" charset="0"/>
                  <a:cs typeface="Arial" panose="020B0604020202020204" pitchFamily="34" charset="0"/>
                  <a:sym typeface="Wingdings" panose="05000000000000000000" pitchFamily="2" charset="2"/>
                </a:endParaRPr>
              </a:p>
              <a:p>
                <a:pPr marL="0" indent="0">
                  <a:buNone/>
                </a:pPr>
                <a:endParaRPr lang="en-US" sz="2000" dirty="0">
                  <a:solidFill>
                    <a:schemeClr val="bg1"/>
                  </a:solidFill>
                  <a:latin typeface="Arial" panose="020B0604020202020204" pitchFamily="34" charset="0"/>
                  <a:cs typeface="Arial" panose="020B0604020202020204" pitchFamily="34" charset="0"/>
                  <a:sym typeface="Wingdings" panose="05000000000000000000" pitchFamily="2" charset="2"/>
                </a:endParaRPr>
              </a:p>
              <a:p>
                <a:pPr marL="0" indent="0">
                  <a:buNone/>
                </a:pPr>
                <a:endParaRPr lang="en-US" sz="2000" dirty="0">
                  <a:solidFill>
                    <a:schemeClr val="bg1"/>
                  </a:solidFill>
                  <a:latin typeface="Arial" panose="020B0604020202020204" pitchFamily="34" charset="0"/>
                  <a:cs typeface="Arial" panose="020B0604020202020204" pitchFamily="34" charset="0"/>
                  <a:sym typeface="Wingdings" panose="05000000000000000000" pitchFamily="2" charset="2"/>
                </a:endParaRPr>
              </a:p>
              <a:p>
                <a:pPr marL="365760" lvl="1" indent="0">
                  <a:buNone/>
                </a:pPr>
                <a:endParaRPr lang="en-US" dirty="0">
                  <a:solidFill>
                    <a:schemeClr val="bg1"/>
                  </a:solidFill>
                  <a:latin typeface="Arial" panose="020B0604020202020204" pitchFamily="34" charset="0"/>
                  <a:cs typeface="Arial" panose="020B0604020202020204" pitchFamily="34" charset="0"/>
                </a:endParaRPr>
              </a:p>
              <a:p>
                <a:pPr lvl="1"/>
                <a:endParaRPr lang="en-US" dirty="0">
                  <a:solidFill>
                    <a:schemeClr val="bg1"/>
                  </a:solidFill>
                  <a:latin typeface="Arial" panose="020B0604020202020204" pitchFamily="34" charset="0"/>
                  <a:cs typeface="Arial" panose="020B0604020202020204" pitchFamily="34" charset="0"/>
                </a:endParaRPr>
              </a:p>
              <a:p>
                <a:pPr lvl="1"/>
                <a:endParaRPr lang="en-US" dirty="0">
                  <a:solidFill>
                    <a:schemeClr val="bg1"/>
                  </a:solidFill>
                  <a:latin typeface="Arial" panose="020B0604020202020204" pitchFamily="34" charset="0"/>
                  <a:cs typeface="Arial" panose="020B0604020202020204" pitchFamily="34" charset="0"/>
                </a:endParaRPr>
              </a:p>
            </p:txBody>
          </p:sp>
        </mc:Choice>
        <mc:Fallback xmlns="">
          <p:sp>
            <p:nvSpPr>
              <p:cNvPr id="6" name="Content Placeholder 5">
                <a:extLst>
                  <a:ext uri="{FF2B5EF4-FFF2-40B4-BE49-F238E27FC236}">
                    <a16:creationId xmlns:a16="http://schemas.microsoft.com/office/drawing/2014/main" id="{75C8F42D-68F5-9BC0-5FC5-9D26B76AB49A}"/>
                  </a:ext>
                </a:extLst>
              </p:cNvPr>
              <p:cNvSpPr>
                <a:spLocks noGrp="1" noRot="1" noChangeAspect="1" noMove="1" noResize="1" noEditPoints="1" noAdjustHandles="1" noChangeArrowheads="1" noChangeShapeType="1" noTextEdit="1"/>
              </p:cNvSpPr>
              <p:nvPr>
                <p:ph idx="1"/>
              </p:nvPr>
            </p:nvSpPr>
            <p:spPr>
              <a:xfrm>
                <a:off x="1645611" y="1600200"/>
                <a:ext cx="10087601" cy="5181600"/>
              </a:xfrm>
              <a:blipFill>
                <a:blip r:embed="rId2"/>
                <a:stretch>
                  <a:fillRect l="-628" t="-1222"/>
                </a:stretch>
              </a:blipFill>
            </p:spPr>
            <p:txBody>
              <a:bodyPr/>
              <a:lstStyle/>
              <a:p>
                <a:r>
                  <a:rPr lang="en-US">
                    <a:noFill/>
                  </a:rPr>
                  <a:t> </a:t>
                </a:r>
              </a:p>
            </p:txBody>
          </p:sp>
        </mc:Fallback>
      </mc:AlternateContent>
    </p:spTree>
    <p:extLst>
      <p:ext uri="{BB962C8B-B14F-4D97-AF65-F5344CB8AC3E}">
        <p14:creationId xmlns:p14="http://schemas.microsoft.com/office/powerpoint/2010/main" val="2388581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Training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10087601" cy="5181600"/>
          </a:xfrm>
        </p:spPr>
        <p:txBody>
          <a:bodyPr>
            <a:normAutofit/>
          </a:bodyPr>
          <a:lstStyle/>
          <a:p>
            <a:pPr marL="0" indent="0">
              <a:buNone/>
            </a:pPr>
            <a:r>
              <a:rPr lang="en-US" dirty="0">
                <a:latin typeface="Cambria Math" panose="02040503050406030204" pitchFamily="18" charset="0"/>
                <a:cs typeface="Arial" panose="020B0604020202020204" pitchFamily="34" charset="0"/>
              </a:rPr>
              <a:t>Then, we can adjust “w” vector in the following way:</a:t>
            </a:r>
          </a:p>
          <a:p>
            <a:pPr lvl="1"/>
            <a:r>
              <a:rPr lang="en-US" dirty="0">
                <a:latin typeface="Cambria Math" panose="02040503050406030204" pitchFamily="18" charset="0"/>
                <a:cs typeface="Arial" panose="020B0604020202020204" pitchFamily="34" charset="0"/>
              </a:rPr>
              <a:t>First let’s consider “w</a:t>
            </a:r>
            <a:r>
              <a:rPr lang="en-US" baseline="-25000" dirty="0">
                <a:latin typeface="Cambria Math" panose="02040503050406030204" pitchFamily="18" charset="0"/>
                <a:cs typeface="Arial" panose="020B0604020202020204" pitchFamily="34" charset="0"/>
              </a:rPr>
              <a:t>(iteration t)</a:t>
            </a:r>
            <a:r>
              <a:rPr lang="en-US" dirty="0">
                <a:latin typeface="Cambria Math" panose="02040503050406030204" pitchFamily="18" charset="0"/>
                <a:cs typeface="Arial" panose="020B0604020202020204" pitchFamily="34" charset="0"/>
              </a:rPr>
              <a:t>” the weight vector at a specific iteration</a:t>
            </a:r>
          </a:p>
          <a:p>
            <a:pPr lvl="1"/>
            <a:endParaRPr lang="en-US" dirty="0">
              <a:latin typeface="Cambria Math" panose="02040503050406030204" pitchFamily="18" charset="0"/>
              <a:cs typeface="Arial" panose="020B0604020202020204" pitchFamily="34" charset="0"/>
            </a:endParaRPr>
          </a:p>
          <a:p>
            <a:pPr lvl="1"/>
            <a:r>
              <a:rPr lang="en-US" dirty="0">
                <a:latin typeface="Cambria Math" panose="02040503050406030204" pitchFamily="18" charset="0"/>
                <a:cs typeface="Arial" panose="020B0604020202020204" pitchFamily="34" charset="0"/>
              </a:rPr>
              <a:t>We can also consider “f</a:t>
            </a:r>
            <a:r>
              <a:rPr lang="en-US" baseline="-25000" dirty="0">
                <a:latin typeface="Cambria Math" panose="02040503050406030204" pitchFamily="18" charset="0"/>
                <a:cs typeface="Arial" panose="020B0604020202020204" pitchFamily="34" charset="0"/>
              </a:rPr>
              <a:t>t</a:t>
            </a:r>
            <a:r>
              <a:rPr lang="en-US" dirty="0">
                <a:latin typeface="Cambria Math" panose="02040503050406030204" pitchFamily="18" charset="0"/>
                <a:cs typeface="Arial" panose="020B0604020202020204" pitchFamily="34" charset="0"/>
              </a:rPr>
              <a:t>(k)” the output of the perceptron equation for sample “k” at iteration “t” </a:t>
            </a:r>
          </a:p>
          <a:p>
            <a:pPr lvl="1"/>
            <a:endParaRPr lang="en-US" dirty="0">
              <a:latin typeface="Cambria Math" panose="02040503050406030204" pitchFamily="18" charset="0"/>
              <a:cs typeface="Arial" panose="020B0604020202020204" pitchFamily="34" charset="0"/>
            </a:endParaRPr>
          </a:p>
          <a:p>
            <a:pPr lvl="1"/>
            <a:endParaRPr lang="en-US" dirty="0">
              <a:latin typeface="Cambria Math" panose="02040503050406030204" pitchFamily="18" charset="0"/>
              <a:cs typeface="Arial" panose="020B0604020202020204" pitchFamily="34" charset="0"/>
            </a:endParaRPr>
          </a:p>
          <a:p>
            <a:pPr lvl="1"/>
            <a:r>
              <a:rPr lang="en-US" dirty="0">
                <a:latin typeface="Cambria Math" panose="02040503050406030204" pitchFamily="18" charset="0"/>
                <a:cs typeface="Arial" panose="020B0604020202020204" pitchFamily="34" charset="0"/>
              </a:rPr>
              <a:t>We can adjust the weight vector in the following way:</a:t>
            </a:r>
          </a:p>
          <a:p>
            <a:pPr lvl="1"/>
            <a:endParaRPr lang="en-US" dirty="0">
              <a:latin typeface="Cambria Math" panose="02040503050406030204" pitchFamily="18" charset="0"/>
              <a:cs typeface="Arial" panose="020B0604020202020204" pitchFamily="34" charset="0"/>
            </a:endParaRPr>
          </a:p>
          <a:p>
            <a:pPr lvl="1"/>
            <a:endParaRPr lang="en-US" dirty="0">
              <a:latin typeface="Cambria Math" panose="02040503050406030204" pitchFamily="18" charset="0"/>
              <a:cs typeface="Arial" panose="020B0604020202020204" pitchFamily="34"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473870B-F39B-400B-2483-A6771F9CC0ED}"/>
                  </a:ext>
                </a:extLst>
              </p:cNvPr>
              <p:cNvSpPr txBox="1"/>
              <p:nvPr/>
            </p:nvSpPr>
            <p:spPr>
              <a:xfrm>
                <a:off x="3351212" y="4767351"/>
                <a:ext cx="6120650" cy="4049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chemeClr val="bg1"/>
                              </a:solidFill>
                              <a:latin typeface="Cambria Math" panose="02040503050406030204" pitchFamily="18" charset="0"/>
                              <a:ea typeface="Cambria Math" panose="02040503050406030204" pitchFamily="18" charset="0"/>
                            </a:rPr>
                          </m:ctrlPr>
                        </m:sSubPr>
                        <m:e>
                          <m:r>
                            <a:rPr lang="en-US" sz="2400" i="1">
                              <a:solidFill>
                                <a:schemeClr val="bg1"/>
                              </a:solidFill>
                              <a:latin typeface="Cambria Math" panose="02040503050406030204" pitchFamily="18" charset="0"/>
                              <a:ea typeface="Cambria Math" panose="02040503050406030204" pitchFamily="18" charset="0"/>
                            </a:rPr>
                            <m:t>𝑤</m:t>
                          </m:r>
                        </m:e>
                        <m:sub>
                          <m:r>
                            <a:rPr lang="en-US" sz="2400" i="1">
                              <a:solidFill>
                                <a:schemeClr val="bg1"/>
                              </a:solidFill>
                              <a:latin typeface="Cambria Math" panose="02040503050406030204" pitchFamily="18" charset="0"/>
                              <a:ea typeface="Cambria Math" panose="02040503050406030204" pitchFamily="18" charset="0"/>
                            </a:rPr>
                            <m:t>(</m:t>
                          </m:r>
                          <m:r>
                            <a:rPr lang="en-US" sz="2400" i="1">
                              <a:solidFill>
                                <a:schemeClr val="bg1"/>
                              </a:solidFill>
                              <a:latin typeface="Cambria Math" panose="02040503050406030204" pitchFamily="18" charset="0"/>
                              <a:ea typeface="Cambria Math" panose="02040503050406030204" pitchFamily="18" charset="0"/>
                            </a:rPr>
                            <m:t>𝑖𝑡𝑒𝑟𝑎𝑡𝑖𝑜𝑛</m:t>
                          </m:r>
                          <m:r>
                            <a:rPr lang="en-US" sz="2400" i="1">
                              <a:solidFill>
                                <a:schemeClr val="bg1"/>
                              </a:solidFill>
                              <a:latin typeface="Cambria Math" panose="02040503050406030204" pitchFamily="18" charset="0"/>
                              <a:ea typeface="Cambria Math" panose="02040503050406030204" pitchFamily="18" charset="0"/>
                            </a:rPr>
                            <m:t> </m:t>
                          </m:r>
                          <m:r>
                            <a:rPr lang="en-US" sz="2400" i="1">
                              <a:solidFill>
                                <a:schemeClr val="bg1"/>
                              </a:solidFill>
                              <a:latin typeface="Cambria Math" panose="02040503050406030204" pitchFamily="18" charset="0"/>
                              <a:ea typeface="Cambria Math" panose="02040503050406030204" pitchFamily="18" charset="0"/>
                            </a:rPr>
                            <m:t>𝑡</m:t>
                          </m:r>
                          <m:r>
                            <a:rPr lang="en-US" sz="2400" b="0" i="1" smtClean="0">
                              <a:solidFill>
                                <a:schemeClr val="bg1"/>
                              </a:solidFill>
                              <a:latin typeface="Cambria Math" panose="02040503050406030204" pitchFamily="18" charset="0"/>
                              <a:ea typeface="Cambria Math" panose="02040503050406030204" pitchFamily="18" charset="0"/>
                            </a:rPr>
                            <m:t>+1</m:t>
                          </m:r>
                          <m:r>
                            <a:rPr lang="en-US" sz="2400" i="1">
                              <a:solidFill>
                                <a:schemeClr val="bg1"/>
                              </a:solidFill>
                              <a:latin typeface="Cambria Math" panose="02040503050406030204" pitchFamily="18" charset="0"/>
                              <a:ea typeface="Cambria Math" panose="02040503050406030204" pitchFamily="18" charset="0"/>
                            </a:rPr>
                            <m:t>)</m:t>
                          </m:r>
                        </m:sub>
                      </m:sSub>
                      <m:r>
                        <a:rPr lang="en-US" sz="2400" b="0" i="1" smtClean="0">
                          <a:solidFill>
                            <a:schemeClr val="bg1"/>
                          </a:solidFill>
                          <a:latin typeface="Cambria Math" panose="02040503050406030204" pitchFamily="18" charset="0"/>
                        </a:rPr>
                        <m:t>=</m:t>
                      </m:r>
                      <m:sSub>
                        <m:sSubPr>
                          <m:ctrlPr>
                            <a:rPr lang="en-US" sz="2400" i="1">
                              <a:solidFill>
                                <a:schemeClr val="bg1"/>
                              </a:solidFill>
                              <a:latin typeface="Cambria Math" panose="02040503050406030204" pitchFamily="18" charset="0"/>
                              <a:ea typeface="Cambria Math" panose="02040503050406030204" pitchFamily="18" charset="0"/>
                            </a:rPr>
                          </m:ctrlPr>
                        </m:sSubPr>
                        <m:e>
                          <m:r>
                            <a:rPr lang="en-US" sz="2400" i="1">
                              <a:solidFill>
                                <a:schemeClr val="bg1"/>
                              </a:solidFill>
                              <a:latin typeface="Cambria Math" panose="02040503050406030204" pitchFamily="18" charset="0"/>
                              <a:ea typeface="Cambria Math" panose="02040503050406030204" pitchFamily="18" charset="0"/>
                            </a:rPr>
                            <m:t>𝑤</m:t>
                          </m:r>
                        </m:e>
                        <m:sub>
                          <m:r>
                            <a:rPr lang="en-US" sz="2400" i="1">
                              <a:solidFill>
                                <a:schemeClr val="bg1"/>
                              </a:solidFill>
                              <a:latin typeface="Cambria Math" panose="02040503050406030204" pitchFamily="18" charset="0"/>
                              <a:ea typeface="Cambria Math" panose="02040503050406030204" pitchFamily="18" charset="0"/>
                            </a:rPr>
                            <m:t>(</m:t>
                          </m:r>
                          <m:r>
                            <a:rPr lang="en-US" sz="2400" i="1">
                              <a:solidFill>
                                <a:schemeClr val="bg1"/>
                              </a:solidFill>
                              <a:latin typeface="Cambria Math" panose="02040503050406030204" pitchFamily="18" charset="0"/>
                              <a:ea typeface="Cambria Math" panose="02040503050406030204" pitchFamily="18" charset="0"/>
                            </a:rPr>
                            <m:t>𝑖𝑡𝑒𝑟𝑎𝑡𝑖𝑜𝑛</m:t>
                          </m:r>
                          <m:r>
                            <a:rPr lang="en-US" sz="2400" i="1">
                              <a:solidFill>
                                <a:schemeClr val="bg1"/>
                              </a:solidFill>
                              <a:latin typeface="Cambria Math" panose="02040503050406030204" pitchFamily="18" charset="0"/>
                              <a:ea typeface="Cambria Math" panose="02040503050406030204" pitchFamily="18" charset="0"/>
                            </a:rPr>
                            <m:t> </m:t>
                          </m:r>
                          <m:r>
                            <a:rPr lang="en-US" sz="2400" i="1">
                              <a:solidFill>
                                <a:schemeClr val="bg1"/>
                              </a:solidFill>
                              <a:latin typeface="Cambria Math" panose="02040503050406030204" pitchFamily="18" charset="0"/>
                              <a:ea typeface="Cambria Math" panose="02040503050406030204" pitchFamily="18" charset="0"/>
                            </a:rPr>
                            <m:t>𝑡</m:t>
                          </m:r>
                          <m:r>
                            <a:rPr lang="en-US" sz="2400" i="1">
                              <a:solidFill>
                                <a:schemeClr val="bg1"/>
                              </a:solidFill>
                              <a:latin typeface="Cambria Math" panose="02040503050406030204" pitchFamily="18" charset="0"/>
                              <a:ea typeface="Cambria Math" panose="02040503050406030204" pitchFamily="18" charset="0"/>
                            </a:rPr>
                            <m:t>)</m:t>
                          </m:r>
                        </m:sub>
                      </m:sSub>
                      <m:r>
                        <a:rPr lang="en-US" sz="2400" b="0" i="1" smtClean="0">
                          <a:solidFill>
                            <a:schemeClr val="bg1"/>
                          </a:solidFill>
                          <a:latin typeface="Cambria Math" panose="02040503050406030204" pitchFamily="18" charset="0"/>
                        </a:rPr>
                        <m:t>+</m:t>
                      </m:r>
                      <m:sSub>
                        <m:sSubPr>
                          <m:ctrlPr>
                            <a:rPr lang="en-US" sz="2400" b="0" i="1" smtClean="0">
                              <a:solidFill>
                                <a:schemeClr val="bg1"/>
                              </a:solidFill>
                              <a:latin typeface="Cambria Math" panose="02040503050406030204" pitchFamily="18" charset="0"/>
                            </a:rPr>
                          </m:ctrlPr>
                        </m:sSubPr>
                        <m:e>
                          <m:r>
                            <a:rPr lang="en-US" sz="2400" b="0" i="1" smtClean="0">
                              <a:solidFill>
                                <a:schemeClr val="bg1"/>
                              </a:solidFill>
                              <a:latin typeface="Cambria Math" panose="02040503050406030204" pitchFamily="18" charset="0"/>
                            </a:rPr>
                            <m:t>𝐼</m:t>
                          </m:r>
                        </m:e>
                        <m:sub>
                          <m:r>
                            <a:rPr lang="en-US" sz="2400" b="0" i="1" smtClean="0">
                              <a:solidFill>
                                <a:schemeClr val="bg1"/>
                              </a:solidFill>
                              <a:latin typeface="Cambria Math" panose="02040503050406030204" pitchFamily="18" charset="0"/>
                            </a:rPr>
                            <m:t>𝑘</m:t>
                          </m:r>
                        </m:sub>
                      </m:sSub>
                      <m:r>
                        <a:rPr lang="en-US" sz="2400" b="0" i="1" smtClean="0">
                          <a:solidFill>
                            <a:schemeClr val="bg1"/>
                          </a:solidFill>
                          <a:latin typeface="Cambria Math" panose="02040503050406030204" pitchFamily="18" charset="0"/>
                          <a:ea typeface="Cambria Math" panose="02040503050406030204" pitchFamily="18" charset="0"/>
                        </a:rPr>
                        <m:t>×</m:t>
                      </m:r>
                      <m:sSub>
                        <m:sSubPr>
                          <m:ctrlPr>
                            <a:rPr lang="en-US" sz="2400" i="1">
                              <a:solidFill>
                                <a:schemeClr val="bg1"/>
                              </a:solidFill>
                              <a:latin typeface="Cambria Math" panose="02040503050406030204" pitchFamily="18" charset="0"/>
                            </a:rPr>
                          </m:ctrlPr>
                        </m:sSubPr>
                        <m:e>
                          <m:r>
                            <a:rPr lang="en-US" sz="2400" i="1">
                              <a:solidFill>
                                <a:schemeClr val="bg1"/>
                              </a:solidFill>
                              <a:latin typeface="Cambria Math" panose="02040503050406030204" pitchFamily="18" charset="0"/>
                            </a:rPr>
                            <m:t>𝐿𝑎𝑏𝑒𝑙</m:t>
                          </m:r>
                        </m:e>
                        <m:sub>
                          <m:r>
                            <a:rPr lang="en-US" sz="2400" i="1">
                              <a:solidFill>
                                <a:schemeClr val="bg1"/>
                              </a:solidFill>
                              <a:latin typeface="Cambria Math" panose="02040503050406030204" pitchFamily="18" charset="0"/>
                            </a:rPr>
                            <m:t>𝑘</m:t>
                          </m:r>
                        </m:sub>
                      </m:sSub>
                      <m:r>
                        <a:rPr lang="en-US" sz="2400" b="0" i="1" smtClean="0">
                          <a:solidFill>
                            <a:schemeClr val="bg1"/>
                          </a:solidFill>
                          <a:latin typeface="Cambria Math" panose="02040503050406030204" pitchFamily="18" charset="0"/>
                        </a:rPr>
                        <m:t>×</m:t>
                      </m:r>
                      <m:r>
                        <a:rPr lang="en-US" sz="2400" b="0" i="1" smtClean="0">
                          <a:solidFill>
                            <a:schemeClr val="bg1"/>
                          </a:solidFill>
                          <a:latin typeface="Cambria Math" panose="02040503050406030204" pitchFamily="18" charset="0"/>
                        </a:rPr>
                        <m:t>𝛼</m:t>
                      </m:r>
                    </m:oMath>
                  </m:oMathPara>
                </a14:m>
                <a:endParaRPr lang="en-US" sz="2400" dirty="0">
                  <a:solidFill>
                    <a:schemeClr val="bg1"/>
                  </a:solidFill>
                </a:endParaRPr>
              </a:p>
            </p:txBody>
          </p:sp>
        </mc:Choice>
        <mc:Fallback xmlns="">
          <p:sp>
            <p:nvSpPr>
              <p:cNvPr id="2" name="TextBox 1">
                <a:extLst>
                  <a:ext uri="{FF2B5EF4-FFF2-40B4-BE49-F238E27FC236}">
                    <a16:creationId xmlns:a16="http://schemas.microsoft.com/office/drawing/2014/main" id="{9473870B-F39B-400B-2483-A6771F9CC0ED}"/>
                  </a:ext>
                </a:extLst>
              </p:cNvPr>
              <p:cNvSpPr txBox="1">
                <a:spLocks noRot="1" noChangeAspect="1" noMove="1" noResize="1" noEditPoints="1" noAdjustHandles="1" noChangeArrowheads="1" noChangeShapeType="1" noTextEdit="1"/>
              </p:cNvSpPr>
              <p:nvPr/>
            </p:nvSpPr>
            <p:spPr>
              <a:xfrm>
                <a:off x="3351212" y="4767351"/>
                <a:ext cx="6120650" cy="404919"/>
              </a:xfrm>
              <a:prstGeom prst="rect">
                <a:avLst/>
              </a:prstGeom>
              <a:blipFill>
                <a:blip r:embed="rId2"/>
                <a:stretch>
                  <a:fillRect l="-207" b="-27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4D1830D-2B28-1675-C66D-2D1B931182EC}"/>
                  </a:ext>
                </a:extLst>
              </p:cNvPr>
              <p:cNvSpPr txBox="1"/>
              <p:nvPr/>
            </p:nvSpPr>
            <p:spPr>
              <a:xfrm>
                <a:off x="3198812" y="3443990"/>
                <a:ext cx="6477000" cy="52367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solidFill>
                                <a:schemeClr val="bg1"/>
                              </a:solidFill>
                              <a:latin typeface="Cambria Math" panose="02040503050406030204" pitchFamily="18" charset="0"/>
                            </a:rPr>
                          </m:ctrlPr>
                        </m:sSubPr>
                        <m:e>
                          <m:r>
                            <a:rPr lang="en-US" sz="2400" b="0" i="1" smtClean="0">
                              <a:solidFill>
                                <a:schemeClr val="bg1"/>
                              </a:solidFill>
                              <a:latin typeface="Cambria Math" panose="02040503050406030204" pitchFamily="18" charset="0"/>
                            </a:rPr>
                            <m:t>𝑓</m:t>
                          </m:r>
                        </m:e>
                        <m:sub>
                          <m:r>
                            <a:rPr lang="en-US" sz="2400" b="0" i="1" smtClean="0">
                              <a:solidFill>
                                <a:schemeClr val="bg1"/>
                              </a:solidFill>
                              <a:latin typeface="Cambria Math" panose="02040503050406030204" pitchFamily="18" charset="0"/>
                            </a:rPr>
                            <m:t>𝑡</m:t>
                          </m:r>
                        </m:sub>
                      </m:sSub>
                      <m:d>
                        <m:dPr>
                          <m:ctrlPr>
                            <a:rPr lang="en-US" sz="2400" b="0" i="1" smtClean="0">
                              <a:solidFill>
                                <a:schemeClr val="bg1"/>
                              </a:solidFill>
                              <a:latin typeface="Cambria Math" panose="02040503050406030204" pitchFamily="18" charset="0"/>
                            </a:rPr>
                          </m:ctrlPr>
                        </m:dPr>
                        <m:e>
                          <m:r>
                            <a:rPr lang="en-US" sz="2400" b="0" i="1" smtClean="0">
                              <a:solidFill>
                                <a:schemeClr val="bg1"/>
                              </a:solidFill>
                              <a:latin typeface="Cambria Math" panose="02040503050406030204" pitchFamily="18" charset="0"/>
                            </a:rPr>
                            <m:t>𝑘</m:t>
                          </m:r>
                        </m:e>
                      </m:d>
                      <m:r>
                        <a:rPr lang="en-US" sz="2400" b="0" i="1" smtClean="0">
                          <a:solidFill>
                            <a:schemeClr val="bg1"/>
                          </a:solidFill>
                          <a:latin typeface="Cambria Math" panose="02040503050406030204" pitchFamily="18" charset="0"/>
                        </a:rPr>
                        <m:t>=</m:t>
                      </m:r>
                      <m:d>
                        <m:dPr>
                          <m:ctrlPr>
                            <a:rPr lang="en-US" sz="2400" b="0" i="1" smtClean="0">
                              <a:solidFill>
                                <a:schemeClr val="bg1"/>
                              </a:solidFill>
                              <a:latin typeface="Cambria Math" panose="02040503050406030204" pitchFamily="18" charset="0"/>
                              <a:ea typeface="Cambria Math" panose="02040503050406030204" pitchFamily="18" charset="0"/>
                            </a:rPr>
                          </m:ctrlPr>
                        </m:dPr>
                        <m:e>
                          <m:sSub>
                            <m:sSubPr>
                              <m:ctrlPr>
                                <a:rPr lang="en-US" sz="2400" b="0" i="1" smtClean="0">
                                  <a:solidFill>
                                    <a:schemeClr val="bg1"/>
                                  </a:solidFill>
                                  <a:latin typeface="Cambria Math" panose="02040503050406030204" pitchFamily="18" charset="0"/>
                                  <a:ea typeface="Cambria Math" panose="02040503050406030204" pitchFamily="18" charset="0"/>
                                </a:rPr>
                              </m:ctrlPr>
                            </m:sSubPr>
                            <m:e>
                              <m:r>
                                <a:rPr lang="en-US" sz="2400" b="0" i="1" smtClean="0">
                                  <a:solidFill>
                                    <a:schemeClr val="bg1"/>
                                  </a:solidFill>
                                  <a:latin typeface="Cambria Math" panose="02040503050406030204" pitchFamily="18" charset="0"/>
                                  <a:ea typeface="Cambria Math" panose="02040503050406030204" pitchFamily="18" charset="0"/>
                                </a:rPr>
                                <m:t>𝑤</m:t>
                              </m:r>
                            </m:e>
                            <m:sub>
                              <m:r>
                                <a:rPr lang="en-US" sz="2400" b="0" i="1" smtClean="0">
                                  <a:solidFill>
                                    <a:schemeClr val="bg1"/>
                                  </a:solidFill>
                                  <a:latin typeface="Cambria Math" panose="02040503050406030204" pitchFamily="18" charset="0"/>
                                  <a:ea typeface="Cambria Math" panose="02040503050406030204" pitchFamily="18" charset="0"/>
                                </a:rPr>
                                <m:t>(</m:t>
                              </m:r>
                              <m:r>
                                <a:rPr lang="en-US" sz="2400" b="0" i="1" smtClean="0">
                                  <a:solidFill>
                                    <a:schemeClr val="bg1"/>
                                  </a:solidFill>
                                  <a:latin typeface="Cambria Math" panose="02040503050406030204" pitchFamily="18" charset="0"/>
                                  <a:ea typeface="Cambria Math" panose="02040503050406030204" pitchFamily="18" charset="0"/>
                                </a:rPr>
                                <m:t>𝑖𝑡𝑒𝑟𝑎𝑡𝑖𝑜𝑛</m:t>
                              </m:r>
                              <m:r>
                                <a:rPr lang="en-US" sz="2400" b="0" i="1" smtClean="0">
                                  <a:solidFill>
                                    <a:schemeClr val="bg1"/>
                                  </a:solidFill>
                                  <a:latin typeface="Cambria Math" panose="02040503050406030204" pitchFamily="18" charset="0"/>
                                  <a:ea typeface="Cambria Math" panose="02040503050406030204" pitchFamily="18" charset="0"/>
                                </a:rPr>
                                <m:t> </m:t>
                              </m:r>
                              <m:r>
                                <a:rPr lang="en-US" sz="2400" b="0" i="1" smtClean="0">
                                  <a:solidFill>
                                    <a:schemeClr val="bg1"/>
                                  </a:solidFill>
                                  <a:latin typeface="Cambria Math" panose="02040503050406030204" pitchFamily="18" charset="0"/>
                                  <a:ea typeface="Cambria Math" panose="02040503050406030204" pitchFamily="18" charset="0"/>
                                </a:rPr>
                                <m:t>𝑡</m:t>
                              </m:r>
                              <m:r>
                                <a:rPr lang="en-US" sz="2400" b="0" i="1" smtClean="0">
                                  <a:solidFill>
                                    <a:schemeClr val="bg1"/>
                                  </a:solidFill>
                                  <a:latin typeface="Cambria Math" panose="02040503050406030204" pitchFamily="18" charset="0"/>
                                  <a:ea typeface="Cambria Math" panose="02040503050406030204" pitchFamily="18" charset="0"/>
                                </a:rPr>
                                <m:t>)</m:t>
                              </m:r>
                            </m:sub>
                          </m:sSub>
                          <m:r>
                            <a:rPr lang="en-US" sz="2400" i="1">
                              <a:solidFill>
                                <a:schemeClr val="bg1"/>
                              </a:solidFill>
                              <a:latin typeface="Cambria Math" panose="02040503050406030204" pitchFamily="18" charset="0"/>
                              <a:ea typeface="Cambria Math" panose="02040503050406030204" pitchFamily="18" charset="0"/>
                            </a:rPr>
                            <m:t>∙</m:t>
                          </m:r>
                          <m:sSub>
                            <m:sSubPr>
                              <m:ctrlPr>
                                <a:rPr lang="en-US" sz="2400" i="1">
                                  <a:solidFill>
                                    <a:schemeClr val="bg1"/>
                                  </a:solidFill>
                                  <a:latin typeface="Cambria Math" panose="02040503050406030204" pitchFamily="18" charset="0"/>
                                  <a:ea typeface="Cambria Math" panose="02040503050406030204" pitchFamily="18" charset="0"/>
                                </a:rPr>
                              </m:ctrlPr>
                            </m:sSubPr>
                            <m:e>
                              <m:r>
                                <a:rPr lang="en-US" sz="2400" i="1">
                                  <a:solidFill>
                                    <a:schemeClr val="bg1"/>
                                  </a:solidFill>
                                  <a:latin typeface="Cambria Math" panose="02040503050406030204" pitchFamily="18" charset="0"/>
                                  <a:ea typeface="Cambria Math" panose="02040503050406030204" pitchFamily="18" charset="0"/>
                                </a:rPr>
                                <m:t>𝐼</m:t>
                              </m:r>
                            </m:e>
                            <m:sub>
                              <m:r>
                                <a:rPr lang="en-US" sz="2400" i="1">
                                  <a:solidFill>
                                    <a:schemeClr val="bg1"/>
                                  </a:solidFill>
                                  <a:latin typeface="Cambria Math" panose="02040503050406030204" pitchFamily="18" charset="0"/>
                                  <a:ea typeface="Cambria Math" panose="02040503050406030204" pitchFamily="18" charset="0"/>
                                </a:rPr>
                                <m:t>𝑘</m:t>
                              </m:r>
                            </m:sub>
                          </m:sSub>
                        </m:e>
                      </m:d>
                      <m:r>
                        <a:rPr lang="en-US" sz="2400" b="0" i="1" smtClean="0">
                          <a:solidFill>
                            <a:schemeClr val="bg1"/>
                          </a:solidFill>
                          <a:latin typeface="Cambria Math" panose="02040503050406030204" pitchFamily="18" charset="0"/>
                          <a:ea typeface="Cambria Math" panose="02040503050406030204" pitchFamily="18" charset="0"/>
                        </a:rPr>
                        <m:t>,</m:t>
                      </m:r>
                      <m:sSub>
                        <m:sSubPr>
                          <m:ctrlPr>
                            <a:rPr lang="en-US" sz="2400" i="1">
                              <a:solidFill>
                                <a:schemeClr val="bg1"/>
                              </a:solidFill>
                              <a:latin typeface="Cambria Math" panose="02040503050406030204" pitchFamily="18" charset="0"/>
                            </a:rPr>
                          </m:ctrlPr>
                        </m:sSubPr>
                        <m:e>
                          <m:sSub>
                            <m:sSubPr>
                              <m:ctrlPr>
                                <a:rPr lang="en-US" sz="2400" i="1">
                                  <a:solidFill>
                                    <a:schemeClr val="bg1"/>
                                  </a:solidFill>
                                  <a:latin typeface="Cambria Math" panose="02040503050406030204" pitchFamily="18" charset="0"/>
                                </a:rPr>
                              </m:ctrlPr>
                            </m:sSubPr>
                            <m:e>
                              <m:r>
                                <a:rPr lang="en-US" sz="2400" i="1">
                                  <a:solidFill>
                                    <a:schemeClr val="bg1"/>
                                  </a:solidFill>
                                  <a:latin typeface="Cambria Math" panose="02040503050406030204" pitchFamily="18" charset="0"/>
                                </a:rPr>
                                <m:t>𝐿𝑎𝑏𝑒𝑙</m:t>
                              </m:r>
                            </m:e>
                            <m:sub>
                              <m:r>
                                <a:rPr lang="en-US" sz="2400" i="1">
                                  <a:solidFill>
                                    <a:schemeClr val="bg1"/>
                                  </a:solidFill>
                                  <a:latin typeface="Cambria Math" panose="02040503050406030204" pitchFamily="18" charset="0"/>
                                </a:rPr>
                                <m:t>𝑘</m:t>
                              </m:r>
                            </m:sub>
                          </m:sSub>
                          <m:r>
                            <a:rPr lang="en-US" sz="2400">
                              <a:solidFill>
                                <a:schemeClr val="bg1"/>
                              </a:solidFill>
                              <a:latin typeface="Cambria Math" panose="02040503050406030204" pitchFamily="18" charset="0"/>
                              <a:ea typeface="Cambria Math" panose="02040503050406030204" pitchFamily="18" charset="0"/>
                            </a:rPr>
                            <m:t>×</m:t>
                          </m:r>
                          <m:r>
                            <a:rPr lang="en-US" sz="2400" i="1">
                              <a:solidFill>
                                <a:schemeClr val="bg1"/>
                              </a:solidFill>
                              <a:latin typeface="Cambria Math" panose="02040503050406030204" pitchFamily="18" charset="0"/>
                            </a:rPr>
                            <m:t>𝑓</m:t>
                          </m:r>
                        </m:e>
                        <m:sub>
                          <m:r>
                            <a:rPr lang="en-US" sz="2400" i="1">
                              <a:solidFill>
                                <a:schemeClr val="bg1"/>
                              </a:solidFill>
                              <a:latin typeface="Cambria Math" panose="02040503050406030204" pitchFamily="18" charset="0"/>
                            </a:rPr>
                            <m:t>𝑡</m:t>
                          </m:r>
                        </m:sub>
                      </m:sSub>
                      <m:d>
                        <m:dPr>
                          <m:ctrlPr>
                            <a:rPr lang="en-US" sz="2400" b="0" i="1" smtClean="0">
                              <a:solidFill>
                                <a:schemeClr val="bg1"/>
                              </a:solidFill>
                              <a:latin typeface="Cambria Math" panose="02040503050406030204" pitchFamily="18" charset="0"/>
                              <a:ea typeface="Cambria Math" panose="02040503050406030204" pitchFamily="18" charset="0"/>
                            </a:rPr>
                          </m:ctrlPr>
                        </m:dPr>
                        <m:e>
                          <m:r>
                            <a:rPr lang="en-US" sz="2400" b="0" i="1" smtClean="0">
                              <a:solidFill>
                                <a:schemeClr val="bg1"/>
                              </a:solidFill>
                              <a:latin typeface="Cambria Math" panose="02040503050406030204" pitchFamily="18" charset="0"/>
                              <a:ea typeface="Cambria Math" panose="02040503050406030204" pitchFamily="18" charset="0"/>
                            </a:rPr>
                            <m:t>𝑘</m:t>
                          </m:r>
                        </m:e>
                      </m:d>
                      <m:r>
                        <a:rPr lang="en-US" sz="2400" b="0" i="1" smtClean="0">
                          <a:solidFill>
                            <a:schemeClr val="bg1"/>
                          </a:solidFill>
                          <a:latin typeface="Cambria Math" panose="02040503050406030204" pitchFamily="18" charset="0"/>
                          <a:ea typeface="Cambria Math" panose="02040503050406030204" pitchFamily="18" charset="0"/>
                        </a:rPr>
                        <m:t>≤0</m:t>
                      </m:r>
                    </m:oMath>
                  </m:oMathPara>
                </a14:m>
                <a:endParaRPr lang="en-US" sz="2000" dirty="0">
                  <a:solidFill>
                    <a:schemeClr val="bg1"/>
                  </a:solidFill>
                </a:endParaRPr>
              </a:p>
            </p:txBody>
          </p:sp>
        </mc:Choice>
        <mc:Fallback xmlns="">
          <p:sp>
            <p:nvSpPr>
              <p:cNvPr id="3" name="TextBox 2">
                <a:extLst>
                  <a:ext uri="{FF2B5EF4-FFF2-40B4-BE49-F238E27FC236}">
                    <a16:creationId xmlns:a16="http://schemas.microsoft.com/office/drawing/2014/main" id="{74D1830D-2B28-1675-C66D-2D1B931182EC}"/>
                  </a:ext>
                </a:extLst>
              </p:cNvPr>
              <p:cNvSpPr txBox="1">
                <a:spLocks noRot="1" noChangeAspect="1" noMove="1" noResize="1" noEditPoints="1" noAdjustHandles="1" noChangeArrowheads="1" noChangeShapeType="1" noTextEdit="1"/>
              </p:cNvSpPr>
              <p:nvPr/>
            </p:nvSpPr>
            <p:spPr>
              <a:xfrm>
                <a:off x="3198812" y="3443990"/>
                <a:ext cx="6477000" cy="523670"/>
              </a:xfrm>
              <a:prstGeom prst="rect">
                <a:avLst/>
              </a:prstGeom>
              <a:blipFill>
                <a:blip r:embed="rId3"/>
                <a:stretch>
                  <a:fillRect b="-11905"/>
                </a:stretch>
              </a:blipFill>
            </p:spPr>
            <p:txBody>
              <a:bodyPr/>
              <a:lstStyle/>
              <a:p>
                <a:r>
                  <a:rPr lang="en-US">
                    <a:noFill/>
                  </a:rPr>
                  <a:t> </a:t>
                </a:r>
              </a:p>
            </p:txBody>
          </p:sp>
        </mc:Fallback>
      </mc:AlternateContent>
    </p:spTree>
    <p:extLst>
      <p:ext uri="{BB962C8B-B14F-4D97-AF65-F5344CB8AC3E}">
        <p14:creationId xmlns:p14="http://schemas.microsoft.com/office/powerpoint/2010/main" val="592852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Training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859001" cy="5181600"/>
          </a:xfrm>
        </p:spPr>
        <p:txBody>
          <a:bodyPr>
            <a:normAutofit/>
          </a:bodyPr>
          <a:lstStyle/>
          <a:p>
            <a:pPr marL="0" indent="0">
              <a:buNone/>
            </a:pPr>
            <a:r>
              <a:rPr lang="en-US" dirty="0">
                <a:latin typeface="Cambria Math" panose="02040503050406030204" pitchFamily="18" charset="0"/>
                <a:cs typeface="Arial" panose="020B0604020202020204" pitchFamily="34" charset="0"/>
              </a:rPr>
              <a:t>As a general observation, the formula for adjusting the vector “w” can be written in different ways (but the logic is similar) – for the cases where these values need to be adjusted (the tested sample is not classified correctly) :</a:t>
            </a:r>
            <a:endParaRPr lang="en-US" sz="2400" dirty="0">
              <a:latin typeface="Cambria Math" panose="02040503050406030204" pitchFamily="18" charset="0"/>
              <a:cs typeface="Arial" panose="020B0604020202020204" pitchFamily="34" charset="0"/>
            </a:endParaRPr>
          </a:p>
          <a:p>
            <a:pPr marL="514350" indent="-514350">
              <a:buFont typeface="+mj-lt"/>
              <a:buAutoNum type="arabicPeriod"/>
            </a:pPr>
            <a:endParaRPr lang="en-US" sz="2400" dirty="0">
              <a:latin typeface="Cambria Math" panose="02040503050406030204" pitchFamily="18" charset="0"/>
              <a:cs typeface="Arial" panose="020B0604020202020204" pitchFamily="34" charset="0"/>
            </a:endParaRPr>
          </a:p>
          <a:p>
            <a:pPr marL="0" indent="0">
              <a:buNone/>
            </a:pPr>
            <a:endParaRPr lang="en-US" dirty="0">
              <a:latin typeface="Cambria Math" panose="02040503050406030204" pitchFamily="18" charset="0"/>
              <a:cs typeface="Arial" panose="020B0604020202020204" pitchFamily="34" charset="0"/>
            </a:endParaRPr>
          </a:p>
        </p:txBody>
      </p:sp>
      <p:graphicFrame>
        <p:nvGraphicFramePr>
          <p:cNvPr id="3" name="Table 2">
            <a:extLst>
              <a:ext uri="{FF2B5EF4-FFF2-40B4-BE49-F238E27FC236}">
                <a16:creationId xmlns:a16="http://schemas.microsoft.com/office/drawing/2014/main" id="{43684878-4A40-FAEE-8FBA-AF99DF00BB30}"/>
              </a:ext>
            </a:extLst>
          </p:cNvPr>
          <p:cNvGraphicFramePr>
            <a:graphicFrameLocks noGrp="1"/>
          </p:cNvGraphicFramePr>
          <p:nvPr/>
        </p:nvGraphicFramePr>
        <p:xfrm>
          <a:off x="1827212" y="3408680"/>
          <a:ext cx="9067800" cy="2839720"/>
        </p:xfrm>
        <a:graphic>
          <a:graphicData uri="http://schemas.openxmlformats.org/drawingml/2006/table">
            <a:tbl>
              <a:tblPr firstRow="1" bandRow="1">
                <a:tableStyleId>{073A0DAA-6AF3-43AB-8588-CEC1D06C72B9}</a:tableStyleId>
              </a:tblPr>
              <a:tblGrid>
                <a:gridCol w="935360">
                  <a:extLst>
                    <a:ext uri="{9D8B030D-6E8A-4147-A177-3AD203B41FA5}">
                      <a16:colId xmlns:a16="http://schemas.microsoft.com/office/drawing/2014/main" val="1837415947"/>
                    </a:ext>
                  </a:extLst>
                </a:gridCol>
                <a:gridCol w="8132440">
                  <a:extLst>
                    <a:ext uri="{9D8B030D-6E8A-4147-A177-3AD203B41FA5}">
                      <a16:colId xmlns:a16="http://schemas.microsoft.com/office/drawing/2014/main" val="2967150552"/>
                    </a:ext>
                  </a:extLst>
                </a:gridCol>
              </a:tblGrid>
              <a:tr h="370840">
                <a:tc>
                  <a:txBody>
                    <a:bodyPr/>
                    <a:lstStyle/>
                    <a:p>
                      <a:r>
                        <a:rPr lang="en-US" dirty="0"/>
                        <a:t>#</a:t>
                      </a:r>
                    </a:p>
                  </a:txBody>
                  <a:tcPr/>
                </a:tc>
                <a:tc>
                  <a:txBody>
                    <a:bodyPr/>
                    <a:lstStyle/>
                    <a:p>
                      <a:r>
                        <a:rPr lang="en-US" dirty="0"/>
                        <a:t>Formulas</a:t>
                      </a:r>
                    </a:p>
                  </a:txBody>
                  <a:tcPr/>
                </a:tc>
                <a:extLst>
                  <a:ext uri="{0D108BD9-81ED-4DB2-BD59-A6C34878D82A}">
                    <a16:rowId xmlns:a16="http://schemas.microsoft.com/office/drawing/2014/main" val="1733204456"/>
                  </a:ext>
                </a:extLst>
              </a:tr>
              <a:tr h="370840">
                <a:tc>
                  <a:txBody>
                    <a:bodyPr/>
                    <a:lstStyle/>
                    <a:p>
                      <a:pPr algn="ctr"/>
                      <a:r>
                        <a:rPr lang="en-US" sz="2800" b="1" dirty="0"/>
                        <a:t>1</a:t>
                      </a:r>
                    </a:p>
                  </a:txBody>
                  <a:tcPr anchor="ctr"/>
                </a:tc>
                <a:tc>
                  <a:txBody>
                    <a:bodyPr/>
                    <a:lstStyle/>
                    <a:p>
                      <a:endParaRPr lang="en-US" dirty="0"/>
                    </a:p>
                    <a:p>
                      <a:endParaRPr lang="en-US" dirty="0"/>
                    </a:p>
                  </a:txBody>
                  <a:tcPr/>
                </a:tc>
                <a:extLst>
                  <a:ext uri="{0D108BD9-81ED-4DB2-BD59-A6C34878D82A}">
                    <a16:rowId xmlns:a16="http://schemas.microsoft.com/office/drawing/2014/main" val="1254543829"/>
                  </a:ext>
                </a:extLst>
              </a:tr>
              <a:tr h="370840">
                <a:tc>
                  <a:txBody>
                    <a:bodyPr/>
                    <a:lstStyle/>
                    <a:p>
                      <a:pPr algn="ctr"/>
                      <a:r>
                        <a:rPr lang="en-US" sz="2800" b="1" dirty="0"/>
                        <a:t>2</a:t>
                      </a:r>
                    </a:p>
                  </a:txBody>
                  <a:tcPr anchor="ctr"/>
                </a:tc>
                <a:tc>
                  <a:txBody>
                    <a:bodyPr/>
                    <a:lstStyle/>
                    <a:p>
                      <a:endParaRPr lang="en-US" dirty="0"/>
                    </a:p>
                    <a:p>
                      <a:endParaRPr lang="en-US" dirty="0"/>
                    </a:p>
                    <a:p>
                      <a:endParaRPr lang="en-US" dirty="0"/>
                    </a:p>
                  </a:txBody>
                  <a:tcPr/>
                </a:tc>
                <a:extLst>
                  <a:ext uri="{0D108BD9-81ED-4DB2-BD59-A6C34878D82A}">
                    <a16:rowId xmlns:a16="http://schemas.microsoft.com/office/drawing/2014/main" val="696508426"/>
                  </a:ext>
                </a:extLst>
              </a:tr>
              <a:tr h="370840">
                <a:tc>
                  <a:txBody>
                    <a:bodyPr/>
                    <a:lstStyle/>
                    <a:p>
                      <a:pPr algn="ctr"/>
                      <a:r>
                        <a:rPr lang="en-US" sz="2800" b="1" dirty="0"/>
                        <a:t>3</a:t>
                      </a:r>
                    </a:p>
                  </a:txBody>
                  <a:tcPr anchor="ctr"/>
                </a:tc>
                <a:tc>
                  <a:txBody>
                    <a:bodyPr/>
                    <a:lstStyle/>
                    <a:p>
                      <a:endParaRPr lang="en-US" dirty="0"/>
                    </a:p>
                    <a:p>
                      <a:endParaRPr lang="en-US" dirty="0"/>
                    </a:p>
                    <a:p>
                      <a:endParaRPr lang="en-US" dirty="0"/>
                    </a:p>
                  </a:txBody>
                  <a:tcPr/>
                </a:tc>
                <a:extLst>
                  <a:ext uri="{0D108BD9-81ED-4DB2-BD59-A6C34878D82A}">
                    <a16:rowId xmlns:a16="http://schemas.microsoft.com/office/drawing/2014/main" val="2995309006"/>
                  </a:ext>
                </a:extLst>
              </a:tr>
            </a:tbl>
          </a:graphicData>
        </a:graphic>
      </p:graphicFrame>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F132E8A-D0B3-E4BC-D2ED-1D74E65B9BCB}"/>
                  </a:ext>
                </a:extLst>
              </p:cNvPr>
              <p:cNvSpPr txBox="1"/>
              <p:nvPr/>
            </p:nvSpPr>
            <p:spPr>
              <a:xfrm>
                <a:off x="2970212" y="3841961"/>
                <a:ext cx="6466450" cy="4049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𝑤</m:t>
                          </m:r>
                        </m:e>
                        <m:sub>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𝑖𝑡𝑒𝑟𝑎𝑡𝑖𝑜𝑛</m:t>
                          </m:r>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𝑡</m:t>
                          </m:r>
                          <m:r>
                            <a:rPr lang="en-US" sz="2400" b="0" i="1" smtClean="0">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m:t>
                          </m:r>
                        </m:sub>
                      </m:sSub>
                      <m:r>
                        <a:rPr lang="en-US" sz="2400" b="0" i="1" smtClean="0">
                          <a:latin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𝑤</m:t>
                          </m:r>
                        </m:e>
                        <m:sub>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𝑖𝑡𝑒𝑟𝑎𝑡𝑖𝑜𝑛</m:t>
                          </m:r>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𝑡</m:t>
                          </m:r>
                          <m:r>
                            <a:rPr lang="en-US" sz="2400" i="1">
                              <a:latin typeface="Cambria Math" panose="02040503050406030204" pitchFamily="18" charset="0"/>
                              <a:ea typeface="Cambria Math" panose="02040503050406030204" pitchFamily="18" charset="0"/>
                            </a:rPr>
                            <m:t>)</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𝐼</m:t>
                          </m:r>
                        </m:e>
                        <m:sub>
                          <m:r>
                            <a:rPr lang="en-US" sz="2400" b="0" i="1" smtClean="0">
                              <a:latin typeface="Cambria Math" panose="02040503050406030204" pitchFamily="18" charset="0"/>
                            </a:rPr>
                            <m:t>𝑘</m:t>
                          </m:r>
                        </m:sub>
                      </m:sSub>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𝛼</m:t>
                      </m:r>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𝐿𝑎𝑏𝑒𝑙</m:t>
                          </m:r>
                        </m:e>
                        <m:sub>
                          <m:r>
                            <a:rPr lang="en-US" sz="2400" i="1">
                              <a:latin typeface="Cambria Math" panose="02040503050406030204" pitchFamily="18" charset="0"/>
                            </a:rPr>
                            <m:t>𝑘</m:t>
                          </m:r>
                        </m:sub>
                      </m:sSub>
                    </m:oMath>
                  </m:oMathPara>
                </a14:m>
                <a:endParaRPr lang="en-US" sz="2400" dirty="0"/>
              </a:p>
            </p:txBody>
          </p:sp>
        </mc:Choice>
        <mc:Fallback xmlns="">
          <p:sp>
            <p:nvSpPr>
              <p:cNvPr id="4" name="TextBox 3">
                <a:extLst>
                  <a:ext uri="{FF2B5EF4-FFF2-40B4-BE49-F238E27FC236}">
                    <a16:creationId xmlns:a16="http://schemas.microsoft.com/office/drawing/2014/main" id="{FF132E8A-D0B3-E4BC-D2ED-1D74E65B9BCB}"/>
                  </a:ext>
                </a:extLst>
              </p:cNvPr>
              <p:cNvSpPr txBox="1">
                <a:spLocks noRot="1" noChangeAspect="1" noMove="1" noResize="1" noEditPoints="1" noAdjustHandles="1" noChangeArrowheads="1" noChangeShapeType="1" noTextEdit="1"/>
              </p:cNvSpPr>
              <p:nvPr/>
            </p:nvSpPr>
            <p:spPr>
              <a:xfrm>
                <a:off x="2970212" y="3841961"/>
                <a:ext cx="6466450" cy="404919"/>
              </a:xfrm>
              <a:prstGeom prst="rect">
                <a:avLst/>
              </a:prstGeom>
              <a:blipFill>
                <a:blip r:embed="rId2"/>
                <a:stretch>
                  <a:fillRect b="-253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88BEAD1-49F7-CFF6-B5F2-9E198C7D31CE}"/>
                  </a:ext>
                </a:extLst>
              </p:cNvPr>
              <p:cNvSpPr txBox="1"/>
              <p:nvPr/>
            </p:nvSpPr>
            <p:spPr>
              <a:xfrm>
                <a:off x="2979113" y="4463229"/>
                <a:ext cx="6127254" cy="77425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𝑤</m:t>
                          </m:r>
                        </m:e>
                        <m:sub>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𝑖𝑡𝑒𝑟𝑎𝑡𝑖𝑜𝑛</m:t>
                          </m:r>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𝑡</m:t>
                          </m:r>
                          <m:r>
                            <a:rPr lang="en-US" sz="2400" b="0" i="1" smtClean="0">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m:t>
                          </m:r>
                        </m:sub>
                      </m:sSub>
                      <m:r>
                        <a:rPr lang="en-US" sz="2400" b="0" i="1" smtClean="0">
                          <a:latin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𝑤</m:t>
                          </m:r>
                        </m:e>
                        <m:sub>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𝑖𝑡𝑒𝑟𝑎𝑡𝑖𝑜𝑛</m:t>
                          </m:r>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𝑡</m:t>
                          </m:r>
                          <m:r>
                            <a:rPr lang="en-US" sz="2400" i="1">
                              <a:latin typeface="Cambria Math" panose="02040503050406030204" pitchFamily="18" charset="0"/>
                              <a:ea typeface="Cambria Math" panose="02040503050406030204" pitchFamily="18" charset="0"/>
                            </a:rPr>
                            <m:t>)</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𝐸𝑟𝑟𝑜𝑟</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rPr>
                            <m:t>𝐼</m:t>
                          </m:r>
                        </m:e>
                        <m:sub>
                          <m:r>
                            <a:rPr lang="en-US" sz="2400" b="0" i="1" smtClean="0">
                              <a:latin typeface="Cambria Math" panose="02040503050406030204" pitchFamily="18" charset="0"/>
                            </a:rPr>
                            <m:t>𝑘</m:t>
                          </m:r>
                        </m:sub>
                      </m:sSub>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𝛼</m:t>
                      </m:r>
                      <m:r>
                        <a:rPr lang="en-US" sz="2400" b="0" i="1" smtClean="0">
                          <a:latin typeface="Cambria Math" panose="02040503050406030204" pitchFamily="18" charset="0"/>
                          <a:ea typeface="Cambria Math" panose="02040503050406030204" pitchFamily="18" charset="0"/>
                        </a:rPr>
                        <m:t>, </m:t>
                      </m:r>
                    </m:oMath>
                  </m:oMathPara>
                </a14:m>
                <a:endParaRPr lang="en-US" sz="24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𝐸𝑟𝑟𝑜𝑟</m:t>
                      </m:r>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𝐿𝑎𝑏𝑒𝑙</m:t>
                          </m:r>
                        </m:e>
                        <m:sub>
                          <m:r>
                            <a:rPr lang="en-US" sz="2400" b="0" i="1" smtClean="0">
                              <a:latin typeface="Cambria Math" panose="02040503050406030204" pitchFamily="18" charset="0"/>
                              <a:ea typeface="Cambria Math" panose="02040503050406030204" pitchFamily="18" charset="0"/>
                            </a:rPr>
                            <m:t>𝑘</m:t>
                          </m:r>
                        </m:sub>
                      </m:sSub>
                      <m:r>
                        <a:rPr lang="en-US" sz="2400" b="0" i="1" smtClean="0">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𝑃𝑟𝑒𝑑𝑖𝑐𝑡𝑒𝑑𝐿𝑎𝑏𝑒𝑙</m:t>
                          </m:r>
                        </m:e>
                        <m:sub>
                          <m:r>
                            <a:rPr lang="en-US" sz="2400" i="1">
                              <a:latin typeface="Cambria Math" panose="02040503050406030204" pitchFamily="18" charset="0"/>
                              <a:ea typeface="Cambria Math" panose="02040503050406030204" pitchFamily="18" charset="0"/>
                            </a:rPr>
                            <m:t>𝑘</m:t>
                          </m:r>
                        </m:sub>
                      </m:sSub>
                    </m:oMath>
                  </m:oMathPara>
                </a14:m>
                <a:endParaRPr lang="en-US" sz="2400" b="0" dirty="0">
                  <a:ea typeface="Cambria Math" panose="02040503050406030204" pitchFamily="18" charset="0"/>
                </a:endParaRPr>
              </a:p>
            </p:txBody>
          </p:sp>
        </mc:Choice>
        <mc:Fallback xmlns="">
          <p:sp>
            <p:nvSpPr>
              <p:cNvPr id="8" name="TextBox 7">
                <a:extLst>
                  <a:ext uri="{FF2B5EF4-FFF2-40B4-BE49-F238E27FC236}">
                    <a16:creationId xmlns:a16="http://schemas.microsoft.com/office/drawing/2014/main" id="{188BEAD1-49F7-CFF6-B5F2-9E198C7D31CE}"/>
                  </a:ext>
                </a:extLst>
              </p:cNvPr>
              <p:cNvSpPr txBox="1">
                <a:spLocks noRot="1" noChangeAspect="1" noMove="1" noResize="1" noEditPoints="1" noAdjustHandles="1" noChangeArrowheads="1" noChangeShapeType="1" noTextEdit="1"/>
              </p:cNvSpPr>
              <p:nvPr/>
            </p:nvSpPr>
            <p:spPr>
              <a:xfrm>
                <a:off x="2979113" y="4463229"/>
                <a:ext cx="6127254" cy="774251"/>
              </a:xfrm>
              <a:prstGeom prst="rect">
                <a:avLst/>
              </a:prstGeom>
              <a:blipFill>
                <a:blip r:embed="rId3"/>
                <a:stretch>
                  <a:fillRect l="-207" t="-3226" r="-1446" b="-80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017BE4F-8A2C-E303-9C8B-6FE2B90E5879}"/>
                  </a:ext>
                </a:extLst>
              </p:cNvPr>
              <p:cNvSpPr txBox="1"/>
              <p:nvPr/>
            </p:nvSpPr>
            <p:spPr>
              <a:xfrm>
                <a:off x="2853074" y="5411476"/>
                <a:ext cx="7995137" cy="8098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𝑤</m:t>
                          </m:r>
                        </m:e>
                        <m:sub>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𝑖𝑡𝑒𝑟𝑎𝑡𝑖𝑜𝑛</m:t>
                          </m:r>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𝑡</m:t>
                          </m:r>
                          <m:r>
                            <a:rPr lang="en-US" sz="2400" b="0" i="1" smtClean="0">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m:t>
                          </m:r>
                        </m:sub>
                      </m:sSub>
                      <m:r>
                        <a:rPr lang="en-US" sz="2400" b="0" i="1" smtClean="0">
                          <a:latin typeface="Cambria Math" panose="02040503050406030204" pitchFamily="18" charset="0"/>
                        </a:rPr>
                        <m:t>=</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𝑤</m:t>
                          </m:r>
                        </m:e>
                        <m:sub>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𝑖𝑡𝑒𝑟𝑎𝑡𝑖𝑜𝑛</m:t>
                          </m:r>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𝑡</m:t>
                          </m:r>
                          <m:r>
                            <a:rPr lang="en-US" sz="2400" i="1">
                              <a:latin typeface="Cambria Math" panose="02040503050406030204" pitchFamily="18" charset="0"/>
                              <a:ea typeface="Cambria Math" panose="02040503050406030204" pitchFamily="18" charset="0"/>
                            </a:rPr>
                            <m:t>)</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𝐼</m:t>
                          </m:r>
                        </m:e>
                        <m:sub>
                          <m:r>
                            <a:rPr lang="en-US" sz="2400" b="0" i="1" smtClean="0">
                              <a:latin typeface="Cambria Math" panose="02040503050406030204" pitchFamily="18" charset="0"/>
                            </a:rPr>
                            <m:t>𝑘</m:t>
                          </m:r>
                        </m:sub>
                      </m:sSub>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𝛼</m:t>
                      </m:r>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𝐿𝑎𝑏𝑒𝑙</m:t>
                          </m:r>
                        </m:e>
                        <m:sub>
                          <m:r>
                            <a:rPr lang="en-US" sz="2400" i="1">
                              <a:latin typeface="Cambria Math" panose="02040503050406030204" pitchFamily="18" charset="0"/>
                            </a:rPr>
                            <m:t>𝑘</m:t>
                          </m:r>
                        </m:sub>
                      </m:sSub>
                      <m:r>
                        <a:rPr lang="en-US" sz="2400" b="0" i="1" smtClean="0">
                          <a:latin typeface="Cambria Math" panose="02040503050406030204" pitchFamily="18" charset="0"/>
                          <a:ea typeface="Cambria Math" panose="02040503050406030204" pitchFamily="18" charset="0"/>
                        </a:rPr>
                        <m:t>,</m:t>
                      </m:r>
                    </m:oMath>
                  </m:oMathPara>
                </a14:m>
                <a:endParaRPr lang="en-US" sz="24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𝛽</m:t>
                          </m:r>
                        </m:e>
                        <m:sub>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𝑖𝑡𝑒𝑟𝑎𝑡𝑖𝑜𝑛</m:t>
                          </m:r>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𝑡</m:t>
                          </m:r>
                          <m:r>
                            <a:rPr lang="en-US" sz="2400" b="0" i="1" smtClean="0">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m:t>
                          </m:r>
                        </m:sub>
                      </m:sSub>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𝛽</m:t>
                          </m:r>
                        </m:e>
                        <m:sub>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𝑖𝑡𝑒𝑟𝑎𝑡𝑖𝑜𝑛</m:t>
                          </m:r>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𝑡</m:t>
                          </m:r>
                          <m:r>
                            <a:rPr lang="en-US" sz="2400" i="1">
                              <a:latin typeface="Cambria Math" panose="02040503050406030204" pitchFamily="18" charset="0"/>
                              <a:ea typeface="Cambria Math" panose="02040503050406030204" pitchFamily="18" charset="0"/>
                            </a:rPr>
                            <m:t>)</m:t>
                          </m:r>
                        </m:sub>
                      </m:sSub>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𝛼</m:t>
                      </m:r>
                      <m:r>
                        <a:rPr lang="en-US" sz="2400" i="1">
                          <a:latin typeface="Cambria Math" panose="02040503050406030204" pitchFamily="18" charset="0"/>
                          <a:ea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𝐿𝑎𝑏𝑒𝑙</m:t>
                          </m:r>
                        </m:e>
                        <m:sub>
                          <m:r>
                            <a:rPr lang="en-US" sz="2400" i="1">
                              <a:latin typeface="Cambria Math" panose="02040503050406030204" pitchFamily="18" charset="0"/>
                            </a:rPr>
                            <m:t>𝑘</m:t>
                          </m:r>
                        </m:sub>
                      </m:sSub>
                      <m:r>
                        <a:rPr lang="en-US" sz="2400" b="0" i="1" smtClean="0">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𝛽</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𝑡h𝑟𝑒𝑑𝑠h𝑜𝑙𝑑</m:t>
                      </m:r>
                    </m:oMath>
                  </m:oMathPara>
                </a14:m>
                <a:endParaRPr lang="en-US" sz="2400" dirty="0"/>
              </a:p>
            </p:txBody>
          </p:sp>
        </mc:Choice>
        <mc:Fallback xmlns="">
          <p:sp>
            <p:nvSpPr>
              <p:cNvPr id="9" name="TextBox 8">
                <a:extLst>
                  <a:ext uri="{FF2B5EF4-FFF2-40B4-BE49-F238E27FC236}">
                    <a16:creationId xmlns:a16="http://schemas.microsoft.com/office/drawing/2014/main" id="{4017BE4F-8A2C-E303-9C8B-6FE2B90E5879}"/>
                  </a:ext>
                </a:extLst>
              </p:cNvPr>
              <p:cNvSpPr txBox="1">
                <a:spLocks noRot="1" noChangeAspect="1" noMove="1" noResize="1" noEditPoints="1" noAdjustHandles="1" noChangeArrowheads="1" noChangeShapeType="1" noTextEdit="1"/>
              </p:cNvSpPr>
              <p:nvPr/>
            </p:nvSpPr>
            <p:spPr>
              <a:xfrm>
                <a:off x="2853074" y="5411476"/>
                <a:ext cx="7995137" cy="809837"/>
              </a:xfrm>
              <a:prstGeom prst="rect">
                <a:avLst/>
              </a:prstGeom>
              <a:blipFill>
                <a:blip r:embed="rId4"/>
                <a:stretch>
                  <a:fillRect l="-305" b="-12030"/>
                </a:stretch>
              </a:blipFill>
            </p:spPr>
            <p:txBody>
              <a:bodyPr/>
              <a:lstStyle/>
              <a:p>
                <a:r>
                  <a:rPr lang="en-US">
                    <a:noFill/>
                  </a:rPr>
                  <a:t> </a:t>
                </a:r>
              </a:p>
            </p:txBody>
          </p:sp>
        </mc:Fallback>
      </mc:AlternateContent>
      <p:sp>
        <p:nvSpPr>
          <p:cNvPr id="2" name="Rectangle: Rounded Corners 1">
            <a:extLst>
              <a:ext uri="{FF2B5EF4-FFF2-40B4-BE49-F238E27FC236}">
                <a16:creationId xmlns:a16="http://schemas.microsoft.com/office/drawing/2014/main" id="{7A656EAE-D2E0-69C3-1190-DC7EE58D5872}"/>
              </a:ext>
            </a:extLst>
          </p:cNvPr>
          <p:cNvSpPr/>
          <p:nvPr/>
        </p:nvSpPr>
        <p:spPr>
          <a:xfrm>
            <a:off x="9708638" y="3956909"/>
            <a:ext cx="1915549" cy="1143000"/>
          </a:xfrm>
          <a:prstGeom prst="roundRect">
            <a:avLst>
              <a:gd name="adj" fmla="val 926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2"/>
                </a:solidFill>
                <a:latin typeface="Arial" panose="020B0604020202020204" pitchFamily="34" charset="0"/>
                <a:cs typeface="Arial" panose="020B0604020202020204" pitchFamily="34" charset="0"/>
              </a:rPr>
              <a:t>The bias (threshold) is included in the weights vector</a:t>
            </a:r>
          </a:p>
          <a:p>
            <a:pPr algn="ctr"/>
            <a:r>
              <a:rPr lang="en-US" sz="1400" b="1" dirty="0">
                <a:solidFill>
                  <a:schemeClr val="tx2"/>
                </a:solidFill>
                <a:latin typeface="Arial" panose="020B0604020202020204" pitchFamily="34" charset="0"/>
                <a:cs typeface="Arial" panose="020B0604020202020204" pitchFamily="34" charset="0"/>
              </a:rPr>
              <a:t>(for cases 1 and 2)</a:t>
            </a:r>
          </a:p>
        </p:txBody>
      </p:sp>
    </p:spTree>
    <p:extLst>
      <p:ext uri="{BB962C8B-B14F-4D97-AF65-F5344CB8AC3E}">
        <p14:creationId xmlns:p14="http://schemas.microsoft.com/office/powerpoint/2010/main" val="4190002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Training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859001" cy="5181600"/>
          </a:xfrm>
        </p:spPr>
        <p:txBody>
          <a:bodyPr>
            <a:normAutofit/>
          </a:bodyPr>
          <a:lstStyle/>
          <a:p>
            <a:pPr marL="0" indent="0">
              <a:buNone/>
            </a:pPr>
            <a:r>
              <a:rPr lang="en-US" dirty="0">
                <a:latin typeface="Cambria Math" panose="02040503050406030204" pitchFamily="18" charset="0"/>
                <a:cs typeface="Arial" panose="020B0604020202020204" pitchFamily="34" charset="0"/>
              </a:rPr>
              <a:t>Let’s put all of these together and build a training algorithm:</a:t>
            </a:r>
            <a:endParaRPr lang="en-US" sz="2400" dirty="0">
              <a:latin typeface="Cambria Math" panose="02040503050406030204" pitchFamily="18" charset="0"/>
              <a:cs typeface="Arial" panose="020B0604020202020204" pitchFamily="34" charset="0"/>
            </a:endParaRPr>
          </a:p>
          <a:p>
            <a:pPr marL="514350" indent="-514350">
              <a:buFont typeface="+mj-lt"/>
              <a:buAutoNum type="arabicPeriod"/>
            </a:pPr>
            <a:endParaRPr lang="en-US" sz="2400" dirty="0">
              <a:latin typeface="Cambria Math" panose="02040503050406030204" pitchFamily="18" charset="0"/>
              <a:cs typeface="Arial" panose="020B0604020202020204" pitchFamily="34" charset="0"/>
            </a:endParaRPr>
          </a:p>
          <a:p>
            <a:pPr marL="0" indent="0">
              <a:buNone/>
            </a:pPr>
            <a:endParaRPr lang="en-US" dirty="0">
              <a:latin typeface="Cambria Math" panose="02040503050406030204" pitchFamily="18" charset="0"/>
              <a:cs typeface="Arial" panose="020B0604020202020204" pitchFamily="34" charset="0"/>
            </a:endParaRPr>
          </a:p>
        </p:txBody>
      </p:sp>
      <p:graphicFrame>
        <p:nvGraphicFramePr>
          <p:cNvPr id="2" name="Table 1">
            <a:extLst>
              <a:ext uri="{FF2B5EF4-FFF2-40B4-BE49-F238E27FC236}">
                <a16:creationId xmlns:a16="http://schemas.microsoft.com/office/drawing/2014/main" id="{6E5F3772-A6C6-D365-F495-BB34F64E4967}"/>
              </a:ext>
            </a:extLst>
          </p:cNvPr>
          <p:cNvGraphicFramePr>
            <a:graphicFrameLocks noGrp="1"/>
          </p:cNvGraphicFramePr>
          <p:nvPr>
            <p:extLst>
              <p:ext uri="{D42A27DB-BD31-4B8C-83A1-F6EECF244321}">
                <p14:modId xmlns:p14="http://schemas.microsoft.com/office/powerpoint/2010/main" val="2589172140"/>
              </p:ext>
            </p:extLst>
          </p:nvPr>
        </p:nvGraphicFramePr>
        <p:xfrm>
          <a:off x="1645611" y="2153920"/>
          <a:ext cx="10437813" cy="4074160"/>
        </p:xfrm>
        <a:graphic>
          <a:graphicData uri="http://schemas.openxmlformats.org/drawingml/2006/table">
            <a:tbl>
              <a:tblPr firstRow="1" bandRow="1">
                <a:tableStyleId>{7E9639D4-E3E2-4D34-9284-5A2195B3D0D7}</a:tableStyleId>
              </a:tblPr>
              <a:tblGrid>
                <a:gridCol w="702545">
                  <a:extLst>
                    <a:ext uri="{9D8B030D-6E8A-4147-A177-3AD203B41FA5}">
                      <a16:colId xmlns:a16="http://schemas.microsoft.com/office/drawing/2014/main" val="3187280461"/>
                    </a:ext>
                  </a:extLst>
                </a:gridCol>
                <a:gridCol w="9735268">
                  <a:extLst>
                    <a:ext uri="{9D8B030D-6E8A-4147-A177-3AD203B41FA5}">
                      <a16:colId xmlns:a16="http://schemas.microsoft.com/office/drawing/2014/main" val="2007790319"/>
                    </a:ext>
                  </a:extLst>
                </a:gridCol>
              </a:tblGrid>
              <a:tr h="274320">
                <a:tc>
                  <a:txBody>
                    <a:bodyPr/>
                    <a:lstStyle/>
                    <a:p>
                      <a:r>
                        <a:rPr lang="en-US" dirty="0"/>
                        <a:t>Line</a:t>
                      </a:r>
                    </a:p>
                  </a:txBody>
                  <a:tcPr/>
                </a:tc>
                <a:tc>
                  <a:txBody>
                    <a:bodyPr/>
                    <a:lstStyle/>
                    <a:p>
                      <a:r>
                        <a:rPr lang="en-US" dirty="0"/>
                        <a:t>Pseudocode</a:t>
                      </a:r>
                    </a:p>
                  </a:txBody>
                  <a:tcPr/>
                </a:tc>
                <a:extLst>
                  <a:ext uri="{0D108BD9-81ED-4DB2-BD59-A6C34878D82A}">
                    <a16:rowId xmlns:a16="http://schemas.microsoft.com/office/drawing/2014/main" val="2508094747"/>
                  </a:ext>
                </a:extLst>
              </a:tr>
              <a:tr h="370840">
                <a:tc>
                  <a:txBody>
                    <a:bodyPr/>
                    <a:lstStyle/>
                    <a:p>
                      <a:pPr algn="r"/>
                      <a:r>
                        <a:rPr lang="en-US" dirty="0"/>
                        <a:t>1</a:t>
                      </a:r>
                    </a:p>
                  </a:txBody>
                  <a:tcPr>
                    <a:solidFill>
                      <a:schemeClr val="bg1"/>
                    </a:solidFill>
                  </a:tcPr>
                </a:tc>
                <a:tc>
                  <a:txBody>
                    <a:bodyPr/>
                    <a:lstStyle/>
                    <a:p>
                      <a:r>
                        <a:rPr lang="en-US" dirty="0">
                          <a:latin typeface="Consolas" panose="020B0609020204030204" pitchFamily="49" charset="0"/>
                        </a:rPr>
                        <a:t>w </a:t>
                      </a:r>
                      <a:r>
                        <a:rPr lang="en-US" dirty="0">
                          <a:latin typeface="Consolas" panose="020B0609020204030204" pitchFamily="49" charset="0"/>
                          <a:sym typeface="Wingdings" panose="05000000000000000000" pitchFamily="2" charset="2"/>
                        </a:rPr>
                        <a:t> a vector of “n+1” elements initialized randomly or with 0 </a:t>
                      </a:r>
                      <a:endParaRPr lang="en-US" dirty="0">
                        <a:latin typeface="Consolas" panose="020B0609020204030204" pitchFamily="49" charset="0"/>
                      </a:endParaRPr>
                    </a:p>
                  </a:txBody>
                  <a:tcPr>
                    <a:solidFill>
                      <a:schemeClr val="bg1"/>
                    </a:solidFill>
                  </a:tcPr>
                </a:tc>
                <a:extLst>
                  <a:ext uri="{0D108BD9-81ED-4DB2-BD59-A6C34878D82A}">
                    <a16:rowId xmlns:a16="http://schemas.microsoft.com/office/drawing/2014/main" val="1057160213"/>
                  </a:ext>
                </a:extLst>
              </a:tr>
              <a:tr h="370840">
                <a:tc>
                  <a:txBody>
                    <a:bodyPr/>
                    <a:lstStyle/>
                    <a:p>
                      <a:pPr algn="r"/>
                      <a:r>
                        <a:rPr lang="en-US" dirty="0"/>
                        <a:t>2</a:t>
                      </a:r>
                    </a:p>
                  </a:txBody>
                  <a:tcPr>
                    <a:solidFill>
                      <a:schemeClr val="bg1"/>
                    </a:solidFill>
                  </a:tcPr>
                </a:tc>
                <a:tc>
                  <a:txBody>
                    <a:bodyPr/>
                    <a:lstStyle/>
                    <a:p>
                      <a:r>
                        <a:rPr lang="en-US" dirty="0">
                          <a:latin typeface="Consolas" panose="020B0609020204030204" pitchFamily="49" charset="0"/>
                        </a:rPr>
                        <a:t>trainset </a:t>
                      </a:r>
                      <a:r>
                        <a:rPr lang="en-US" dirty="0">
                          <a:latin typeface="Consolas" panose="020B0609020204030204" pitchFamily="49" charset="0"/>
                          <a:sym typeface="Wingdings" panose="05000000000000000000" pitchFamily="2" charset="2"/>
                        </a:rPr>
                        <a:t> the training set</a:t>
                      </a:r>
                      <a:endParaRPr lang="en-US" dirty="0">
                        <a:latin typeface="Consolas" panose="020B0609020204030204" pitchFamily="49" charset="0"/>
                      </a:endParaRPr>
                    </a:p>
                  </a:txBody>
                  <a:tcPr>
                    <a:solidFill>
                      <a:schemeClr val="bg1"/>
                    </a:solidFill>
                  </a:tcPr>
                </a:tc>
                <a:extLst>
                  <a:ext uri="{0D108BD9-81ED-4DB2-BD59-A6C34878D82A}">
                    <a16:rowId xmlns:a16="http://schemas.microsoft.com/office/drawing/2014/main" val="2973704334"/>
                  </a:ext>
                </a:extLst>
              </a:tr>
              <a:tr h="370840">
                <a:tc>
                  <a:txBody>
                    <a:bodyPr/>
                    <a:lstStyle/>
                    <a:p>
                      <a:pPr algn="r"/>
                      <a:r>
                        <a:rPr lang="en-US" dirty="0"/>
                        <a:t>3</a:t>
                      </a:r>
                    </a:p>
                  </a:txBody>
                  <a:tcPr>
                    <a:solidFill>
                      <a:schemeClr val="bg1"/>
                    </a:solidFill>
                  </a:tcPr>
                </a:tc>
                <a:tc>
                  <a:txBody>
                    <a:bodyPr/>
                    <a:lstStyle/>
                    <a:p>
                      <a:r>
                        <a:rPr lang="el-GR" dirty="0">
                          <a:latin typeface="Consolas" panose="020B0609020204030204" pitchFamily="49" charset="0"/>
                        </a:rPr>
                        <a:t>α</a:t>
                      </a:r>
                      <a:r>
                        <a:rPr lang="en-US" dirty="0">
                          <a:latin typeface="Consolas" panose="020B0609020204030204" pitchFamily="49" charset="0"/>
                        </a:rPr>
                        <a:t> </a:t>
                      </a:r>
                      <a:r>
                        <a:rPr lang="en-US" dirty="0">
                          <a:latin typeface="Consolas" panose="020B0609020204030204" pitchFamily="49" charset="0"/>
                          <a:sym typeface="Wingdings" panose="05000000000000000000" pitchFamily="2" charset="2"/>
                        </a:rPr>
                        <a:t> 0.01 </a:t>
                      </a:r>
                      <a:r>
                        <a:rPr lang="en-US" dirty="0">
                          <a:solidFill>
                            <a:schemeClr val="tx1">
                              <a:lumMod val="40000"/>
                              <a:lumOff val="60000"/>
                            </a:schemeClr>
                          </a:solidFill>
                          <a:latin typeface="Consolas" panose="020B0609020204030204" pitchFamily="49" charset="0"/>
                          <a:sym typeface="Wingdings" panose="05000000000000000000" pitchFamily="2" charset="2"/>
                        </a:rPr>
                        <a:t>// learning rate</a:t>
                      </a:r>
                      <a:endParaRPr lang="en-US" dirty="0">
                        <a:solidFill>
                          <a:schemeClr val="tx1">
                            <a:lumMod val="40000"/>
                            <a:lumOff val="60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760439933"/>
                  </a:ext>
                </a:extLst>
              </a:tr>
              <a:tr h="370840">
                <a:tc>
                  <a:txBody>
                    <a:bodyPr/>
                    <a:lstStyle/>
                    <a:p>
                      <a:pPr algn="r"/>
                      <a:r>
                        <a:rPr lang="en-US" dirty="0"/>
                        <a:t>4</a:t>
                      </a:r>
                    </a:p>
                  </a:txBody>
                  <a:tcPr>
                    <a:solidFill>
                      <a:schemeClr val="bg1"/>
                    </a:solidFill>
                  </a:tcPr>
                </a:tc>
                <a:tc>
                  <a:txBody>
                    <a:bodyPr/>
                    <a:lstStyle/>
                    <a:p>
                      <a:r>
                        <a:rPr lang="en-US" b="1" dirty="0">
                          <a:solidFill>
                            <a:srgbClr val="0070C0"/>
                          </a:solidFill>
                          <a:latin typeface="Consolas" panose="020B0609020204030204" pitchFamily="49" charset="0"/>
                        </a:rPr>
                        <a:t>repeat</a:t>
                      </a:r>
                      <a:endParaRPr lang="en-US" dirty="0">
                        <a:latin typeface="Consolas" panose="020B0609020204030204" pitchFamily="49" charset="0"/>
                      </a:endParaRPr>
                    </a:p>
                  </a:txBody>
                  <a:tcPr>
                    <a:solidFill>
                      <a:schemeClr val="bg1"/>
                    </a:solidFill>
                  </a:tcPr>
                </a:tc>
                <a:extLst>
                  <a:ext uri="{0D108BD9-81ED-4DB2-BD59-A6C34878D82A}">
                    <a16:rowId xmlns:a16="http://schemas.microsoft.com/office/drawing/2014/main" val="1171392527"/>
                  </a:ext>
                </a:extLst>
              </a:tr>
              <a:tr h="370840">
                <a:tc>
                  <a:txBody>
                    <a:bodyPr/>
                    <a:lstStyle/>
                    <a:p>
                      <a:pPr algn="r"/>
                      <a:r>
                        <a:rPr lang="en-US" dirty="0"/>
                        <a:t>5</a:t>
                      </a:r>
                    </a:p>
                  </a:txBody>
                  <a:tcPr>
                    <a:solidFill>
                      <a:schemeClr val="bg1"/>
                    </a:solidFill>
                  </a:tcPr>
                </a:tc>
                <a:tc>
                  <a:txBody>
                    <a:bodyPr/>
                    <a:lstStyle/>
                    <a:p>
                      <a:r>
                        <a:rPr lang="en-US" b="1" dirty="0">
                          <a:solidFill>
                            <a:srgbClr val="0070C0"/>
                          </a:solidFill>
                          <a:latin typeface="Consolas" panose="020B0609020204030204" pitchFamily="49" charset="0"/>
                        </a:rPr>
                        <a:t>  foreach</a:t>
                      </a:r>
                      <a:r>
                        <a:rPr lang="en-US" dirty="0">
                          <a:latin typeface="Consolas" panose="020B0609020204030204" pitchFamily="49" charset="0"/>
                        </a:rPr>
                        <a:t> sample </a:t>
                      </a:r>
                      <a:r>
                        <a:rPr lang="en-US" b="1" dirty="0">
                          <a:solidFill>
                            <a:srgbClr val="0070C0"/>
                          </a:solidFill>
                          <a:latin typeface="Consolas" panose="020B0609020204030204" pitchFamily="49" charset="0"/>
                        </a:rPr>
                        <a:t>in</a:t>
                      </a:r>
                      <a:r>
                        <a:rPr lang="en-US" dirty="0">
                          <a:latin typeface="Consolas" panose="020B0609020204030204" pitchFamily="49" charset="0"/>
                        </a:rPr>
                        <a:t> trainset</a:t>
                      </a:r>
                    </a:p>
                  </a:txBody>
                  <a:tcPr>
                    <a:solidFill>
                      <a:schemeClr val="bg1"/>
                    </a:solidFill>
                  </a:tcPr>
                </a:tc>
                <a:extLst>
                  <a:ext uri="{0D108BD9-81ED-4DB2-BD59-A6C34878D82A}">
                    <a16:rowId xmlns:a16="http://schemas.microsoft.com/office/drawing/2014/main" val="130492628"/>
                  </a:ext>
                </a:extLst>
              </a:tr>
              <a:tr h="370840">
                <a:tc>
                  <a:txBody>
                    <a:bodyPr/>
                    <a:lstStyle/>
                    <a:p>
                      <a:pPr algn="r"/>
                      <a:r>
                        <a:rPr lang="en-US" dirty="0"/>
                        <a:t>6</a:t>
                      </a:r>
                    </a:p>
                  </a:txBody>
                  <a:tcPr>
                    <a:solidFill>
                      <a:schemeClr val="bg1"/>
                    </a:solidFill>
                  </a:tcPr>
                </a:tc>
                <a:tc>
                  <a:txBody>
                    <a:bodyPr/>
                    <a:lstStyle/>
                    <a:p>
                      <a:r>
                        <a:rPr lang="en-US" dirty="0">
                          <a:latin typeface="Consolas" panose="020B0609020204030204" pitchFamily="49" charset="0"/>
                        </a:rPr>
                        <a:t>    classified </a:t>
                      </a:r>
                      <a:r>
                        <a:rPr lang="en-US" dirty="0">
                          <a:latin typeface="Consolas" panose="020B0609020204030204" pitchFamily="49" charset="0"/>
                          <a:sym typeface="Wingdings" panose="05000000000000000000" pitchFamily="2" charset="2"/>
                        </a:rPr>
                        <a:t> (</a:t>
                      </a:r>
                      <a:r>
                        <a:rPr lang="en-US" dirty="0" err="1">
                          <a:latin typeface="Consolas" panose="020B0609020204030204" pitchFamily="49" charset="0"/>
                          <a:sym typeface="Wingdings" panose="05000000000000000000" pitchFamily="2" charset="2"/>
                        </a:rPr>
                        <a:t>sample.label</a:t>
                      </a:r>
                      <a:r>
                        <a:rPr lang="en-US" dirty="0">
                          <a:latin typeface="Consolas" panose="020B0609020204030204" pitchFamily="49" charset="0"/>
                          <a:sym typeface="Wingdings" panose="05000000000000000000" pitchFamily="2" charset="2"/>
                        </a:rPr>
                        <a:t> x </a:t>
                      </a:r>
                      <a:r>
                        <a:rPr lang="en-US" b="1" dirty="0" err="1">
                          <a:solidFill>
                            <a:srgbClr val="7030A0"/>
                          </a:solidFill>
                          <a:latin typeface="Consolas" panose="020B0609020204030204" pitchFamily="49" charset="0"/>
                          <a:sym typeface="Wingdings" panose="05000000000000000000" pitchFamily="2" charset="2"/>
                        </a:rPr>
                        <a:t>dotproduct</a:t>
                      </a:r>
                      <a:r>
                        <a:rPr lang="en-US" dirty="0">
                          <a:latin typeface="Consolas" panose="020B0609020204030204" pitchFamily="49" charset="0"/>
                          <a:sym typeface="Wingdings" panose="05000000000000000000" pitchFamily="2" charset="2"/>
                        </a:rPr>
                        <a:t>(</a:t>
                      </a:r>
                      <a:r>
                        <a:rPr lang="en-US" dirty="0" err="1">
                          <a:latin typeface="Consolas" panose="020B0609020204030204" pitchFamily="49" charset="0"/>
                          <a:sym typeface="Wingdings" panose="05000000000000000000" pitchFamily="2" charset="2"/>
                        </a:rPr>
                        <a:t>sample.input,w</a:t>
                      </a:r>
                      <a:r>
                        <a:rPr lang="en-US" dirty="0">
                          <a:latin typeface="Consolas" panose="020B0609020204030204" pitchFamily="49" charset="0"/>
                          <a:sym typeface="Wingdings" panose="05000000000000000000" pitchFamily="2" charset="2"/>
                        </a:rPr>
                        <a:t>)) &gt; 0</a:t>
                      </a:r>
                      <a:endParaRPr lang="en-US" dirty="0">
                        <a:latin typeface="Consolas" panose="020B0609020204030204" pitchFamily="49" charset="0"/>
                      </a:endParaRPr>
                    </a:p>
                  </a:txBody>
                  <a:tcPr>
                    <a:solidFill>
                      <a:schemeClr val="bg1"/>
                    </a:solidFill>
                  </a:tcPr>
                </a:tc>
                <a:extLst>
                  <a:ext uri="{0D108BD9-81ED-4DB2-BD59-A6C34878D82A}">
                    <a16:rowId xmlns:a16="http://schemas.microsoft.com/office/drawing/2014/main" val="3691233306"/>
                  </a:ext>
                </a:extLst>
              </a:tr>
              <a:tr h="370840">
                <a:tc>
                  <a:txBody>
                    <a:bodyPr/>
                    <a:lstStyle/>
                    <a:p>
                      <a:pPr algn="r"/>
                      <a:r>
                        <a:rPr lang="en-US" dirty="0"/>
                        <a:t>7</a:t>
                      </a:r>
                    </a:p>
                  </a:txBody>
                  <a:tcPr>
                    <a:solidFill>
                      <a:schemeClr val="bg1"/>
                    </a:solidFill>
                  </a:tcPr>
                </a:tc>
                <a:tc>
                  <a:txBody>
                    <a:bodyPr/>
                    <a:lstStyle/>
                    <a:p>
                      <a:r>
                        <a:rPr lang="en-US" dirty="0">
                          <a:latin typeface="Consolas" panose="020B0609020204030204" pitchFamily="49" charset="0"/>
                        </a:rPr>
                        <a:t>    </a:t>
                      </a:r>
                      <a:r>
                        <a:rPr lang="en-US" b="1" dirty="0">
                          <a:solidFill>
                            <a:srgbClr val="0070C0"/>
                          </a:solidFill>
                          <a:latin typeface="Consolas" panose="020B0609020204030204" pitchFamily="49" charset="0"/>
                        </a:rPr>
                        <a:t>if</a:t>
                      </a:r>
                      <a:r>
                        <a:rPr lang="en-US" dirty="0">
                          <a:latin typeface="Consolas" panose="020B0609020204030204" pitchFamily="49" charset="0"/>
                        </a:rPr>
                        <a:t> classified </a:t>
                      </a:r>
                      <a:r>
                        <a:rPr lang="en-US" b="1" dirty="0">
                          <a:solidFill>
                            <a:srgbClr val="0070C0"/>
                          </a:solidFill>
                          <a:latin typeface="Consolas" panose="020B0609020204030204" pitchFamily="49" charset="0"/>
                        </a:rPr>
                        <a:t>then</a:t>
                      </a:r>
                      <a:r>
                        <a:rPr lang="en-US" dirty="0">
                          <a:latin typeface="Consolas" panose="020B0609020204030204" pitchFamily="49" charset="0"/>
                        </a:rPr>
                        <a:t> </a:t>
                      </a:r>
                      <a:r>
                        <a:rPr lang="en-US" b="1" dirty="0">
                          <a:solidFill>
                            <a:srgbClr val="0070C0"/>
                          </a:solidFill>
                          <a:latin typeface="Consolas" panose="020B0609020204030204" pitchFamily="49" charset="0"/>
                        </a:rPr>
                        <a:t>continue</a:t>
                      </a:r>
                    </a:p>
                  </a:txBody>
                  <a:tcPr>
                    <a:solidFill>
                      <a:schemeClr val="bg1"/>
                    </a:solidFill>
                  </a:tcPr>
                </a:tc>
                <a:extLst>
                  <a:ext uri="{0D108BD9-81ED-4DB2-BD59-A6C34878D82A}">
                    <a16:rowId xmlns:a16="http://schemas.microsoft.com/office/drawing/2014/main" val="4260882290"/>
                  </a:ext>
                </a:extLst>
              </a:tr>
              <a:tr h="370840">
                <a:tc>
                  <a:txBody>
                    <a:bodyPr/>
                    <a:lstStyle/>
                    <a:p>
                      <a:pPr algn="r"/>
                      <a:r>
                        <a:rPr lang="en-US" dirty="0"/>
                        <a:t>8</a:t>
                      </a:r>
                    </a:p>
                  </a:txBody>
                  <a:tcPr>
                    <a:solidFill>
                      <a:schemeClr val="bg1"/>
                    </a:solidFill>
                  </a:tcPr>
                </a:tc>
                <a:tc>
                  <a:txBody>
                    <a:bodyPr/>
                    <a:lstStyle/>
                    <a:p>
                      <a:r>
                        <a:rPr lang="en-US" dirty="0">
                          <a:latin typeface="Consolas" panose="020B0609020204030204" pitchFamily="49" charset="0"/>
                        </a:rPr>
                        <a:t>    w </a:t>
                      </a:r>
                      <a:r>
                        <a:rPr lang="en-US" dirty="0">
                          <a:latin typeface="Consolas" panose="020B0609020204030204" pitchFamily="49" charset="0"/>
                          <a:sym typeface="Wingdings" panose="05000000000000000000" pitchFamily="2" charset="2"/>
                        </a:rPr>
                        <a:t> w + </a:t>
                      </a:r>
                      <a:r>
                        <a:rPr lang="en-US" dirty="0" err="1">
                          <a:latin typeface="Consolas" panose="020B0609020204030204" pitchFamily="49" charset="0"/>
                          <a:sym typeface="Wingdings" panose="05000000000000000000" pitchFamily="2" charset="2"/>
                        </a:rPr>
                        <a:t>sample.input</a:t>
                      </a:r>
                      <a:r>
                        <a:rPr lang="en-US" dirty="0">
                          <a:latin typeface="Consolas" panose="020B0609020204030204" pitchFamily="49" charset="0"/>
                          <a:sym typeface="Wingdings" panose="05000000000000000000" pitchFamily="2" charset="2"/>
                        </a:rPr>
                        <a:t> x </a:t>
                      </a:r>
                      <a:r>
                        <a:rPr lang="el-GR" dirty="0">
                          <a:latin typeface="Consolas" panose="020B0609020204030204" pitchFamily="49" charset="0"/>
                        </a:rPr>
                        <a:t>α</a:t>
                      </a:r>
                      <a:r>
                        <a:rPr lang="en-US" dirty="0">
                          <a:latin typeface="Consolas" panose="020B0609020204030204" pitchFamily="49" charset="0"/>
                        </a:rPr>
                        <a:t> x </a:t>
                      </a:r>
                      <a:r>
                        <a:rPr lang="en-US" dirty="0" err="1">
                          <a:latin typeface="Consolas" panose="020B0609020204030204" pitchFamily="49" charset="0"/>
                          <a:sym typeface="Wingdings" panose="05000000000000000000" pitchFamily="2" charset="2"/>
                        </a:rPr>
                        <a:t>sample.label</a:t>
                      </a:r>
                      <a:r>
                        <a:rPr lang="en-US" dirty="0">
                          <a:latin typeface="Consolas" panose="020B0609020204030204" pitchFamily="49" charset="0"/>
                          <a:sym typeface="Wingdings" panose="05000000000000000000" pitchFamily="2" charset="2"/>
                        </a:rPr>
                        <a:t> </a:t>
                      </a:r>
                      <a:endParaRPr lang="en-US" dirty="0">
                        <a:latin typeface="Consolas" panose="020B0609020204030204" pitchFamily="49" charset="0"/>
                      </a:endParaRPr>
                    </a:p>
                  </a:txBody>
                  <a:tcPr>
                    <a:solidFill>
                      <a:schemeClr val="bg1"/>
                    </a:solidFill>
                  </a:tcPr>
                </a:tc>
                <a:extLst>
                  <a:ext uri="{0D108BD9-81ED-4DB2-BD59-A6C34878D82A}">
                    <a16:rowId xmlns:a16="http://schemas.microsoft.com/office/drawing/2014/main" val="4287305410"/>
                  </a:ext>
                </a:extLst>
              </a:tr>
              <a:tr h="370840">
                <a:tc>
                  <a:txBody>
                    <a:bodyPr/>
                    <a:lstStyle/>
                    <a:p>
                      <a:pPr algn="r"/>
                      <a:r>
                        <a:rPr lang="en-US" dirty="0"/>
                        <a:t>9</a:t>
                      </a:r>
                    </a:p>
                  </a:txBody>
                  <a:tcPr>
                    <a:solidFill>
                      <a:schemeClr val="bg1"/>
                    </a:solidFill>
                  </a:tcPr>
                </a:tc>
                <a:tc>
                  <a:txBody>
                    <a:bodyPr/>
                    <a:lstStyle/>
                    <a:p>
                      <a:r>
                        <a:rPr lang="en-US" b="1" dirty="0">
                          <a:solidFill>
                            <a:srgbClr val="0070C0"/>
                          </a:solidFill>
                          <a:latin typeface="Consolas" panose="020B0609020204030204" pitchFamily="49" charset="0"/>
                        </a:rPr>
                        <a:t>  end foreach</a:t>
                      </a:r>
                      <a:endParaRPr lang="en-US" dirty="0">
                        <a:latin typeface="Consolas" panose="020B0609020204030204" pitchFamily="49" charset="0"/>
                      </a:endParaRPr>
                    </a:p>
                  </a:txBody>
                  <a:tcPr>
                    <a:solidFill>
                      <a:schemeClr val="bg1"/>
                    </a:solidFill>
                  </a:tcPr>
                </a:tc>
                <a:extLst>
                  <a:ext uri="{0D108BD9-81ED-4DB2-BD59-A6C34878D82A}">
                    <a16:rowId xmlns:a16="http://schemas.microsoft.com/office/drawing/2014/main" val="2656897880"/>
                  </a:ext>
                </a:extLst>
              </a:tr>
              <a:tr h="370840">
                <a:tc>
                  <a:txBody>
                    <a:bodyPr/>
                    <a:lstStyle/>
                    <a:p>
                      <a:pPr algn="r"/>
                      <a:r>
                        <a:rPr lang="en-US" dirty="0"/>
                        <a:t>10</a:t>
                      </a:r>
                    </a:p>
                  </a:txBody>
                  <a:tcPr>
                    <a:solidFill>
                      <a:schemeClr val="bg1"/>
                    </a:solidFill>
                  </a:tcPr>
                </a:tc>
                <a:tc>
                  <a:txBody>
                    <a:bodyPr/>
                    <a:lstStyle/>
                    <a:p>
                      <a:r>
                        <a:rPr lang="en-US" b="1" dirty="0">
                          <a:solidFill>
                            <a:srgbClr val="0070C0"/>
                          </a:solidFill>
                          <a:latin typeface="Consolas" panose="020B0609020204030204" pitchFamily="49" charset="0"/>
                        </a:rPr>
                        <a:t>until</a:t>
                      </a:r>
                      <a:r>
                        <a:rPr lang="en-US" dirty="0">
                          <a:latin typeface="Consolas" panose="020B0609020204030204" pitchFamily="49" charset="0"/>
                        </a:rPr>
                        <a:t> </a:t>
                      </a:r>
                      <a:r>
                        <a:rPr lang="en-US" dirty="0" err="1">
                          <a:latin typeface="Consolas" panose="020B0609020204030204" pitchFamily="49" charset="0"/>
                        </a:rPr>
                        <a:t>exit_condition</a:t>
                      </a:r>
                      <a:endParaRPr lang="en-US" dirty="0">
                        <a:latin typeface="Consolas" panose="020B0609020204030204" pitchFamily="49" charset="0"/>
                      </a:endParaRPr>
                    </a:p>
                  </a:txBody>
                  <a:tcPr>
                    <a:solidFill>
                      <a:schemeClr val="bg1"/>
                    </a:solidFill>
                  </a:tcPr>
                </a:tc>
                <a:extLst>
                  <a:ext uri="{0D108BD9-81ED-4DB2-BD59-A6C34878D82A}">
                    <a16:rowId xmlns:a16="http://schemas.microsoft.com/office/drawing/2014/main" val="2569313450"/>
                  </a:ext>
                </a:extLst>
              </a:tr>
            </a:tbl>
          </a:graphicData>
        </a:graphic>
      </p:graphicFrame>
    </p:spTree>
    <p:extLst>
      <p:ext uri="{BB962C8B-B14F-4D97-AF65-F5344CB8AC3E}">
        <p14:creationId xmlns:p14="http://schemas.microsoft.com/office/powerpoint/2010/main" val="3244605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9D02A352-99AD-3778-72EB-6F5506B78AFF}"/>
              </a:ext>
            </a:extLst>
          </p:cNvPr>
          <p:cNvGraphicFramePr>
            <a:graphicFrameLocks noGrp="1"/>
          </p:cNvGraphicFramePr>
          <p:nvPr>
            <p:extLst>
              <p:ext uri="{D42A27DB-BD31-4B8C-83A1-F6EECF244321}">
                <p14:modId xmlns:p14="http://schemas.microsoft.com/office/powerpoint/2010/main" val="857950095"/>
              </p:ext>
            </p:extLst>
          </p:nvPr>
        </p:nvGraphicFramePr>
        <p:xfrm>
          <a:off x="1645611" y="2153920"/>
          <a:ext cx="10437813" cy="4074160"/>
        </p:xfrm>
        <a:graphic>
          <a:graphicData uri="http://schemas.openxmlformats.org/drawingml/2006/table">
            <a:tbl>
              <a:tblPr firstRow="1" bandRow="1">
                <a:tableStyleId>{7E9639D4-E3E2-4D34-9284-5A2195B3D0D7}</a:tableStyleId>
              </a:tblPr>
              <a:tblGrid>
                <a:gridCol w="702545">
                  <a:extLst>
                    <a:ext uri="{9D8B030D-6E8A-4147-A177-3AD203B41FA5}">
                      <a16:colId xmlns:a16="http://schemas.microsoft.com/office/drawing/2014/main" val="3187280461"/>
                    </a:ext>
                  </a:extLst>
                </a:gridCol>
                <a:gridCol w="9735268">
                  <a:extLst>
                    <a:ext uri="{9D8B030D-6E8A-4147-A177-3AD203B41FA5}">
                      <a16:colId xmlns:a16="http://schemas.microsoft.com/office/drawing/2014/main" val="2007790319"/>
                    </a:ext>
                  </a:extLst>
                </a:gridCol>
              </a:tblGrid>
              <a:tr h="274320">
                <a:tc>
                  <a:txBody>
                    <a:bodyPr/>
                    <a:lstStyle/>
                    <a:p>
                      <a:r>
                        <a:rPr lang="en-US" dirty="0"/>
                        <a:t>Line</a:t>
                      </a:r>
                    </a:p>
                  </a:txBody>
                  <a:tcPr/>
                </a:tc>
                <a:tc>
                  <a:txBody>
                    <a:bodyPr/>
                    <a:lstStyle/>
                    <a:p>
                      <a:r>
                        <a:rPr lang="en-US" dirty="0"/>
                        <a:t>Pseudocode</a:t>
                      </a:r>
                    </a:p>
                  </a:txBody>
                  <a:tcPr/>
                </a:tc>
                <a:extLst>
                  <a:ext uri="{0D108BD9-81ED-4DB2-BD59-A6C34878D82A}">
                    <a16:rowId xmlns:a16="http://schemas.microsoft.com/office/drawing/2014/main" val="2508094747"/>
                  </a:ext>
                </a:extLst>
              </a:tr>
              <a:tr h="370840">
                <a:tc>
                  <a:txBody>
                    <a:bodyPr/>
                    <a:lstStyle/>
                    <a:p>
                      <a:pPr algn="r"/>
                      <a:r>
                        <a:rPr lang="en-US" dirty="0"/>
                        <a:t>1</a:t>
                      </a:r>
                    </a:p>
                  </a:txBody>
                  <a:tcPr>
                    <a:solidFill>
                      <a:schemeClr val="bg1"/>
                    </a:solidFill>
                  </a:tcPr>
                </a:tc>
                <a:tc>
                  <a:txBody>
                    <a:bodyPr/>
                    <a:lstStyle/>
                    <a:p>
                      <a:r>
                        <a:rPr lang="en-US" dirty="0">
                          <a:latin typeface="Consolas" panose="020B0609020204030204" pitchFamily="49" charset="0"/>
                        </a:rPr>
                        <a:t>w </a:t>
                      </a:r>
                      <a:r>
                        <a:rPr lang="en-US" dirty="0">
                          <a:latin typeface="Consolas" panose="020B0609020204030204" pitchFamily="49" charset="0"/>
                          <a:sym typeface="Wingdings" panose="05000000000000000000" pitchFamily="2" charset="2"/>
                        </a:rPr>
                        <a:t> a vector of “n+1” elements initialized randomly or with 0 </a:t>
                      </a:r>
                      <a:endParaRPr lang="en-US" dirty="0">
                        <a:latin typeface="Consolas" panose="020B0609020204030204" pitchFamily="49" charset="0"/>
                      </a:endParaRPr>
                    </a:p>
                  </a:txBody>
                  <a:tcPr>
                    <a:solidFill>
                      <a:schemeClr val="bg1"/>
                    </a:solidFill>
                  </a:tcPr>
                </a:tc>
                <a:extLst>
                  <a:ext uri="{0D108BD9-81ED-4DB2-BD59-A6C34878D82A}">
                    <a16:rowId xmlns:a16="http://schemas.microsoft.com/office/drawing/2014/main" val="1057160213"/>
                  </a:ext>
                </a:extLst>
              </a:tr>
              <a:tr h="370840">
                <a:tc>
                  <a:txBody>
                    <a:bodyPr/>
                    <a:lstStyle/>
                    <a:p>
                      <a:pPr algn="r"/>
                      <a:r>
                        <a:rPr lang="en-US" dirty="0"/>
                        <a:t>2</a:t>
                      </a:r>
                    </a:p>
                  </a:txBody>
                  <a:tcPr>
                    <a:solidFill>
                      <a:schemeClr val="bg1"/>
                    </a:solidFill>
                  </a:tcPr>
                </a:tc>
                <a:tc>
                  <a:txBody>
                    <a:bodyPr/>
                    <a:lstStyle/>
                    <a:p>
                      <a:r>
                        <a:rPr lang="en-US" dirty="0">
                          <a:latin typeface="Consolas" panose="020B0609020204030204" pitchFamily="49" charset="0"/>
                        </a:rPr>
                        <a:t>trainset </a:t>
                      </a:r>
                      <a:r>
                        <a:rPr lang="en-US" dirty="0">
                          <a:latin typeface="Consolas" panose="020B0609020204030204" pitchFamily="49" charset="0"/>
                          <a:sym typeface="Wingdings" panose="05000000000000000000" pitchFamily="2" charset="2"/>
                        </a:rPr>
                        <a:t> the training set</a:t>
                      </a:r>
                      <a:endParaRPr lang="en-US" dirty="0">
                        <a:latin typeface="Consolas" panose="020B0609020204030204" pitchFamily="49" charset="0"/>
                      </a:endParaRPr>
                    </a:p>
                  </a:txBody>
                  <a:tcPr>
                    <a:solidFill>
                      <a:schemeClr val="bg1"/>
                    </a:solidFill>
                  </a:tcPr>
                </a:tc>
                <a:extLst>
                  <a:ext uri="{0D108BD9-81ED-4DB2-BD59-A6C34878D82A}">
                    <a16:rowId xmlns:a16="http://schemas.microsoft.com/office/drawing/2014/main" val="2973704334"/>
                  </a:ext>
                </a:extLst>
              </a:tr>
              <a:tr h="370840">
                <a:tc>
                  <a:txBody>
                    <a:bodyPr/>
                    <a:lstStyle/>
                    <a:p>
                      <a:pPr algn="r"/>
                      <a:r>
                        <a:rPr lang="en-US" dirty="0"/>
                        <a:t>3</a:t>
                      </a:r>
                    </a:p>
                  </a:txBody>
                  <a:tcPr>
                    <a:solidFill>
                      <a:schemeClr val="bg1"/>
                    </a:solidFill>
                  </a:tcPr>
                </a:tc>
                <a:tc>
                  <a:txBody>
                    <a:bodyPr/>
                    <a:lstStyle/>
                    <a:p>
                      <a:r>
                        <a:rPr lang="el-GR" dirty="0">
                          <a:latin typeface="Consolas" panose="020B0609020204030204" pitchFamily="49" charset="0"/>
                        </a:rPr>
                        <a:t>α</a:t>
                      </a:r>
                      <a:r>
                        <a:rPr lang="en-US" dirty="0">
                          <a:latin typeface="Consolas" panose="020B0609020204030204" pitchFamily="49" charset="0"/>
                        </a:rPr>
                        <a:t> </a:t>
                      </a:r>
                      <a:r>
                        <a:rPr lang="en-US" dirty="0">
                          <a:latin typeface="Consolas" panose="020B0609020204030204" pitchFamily="49" charset="0"/>
                          <a:sym typeface="Wingdings" panose="05000000000000000000" pitchFamily="2" charset="2"/>
                        </a:rPr>
                        <a:t> 0.01 </a:t>
                      </a:r>
                      <a:r>
                        <a:rPr lang="en-US" dirty="0">
                          <a:solidFill>
                            <a:schemeClr val="tx1">
                              <a:lumMod val="40000"/>
                              <a:lumOff val="60000"/>
                            </a:schemeClr>
                          </a:solidFill>
                          <a:latin typeface="Consolas" panose="020B0609020204030204" pitchFamily="49" charset="0"/>
                          <a:sym typeface="Wingdings" panose="05000000000000000000" pitchFamily="2" charset="2"/>
                        </a:rPr>
                        <a:t>// learning rate</a:t>
                      </a:r>
                      <a:endParaRPr lang="en-US" dirty="0">
                        <a:solidFill>
                          <a:schemeClr val="tx1">
                            <a:lumMod val="40000"/>
                            <a:lumOff val="60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760439933"/>
                  </a:ext>
                </a:extLst>
              </a:tr>
              <a:tr h="370840">
                <a:tc>
                  <a:txBody>
                    <a:bodyPr/>
                    <a:lstStyle/>
                    <a:p>
                      <a:pPr algn="r"/>
                      <a:r>
                        <a:rPr lang="en-US" dirty="0"/>
                        <a:t>4</a:t>
                      </a:r>
                    </a:p>
                  </a:txBody>
                  <a:tcPr>
                    <a:solidFill>
                      <a:schemeClr val="bg1"/>
                    </a:solidFill>
                  </a:tcPr>
                </a:tc>
                <a:tc>
                  <a:txBody>
                    <a:bodyPr/>
                    <a:lstStyle/>
                    <a:p>
                      <a:r>
                        <a:rPr lang="en-US" b="1" dirty="0">
                          <a:solidFill>
                            <a:srgbClr val="0070C0"/>
                          </a:solidFill>
                          <a:latin typeface="Consolas" panose="020B0609020204030204" pitchFamily="49" charset="0"/>
                        </a:rPr>
                        <a:t>repeat</a:t>
                      </a:r>
                      <a:endParaRPr lang="en-US" dirty="0">
                        <a:latin typeface="Consolas" panose="020B0609020204030204" pitchFamily="49" charset="0"/>
                      </a:endParaRPr>
                    </a:p>
                  </a:txBody>
                  <a:tcPr>
                    <a:solidFill>
                      <a:schemeClr val="bg1"/>
                    </a:solidFill>
                  </a:tcPr>
                </a:tc>
                <a:extLst>
                  <a:ext uri="{0D108BD9-81ED-4DB2-BD59-A6C34878D82A}">
                    <a16:rowId xmlns:a16="http://schemas.microsoft.com/office/drawing/2014/main" val="1171392527"/>
                  </a:ext>
                </a:extLst>
              </a:tr>
              <a:tr h="370840">
                <a:tc>
                  <a:txBody>
                    <a:bodyPr/>
                    <a:lstStyle/>
                    <a:p>
                      <a:pPr algn="r"/>
                      <a:r>
                        <a:rPr lang="en-US" dirty="0"/>
                        <a:t>5</a:t>
                      </a:r>
                    </a:p>
                  </a:txBody>
                  <a:tcPr>
                    <a:solidFill>
                      <a:schemeClr val="bg1"/>
                    </a:solidFill>
                  </a:tcPr>
                </a:tc>
                <a:tc>
                  <a:txBody>
                    <a:bodyPr/>
                    <a:lstStyle/>
                    <a:p>
                      <a:r>
                        <a:rPr lang="en-US" b="1" dirty="0">
                          <a:solidFill>
                            <a:srgbClr val="0070C0"/>
                          </a:solidFill>
                          <a:latin typeface="Consolas" panose="020B0609020204030204" pitchFamily="49" charset="0"/>
                        </a:rPr>
                        <a:t>  foreach</a:t>
                      </a:r>
                      <a:r>
                        <a:rPr lang="en-US" dirty="0">
                          <a:latin typeface="Consolas" panose="020B0609020204030204" pitchFamily="49" charset="0"/>
                        </a:rPr>
                        <a:t> sample </a:t>
                      </a:r>
                      <a:r>
                        <a:rPr lang="en-US" b="1" dirty="0">
                          <a:solidFill>
                            <a:srgbClr val="0070C0"/>
                          </a:solidFill>
                          <a:latin typeface="Consolas" panose="020B0609020204030204" pitchFamily="49" charset="0"/>
                        </a:rPr>
                        <a:t>in</a:t>
                      </a:r>
                      <a:r>
                        <a:rPr lang="en-US" dirty="0">
                          <a:latin typeface="Consolas" panose="020B0609020204030204" pitchFamily="49" charset="0"/>
                        </a:rPr>
                        <a:t> trainset</a:t>
                      </a:r>
                    </a:p>
                  </a:txBody>
                  <a:tcPr>
                    <a:solidFill>
                      <a:schemeClr val="bg1"/>
                    </a:solidFill>
                  </a:tcPr>
                </a:tc>
                <a:extLst>
                  <a:ext uri="{0D108BD9-81ED-4DB2-BD59-A6C34878D82A}">
                    <a16:rowId xmlns:a16="http://schemas.microsoft.com/office/drawing/2014/main" val="130492628"/>
                  </a:ext>
                </a:extLst>
              </a:tr>
              <a:tr h="370840">
                <a:tc>
                  <a:txBody>
                    <a:bodyPr/>
                    <a:lstStyle/>
                    <a:p>
                      <a:pPr algn="r"/>
                      <a:r>
                        <a:rPr lang="en-US" dirty="0"/>
                        <a:t>6</a:t>
                      </a:r>
                    </a:p>
                  </a:txBody>
                  <a:tcPr>
                    <a:solidFill>
                      <a:schemeClr val="bg1"/>
                    </a:solidFill>
                  </a:tcPr>
                </a:tc>
                <a:tc>
                  <a:txBody>
                    <a:bodyPr/>
                    <a:lstStyle/>
                    <a:p>
                      <a:r>
                        <a:rPr lang="en-US" dirty="0">
                          <a:latin typeface="Consolas" panose="020B0609020204030204" pitchFamily="49" charset="0"/>
                        </a:rPr>
                        <a:t>    classified </a:t>
                      </a:r>
                      <a:r>
                        <a:rPr lang="en-US" dirty="0">
                          <a:latin typeface="Consolas" panose="020B0609020204030204" pitchFamily="49" charset="0"/>
                          <a:sym typeface="Wingdings" panose="05000000000000000000" pitchFamily="2" charset="2"/>
                        </a:rPr>
                        <a:t> (</a:t>
                      </a:r>
                      <a:r>
                        <a:rPr lang="en-US" dirty="0" err="1">
                          <a:latin typeface="Consolas" panose="020B0609020204030204" pitchFamily="49" charset="0"/>
                          <a:sym typeface="Wingdings" panose="05000000000000000000" pitchFamily="2" charset="2"/>
                        </a:rPr>
                        <a:t>sample.label</a:t>
                      </a:r>
                      <a:r>
                        <a:rPr lang="en-US" dirty="0">
                          <a:latin typeface="Consolas" panose="020B0609020204030204" pitchFamily="49" charset="0"/>
                          <a:sym typeface="Wingdings" panose="05000000000000000000" pitchFamily="2" charset="2"/>
                        </a:rPr>
                        <a:t> x </a:t>
                      </a:r>
                      <a:r>
                        <a:rPr lang="en-US" b="1" dirty="0" err="1">
                          <a:solidFill>
                            <a:srgbClr val="7030A0"/>
                          </a:solidFill>
                          <a:latin typeface="Consolas" panose="020B0609020204030204" pitchFamily="49" charset="0"/>
                          <a:sym typeface="Wingdings" panose="05000000000000000000" pitchFamily="2" charset="2"/>
                        </a:rPr>
                        <a:t>dotproduct</a:t>
                      </a:r>
                      <a:r>
                        <a:rPr lang="en-US" dirty="0">
                          <a:latin typeface="Consolas" panose="020B0609020204030204" pitchFamily="49" charset="0"/>
                          <a:sym typeface="Wingdings" panose="05000000000000000000" pitchFamily="2" charset="2"/>
                        </a:rPr>
                        <a:t>(</a:t>
                      </a:r>
                      <a:r>
                        <a:rPr lang="en-US" dirty="0" err="1">
                          <a:latin typeface="Consolas" panose="020B0609020204030204" pitchFamily="49" charset="0"/>
                          <a:sym typeface="Wingdings" panose="05000000000000000000" pitchFamily="2" charset="2"/>
                        </a:rPr>
                        <a:t>sample.input,w</a:t>
                      </a:r>
                      <a:r>
                        <a:rPr lang="en-US" dirty="0">
                          <a:latin typeface="Consolas" panose="020B0609020204030204" pitchFamily="49" charset="0"/>
                          <a:sym typeface="Wingdings" panose="05000000000000000000" pitchFamily="2" charset="2"/>
                        </a:rPr>
                        <a:t>)) &gt; 0</a:t>
                      </a:r>
                      <a:endParaRPr lang="en-US" dirty="0">
                        <a:latin typeface="Consolas" panose="020B0609020204030204" pitchFamily="49" charset="0"/>
                      </a:endParaRPr>
                    </a:p>
                  </a:txBody>
                  <a:tcPr>
                    <a:solidFill>
                      <a:schemeClr val="bg1"/>
                    </a:solidFill>
                  </a:tcPr>
                </a:tc>
                <a:extLst>
                  <a:ext uri="{0D108BD9-81ED-4DB2-BD59-A6C34878D82A}">
                    <a16:rowId xmlns:a16="http://schemas.microsoft.com/office/drawing/2014/main" val="3691233306"/>
                  </a:ext>
                </a:extLst>
              </a:tr>
              <a:tr h="370840">
                <a:tc>
                  <a:txBody>
                    <a:bodyPr/>
                    <a:lstStyle/>
                    <a:p>
                      <a:pPr algn="r"/>
                      <a:r>
                        <a:rPr lang="en-US" dirty="0"/>
                        <a:t>7</a:t>
                      </a:r>
                    </a:p>
                  </a:txBody>
                  <a:tcPr>
                    <a:solidFill>
                      <a:schemeClr val="bg1"/>
                    </a:solidFill>
                  </a:tcPr>
                </a:tc>
                <a:tc>
                  <a:txBody>
                    <a:bodyPr/>
                    <a:lstStyle/>
                    <a:p>
                      <a:r>
                        <a:rPr lang="en-US" dirty="0">
                          <a:latin typeface="Consolas" panose="020B0609020204030204" pitchFamily="49" charset="0"/>
                        </a:rPr>
                        <a:t>    </a:t>
                      </a:r>
                      <a:r>
                        <a:rPr lang="en-US" b="1" dirty="0">
                          <a:solidFill>
                            <a:srgbClr val="0070C0"/>
                          </a:solidFill>
                          <a:latin typeface="Consolas" panose="020B0609020204030204" pitchFamily="49" charset="0"/>
                        </a:rPr>
                        <a:t>if</a:t>
                      </a:r>
                      <a:r>
                        <a:rPr lang="en-US" dirty="0">
                          <a:latin typeface="Consolas" panose="020B0609020204030204" pitchFamily="49" charset="0"/>
                        </a:rPr>
                        <a:t> classified </a:t>
                      </a:r>
                      <a:r>
                        <a:rPr lang="en-US" b="1" dirty="0">
                          <a:solidFill>
                            <a:srgbClr val="0070C0"/>
                          </a:solidFill>
                          <a:latin typeface="Consolas" panose="020B0609020204030204" pitchFamily="49" charset="0"/>
                        </a:rPr>
                        <a:t>then</a:t>
                      </a:r>
                      <a:r>
                        <a:rPr lang="en-US" dirty="0">
                          <a:latin typeface="Consolas" panose="020B0609020204030204" pitchFamily="49" charset="0"/>
                        </a:rPr>
                        <a:t> </a:t>
                      </a:r>
                      <a:r>
                        <a:rPr lang="en-US" b="1" dirty="0">
                          <a:solidFill>
                            <a:srgbClr val="0070C0"/>
                          </a:solidFill>
                          <a:latin typeface="Consolas" panose="020B0609020204030204" pitchFamily="49" charset="0"/>
                        </a:rPr>
                        <a:t>continue</a:t>
                      </a:r>
                    </a:p>
                  </a:txBody>
                  <a:tcPr>
                    <a:solidFill>
                      <a:schemeClr val="bg1"/>
                    </a:solidFill>
                  </a:tcPr>
                </a:tc>
                <a:extLst>
                  <a:ext uri="{0D108BD9-81ED-4DB2-BD59-A6C34878D82A}">
                    <a16:rowId xmlns:a16="http://schemas.microsoft.com/office/drawing/2014/main" val="4260882290"/>
                  </a:ext>
                </a:extLst>
              </a:tr>
              <a:tr h="370840">
                <a:tc>
                  <a:txBody>
                    <a:bodyPr/>
                    <a:lstStyle/>
                    <a:p>
                      <a:pPr algn="r"/>
                      <a:r>
                        <a:rPr lang="en-US" dirty="0"/>
                        <a:t>8</a:t>
                      </a:r>
                    </a:p>
                  </a:txBody>
                  <a:tcPr>
                    <a:solidFill>
                      <a:schemeClr val="bg1"/>
                    </a:solidFill>
                  </a:tcPr>
                </a:tc>
                <a:tc>
                  <a:txBody>
                    <a:bodyPr/>
                    <a:lstStyle/>
                    <a:p>
                      <a:r>
                        <a:rPr lang="en-US" dirty="0">
                          <a:latin typeface="Consolas" panose="020B0609020204030204" pitchFamily="49" charset="0"/>
                        </a:rPr>
                        <a:t>    w </a:t>
                      </a:r>
                      <a:r>
                        <a:rPr lang="en-US" dirty="0">
                          <a:latin typeface="Consolas" panose="020B0609020204030204" pitchFamily="49" charset="0"/>
                          <a:sym typeface="Wingdings" panose="05000000000000000000" pitchFamily="2" charset="2"/>
                        </a:rPr>
                        <a:t> w + </a:t>
                      </a:r>
                      <a:r>
                        <a:rPr lang="en-US" dirty="0" err="1">
                          <a:latin typeface="Consolas" panose="020B0609020204030204" pitchFamily="49" charset="0"/>
                          <a:sym typeface="Wingdings" panose="05000000000000000000" pitchFamily="2" charset="2"/>
                        </a:rPr>
                        <a:t>sample.input</a:t>
                      </a:r>
                      <a:r>
                        <a:rPr lang="en-US" dirty="0">
                          <a:latin typeface="Consolas" panose="020B0609020204030204" pitchFamily="49" charset="0"/>
                          <a:sym typeface="Wingdings" panose="05000000000000000000" pitchFamily="2" charset="2"/>
                        </a:rPr>
                        <a:t> x </a:t>
                      </a:r>
                      <a:r>
                        <a:rPr lang="el-GR" dirty="0">
                          <a:latin typeface="Consolas" panose="020B0609020204030204" pitchFamily="49" charset="0"/>
                        </a:rPr>
                        <a:t>α</a:t>
                      </a:r>
                      <a:r>
                        <a:rPr lang="en-US" dirty="0">
                          <a:latin typeface="Consolas" panose="020B0609020204030204" pitchFamily="49" charset="0"/>
                        </a:rPr>
                        <a:t> x </a:t>
                      </a:r>
                      <a:r>
                        <a:rPr lang="en-US" dirty="0" err="1">
                          <a:latin typeface="Consolas" panose="020B0609020204030204" pitchFamily="49" charset="0"/>
                          <a:sym typeface="Wingdings" panose="05000000000000000000" pitchFamily="2" charset="2"/>
                        </a:rPr>
                        <a:t>sample.label</a:t>
                      </a:r>
                      <a:r>
                        <a:rPr lang="en-US" dirty="0">
                          <a:latin typeface="Consolas" panose="020B0609020204030204" pitchFamily="49" charset="0"/>
                          <a:sym typeface="Wingdings" panose="05000000000000000000" pitchFamily="2" charset="2"/>
                        </a:rPr>
                        <a:t> </a:t>
                      </a:r>
                      <a:endParaRPr lang="en-US" dirty="0">
                        <a:latin typeface="Consolas" panose="020B0609020204030204" pitchFamily="49" charset="0"/>
                      </a:endParaRPr>
                    </a:p>
                  </a:txBody>
                  <a:tcPr>
                    <a:solidFill>
                      <a:schemeClr val="bg1"/>
                    </a:solidFill>
                  </a:tcPr>
                </a:tc>
                <a:extLst>
                  <a:ext uri="{0D108BD9-81ED-4DB2-BD59-A6C34878D82A}">
                    <a16:rowId xmlns:a16="http://schemas.microsoft.com/office/drawing/2014/main" val="4287305410"/>
                  </a:ext>
                </a:extLst>
              </a:tr>
              <a:tr h="370840">
                <a:tc>
                  <a:txBody>
                    <a:bodyPr/>
                    <a:lstStyle/>
                    <a:p>
                      <a:pPr algn="r"/>
                      <a:r>
                        <a:rPr lang="en-US" dirty="0"/>
                        <a:t>9</a:t>
                      </a:r>
                    </a:p>
                  </a:txBody>
                  <a:tcPr>
                    <a:solidFill>
                      <a:schemeClr val="bg1"/>
                    </a:solidFill>
                  </a:tcPr>
                </a:tc>
                <a:tc>
                  <a:txBody>
                    <a:bodyPr/>
                    <a:lstStyle/>
                    <a:p>
                      <a:r>
                        <a:rPr lang="en-US" b="1" dirty="0">
                          <a:solidFill>
                            <a:srgbClr val="0070C0"/>
                          </a:solidFill>
                          <a:latin typeface="Consolas" panose="020B0609020204030204" pitchFamily="49" charset="0"/>
                        </a:rPr>
                        <a:t>  end foreach</a:t>
                      </a:r>
                      <a:endParaRPr lang="en-US" dirty="0">
                        <a:latin typeface="Consolas" panose="020B0609020204030204" pitchFamily="49" charset="0"/>
                      </a:endParaRPr>
                    </a:p>
                  </a:txBody>
                  <a:tcPr>
                    <a:solidFill>
                      <a:schemeClr val="bg1"/>
                    </a:solidFill>
                  </a:tcPr>
                </a:tc>
                <a:extLst>
                  <a:ext uri="{0D108BD9-81ED-4DB2-BD59-A6C34878D82A}">
                    <a16:rowId xmlns:a16="http://schemas.microsoft.com/office/drawing/2014/main" val="2656897880"/>
                  </a:ext>
                </a:extLst>
              </a:tr>
              <a:tr h="370840">
                <a:tc>
                  <a:txBody>
                    <a:bodyPr/>
                    <a:lstStyle/>
                    <a:p>
                      <a:pPr algn="r"/>
                      <a:r>
                        <a:rPr lang="en-US" dirty="0"/>
                        <a:t>10</a:t>
                      </a:r>
                    </a:p>
                  </a:txBody>
                  <a:tcPr>
                    <a:solidFill>
                      <a:schemeClr val="bg1"/>
                    </a:solidFill>
                  </a:tcPr>
                </a:tc>
                <a:tc>
                  <a:txBody>
                    <a:bodyPr/>
                    <a:lstStyle/>
                    <a:p>
                      <a:r>
                        <a:rPr lang="en-US" b="1" dirty="0">
                          <a:solidFill>
                            <a:srgbClr val="0070C0"/>
                          </a:solidFill>
                          <a:latin typeface="Consolas" panose="020B0609020204030204" pitchFamily="49" charset="0"/>
                        </a:rPr>
                        <a:t>until</a:t>
                      </a:r>
                      <a:r>
                        <a:rPr lang="en-US" dirty="0">
                          <a:latin typeface="Consolas" panose="020B0609020204030204" pitchFamily="49" charset="0"/>
                        </a:rPr>
                        <a:t> </a:t>
                      </a:r>
                      <a:r>
                        <a:rPr lang="en-US" dirty="0" err="1">
                          <a:latin typeface="Consolas" panose="020B0609020204030204" pitchFamily="49" charset="0"/>
                        </a:rPr>
                        <a:t>exit_condition</a:t>
                      </a:r>
                      <a:endParaRPr lang="en-US" dirty="0">
                        <a:latin typeface="Consolas" panose="020B0609020204030204" pitchFamily="49" charset="0"/>
                      </a:endParaRPr>
                    </a:p>
                  </a:txBody>
                  <a:tcPr>
                    <a:solidFill>
                      <a:schemeClr val="bg1"/>
                    </a:solidFill>
                  </a:tcPr>
                </a:tc>
                <a:extLst>
                  <a:ext uri="{0D108BD9-81ED-4DB2-BD59-A6C34878D82A}">
                    <a16:rowId xmlns:a16="http://schemas.microsoft.com/office/drawing/2014/main" val="2569313450"/>
                  </a:ext>
                </a:extLst>
              </a:tr>
            </a:tbl>
          </a:graphicData>
        </a:graphic>
      </p:graphicFrame>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Training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74812" y="1600200"/>
            <a:ext cx="9859001" cy="5181600"/>
          </a:xfrm>
        </p:spPr>
        <p:txBody>
          <a:bodyPr>
            <a:normAutofit/>
          </a:bodyPr>
          <a:lstStyle/>
          <a:p>
            <a:pPr marL="0" indent="0">
              <a:buNone/>
            </a:pPr>
            <a:r>
              <a:rPr lang="en-US" dirty="0">
                <a:latin typeface="Cambria Math" panose="02040503050406030204" pitchFamily="18" charset="0"/>
                <a:cs typeface="Arial" panose="020B0604020202020204" pitchFamily="34" charset="0"/>
              </a:rPr>
              <a:t>Let’s put all of these together and build a training algorithm:</a:t>
            </a:r>
            <a:endParaRPr lang="en-US" sz="2400" dirty="0">
              <a:latin typeface="Cambria Math" panose="02040503050406030204" pitchFamily="18" charset="0"/>
              <a:cs typeface="Arial" panose="020B0604020202020204" pitchFamily="34" charset="0"/>
            </a:endParaRPr>
          </a:p>
          <a:p>
            <a:pPr marL="514350" indent="-514350">
              <a:buFont typeface="+mj-lt"/>
              <a:buAutoNum type="arabicPeriod"/>
            </a:pPr>
            <a:endParaRPr lang="en-US" sz="2400" dirty="0">
              <a:latin typeface="Cambria Math" panose="02040503050406030204" pitchFamily="18" charset="0"/>
              <a:cs typeface="Arial" panose="020B0604020202020204" pitchFamily="34" charset="0"/>
            </a:endParaRPr>
          </a:p>
          <a:p>
            <a:pPr marL="0" indent="0">
              <a:buNone/>
            </a:pPr>
            <a:endParaRPr lang="en-US" dirty="0">
              <a:latin typeface="Cambria Math" panose="02040503050406030204" pitchFamily="18" charset="0"/>
              <a:cs typeface="Arial" panose="020B0604020202020204" pitchFamily="34" charset="0"/>
            </a:endParaRPr>
          </a:p>
        </p:txBody>
      </p:sp>
      <p:sp>
        <p:nvSpPr>
          <p:cNvPr id="3" name="Rectangle 2">
            <a:extLst>
              <a:ext uri="{FF2B5EF4-FFF2-40B4-BE49-F238E27FC236}">
                <a16:creationId xmlns:a16="http://schemas.microsoft.com/office/drawing/2014/main" id="{8517B689-C017-944C-AF64-1CBE5905711C}"/>
              </a:ext>
            </a:extLst>
          </p:cNvPr>
          <p:cNvSpPr/>
          <p:nvPr/>
        </p:nvSpPr>
        <p:spPr>
          <a:xfrm>
            <a:off x="2741612" y="4384040"/>
            <a:ext cx="1752600" cy="360680"/>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allout: Down Arrow 3">
            <a:extLst>
              <a:ext uri="{FF2B5EF4-FFF2-40B4-BE49-F238E27FC236}">
                <a16:creationId xmlns:a16="http://schemas.microsoft.com/office/drawing/2014/main" id="{3AD72798-5D39-9B81-BF50-FF361DE09A7A}"/>
              </a:ext>
            </a:extLst>
          </p:cNvPr>
          <p:cNvSpPr/>
          <p:nvPr/>
        </p:nvSpPr>
        <p:spPr>
          <a:xfrm>
            <a:off x="3408362" y="3048000"/>
            <a:ext cx="4362450" cy="1239520"/>
          </a:xfrm>
          <a:prstGeom prst="downArrowCallout">
            <a:avLst>
              <a:gd name="adj1" fmla="val 5842"/>
              <a:gd name="adj2" fmla="val 9918"/>
              <a:gd name="adj3" fmla="val 7269"/>
              <a:gd name="adj4" fmla="val 85969"/>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highlight>
                  <a:srgbClr val="000000"/>
                </a:highlight>
                <a:latin typeface="Arial" panose="020B0604020202020204" pitchFamily="34" charset="0"/>
                <a:cs typeface="Arial" panose="020B0604020202020204" pitchFamily="34" charset="0"/>
              </a:rPr>
              <a:t>classified is a Boolean value </a:t>
            </a:r>
            <a:r>
              <a:rPr lang="en-US" dirty="0">
                <a:latin typeface="Arial" panose="020B0604020202020204" pitchFamily="34" charset="0"/>
                <a:cs typeface="Arial" panose="020B0604020202020204" pitchFamily="34" charset="0"/>
              </a:rPr>
              <a:t>that will be </a:t>
            </a:r>
            <a:r>
              <a:rPr lang="en-US" b="1" dirty="0">
                <a:solidFill>
                  <a:srgbClr val="FFC000"/>
                </a:solidFill>
                <a:latin typeface="Arial" panose="020B0604020202020204" pitchFamily="34" charset="0"/>
                <a:cs typeface="Arial" panose="020B0604020202020204" pitchFamily="34" charset="0"/>
              </a:rPr>
              <a:t>true</a:t>
            </a:r>
            <a:r>
              <a:rPr lang="en-US" dirty="0">
                <a:latin typeface="Arial" panose="020B0604020202020204" pitchFamily="34" charset="0"/>
                <a:cs typeface="Arial" panose="020B0604020202020204" pitchFamily="34" charset="0"/>
              </a:rPr>
              <a:t> if the result is (&gt;0) and </a:t>
            </a:r>
            <a:r>
              <a:rPr lang="en-US" b="1" dirty="0">
                <a:solidFill>
                  <a:srgbClr val="FFC000"/>
                </a:solidFill>
                <a:latin typeface="Arial" panose="020B0604020202020204" pitchFamily="34" charset="0"/>
                <a:cs typeface="Arial" panose="020B0604020202020204" pitchFamily="34" charset="0"/>
              </a:rPr>
              <a:t>false</a:t>
            </a:r>
            <a:r>
              <a:rPr lang="en-US" dirty="0">
                <a:latin typeface="Arial" panose="020B0604020202020204" pitchFamily="34" charset="0"/>
                <a:cs typeface="Arial" panose="020B0604020202020204" pitchFamily="34" charset="0"/>
              </a:rPr>
              <a:t> otherwise.</a:t>
            </a:r>
          </a:p>
        </p:txBody>
      </p:sp>
    </p:spTree>
    <p:extLst>
      <p:ext uri="{BB962C8B-B14F-4D97-AF65-F5344CB8AC3E}">
        <p14:creationId xmlns:p14="http://schemas.microsoft.com/office/powerpoint/2010/main" val="438657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par>
                          <p:cTn id="8" fill="hold">
                            <p:stCondLst>
                              <p:cond delay="500"/>
                            </p:stCondLst>
                            <p:childTnLst>
                              <p:par>
                                <p:cTn id="9" presetID="2" presetClass="entr" presetSubtype="1"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3AEDFDF0-7D11-0D03-A8E2-4283E031A253}"/>
              </a:ext>
            </a:extLst>
          </p:cNvPr>
          <p:cNvGraphicFramePr>
            <a:graphicFrameLocks noGrp="1"/>
          </p:cNvGraphicFramePr>
          <p:nvPr>
            <p:extLst>
              <p:ext uri="{D42A27DB-BD31-4B8C-83A1-F6EECF244321}">
                <p14:modId xmlns:p14="http://schemas.microsoft.com/office/powerpoint/2010/main" val="1992903029"/>
              </p:ext>
            </p:extLst>
          </p:nvPr>
        </p:nvGraphicFramePr>
        <p:xfrm>
          <a:off x="1645611" y="2153920"/>
          <a:ext cx="10437813" cy="4074160"/>
        </p:xfrm>
        <a:graphic>
          <a:graphicData uri="http://schemas.openxmlformats.org/drawingml/2006/table">
            <a:tbl>
              <a:tblPr firstRow="1" bandRow="1">
                <a:tableStyleId>{7E9639D4-E3E2-4D34-9284-5A2195B3D0D7}</a:tableStyleId>
              </a:tblPr>
              <a:tblGrid>
                <a:gridCol w="702545">
                  <a:extLst>
                    <a:ext uri="{9D8B030D-6E8A-4147-A177-3AD203B41FA5}">
                      <a16:colId xmlns:a16="http://schemas.microsoft.com/office/drawing/2014/main" val="3187280461"/>
                    </a:ext>
                  </a:extLst>
                </a:gridCol>
                <a:gridCol w="9735268">
                  <a:extLst>
                    <a:ext uri="{9D8B030D-6E8A-4147-A177-3AD203B41FA5}">
                      <a16:colId xmlns:a16="http://schemas.microsoft.com/office/drawing/2014/main" val="2007790319"/>
                    </a:ext>
                  </a:extLst>
                </a:gridCol>
              </a:tblGrid>
              <a:tr h="274320">
                <a:tc>
                  <a:txBody>
                    <a:bodyPr/>
                    <a:lstStyle/>
                    <a:p>
                      <a:r>
                        <a:rPr lang="en-US" dirty="0"/>
                        <a:t>Line</a:t>
                      </a:r>
                    </a:p>
                  </a:txBody>
                  <a:tcPr/>
                </a:tc>
                <a:tc>
                  <a:txBody>
                    <a:bodyPr/>
                    <a:lstStyle/>
                    <a:p>
                      <a:r>
                        <a:rPr lang="en-US" dirty="0"/>
                        <a:t>Pseudocode</a:t>
                      </a:r>
                    </a:p>
                  </a:txBody>
                  <a:tcPr/>
                </a:tc>
                <a:extLst>
                  <a:ext uri="{0D108BD9-81ED-4DB2-BD59-A6C34878D82A}">
                    <a16:rowId xmlns:a16="http://schemas.microsoft.com/office/drawing/2014/main" val="2508094747"/>
                  </a:ext>
                </a:extLst>
              </a:tr>
              <a:tr h="370840">
                <a:tc>
                  <a:txBody>
                    <a:bodyPr/>
                    <a:lstStyle/>
                    <a:p>
                      <a:pPr algn="r"/>
                      <a:r>
                        <a:rPr lang="en-US" dirty="0"/>
                        <a:t>1</a:t>
                      </a:r>
                    </a:p>
                  </a:txBody>
                  <a:tcPr>
                    <a:solidFill>
                      <a:schemeClr val="bg1"/>
                    </a:solidFill>
                  </a:tcPr>
                </a:tc>
                <a:tc>
                  <a:txBody>
                    <a:bodyPr/>
                    <a:lstStyle/>
                    <a:p>
                      <a:r>
                        <a:rPr lang="en-US" dirty="0">
                          <a:latin typeface="Consolas" panose="020B0609020204030204" pitchFamily="49" charset="0"/>
                        </a:rPr>
                        <a:t>w </a:t>
                      </a:r>
                      <a:r>
                        <a:rPr lang="en-US" dirty="0">
                          <a:latin typeface="Consolas" panose="020B0609020204030204" pitchFamily="49" charset="0"/>
                          <a:sym typeface="Wingdings" panose="05000000000000000000" pitchFamily="2" charset="2"/>
                        </a:rPr>
                        <a:t> a vector of “n+1” elements initialized randomly or with 0 </a:t>
                      </a:r>
                      <a:endParaRPr lang="en-US" dirty="0">
                        <a:latin typeface="Consolas" panose="020B0609020204030204" pitchFamily="49" charset="0"/>
                      </a:endParaRPr>
                    </a:p>
                  </a:txBody>
                  <a:tcPr>
                    <a:solidFill>
                      <a:schemeClr val="bg1"/>
                    </a:solidFill>
                  </a:tcPr>
                </a:tc>
                <a:extLst>
                  <a:ext uri="{0D108BD9-81ED-4DB2-BD59-A6C34878D82A}">
                    <a16:rowId xmlns:a16="http://schemas.microsoft.com/office/drawing/2014/main" val="1057160213"/>
                  </a:ext>
                </a:extLst>
              </a:tr>
              <a:tr h="370840">
                <a:tc>
                  <a:txBody>
                    <a:bodyPr/>
                    <a:lstStyle/>
                    <a:p>
                      <a:pPr algn="r"/>
                      <a:r>
                        <a:rPr lang="en-US" dirty="0"/>
                        <a:t>2</a:t>
                      </a:r>
                    </a:p>
                  </a:txBody>
                  <a:tcPr>
                    <a:solidFill>
                      <a:schemeClr val="bg1"/>
                    </a:solidFill>
                  </a:tcPr>
                </a:tc>
                <a:tc>
                  <a:txBody>
                    <a:bodyPr/>
                    <a:lstStyle/>
                    <a:p>
                      <a:r>
                        <a:rPr lang="en-US" dirty="0">
                          <a:latin typeface="Consolas" panose="020B0609020204030204" pitchFamily="49" charset="0"/>
                        </a:rPr>
                        <a:t>trainset </a:t>
                      </a:r>
                      <a:r>
                        <a:rPr lang="en-US" dirty="0">
                          <a:latin typeface="Consolas" panose="020B0609020204030204" pitchFamily="49" charset="0"/>
                          <a:sym typeface="Wingdings" panose="05000000000000000000" pitchFamily="2" charset="2"/>
                        </a:rPr>
                        <a:t> the training set</a:t>
                      </a:r>
                      <a:endParaRPr lang="en-US" dirty="0">
                        <a:latin typeface="Consolas" panose="020B0609020204030204" pitchFamily="49" charset="0"/>
                      </a:endParaRPr>
                    </a:p>
                  </a:txBody>
                  <a:tcPr>
                    <a:solidFill>
                      <a:schemeClr val="bg1"/>
                    </a:solidFill>
                  </a:tcPr>
                </a:tc>
                <a:extLst>
                  <a:ext uri="{0D108BD9-81ED-4DB2-BD59-A6C34878D82A}">
                    <a16:rowId xmlns:a16="http://schemas.microsoft.com/office/drawing/2014/main" val="2973704334"/>
                  </a:ext>
                </a:extLst>
              </a:tr>
              <a:tr h="370840">
                <a:tc>
                  <a:txBody>
                    <a:bodyPr/>
                    <a:lstStyle/>
                    <a:p>
                      <a:pPr algn="r"/>
                      <a:r>
                        <a:rPr lang="en-US" dirty="0"/>
                        <a:t>3</a:t>
                      </a:r>
                    </a:p>
                  </a:txBody>
                  <a:tcPr>
                    <a:solidFill>
                      <a:schemeClr val="bg1"/>
                    </a:solidFill>
                  </a:tcPr>
                </a:tc>
                <a:tc>
                  <a:txBody>
                    <a:bodyPr/>
                    <a:lstStyle/>
                    <a:p>
                      <a:r>
                        <a:rPr lang="el-GR" dirty="0">
                          <a:latin typeface="Consolas" panose="020B0609020204030204" pitchFamily="49" charset="0"/>
                        </a:rPr>
                        <a:t>α</a:t>
                      </a:r>
                      <a:r>
                        <a:rPr lang="en-US" dirty="0">
                          <a:latin typeface="Consolas" panose="020B0609020204030204" pitchFamily="49" charset="0"/>
                        </a:rPr>
                        <a:t> </a:t>
                      </a:r>
                      <a:r>
                        <a:rPr lang="en-US" dirty="0">
                          <a:latin typeface="Consolas" panose="020B0609020204030204" pitchFamily="49" charset="0"/>
                          <a:sym typeface="Wingdings" panose="05000000000000000000" pitchFamily="2" charset="2"/>
                        </a:rPr>
                        <a:t> 0.01 </a:t>
                      </a:r>
                      <a:r>
                        <a:rPr lang="en-US" dirty="0">
                          <a:solidFill>
                            <a:schemeClr val="tx1">
                              <a:lumMod val="40000"/>
                              <a:lumOff val="60000"/>
                            </a:schemeClr>
                          </a:solidFill>
                          <a:latin typeface="Consolas" panose="020B0609020204030204" pitchFamily="49" charset="0"/>
                          <a:sym typeface="Wingdings" panose="05000000000000000000" pitchFamily="2" charset="2"/>
                        </a:rPr>
                        <a:t>// learning rate</a:t>
                      </a:r>
                      <a:endParaRPr lang="en-US" dirty="0">
                        <a:solidFill>
                          <a:schemeClr val="tx1">
                            <a:lumMod val="40000"/>
                            <a:lumOff val="60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760439933"/>
                  </a:ext>
                </a:extLst>
              </a:tr>
              <a:tr h="370840">
                <a:tc>
                  <a:txBody>
                    <a:bodyPr/>
                    <a:lstStyle/>
                    <a:p>
                      <a:pPr algn="r"/>
                      <a:r>
                        <a:rPr lang="en-US" dirty="0"/>
                        <a:t>4</a:t>
                      </a:r>
                    </a:p>
                  </a:txBody>
                  <a:tcPr>
                    <a:solidFill>
                      <a:schemeClr val="bg1"/>
                    </a:solidFill>
                  </a:tcPr>
                </a:tc>
                <a:tc>
                  <a:txBody>
                    <a:bodyPr/>
                    <a:lstStyle/>
                    <a:p>
                      <a:r>
                        <a:rPr lang="en-US" b="1" dirty="0">
                          <a:solidFill>
                            <a:srgbClr val="0070C0"/>
                          </a:solidFill>
                          <a:latin typeface="Consolas" panose="020B0609020204030204" pitchFamily="49" charset="0"/>
                        </a:rPr>
                        <a:t>repeat</a:t>
                      </a:r>
                      <a:endParaRPr lang="en-US" dirty="0">
                        <a:latin typeface="Consolas" panose="020B0609020204030204" pitchFamily="49" charset="0"/>
                      </a:endParaRPr>
                    </a:p>
                  </a:txBody>
                  <a:tcPr>
                    <a:solidFill>
                      <a:schemeClr val="bg1"/>
                    </a:solidFill>
                  </a:tcPr>
                </a:tc>
                <a:extLst>
                  <a:ext uri="{0D108BD9-81ED-4DB2-BD59-A6C34878D82A}">
                    <a16:rowId xmlns:a16="http://schemas.microsoft.com/office/drawing/2014/main" val="1171392527"/>
                  </a:ext>
                </a:extLst>
              </a:tr>
              <a:tr h="370840">
                <a:tc>
                  <a:txBody>
                    <a:bodyPr/>
                    <a:lstStyle/>
                    <a:p>
                      <a:pPr algn="r"/>
                      <a:r>
                        <a:rPr lang="en-US" dirty="0"/>
                        <a:t>5</a:t>
                      </a:r>
                    </a:p>
                  </a:txBody>
                  <a:tcPr>
                    <a:solidFill>
                      <a:schemeClr val="bg1"/>
                    </a:solidFill>
                  </a:tcPr>
                </a:tc>
                <a:tc>
                  <a:txBody>
                    <a:bodyPr/>
                    <a:lstStyle/>
                    <a:p>
                      <a:r>
                        <a:rPr lang="en-US" b="1" dirty="0">
                          <a:solidFill>
                            <a:srgbClr val="0070C0"/>
                          </a:solidFill>
                          <a:latin typeface="Consolas" panose="020B0609020204030204" pitchFamily="49" charset="0"/>
                        </a:rPr>
                        <a:t>  foreach</a:t>
                      </a:r>
                      <a:r>
                        <a:rPr lang="en-US" dirty="0">
                          <a:latin typeface="Consolas" panose="020B0609020204030204" pitchFamily="49" charset="0"/>
                        </a:rPr>
                        <a:t> sample </a:t>
                      </a:r>
                      <a:r>
                        <a:rPr lang="en-US" b="1" dirty="0">
                          <a:solidFill>
                            <a:srgbClr val="0070C0"/>
                          </a:solidFill>
                          <a:latin typeface="Consolas" panose="020B0609020204030204" pitchFamily="49" charset="0"/>
                        </a:rPr>
                        <a:t>in</a:t>
                      </a:r>
                      <a:r>
                        <a:rPr lang="en-US" dirty="0">
                          <a:latin typeface="Consolas" panose="020B0609020204030204" pitchFamily="49" charset="0"/>
                        </a:rPr>
                        <a:t> trainset</a:t>
                      </a:r>
                    </a:p>
                  </a:txBody>
                  <a:tcPr>
                    <a:solidFill>
                      <a:schemeClr val="bg1"/>
                    </a:solidFill>
                  </a:tcPr>
                </a:tc>
                <a:extLst>
                  <a:ext uri="{0D108BD9-81ED-4DB2-BD59-A6C34878D82A}">
                    <a16:rowId xmlns:a16="http://schemas.microsoft.com/office/drawing/2014/main" val="130492628"/>
                  </a:ext>
                </a:extLst>
              </a:tr>
              <a:tr h="370840">
                <a:tc>
                  <a:txBody>
                    <a:bodyPr/>
                    <a:lstStyle/>
                    <a:p>
                      <a:pPr algn="r"/>
                      <a:r>
                        <a:rPr lang="en-US" dirty="0"/>
                        <a:t>6</a:t>
                      </a:r>
                    </a:p>
                  </a:txBody>
                  <a:tcPr>
                    <a:solidFill>
                      <a:schemeClr val="bg1"/>
                    </a:solidFill>
                  </a:tcPr>
                </a:tc>
                <a:tc>
                  <a:txBody>
                    <a:bodyPr/>
                    <a:lstStyle/>
                    <a:p>
                      <a:r>
                        <a:rPr lang="en-US" dirty="0">
                          <a:latin typeface="Consolas" panose="020B0609020204030204" pitchFamily="49" charset="0"/>
                        </a:rPr>
                        <a:t>    classified </a:t>
                      </a:r>
                      <a:r>
                        <a:rPr lang="en-US" dirty="0">
                          <a:latin typeface="Consolas" panose="020B0609020204030204" pitchFamily="49" charset="0"/>
                          <a:sym typeface="Wingdings" panose="05000000000000000000" pitchFamily="2" charset="2"/>
                        </a:rPr>
                        <a:t> (</a:t>
                      </a:r>
                      <a:r>
                        <a:rPr lang="en-US" dirty="0" err="1">
                          <a:latin typeface="Consolas" panose="020B0609020204030204" pitchFamily="49" charset="0"/>
                          <a:sym typeface="Wingdings" panose="05000000000000000000" pitchFamily="2" charset="2"/>
                        </a:rPr>
                        <a:t>sample.label</a:t>
                      </a:r>
                      <a:r>
                        <a:rPr lang="en-US" dirty="0">
                          <a:latin typeface="Consolas" panose="020B0609020204030204" pitchFamily="49" charset="0"/>
                          <a:sym typeface="Wingdings" panose="05000000000000000000" pitchFamily="2" charset="2"/>
                        </a:rPr>
                        <a:t> x </a:t>
                      </a:r>
                      <a:r>
                        <a:rPr lang="en-US" b="1" dirty="0" err="1">
                          <a:solidFill>
                            <a:srgbClr val="7030A0"/>
                          </a:solidFill>
                          <a:latin typeface="Consolas" panose="020B0609020204030204" pitchFamily="49" charset="0"/>
                          <a:sym typeface="Wingdings" panose="05000000000000000000" pitchFamily="2" charset="2"/>
                        </a:rPr>
                        <a:t>dotproduct</a:t>
                      </a:r>
                      <a:r>
                        <a:rPr lang="en-US" dirty="0">
                          <a:latin typeface="Consolas" panose="020B0609020204030204" pitchFamily="49" charset="0"/>
                          <a:sym typeface="Wingdings" panose="05000000000000000000" pitchFamily="2" charset="2"/>
                        </a:rPr>
                        <a:t>(</a:t>
                      </a:r>
                      <a:r>
                        <a:rPr lang="en-US" dirty="0" err="1">
                          <a:latin typeface="Consolas" panose="020B0609020204030204" pitchFamily="49" charset="0"/>
                          <a:sym typeface="Wingdings" panose="05000000000000000000" pitchFamily="2" charset="2"/>
                        </a:rPr>
                        <a:t>sample.input,w</a:t>
                      </a:r>
                      <a:r>
                        <a:rPr lang="en-US" dirty="0">
                          <a:latin typeface="Consolas" panose="020B0609020204030204" pitchFamily="49" charset="0"/>
                          <a:sym typeface="Wingdings" panose="05000000000000000000" pitchFamily="2" charset="2"/>
                        </a:rPr>
                        <a:t>)) &gt; 0</a:t>
                      </a:r>
                      <a:endParaRPr lang="en-US" dirty="0">
                        <a:latin typeface="Consolas" panose="020B0609020204030204" pitchFamily="49" charset="0"/>
                      </a:endParaRPr>
                    </a:p>
                  </a:txBody>
                  <a:tcPr>
                    <a:solidFill>
                      <a:schemeClr val="bg1"/>
                    </a:solidFill>
                  </a:tcPr>
                </a:tc>
                <a:extLst>
                  <a:ext uri="{0D108BD9-81ED-4DB2-BD59-A6C34878D82A}">
                    <a16:rowId xmlns:a16="http://schemas.microsoft.com/office/drawing/2014/main" val="3691233306"/>
                  </a:ext>
                </a:extLst>
              </a:tr>
              <a:tr h="370840">
                <a:tc>
                  <a:txBody>
                    <a:bodyPr/>
                    <a:lstStyle/>
                    <a:p>
                      <a:pPr algn="r"/>
                      <a:r>
                        <a:rPr lang="en-US" dirty="0"/>
                        <a:t>7</a:t>
                      </a:r>
                    </a:p>
                  </a:txBody>
                  <a:tcPr>
                    <a:solidFill>
                      <a:schemeClr val="bg1"/>
                    </a:solidFill>
                  </a:tcPr>
                </a:tc>
                <a:tc>
                  <a:txBody>
                    <a:bodyPr/>
                    <a:lstStyle/>
                    <a:p>
                      <a:r>
                        <a:rPr lang="en-US" dirty="0">
                          <a:latin typeface="Consolas" panose="020B0609020204030204" pitchFamily="49" charset="0"/>
                        </a:rPr>
                        <a:t>    </a:t>
                      </a:r>
                      <a:r>
                        <a:rPr lang="en-US" b="1" dirty="0">
                          <a:solidFill>
                            <a:srgbClr val="0070C0"/>
                          </a:solidFill>
                          <a:latin typeface="Consolas" panose="020B0609020204030204" pitchFamily="49" charset="0"/>
                        </a:rPr>
                        <a:t>if</a:t>
                      </a:r>
                      <a:r>
                        <a:rPr lang="en-US" dirty="0">
                          <a:latin typeface="Consolas" panose="020B0609020204030204" pitchFamily="49" charset="0"/>
                        </a:rPr>
                        <a:t> classified </a:t>
                      </a:r>
                      <a:r>
                        <a:rPr lang="en-US" b="1" dirty="0">
                          <a:solidFill>
                            <a:srgbClr val="0070C0"/>
                          </a:solidFill>
                          <a:latin typeface="Consolas" panose="020B0609020204030204" pitchFamily="49" charset="0"/>
                        </a:rPr>
                        <a:t>then</a:t>
                      </a:r>
                      <a:r>
                        <a:rPr lang="en-US" dirty="0">
                          <a:latin typeface="Consolas" panose="020B0609020204030204" pitchFamily="49" charset="0"/>
                        </a:rPr>
                        <a:t> </a:t>
                      </a:r>
                      <a:r>
                        <a:rPr lang="en-US" b="1" dirty="0">
                          <a:solidFill>
                            <a:srgbClr val="0070C0"/>
                          </a:solidFill>
                          <a:latin typeface="Consolas" panose="020B0609020204030204" pitchFamily="49" charset="0"/>
                        </a:rPr>
                        <a:t>continue</a:t>
                      </a:r>
                    </a:p>
                  </a:txBody>
                  <a:tcPr>
                    <a:solidFill>
                      <a:schemeClr val="bg1"/>
                    </a:solidFill>
                  </a:tcPr>
                </a:tc>
                <a:extLst>
                  <a:ext uri="{0D108BD9-81ED-4DB2-BD59-A6C34878D82A}">
                    <a16:rowId xmlns:a16="http://schemas.microsoft.com/office/drawing/2014/main" val="4260882290"/>
                  </a:ext>
                </a:extLst>
              </a:tr>
              <a:tr h="370840">
                <a:tc>
                  <a:txBody>
                    <a:bodyPr/>
                    <a:lstStyle/>
                    <a:p>
                      <a:pPr algn="r"/>
                      <a:r>
                        <a:rPr lang="en-US" dirty="0"/>
                        <a:t>8</a:t>
                      </a:r>
                    </a:p>
                  </a:txBody>
                  <a:tcPr>
                    <a:solidFill>
                      <a:schemeClr val="bg1"/>
                    </a:solidFill>
                  </a:tcPr>
                </a:tc>
                <a:tc>
                  <a:txBody>
                    <a:bodyPr/>
                    <a:lstStyle/>
                    <a:p>
                      <a:r>
                        <a:rPr lang="en-US" dirty="0">
                          <a:latin typeface="Consolas" panose="020B0609020204030204" pitchFamily="49" charset="0"/>
                        </a:rPr>
                        <a:t>    w </a:t>
                      </a:r>
                      <a:r>
                        <a:rPr lang="en-US" dirty="0">
                          <a:latin typeface="Consolas" panose="020B0609020204030204" pitchFamily="49" charset="0"/>
                          <a:sym typeface="Wingdings" panose="05000000000000000000" pitchFamily="2" charset="2"/>
                        </a:rPr>
                        <a:t> w + </a:t>
                      </a:r>
                      <a:r>
                        <a:rPr lang="en-US" dirty="0" err="1">
                          <a:latin typeface="Consolas" panose="020B0609020204030204" pitchFamily="49" charset="0"/>
                          <a:sym typeface="Wingdings" panose="05000000000000000000" pitchFamily="2" charset="2"/>
                        </a:rPr>
                        <a:t>sample.input</a:t>
                      </a:r>
                      <a:r>
                        <a:rPr lang="en-US" dirty="0">
                          <a:latin typeface="Consolas" panose="020B0609020204030204" pitchFamily="49" charset="0"/>
                          <a:sym typeface="Wingdings" panose="05000000000000000000" pitchFamily="2" charset="2"/>
                        </a:rPr>
                        <a:t> x </a:t>
                      </a:r>
                      <a:r>
                        <a:rPr lang="el-GR" dirty="0">
                          <a:latin typeface="Consolas" panose="020B0609020204030204" pitchFamily="49" charset="0"/>
                        </a:rPr>
                        <a:t>α</a:t>
                      </a:r>
                      <a:r>
                        <a:rPr lang="en-US" dirty="0">
                          <a:latin typeface="Consolas" panose="020B0609020204030204" pitchFamily="49" charset="0"/>
                        </a:rPr>
                        <a:t> x </a:t>
                      </a:r>
                      <a:r>
                        <a:rPr lang="en-US" dirty="0" err="1">
                          <a:latin typeface="Consolas" panose="020B0609020204030204" pitchFamily="49" charset="0"/>
                          <a:sym typeface="Wingdings" panose="05000000000000000000" pitchFamily="2" charset="2"/>
                        </a:rPr>
                        <a:t>sample.label</a:t>
                      </a:r>
                      <a:r>
                        <a:rPr lang="en-US" dirty="0">
                          <a:latin typeface="Consolas" panose="020B0609020204030204" pitchFamily="49" charset="0"/>
                          <a:sym typeface="Wingdings" panose="05000000000000000000" pitchFamily="2" charset="2"/>
                        </a:rPr>
                        <a:t> </a:t>
                      </a:r>
                      <a:endParaRPr lang="en-US" dirty="0">
                        <a:latin typeface="Consolas" panose="020B0609020204030204" pitchFamily="49" charset="0"/>
                      </a:endParaRPr>
                    </a:p>
                  </a:txBody>
                  <a:tcPr>
                    <a:solidFill>
                      <a:schemeClr val="bg1"/>
                    </a:solidFill>
                  </a:tcPr>
                </a:tc>
                <a:extLst>
                  <a:ext uri="{0D108BD9-81ED-4DB2-BD59-A6C34878D82A}">
                    <a16:rowId xmlns:a16="http://schemas.microsoft.com/office/drawing/2014/main" val="4287305410"/>
                  </a:ext>
                </a:extLst>
              </a:tr>
              <a:tr h="370840">
                <a:tc>
                  <a:txBody>
                    <a:bodyPr/>
                    <a:lstStyle/>
                    <a:p>
                      <a:pPr algn="r"/>
                      <a:r>
                        <a:rPr lang="en-US" dirty="0"/>
                        <a:t>9</a:t>
                      </a:r>
                    </a:p>
                  </a:txBody>
                  <a:tcPr>
                    <a:solidFill>
                      <a:schemeClr val="bg1"/>
                    </a:solidFill>
                  </a:tcPr>
                </a:tc>
                <a:tc>
                  <a:txBody>
                    <a:bodyPr/>
                    <a:lstStyle/>
                    <a:p>
                      <a:r>
                        <a:rPr lang="en-US" b="1" dirty="0">
                          <a:solidFill>
                            <a:srgbClr val="0070C0"/>
                          </a:solidFill>
                          <a:latin typeface="Consolas" panose="020B0609020204030204" pitchFamily="49" charset="0"/>
                        </a:rPr>
                        <a:t>  end foreach</a:t>
                      </a:r>
                      <a:endParaRPr lang="en-US" dirty="0">
                        <a:latin typeface="Consolas" panose="020B0609020204030204" pitchFamily="49" charset="0"/>
                      </a:endParaRPr>
                    </a:p>
                  </a:txBody>
                  <a:tcPr>
                    <a:solidFill>
                      <a:schemeClr val="bg1"/>
                    </a:solidFill>
                  </a:tcPr>
                </a:tc>
                <a:extLst>
                  <a:ext uri="{0D108BD9-81ED-4DB2-BD59-A6C34878D82A}">
                    <a16:rowId xmlns:a16="http://schemas.microsoft.com/office/drawing/2014/main" val="2656897880"/>
                  </a:ext>
                </a:extLst>
              </a:tr>
              <a:tr h="370840">
                <a:tc>
                  <a:txBody>
                    <a:bodyPr/>
                    <a:lstStyle/>
                    <a:p>
                      <a:pPr algn="r"/>
                      <a:r>
                        <a:rPr lang="en-US" dirty="0"/>
                        <a:t>10</a:t>
                      </a:r>
                    </a:p>
                  </a:txBody>
                  <a:tcPr>
                    <a:solidFill>
                      <a:schemeClr val="bg1"/>
                    </a:solidFill>
                  </a:tcPr>
                </a:tc>
                <a:tc>
                  <a:txBody>
                    <a:bodyPr/>
                    <a:lstStyle/>
                    <a:p>
                      <a:r>
                        <a:rPr lang="en-US" b="1" dirty="0">
                          <a:solidFill>
                            <a:srgbClr val="0070C0"/>
                          </a:solidFill>
                          <a:latin typeface="Consolas" panose="020B0609020204030204" pitchFamily="49" charset="0"/>
                        </a:rPr>
                        <a:t>until</a:t>
                      </a:r>
                      <a:r>
                        <a:rPr lang="en-US" dirty="0">
                          <a:latin typeface="Consolas" panose="020B0609020204030204" pitchFamily="49" charset="0"/>
                        </a:rPr>
                        <a:t> </a:t>
                      </a:r>
                      <a:r>
                        <a:rPr lang="en-US" dirty="0" err="1">
                          <a:latin typeface="Consolas" panose="020B0609020204030204" pitchFamily="49" charset="0"/>
                        </a:rPr>
                        <a:t>exit_condition</a:t>
                      </a:r>
                      <a:endParaRPr lang="en-US" dirty="0">
                        <a:latin typeface="Consolas" panose="020B0609020204030204" pitchFamily="49" charset="0"/>
                      </a:endParaRPr>
                    </a:p>
                  </a:txBody>
                  <a:tcPr>
                    <a:solidFill>
                      <a:schemeClr val="bg1"/>
                    </a:solidFill>
                  </a:tcPr>
                </a:tc>
                <a:extLst>
                  <a:ext uri="{0D108BD9-81ED-4DB2-BD59-A6C34878D82A}">
                    <a16:rowId xmlns:a16="http://schemas.microsoft.com/office/drawing/2014/main" val="2569313450"/>
                  </a:ext>
                </a:extLst>
              </a:tr>
            </a:tbl>
          </a:graphicData>
        </a:graphic>
      </p:graphicFrame>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Training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859001" cy="5181600"/>
          </a:xfrm>
        </p:spPr>
        <p:txBody>
          <a:bodyPr>
            <a:normAutofit/>
          </a:bodyPr>
          <a:lstStyle/>
          <a:p>
            <a:pPr marL="0" indent="0">
              <a:buNone/>
            </a:pPr>
            <a:r>
              <a:rPr lang="en-US" dirty="0">
                <a:latin typeface="Cambria Math" panose="02040503050406030204" pitchFamily="18" charset="0"/>
                <a:cs typeface="Arial" panose="020B0604020202020204" pitchFamily="34" charset="0"/>
              </a:rPr>
              <a:t>Let’s put all of these together and build a training algorithm:</a:t>
            </a:r>
            <a:endParaRPr lang="en-US" sz="2400" dirty="0">
              <a:latin typeface="Cambria Math" panose="02040503050406030204" pitchFamily="18" charset="0"/>
              <a:cs typeface="Arial" panose="020B0604020202020204" pitchFamily="34" charset="0"/>
            </a:endParaRPr>
          </a:p>
          <a:p>
            <a:pPr marL="514350" indent="-514350">
              <a:buFont typeface="+mj-lt"/>
              <a:buAutoNum type="arabicPeriod"/>
            </a:pPr>
            <a:endParaRPr lang="en-US" sz="2400" dirty="0">
              <a:latin typeface="Cambria Math" panose="02040503050406030204" pitchFamily="18" charset="0"/>
              <a:cs typeface="Arial" panose="020B0604020202020204" pitchFamily="34" charset="0"/>
            </a:endParaRPr>
          </a:p>
          <a:p>
            <a:pPr marL="0" indent="0">
              <a:buNone/>
            </a:pPr>
            <a:endParaRPr lang="en-US" dirty="0">
              <a:latin typeface="Cambria Math" panose="02040503050406030204" pitchFamily="18" charset="0"/>
              <a:cs typeface="Arial" panose="020B0604020202020204" pitchFamily="34" charset="0"/>
            </a:endParaRPr>
          </a:p>
        </p:txBody>
      </p:sp>
      <p:sp>
        <p:nvSpPr>
          <p:cNvPr id="3" name="Rectangle 2">
            <a:extLst>
              <a:ext uri="{FF2B5EF4-FFF2-40B4-BE49-F238E27FC236}">
                <a16:creationId xmlns:a16="http://schemas.microsoft.com/office/drawing/2014/main" id="{FDBE1682-3F31-AB09-9E47-D379C73958DF}"/>
              </a:ext>
            </a:extLst>
          </p:cNvPr>
          <p:cNvSpPr/>
          <p:nvPr/>
        </p:nvSpPr>
        <p:spPr>
          <a:xfrm>
            <a:off x="3122612" y="5791200"/>
            <a:ext cx="1905000" cy="457199"/>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allout: Down Arrow 3">
            <a:extLst>
              <a:ext uri="{FF2B5EF4-FFF2-40B4-BE49-F238E27FC236}">
                <a16:creationId xmlns:a16="http://schemas.microsoft.com/office/drawing/2014/main" id="{C72B00F0-A530-32E3-B968-72C28AB1DB3A}"/>
              </a:ext>
            </a:extLst>
          </p:cNvPr>
          <p:cNvSpPr/>
          <p:nvPr/>
        </p:nvSpPr>
        <p:spPr>
          <a:xfrm>
            <a:off x="1827212" y="3881120"/>
            <a:ext cx="5105400" cy="1869441"/>
          </a:xfrm>
          <a:prstGeom prst="downArrowCallout">
            <a:avLst>
              <a:gd name="adj1" fmla="val 5842"/>
              <a:gd name="adj2" fmla="val 9918"/>
              <a:gd name="adj3" fmla="val 7269"/>
              <a:gd name="adj4" fmla="val 85969"/>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dirty="0"/>
              <a:t>Exit condition can be several things:</a:t>
            </a:r>
          </a:p>
          <a:p>
            <a:pPr marL="285750" indent="-285750">
              <a:buFont typeface="Arial" panose="020B0604020202020204" pitchFamily="34" charset="0"/>
              <a:buChar char="•"/>
            </a:pPr>
            <a:r>
              <a:rPr lang="en-US" dirty="0"/>
              <a:t>A number of iterations (epochs) is achieved</a:t>
            </a:r>
          </a:p>
          <a:p>
            <a:pPr marL="285750" indent="-285750">
              <a:buFont typeface="Arial" panose="020B0604020202020204" pitchFamily="34" charset="0"/>
              <a:buChar char="•"/>
              <a:tabLst>
                <a:tab pos="2628900" algn="l"/>
              </a:tabLst>
            </a:pPr>
            <a:r>
              <a:rPr lang="en-US" dirty="0"/>
              <a:t>Every sample is correctly classified</a:t>
            </a:r>
          </a:p>
          <a:p>
            <a:pPr marL="285750" indent="-285750">
              <a:buFont typeface="Arial" panose="020B0604020202020204" pitchFamily="34" charset="0"/>
              <a:buChar char="•"/>
              <a:tabLst>
                <a:tab pos="2628900" algn="l"/>
              </a:tabLst>
            </a:pPr>
            <a:r>
              <a:rPr lang="en-US" dirty="0"/>
              <a:t>A specific metric is achieved (e.g. FPR &lt; 3%, ACC &gt; 99%, </a:t>
            </a:r>
            <a:r>
              <a:rPr lang="en-US" dirty="0" err="1"/>
              <a:t>etc</a:t>
            </a:r>
            <a:r>
              <a:rPr lang="en-US" dirty="0"/>
              <a:t>)</a:t>
            </a:r>
          </a:p>
        </p:txBody>
      </p:sp>
    </p:spTree>
    <p:extLst>
      <p:ext uri="{BB962C8B-B14F-4D97-AF65-F5344CB8AC3E}">
        <p14:creationId xmlns:p14="http://schemas.microsoft.com/office/powerpoint/2010/main" val="2428722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par>
                          <p:cTn id="8" fill="hold">
                            <p:stCondLst>
                              <p:cond delay="500"/>
                            </p:stCondLst>
                            <p:childTnLst>
                              <p:par>
                                <p:cTn id="9" presetID="2" presetClass="entr" presetSubtype="1"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6474CD39-082D-2FD6-D394-4A4B6A68DB98}"/>
              </a:ext>
            </a:extLst>
          </p:cNvPr>
          <p:cNvGraphicFramePr>
            <a:graphicFrameLocks noGrp="1"/>
          </p:cNvGraphicFramePr>
          <p:nvPr>
            <p:extLst>
              <p:ext uri="{D42A27DB-BD31-4B8C-83A1-F6EECF244321}">
                <p14:modId xmlns:p14="http://schemas.microsoft.com/office/powerpoint/2010/main" val="3428321349"/>
              </p:ext>
            </p:extLst>
          </p:nvPr>
        </p:nvGraphicFramePr>
        <p:xfrm>
          <a:off x="1645611" y="2153920"/>
          <a:ext cx="10437813" cy="4074160"/>
        </p:xfrm>
        <a:graphic>
          <a:graphicData uri="http://schemas.openxmlformats.org/drawingml/2006/table">
            <a:tbl>
              <a:tblPr firstRow="1" bandRow="1">
                <a:tableStyleId>{7E9639D4-E3E2-4D34-9284-5A2195B3D0D7}</a:tableStyleId>
              </a:tblPr>
              <a:tblGrid>
                <a:gridCol w="702545">
                  <a:extLst>
                    <a:ext uri="{9D8B030D-6E8A-4147-A177-3AD203B41FA5}">
                      <a16:colId xmlns:a16="http://schemas.microsoft.com/office/drawing/2014/main" val="3187280461"/>
                    </a:ext>
                  </a:extLst>
                </a:gridCol>
                <a:gridCol w="9735268">
                  <a:extLst>
                    <a:ext uri="{9D8B030D-6E8A-4147-A177-3AD203B41FA5}">
                      <a16:colId xmlns:a16="http://schemas.microsoft.com/office/drawing/2014/main" val="2007790319"/>
                    </a:ext>
                  </a:extLst>
                </a:gridCol>
              </a:tblGrid>
              <a:tr h="274320">
                <a:tc>
                  <a:txBody>
                    <a:bodyPr/>
                    <a:lstStyle/>
                    <a:p>
                      <a:r>
                        <a:rPr lang="en-US" dirty="0"/>
                        <a:t>Line</a:t>
                      </a:r>
                    </a:p>
                  </a:txBody>
                  <a:tcPr/>
                </a:tc>
                <a:tc>
                  <a:txBody>
                    <a:bodyPr/>
                    <a:lstStyle/>
                    <a:p>
                      <a:r>
                        <a:rPr lang="en-US" dirty="0"/>
                        <a:t>Pseudocode</a:t>
                      </a:r>
                    </a:p>
                  </a:txBody>
                  <a:tcPr/>
                </a:tc>
                <a:extLst>
                  <a:ext uri="{0D108BD9-81ED-4DB2-BD59-A6C34878D82A}">
                    <a16:rowId xmlns:a16="http://schemas.microsoft.com/office/drawing/2014/main" val="2508094747"/>
                  </a:ext>
                </a:extLst>
              </a:tr>
              <a:tr h="370840">
                <a:tc>
                  <a:txBody>
                    <a:bodyPr/>
                    <a:lstStyle/>
                    <a:p>
                      <a:pPr algn="r"/>
                      <a:r>
                        <a:rPr lang="en-US" dirty="0"/>
                        <a:t>1</a:t>
                      </a:r>
                    </a:p>
                  </a:txBody>
                  <a:tcPr>
                    <a:solidFill>
                      <a:schemeClr val="bg1"/>
                    </a:solidFill>
                  </a:tcPr>
                </a:tc>
                <a:tc>
                  <a:txBody>
                    <a:bodyPr/>
                    <a:lstStyle/>
                    <a:p>
                      <a:r>
                        <a:rPr lang="en-US" dirty="0">
                          <a:latin typeface="Consolas" panose="020B0609020204030204" pitchFamily="49" charset="0"/>
                        </a:rPr>
                        <a:t>w </a:t>
                      </a:r>
                      <a:r>
                        <a:rPr lang="en-US" dirty="0">
                          <a:latin typeface="Consolas" panose="020B0609020204030204" pitchFamily="49" charset="0"/>
                          <a:sym typeface="Wingdings" panose="05000000000000000000" pitchFamily="2" charset="2"/>
                        </a:rPr>
                        <a:t> a vector of “n+1” elements initialized randomly or with 0 </a:t>
                      </a:r>
                      <a:endParaRPr lang="en-US" dirty="0">
                        <a:latin typeface="Consolas" panose="020B0609020204030204" pitchFamily="49" charset="0"/>
                      </a:endParaRPr>
                    </a:p>
                  </a:txBody>
                  <a:tcPr>
                    <a:solidFill>
                      <a:schemeClr val="bg1"/>
                    </a:solidFill>
                  </a:tcPr>
                </a:tc>
                <a:extLst>
                  <a:ext uri="{0D108BD9-81ED-4DB2-BD59-A6C34878D82A}">
                    <a16:rowId xmlns:a16="http://schemas.microsoft.com/office/drawing/2014/main" val="1057160213"/>
                  </a:ext>
                </a:extLst>
              </a:tr>
              <a:tr h="370840">
                <a:tc>
                  <a:txBody>
                    <a:bodyPr/>
                    <a:lstStyle/>
                    <a:p>
                      <a:pPr algn="r"/>
                      <a:r>
                        <a:rPr lang="en-US" dirty="0"/>
                        <a:t>2</a:t>
                      </a:r>
                    </a:p>
                  </a:txBody>
                  <a:tcPr>
                    <a:solidFill>
                      <a:schemeClr val="bg1"/>
                    </a:solidFill>
                  </a:tcPr>
                </a:tc>
                <a:tc>
                  <a:txBody>
                    <a:bodyPr/>
                    <a:lstStyle/>
                    <a:p>
                      <a:r>
                        <a:rPr lang="en-US" dirty="0">
                          <a:latin typeface="Consolas" panose="020B0609020204030204" pitchFamily="49" charset="0"/>
                        </a:rPr>
                        <a:t>trainset </a:t>
                      </a:r>
                      <a:r>
                        <a:rPr lang="en-US" dirty="0">
                          <a:latin typeface="Consolas" panose="020B0609020204030204" pitchFamily="49" charset="0"/>
                          <a:sym typeface="Wingdings" panose="05000000000000000000" pitchFamily="2" charset="2"/>
                        </a:rPr>
                        <a:t> the training set</a:t>
                      </a:r>
                      <a:endParaRPr lang="en-US" dirty="0">
                        <a:latin typeface="Consolas" panose="020B0609020204030204" pitchFamily="49" charset="0"/>
                      </a:endParaRPr>
                    </a:p>
                  </a:txBody>
                  <a:tcPr>
                    <a:solidFill>
                      <a:schemeClr val="bg1"/>
                    </a:solidFill>
                  </a:tcPr>
                </a:tc>
                <a:extLst>
                  <a:ext uri="{0D108BD9-81ED-4DB2-BD59-A6C34878D82A}">
                    <a16:rowId xmlns:a16="http://schemas.microsoft.com/office/drawing/2014/main" val="2973704334"/>
                  </a:ext>
                </a:extLst>
              </a:tr>
              <a:tr h="370840">
                <a:tc>
                  <a:txBody>
                    <a:bodyPr/>
                    <a:lstStyle/>
                    <a:p>
                      <a:pPr algn="r"/>
                      <a:r>
                        <a:rPr lang="en-US" dirty="0"/>
                        <a:t>3</a:t>
                      </a:r>
                    </a:p>
                  </a:txBody>
                  <a:tcPr>
                    <a:solidFill>
                      <a:schemeClr val="bg1"/>
                    </a:solidFill>
                  </a:tcPr>
                </a:tc>
                <a:tc>
                  <a:txBody>
                    <a:bodyPr/>
                    <a:lstStyle/>
                    <a:p>
                      <a:r>
                        <a:rPr lang="el-GR" dirty="0">
                          <a:latin typeface="Consolas" panose="020B0609020204030204" pitchFamily="49" charset="0"/>
                        </a:rPr>
                        <a:t>α</a:t>
                      </a:r>
                      <a:r>
                        <a:rPr lang="en-US" dirty="0">
                          <a:latin typeface="Consolas" panose="020B0609020204030204" pitchFamily="49" charset="0"/>
                        </a:rPr>
                        <a:t> </a:t>
                      </a:r>
                      <a:r>
                        <a:rPr lang="en-US" dirty="0">
                          <a:latin typeface="Consolas" panose="020B0609020204030204" pitchFamily="49" charset="0"/>
                          <a:sym typeface="Wingdings" panose="05000000000000000000" pitchFamily="2" charset="2"/>
                        </a:rPr>
                        <a:t> 0.01 </a:t>
                      </a:r>
                      <a:r>
                        <a:rPr lang="en-US" dirty="0">
                          <a:solidFill>
                            <a:schemeClr val="tx1">
                              <a:lumMod val="40000"/>
                              <a:lumOff val="60000"/>
                            </a:schemeClr>
                          </a:solidFill>
                          <a:latin typeface="Consolas" panose="020B0609020204030204" pitchFamily="49" charset="0"/>
                          <a:sym typeface="Wingdings" panose="05000000000000000000" pitchFamily="2" charset="2"/>
                        </a:rPr>
                        <a:t>// learning rate</a:t>
                      </a:r>
                      <a:endParaRPr lang="en-US" dirty="0">
                        <a:solidFill>
                          <a:schemeClr val="tx1">
                            <a:lumMod val="40000"/>
                            <a:lumOff val="60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760439933"/>
                  </a:ext>
                </a:extLst>
              </a:tr>
              <a:tr h="370840">
                <a:tc>
                  <a:txBody>
                    <a:bodyPr/>
                    <a:lstStyle/>
                    <a:p>
                      <a:pPr algn="r"/>
                      <a:r>
                        <a:rPr lang="en-US" dirty="0"/>
                        <a:t>4</a:t>
                      </a:r>
                    </a:p>
                  </a:txBody>
                  <a:tcPr>
                    <a:solidFill>
                      <a:schemeClr val="bg1"/>
                    </a:solidFill>
                  </a:tcPr>
                </a:tc>
                <a:tc>
                  <a:txBody>
                    <a:bodyPr/>
                    <a:lstStyle/>
                    <a:p>
                      <a:r>
                        <a:rPr lang="en-US" b="1" dirty="0">
                          <a:solidFill>
                            <a:srgbClr val="0070C0"/>
                          </a:solidFill>
                          <a:latin typeface="Consolas" panose="020B0609020204030204" pitchFamily="49" charset="0"/>
                        </a:rPr>
                        <a:t>repeat</a:t>
                      </a:r>
                      <a:endParaRPr lang="en-US" dirty="0">
                        <a:latin typeface="Consolas" panose="020B0609020204030204" pitchFamily="49" charset="0"/>
                      </a:endParaRPr>
                    </a:p>
                  </a:txBody>
                  <a:tcPr>
                    <a:solidFill>
                      <a:schemeClr val="bg1"/>
                    </a:solidFill>
                  </a:tcPr>
                </a:tc>
                <a:extLst>
                  <a:ext uri="{0D108BD9-81ED-4DB2-BD59-A6C34878D82A}">
                    <a16:rowId xmlns:a16="http://schemas.microsoft.com/office/drawing/2014/main" val="1171392527"/>
                  </a:ext>
                </a:extLst>
              </a:tr>
              <a:tr h="370840">
                <a:tc>
                  <a:txBody>
                    <a:bodyPr/>
                    <a:lstStyle/>
                    <a:p>
                      <a:pPr algn="r"/>
                      <a:r>
                        <a:rPr lang="en-US" dirty="0"/>
                        <a:t>5</a:t>
                      </a:r>
                    </a:p>
                  </a:txBody>
                  <a:tcPr>
                    <a:solidFill>
                      <a:schemeClr val="bg1"/>
                    </a:solidFill>
                  </a:tcPr>
                </a:tc>
                <a:tc>
                  <a:txBody>
                    <a:bodyPr/>
                    <a:lstStyle/>
                    <a:p>
                      <a:r>
                        <a:rPr lang="en-US" b="1" dirty="0">
                          <a:solidFill>
                            <a:srgbClr val="0070C0"/>
                          </a:solidFill>
                          <a:latin typeface="Consolas" panose="020B0609020204030204" pitchFamily="49" charset="0"/>
                        </a:rPr>
                        <a:t>  foreach</a:t>
                      </a:r>
                      <a:r>
                        <a:rPr lang="en-US" dirty="0">
                          <a:latin typeface="Consolas" panose="020B0609020204030204" pitchFamily="49" charset="0"/>
                        </a:rPr>
                        <a:t> sample </a:t>
                      </a:r>
                      <a:r>
                        <a:rPr lang="en-US" b="1" dirty="0">
                          <a:solidFill>
                            <a:srgbClr val="0070C0"/>
                          </a:solidFill>
                          <a:latin typeface="Consolas" panose="020B0609020204030204" pitchFamily="49" charset="0"/>
                        </a:rPr>
                        <a:t>in</a:t>
                      </a:r>
                      <a:r>
                        <a:rPr lang="en-US" dirty="0">
                          <a:latin typeface="Consolas" panose="020B0609020204030204" pitchFamily="49" charset="0"/>
                        </a:rPr>
                        <a:t> trainset</a:t>
                      </a:r>
                    </a:p>
                  </a:txBody>
                  <a:tcPr>
                    <a:solidFill>
                      <a:schemeClr val="bg1"/>
                    </a:solidFill>
                  </a:tcPr>
                </a:tc>
                <a:extLst>
                  <a:ext uri="{0D108BD9-81ED-4DB2-BD59-A6C34878D82A}">
                    <a16:rowId xmlns:a16="http://schemas.microsoft.com/office/drawing/2014/main" val="130492628"/>
                  </a:ext>
                </a:extLst>
              </a:tr>
              <a:tr h="370840">
                <a:tc>
                  <a:txBody>
                    <a:bodyPr/>
                    <a:lstStyle/>
                    <a:p>
                      <a:pPr algn="r"/>
                      <a:r>
                        <a:rPr lang="en-US" dirty="0"/>
                        <a:t>6</a:t>
                      </a:r>
                    </a:p>
                  </a:txBody>
                  <a:tcPr>
                    <a:solidFill>
                      <a:schemeClr val="bg1"/>
                    </a:solidFill>
                  </a:tcPr>
                </a:tc>
                <a:tc>
                  <a:txBody>
                    <a:bodyPr/>
                    <a:lstStyle/>
                    <a:p>
                      <a:r>
                        <a:rPr lang="en-US" dirty="0">
                          <a:latin typeface="Consolas" panose="020B0609020204030204" pitchFamily="49" charset="0"/>
                        </a:rPr>
                        <a:t>    classified </a:t>
                      </a:r>
                      <a:r>
                        <a:rPr lang="en-US" dirty="0">
                          <a:latin typeface="Consolas" panose="020B0609020204030204" pitchFamily="49" charset="0"/>
                          <a:sym typeface="Wingdings" panose="05000000000000000000" pitchFamily="2" charset="2"/>
                        </a:rPr>
                        <a:t> (</a:t>
                      </a:r>
                      <a:r>
                        <a:rPr lang="en-US" dirty="0" err="1">
                          <a:latin typeface="Consolas" panose="020B0609020204030204" pitchFamily="49" charset="0"/>
                          <a:sym typeface="Wingdings" panose="05000000000000000000" pitchFamily="2" charset="2"/>
                        </a:rPr>
                        <a:t>sample.label</a:t>
                      </a:r>
                      <a:r>
                        <a:rPr lang="en-US" dirty="0">
                          <a:latin typeface="Consolas" panose="020B0609020204030204" pitchFamily="49" charset="0"/>
                          <a:sym typeface="Wingdings" panose="05000000000000000000" pitchFamily="2" charset="2"/>
                        </a:rPr>
                        <a:t> x </a:t>
                      </a:r>
                      <a:r>
                        <a:rPr lang="en-US" b="1" dirty="0" err="1">
                          <a:solidFill>
                            <a:srgbClr val="7030A0"/>
                          </a:solidFill>
                          <a:latin typeface="Consolas" panose="020B0609020204030204" pitchFamily="49" charset="0"/>
                          <a:sym typeface="Wingdings" panose="05000000000000000000" pitchFamily="2" charset="2"/>
                        </a:rPr>
                        <a:t>dotproduct</a:t>
                      </a:r>
                      <a:r>
                        <a:rPr lang="en-US" dirty="0">
                          <a:latin typeface="Consolas" panose="020B0609020204030204" pitchFamily="49" charset="0"/>
                          <a:sym typeface="Wingdings" panose="05000000000000000000" pitchFamily="2" charset="2"/>
                        </a:rPr>
                        <a:t>(</a:t>
                      </a:r>
                      <a:r>
                        <a:rPr lang="en-US" dirty="0" err="1">
                          <a:latin typeface="Consolas" panose="020B0609020204030204" pitchFamily="49" charset="0"/>
                          <a:sym typeface="Wingdings" panose="05000000000000000000" pitchFamily="2" charset="2"/>
                        </a:rPr>
                        <a:t>sample.input,w</a:t>
                      </a:r>
                      <a:r>
                        <a:rPr lang="en-US" dirty="0">
                          <a:latin typeface="Consolas" panose="020B0609020204030204" pitchFamily="49" charset="0"/>
                          <a:sym typeface="Wingdings" panose="05000000000000000000" pitchFamily="2" charset="2"/>
                        </a:rPr>
                        <a:t>)) &gt; 0</a:t>
                      </a:r>
                      <a:endParaRPr lang="en-US" dirty="0">
                        <a:latin typeface="Consolas" panose="020B0609020204030204" pitchFamily="49" charset="0"/>
                      </a:endParaRPr>
                    </a:p>
                  </a:txBody>
                  <a:tcPr>
                    <a:solidFill>
                      <a:schemeClr val="bg1"/>
                    </a:solidFill>
                  </a:tcPr>
                </a:tc>
                <a:extLst>
                  <a:ext uri="{0D108BD9-81ED-4DB2-BD59-A6C34878D82A}">
                    <a16:rowId xmlns:a16="http://schemas.microsoft.com/office/drawing/2014/main" val="3691233306"/>
                  </a:ext>
                </a:extLst>
              </a:tr>
              <a:tr h="370840">
                <a:tc>
                  <a:txBody>
                    <a:bodyPr/>
                    <a:lstStyle/>
                    <a:p>
                      <a:pPr algn="r"/>
                      <a:r>
                        <a:rPr lang="en-US" dirty="0"/>
                        <a:t>7</a:t>
                      </a:r>
                    </a:p>
                  </a:txBody>
                  <a:tcPr>
                    <a:solidFill>
                      <a:schemeClr val="bg1"/>
                    </a:solidFill>
                  </a:tcPr>
                </a:tc>
                <a:tc>
                  <a:txBody>
                    <a:bodyPr/>
                    <a:lstStyle/>
                    <a:p>
                      <a:r>
                        <a:rPr lang="en-US" dirty="0">
                          <a:latin typeface="Consolas" panose="020B0609020204030204" pitchFamily="49" charset="0"/>
                        </a:rPr>
                        <a:t>    </a:t>
                      </a:r>
                      <a:r>
                        <a:rPr lang="en-US" b="1" dirty="0">
                          <a:solidFill>
                            <a:srgbClr val="0070C0"/>
                          </a:solidFill>
                          <a:latin typeface="Consolas" panose="020B0609020204030204" pitchFamily="49" charset="0"/>
                        </a:rPr>
                        <a:t>if</a:t>
                      </a:r>
                      <a:r>
                        <a:rPr lang="en-US" dirty="0">
                          <a:latin typeface="Consolas" panose="020B0609020204030204" pitchFamily="49" charset="0"/>
                        </a:rPr>
                        <a:t> classified </a:t>
                      </a:r>
                      <a:r>
                        <a:rPr lang="en-US" b="1" dirty="0">
                          <a:solidFill>
                            <a:srgbClr val="0070C0"/>
                          </a:solidFill>
                          <a:latin typeface="Consolas" panose="020B0609020204030204" pitchFamily="49" charset="0"/>
                        </a:rPr>
                        <a:t>then</a:t>
                      </a:r>
                      <a:r>
                        <a:rPr lang="en-US" dirty="0">
                          <a:latin typeface="Consolas" panose="020B0609020204030204" pitchFamily="49" charset="0"/>
                        </a:rPr>
                        <a:t> </a:t>
                      </a:r>
                      <a:r>
                        <a:rPr lang="en-US" b="1" dirty="0">
                          <a:solidFill>
                            <a:srgbClr val="0070C0"/>
                          </a:solidFill>
                          <a:latin typeface="Consolas" panose="020B0609020204030204" pitchFamily="49" charset="0"/>
                        </a:rPr>
                        <a:t>continue</a:t>
                      </a:r>
                    </a:p>
                  </a:txBody>
                  <a:tcPr>
                    <a:solidFill>
                      <a:schemeClr val="bg1"/>
                    </a:solidFill>
                  </a:tcPr>
                </a:tc>
                <a:extLst>
                  <a:ext uri="{0D108BD9-81ED-4DB2-BD59-A6C34878D82A}">
                    <a16:rowId xmlns:a16="http://schemas.microsoft.com/office/drawing/2014/main" val="4260882290"/>
                  </a:ext>
                </a:extLst>
              </a:tr>
              <a:tr h="370840">
                <a:tc>
                  <a:txBody>
                    <a:bodyPr/>
                    <a:lstStyle/>
                    <a:p>
                      <a:pPr algn="r"/>
                      <a:r>
                        <a:rPr lang="en-US" dirty="0"/>
                        <a:t>8</a:t>
                      </a:r>
                    </a:p>
                  </a:txBody>
                  <a:tcPr>
                    <a:solidFill>
                      <a:schemeClr val="bg1"/>
                    </a:solidFill>
                  </a:tcPr>
                </a:tc>
                <a:tc>
                  <a:txBody>
                    <a:bodyPr/>
                    <a:lstStyle/>
                    <a:p>
                      <a:r>
                        <a:rPr lang="en-US" dirty="0">
                          <a:latin typeface="Consolas" panose="020B0609020204030204" pitchFamily="49" charset="0"/>
                        </a:rPr>
                        <a:t>    w </a:t>
                      </a:r>
                      <a:r>
                        <a:rPr lang="en-US" dirty="0">
                          <a:latin typeface="Consolas" panose="020B0609020204030204" pitchFamily="49" charset="0"/>
                          <a:sym typeface="Wingdings" panose="05000000000000000000" pitchFamily="2" charset="2"/>
                        </a:rPr>
                        <a:t> w + </a:t>
                      </a:r>
                      <a:r>
                        <a:rPr lang="en-US" dirty="0" err="1">
                          <a:latin typeface="Consolas" panose="020B0609020204030204" pitchFamily="49" charset="0"/>
                          <a:sym typeface="Wingdings" panose="05000000000000000000" pitchFamily="2" charset="2"/>
                        </a:rPr>
                        <a:t>sample.input</a:t>
                      </a:r>
                      <a:r>
                        <a:rPr lang="en-US" dirty="0">
                          <a:latin typeface="Consolas" panose="020B0609020204030204" pitchFamily="49" charset="0"/>
                          <a:sym typeface="Wingdings" panose="05000000000000000000" pitchFamily="2" charset="2"/>
                        </a:rPr>
                        <a:t> x </a:t>
                      </a:r>
                      <a:r>
                        <a:rPr lang="el-GR" dirty="0">
                          <a:latin typeface="Consolas" panose="020B0609020204030204" pitchFamily="49" charset="0"/>
                        </a:rPr>
                        <a:t>α</a:t>
                      </a:r>
                      <a:r>
                        <a:rPr lang="en-US" dirty="0">
                          <a:latin typeface="Consolas" panose="020B0609020204030204" pitchFamily="49" charset="0"/>
                        </a:rPr>
                        <a:t> x </a:t>
                      </a:r>
                      <a:r>
                        <a:rPr lang="en-US" dirty="0" err="1">
                          <a:latin typeface="Consolas" panose="020B0609020204030204" pitchFamily="49" charset="0"/>
                          <a:sym typeface="Wingdings" panose="05000000000000000000" pitchFamily="2" charset="2"/>
                        </a:rPr>
                        <a:t>sample.label</a:t>
                      </a:r>
                      <a:r>
                        <a:rPr lang="en-US" dirty="0">
                          <a:latin typeface="Consolas" panose="020B0609020204030204" pitchFamily="49" charset="0"/>
                          <a:sym typeface="Wingdings" panose="05000000000000000000" pitchFamily="2" charset="2"/>
                        </a:rPr>
                        <a:t> </a:t>
                      </a:r>
                      <a:endParaRPr lang="en-US" dirty="0">
                        <a:latin typeface="Consolas" panose="020B0609020204030204" pitchFamily="49" charset="0"/>
                      </a:endParaRPr>
                    </a:p>
                  </a:txBody>
                  <a:tcPr>
                    <a:solidFill>
                      <a:schemeClr val="bg1"/>
                    </a:solidFill>
                  </a:tcPr>
                </a:tc>
                <a:extLst>
                  <a:ext uri="{0D108BD9-81ED-4DB2-BD59-A6C34878D82A}">
                    <a16:rowId xmlns:a16="http://schemas.microsoft.com/office/drawing/2014/main" val="4287305410"/>
                  </a:ext>
                </a:extLst>
              </a:tr>
              <a:tr h="370840">
                <a:tc>
                  <a:txBody>
                    <a:bodyPr/>
                    <a:lstStyle/>
                    <a:p>
                      <a:pPr algn="r"/>
                      <a:r>
                        <a:rPr lang="en-US" dirty="0"/>
                        <a:t>9</a:t>
                      </a:r>
                    </a:p>
                  </a:txBody>
                  <a:tcPr>
                    <a:solidFill>
                      <a:schemeClr val="bg1"/>
                    </a:solidFill>
                  </a:tcPr>
                </a:tc>
                <a:tc>
                  <a:txBody>
                    <a:bodyPr/>
                    <a:lstStyle/>
                    <a:p>
                      <a:r>
                        <a:rPr lang="en-US" b="1" dirty="0">
                          <a:solidFill>
                            <a:srgbClr val="0070C0"/>
                          </a:solidFill>
                          <a:latin typeface="Consolas" panose="020B0609020204030204" pitchFamily="49" charset="0"/>
                        </a:rPr>
                        <a:t>  end foreach</a:t>
                      </a:r>
                      <a:endParaRPr lang="en-US" dirty="0">
                        <a:latin typeface="Consolas" panose="020B0609020204030204" pitchFamily="49" charset="0"/>
                      </a:endParaRPr>
                    </a:p>
                  </a:txBody>
                  <a:tcPr>
                    <a:solidFill>
                      <a:schemeClr val="bg1"/>
                    </a:solidFill>
                  </a:tcPr>
                </a:tc>
                <a:extLst>
                  <a:ext uri="{0D108BD9-81ED-4DB2-BD59-A6C34878D82A}">
                    <a16:rowId xmlns:a16="http://schemas.microsoft.com/office/drawing/2014/main" val="2656897880"/>
                  </a:ext>
                </a:extLst>
              </a:tr>
              <a:tr h="370840">
                <a:tc>
                  <a:txBody>
                    <a:bodyPr/>
                    <a:lstStyle/>
                    <a:p>
                      <a:pPr algn="r"/>
                      <a:r>
                        <a:rPr lang="en-US" dirty="0"/>
                        <a:t>10</a:t>
                      </a:r>
                    </a:p>
                  </a:txBody>
                  <a:tcPr>
                    <a:solidFill>
                      <a:schemeClr val="bg1"/>
                    </a:solidFill>
                  </a:tcPr>
                </a:tc>
                <a:tc>
                  <a:txBody>
                    <a:bodyPr/>
                    <a:lstStyle/>
                    <a:p>
                      <a:r>
                        <a:rPr lang="en-US" b="1" dirty="0">
                          <a:solidFill>
                            <a:srgbClr val="0070C0"/>
                          </a:solidFill>
                          <a:latin typeface="Consolas" panose="020B0609020204030204" pitchFamily="49" charset="0"/>
                        </a:rPr>
                        <a:t>until</a:t>
                      </a:r>
                      <a:r>
                        <a:rPr lang="en-US" dirty="0">
                          <a:latin typeface="Consolas" panose="020B0609020204030204" pitchFamily="49" charset="0"/>
                        </a:rPr>
                        <a:t> </a:t>
                      </a:r>
                      <a:r>
                        <a:rPr lang="en-US" dirty="0" err="1">
                          <a:latin typeface="Consolas" panose="020B0609020204030204" pitchFamily="49" charset="0"/>
                        </a:rPr>
                        <a:t>exit_condition</a:t>
                      </a:r>
                      <a:endParaRPr lang="en-US" dirty="0">
                        <a:latin typeface="Consolas" panose="020B0609020204030204" pitchFamily="49" charset="0"/>
                      </a:endParaRPr>
                    </a:p>
                  </a:txBody>
                  <a:tcPr>
                    <a:solidFill>
                      <a:schemeClr val="bg1"/>
                    </a:solidFill>
                  </a:tcPr>
                </a:tc>
                <a:extLst>
                  <a:ext uri="{0D108BD9-81ED-4DB2-BD59-A6C34878D82A}">
                    <a16:rowId xmlns:a16="http://schemas.microsoft.com/office/drawing/2014/main" val="2569313450"/>
                  </a:ext>
                </a:extLst>
              </a:tr>
            </a:tbl>
          </a:graphicData>
        </a:graphic>
      </p:graphicFrame>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Training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859001" cy="5181600"/>
          </a:xfrm>
        </p:spPr>
        <p:txBody>
          <a:bodyPr>
            <a:normAutofit/>
          </a:bodyPr>
          <a:lstStyle/>
          <a:p>
            <a:pPr marL="0" indent="0">
              <a:buNone/>
            </a:pPr>
            <a:r>
              <a:rPr lang="en-US" dirty="0">
                <a:latin typeface="Cambria Math" panose="02040503050406030204" pitchFamily="18" charset="0"/>
                <a:cs typeface="Arial" panose="020B0604020202020204" pitchFamily="34" charset="0"/>
              </a:rPr>
              <a:t>Let’s put all of these together and build a training algorithm:</a:t>
            </a:r>
            <a:endParaRPr lang="en-US" sz="2400" dirty="0">
              <a:latin typeface="Cambria Math" panose="02040503050406030204" pitchFamily="18" charset="0"/>
              <a:cs typeface="Arial" panose="020B0604020202020204" pitchFamily="34" charset="0"/>
            </a:endParaRPr>
          </a:p>
          <a:p>
            <a:pPr marL="514350" indent="-514350">
              <a:buFont typeface="+mj-lt"/>
              <a:buAutoNum type="arabicPeriod"/>
            </a:pPr>
            <a:endParaRPr lang="en-US" sz="2400" dirty="0">
              <a:latin typeface="Cambria Math" panose="02040503050406030204" pitchFamily="18" charset="0"/>
              <a:cs typeface="Arial" panose="020B0604020202020204" pitchFamily="34" charset="0"/>
            </a:endParaRPr>
          </a:p>
          <a:p>
            <a:pPr marL="0" indent="0">
              <a:buNone/>
            </a:pPr>
            <a:endParaRPr lang="en-US" dirty="0">
              <a:latin typeface="Cambria Math" panose="02040503050406030204" pitchFamily="18" charset="0"/>
              <a:cs typeface="Arial" panose="020B0604020202020204" pitchFamily="34" charset="0"/>
            </a:endParaRPr>
          </a:p>
        </p:txBody>
      </p:sp>
      <p:sp>
        <p:nvSpPr>
          <p:cNvPr id="3" name="Rectangle 2">
            <a:extLst>
              <a:ext uri="{FF2B5EF4-FFF2-40B4-BE49-F238E27FC236}">
                <a16:creationId xmlns:a16="http://schemas.microsoft.com/office/drawing/2014/main" id="{DD532BD5-ADF0-4CCC-FCA5-488EBBA6B6B8}"/>
              </a:ext>
            </a:extLst>
          </p:cNvPr>
          <p:cNvSpPr/>
          <p:nvPr/>
        </p:nvSpPr>
        <p:spPr>
          <a:xfrm>
            <a:off x="2894012" y="5105400"/>
            <a:ext cx="5181600" cy="383540"/>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allout: Down Arrow 3">
            <a:extLst>
              <a:ext uri="{FF2B5EF4-FFF2-40B4-BE49-F238E27FC236}">
                <a16:creationId xmlns:a16="http://schemas.microsoft.com/office/drawing/2014/main" id="{49109D18-6B24-4C9F-0A36-B2AC87D99EEE}"/>
              </a:ext>
            </a:extLst>
          </p:cNvPr>
          <p:cNvSpPr/>
          <p:nvPr/>
        </p:nvSpPr>
        <p:spPr>
          <a:xfrm>
            <a:off x="2811144" y="3360341"/>
            <a:ext cx="5257800" cy="1661318"/>
          </a:xfrm>
          <a:prstGeom prst="downArrowCallout">
            <a:avLst>
              <a:gd name="adj1" fmla="val 5842"/>
              <a:gd name="adj2" fmla="val 9918"/>
              <a:gd name="adj3" fmla="val 7269"/>
              <a:gd name="adj4" fmla="val 85969"/>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r>
              <a:rPr lang="en-US" dirty="0">
                <a:latin typeface="Arial" panose="020B0604020202020204" pitchFamily="34" charset="0"/>
                <a:cs typeface="Arial" panose="020B0604020202020204" pitchFamily="34" charset="0"/>
              </a:rPr>
              <a:t>If threshold (</a:t>
            </a:r>
            <a:r>
              <a:rPr lang="el-GR" dirty="0">
                <a:highlight>
                  <a:srgbClr val="000000"/>
                </a:highlight>
                <a:latin typeface="Arial" panose="020B0604020202020204" pitchFamily="34" charset="0"/>
                <a:cs typeface="Arial" panose="020B0604020202020204" pitchFamily="34" charset="0"/>
              </a:rPr>
              <a:t>β</a:t>
            </a:r>
            <a:r>
              <a:rPr lang="en-US" dirty="0">
                <a:latin typeface="Arial" panose="020B0604020202020204" pitchFamily="34" charset="0"/>
                <a:cs typeface="Arial" panose="020B0604020202020204" pitchFamily="34" charset="0"/>
              </a:rPr>
              <a:t>) is being used, then this equation below changes into:</a:t>
            </a:r>
          </a:p>
          <a:p>
            <a:pPr algn="ctr"/>
            <a:r>
              <a:rPr lang="en-US" dirty="0">
                <a:highlight>
                  <a:srgbClr val="000000"/>
                </a:highlight>
                <a:latin typeface="Consolas" panose="020B0609020204030204" pitchFamily="49" charset="0"/>
              </a:rPr>
              <a:t>w </a:t>
            </a:r>
            <a:r>
              <a:rPr lang="en-US" dirty="0">
                <a:highlight>
                  <a:srgbClr val="000000"/>
                </a:highlight>
                <a:latin typeface="Consolas" panose="020B0609020204030204" pitchFamily="49" charset="0"/>
                <a:sym typeface="Wingdings" panose="05000000000000000000" pitchFamily="2" charset="2"/>
              </a:rPr>
              <a:t> w + </a:t>
            </a:r>
            <a:r>
              <a:rPr lang="en-US" dirty="0" err="1">
                <a:highlight>
                  <a:srgbClr val="000000"/>
                </a:highlight>
                <a:latin typeface="Consolas" panose="020B0609020204030204" pitchFamily="49" charset="0"/>
                <a:sym typeface="Wingdings" panose="05000000000000000000" pitchFamily="2" charset="2"/>
              </a:rPr>
              <a:t>sample.input</a:t>
            </a:r>
            <a:r>
              <a:rPr lang="en-US" dirty="0">
                <a:highlight>
                  <a:srgbClr val="000000"/>
                </a:highlight>
                <a:latin typeface="Consolas" panose="020B0609020204030204" pitchFamily="49" charset="0"/>
                <a:sym typeface="Wingdings" panose="05000000000000000000" pitchFamily="2" charset="2"/>
              </a:rPr>
              <a:t> x </a:t>
            </a:r>
            <a:r>
              <a:rPr lang="el-GR" dirty="0">
                <a:highlight>
                  <a:srgbClr val="000000"/>
                </a:highlight>
                <a:latin typeface="Consolas" panose="020B0609020204030204" pitchFamily="49" charset="0"/>
              </a:rPr>
              <a:t>α</a:t>
            </a:r>
            <a:r>
              <a:rPr lang="en-US" dirty="0">
                <a:highlight>
                  <a:srgbClr val="000000"/>
                </a:highlight>
                <a:latin typeface="Consolas" panose="020B0609020204030204" pitchFamily="49" charset="0"/>
              </a:rPr>
              <a:t> x </a:t>
            </a:r>
            <a:r>
              <a:rPr lang="en-US" dirty="0" err="1">
                <a:highlight>
                  <a:srgbClr val="000000"/>
                </a:highlight>
                <a:latin typeface="Consolas" panose="020B0609020204030204" pitchFamily="49" charset="0"/>
                <a:sym typeface="Wingdings" panose="05000000000000000000" pitchFamily="2" charset="2"/>
              </a:rPr>
              <a:t>sample.label</a:t>
            </a:r>
            <a:r>
              <a:rPr lang="en-US" dirty="0">
                <a:highlight>
                  <a:srgbClr val="000000"/>
                </a:highlight>
                <a:latin typeface="Consolas" panose="020B0609020204030204" pitchFamily="49" charset="0"/>
                <a:sym typeface="Wingdings" panose="05000000000000000000" pitchFamily="2" charset="2"/>
              </a:rPr>
              <a:t> </a:t>
            </a:r>
            <a:endParaRPr lang="en-US" dirty="0">
              <a:highlight>
                <a:srgbClr val="000000"/>
              </a:highlight>
              <a:latin typeface="Consolas" panose="020B0609020204030204" pitchFamily="49" charset="0"/>
            </a:endParaRPr>
          </a:p>
          <a:p>
            <a:pPr algn="ctr"/>
            <a:r>
              <a:rPr lang="el-GR" dirty="0">
                <a:highlight>
                  <a:srgbClr val="000000"/>
                </a:highlight>
                <a:latin typeface="Arial" panose="020B0604020202020204" pitchFamily="34" charset="0"/>
                <a:cs typeface="Arial" panose="020B0604020202020204" pitchFamily="34" charset="0"/>
              </a:rPr>
              <a:t>β</a:t>
            </a:r>
            <a:r>
              <a:rPr lang="en-US" dirty="0">
                <a:highlight>
                  <a:srgbClr val="000000"/>
                </a:highlight>
                <a:latin typeface="Consolas" panose="020B0609020204030204" pitchFamily="49" charset="0"/>
              </a:rPr>
              <a:t> </a:t>
            </a:r>
            <a:r>
              <a:rPr lang="en-US" dirty="0">
                <a:highlight>
                  <a:srgbClr val="000000"/>
                </a:highlight>
                <a:latin typeface="Consolas" panose="020B0609020204030204" pitchFamily="49" charset="0"/>
                <a:sym typeface="Wingdings" panose="05000000000000000000" pitchFamily="2" charset="2"/>
              </a:rPr>
              <a:t> </a:t>
            </a:r>
            <a:r>
              <a:rPr lang="el-GR" dirty="0">
                <a:highlight>
                  <a:srgbClr val="000000"/>
                </a:highlight>
                <a:latin typeface="Arial" panose="020B0604020202020204" pitchFamily="34" charset="0"/>
                <a:cs typeface="Arial" panose="020B0604020202020204" pitchFamily="34" charset="0"/>
              </a:rPr>
              <a:t>β</a:t>
            </a:r>
            <a:r>
              <a:rPr lang="en-US" dirty="0">
                <a:highlight>
                  <a:srgbClr val="000000"/>
                </a:highlight>
                <a:latin typeface="Consolas" panose="020B0609020204030204" pitchFamily="49" charset="0"/>
                <a:sym typeface="Wingdings" panose="05000000000000000000" pitchFamily="2" charset="2"/>
              </a:rPr>
              <a:t> + </a:t>
            </a:r>
            <a:r>
              <a:rPr lang="el-GR" dirty="0">
                <a:highlight>
                  <a:srgbClr val="000000"/>
                </a:highlight>
                <a:latin typeface="Consolas" panose="020B0609020204030204" pitchFamily="49" charset="0"/>
              </a:rPr>
              <a:t>α</a:t>
            </a:r>
            <a:r>
              <a:rPr lang="en-US" dirty="0">
                <a:highlight>
                  <a:srgbClr val="000000"/>
                </a:highlight>
                <a:latin typeface="Consolas" panose="020B0609020204030204" pitchFamily="49" charset="0"/>
              </a:rPr>
              <a:t> x </a:t>
            </a:r>
            <a:r>
              <a:rPr lang="en-US" dirty="0" err="1">
                <a:highlight>
                  <a:srgbClr val="000000"/>
                </a:highlight>
                <a:latin typeface="Consolas" panose="020B0609020204030204" pitchFamily="49" charset="0"/>
                <a:sym typeface="Wingdings" panose="05000000000000000000" pitchFamily="2" charset="2"/>
              </a:rPr>
              <a:t>sample.label</a:t>
            </a:r>
            <a:r>
              <a:rPr lang="en-US" dirty="0">
                <a:highlight>
                  <a:srgbClr val="000000"/>
                </a:highlight>
                <a:latin typeface="Consolas" panose="020B0609020204030204" pitchFamily="49" charset="0"/>
                <a:sym typeface="Wingdings" panose="05000000000000000000" pitchFamily="2" charset="2"/>
              </a:rPr>
              <a:t> </a:t>
            </a:r>
            <a:r>
              <a:rPr lang="en-US" dirty="0">
                <a:highlight>
                  <a:srgbClr val="000000"/>
                </a:highlight>
                <a:latin typeface="Consolas" panose="020B0609020204030204" pitchFamily="49" charset="0"/>
              </a:rPr>
              <a:t>               </a:t>
            </a:r>
            <a:endParaRPr lang="en-US" dirty="0">
              <a:highlight>
                <a:srgbClr val="000000"/>
              </a:highligh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10160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par>
                          <p:cTn id="8" fill="hold">
                            <p:stCondLst>
                              <p:cond delay="500"/>
                            </p:stCondLst>
                            <p:childTnLst>
                              <p:par>
                                <p:cTn id="9" presetID="2" presetClass="entr" presetSubtype="1"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Example</a:t>
            </a:r>
          </a:p>
        </p:txBody>
      </p:sp>
      <p:sp>
        <p:nvSpPr>
          <p:cNvPr id="5" name="Text Placeholder 4">
            <a:extLst>
              <a:ext uri="{FF2B5EF4-FFF2-40B4-BE49-F238E27FC236}">
                <a16:creationId xmlns:a16="http://schemas.microsoft.com/office/drawing/2014/main" id="{3D976C2B-6843-AFE9-31A7-08884EE5BB3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089758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6F4C326-A991-6E4A-B40C-E613F986848E}"/>
              </a:ext>
            </a:extLst>
          </p:cNvPr>
          <p:cNvSpPr>
            <a:spLocks noGrp="1"/>
          </p:cNvSpPr>
          <p:nvPr>
            <p:ph type="title"/>
          </p:nvPr>
        </p:nvSpPr>
        <p:spPr/>
        <p:txBody>
          <a:bodyPr/>
          <a:lstStyle/>
          <a:p>
            <a:r>
              <a:rPr lang="en-US" dirty="0"/>
              <a:t>Demo</a:t>
            </a:r>
          </a:p>
        </p:txBody>
      </p:sp>
      <p:sp>
        <p:nvSpPr>
          <p:cNvPr id="5" name="Content Placeholder 4">
            <a:extLst>
              <a:ext uri="{FF2B5EF4-FFF2-40B4-BE49-F238E27FC236}">
                <a16:creationId xmlns:a16="http://schemas.microsoft.com/office/drawing/2014/main" id="{A3F51C36-2B58-87BF-492D-243B4AE5B6D1}"/>
              </a:ext>
            </a:extLst>
          </p:cNvPr>
          <p:cNvSpPr>
            <a:spLocks noGrp="1"/>
          </p:cNvSpPr>
          <p:nvPr>
            <p:ph idx="1"/>
          </p:nvPr>
        </p:nvSpPr>
        <p:spPr>
          <a:xfrm>
            <a:off x="1522412" y="1539240"/>
            <a:ext cx="9144000" cy="4267200"/>
          </a:xfrm>
        </p:spPr>
        <p:txBody>
          <a:bodyPr>
            <a:normAutofit/>
          </a:bodyPr>
          <a:lstStyle/>
          <a:p>
            <a:pPr marL="0" indent="0">
              <a:buNone/>
            </a:pPr>
            <a:r>
              <a:rPr lang="en-US" sz="2400" b="1" dirty="0"/>
              <a:t>1. </a:t>
            </a:r>
            <a:r>
              <a:rPr lang="en-US" sz="2400" dirty="0"/>
              <a:t>Let’s consider the following training dataset that consists in points in a two dimensional plane:</a:t>
            </a:r>
          </a:p>
        </p:txBody>
      </p:sp>
      <p:graphicFrame>
        <p:nvGraphicFramePr>
          <p:cNvPr id="6" name="Table 5">
            <a:extLst>
              <a:ext uri="{FF2B5EF4-FFF2-40B4-BE49-F238E27FC236}">
                <a16:creationId xmlns:a16="http://schemas.microsoft.com/office/drawing/2014/main" id="{81896A8A-245A-2556-C7E3-1404C474346C}"/>
              </a:ext>
            </a:extLst>
          </p:cNvPr>
          <p:cNvGraphicFramePr>
            <a:graphicFrameLocks noGrp="1"/>
          </p:cNvGraphicFramePr>
          <p:nvPr/>
        </p:nvGraphicFramePr>
        <p:xfrm>
          <a:off x="1903412" y="2453640"/>
          <a:ext cx="3633654" cy="2865120"/>
        </p:xfrm>
        <a:graphic>
          <a:graphicData uri="http://schemas.openxmlformats.org/drawingml/2006/table">
            <a:tbl>
              <a:tblPr firstRow="1" bandRow="1">
                <a:tableStyleId>{073A0DAA-6AF3-43AB-8588-CEC1D06C72B9}</a:tableStyleId>
              </a:tblPr>
              <a:tblGrid>
                <a:gridCol w="822960">
                  <a:extLst>
                    <a:ext uri="{9D8B030D-6E8A-4147-A177-3AD203B41FA5}">
                      <a16:colId xmlns:a16="http://schemas.microsoft.com/office/drawing/2014/main" val="392014626"/>
                    </a:ext>
                  </a:extLst>
                </a:gridCol>
                <a:gridCol w="914400">
                  <a:extLst>
                    <a:ext uri="{9D8B030D-6E8A-4147-A177-3AD203B41FA5}">
                      <a16:colId xmlns:a16="http://schemas.microsoft.com/office/drawing/2014/main" val="437014267"/>
                    </a:ext>
                  </a:extLst>
                </a:gridCol>
                <a:gridCol w="914400">
                  <a:extLst>
                    <a:ext uri="{9D8B030D-6E8A-4147-A177-3AD203B41FA5}">
                      <a16:colId xmlns:a16="http://schemas.microsoft.com/office/drawing/2014/main" val="4042802396"/>
                    </a:ext>
                  </a:extLst>
                </a:gridCol>
                <a:gridCol w="981894">
                  <a:extLst>
                    <a:ext uri="{9D8B030D-6E8A-4147-A177-3AD203B41FA5}">
                      <a16:colId xmlns:a16="http://schemas.microsoft.com/office/drawing/2014/main" val="958931348"/>
                    </a:ext>
                  </a:extLst>
                </a:gridCol>
              </a:tblGrid>
              <a:tr h="370840">
                <a:tc>
                  <a:txBody>
                    <a:bodyPr/>
                    <a:lstStyle/>
                    <a:p>
                      <a:pPr algn="ctr"/>
                      <a:r>
                        <a:rPr lang="en-US" dirty="0">
                          <a:latin typeface="Arial" panose="020B0604020202020204" pitchFamily="34" charset="0"/>
                          <a:cs typeface="Arial" panose="020B0604020202020204" pitchFamily="34" charset="0"/>
                        </a:rPr>
                        <a:t>Entry</a:t>
                      </a:r>
                    </a:p>
                  </a:txBody>
                  <a:tcPr/>
                </a:tc>
                <a:tc>
                  <a:txBody>
                    <a:bodyPr/>
                    <a:lstStyle/>
                    <a:p>
                      <a:pPr algn="ctr"/>
                      <a:r>
                        <a:rPr lang="en-US" dirty="0">
                          <a:latin typeface="Arial" panose="020B0604020202020204" pitchFamily="34" charset="0"/>
                          <a:cs typeface="Arial" panose="020B0604020202020204" pitchFamily="34" charset="0"/>
                        </a:rPr>
                        <a:t>Input</a:t>
                      </a:r>
                      <a:r>
                        <a:rPr lang="en-US" baseline="-25000" dirty="0">
                          <a:latin typeface="Arial" panose="020B0604020202020204" pitchFamily="34" charset="0"/>
                          <a:cs typeface="Arial" panose="020B0604020202020204" pitchFamily="34" charset="0"/>
                        </a:rPr>
                        <a:t>1</a:t>
                      </a:r>
                    </a:p>
                    <a:p>
                      <a:pPr algn="ctr"/>
                      <a:r>
                        <a:rPr lang="en-US" baseline="0" dirty="0">
                          <a:latin typeface="Arial" panose="020B0604020202020204" pitchFamily="34" charset="0"/>
                          <a:cs typeface="Arial" panose="020B0604020202020204" pitchFamily="34" charset="0"/>
                        </a:rPr>
                        <a:t>(X)</a:t>
                      </a:r>
                    </a:p>
                  </a:txBody>
                  <a:tcPr/>
                </a:tc>
                <a:tc>
                  <a:txBody>
                    <a:bodyPr/>
                    <a:lstStyle/>
                    <a:p>
                      <a:pPr algn="ctr"/>
                      <a:r>
                        <a:rPr lang="en-US" dirty="0">
                          <a:latin typeface="Arial" panose="020B0604020202020204" pitchFamily="34" charset="0"/>
                          <a:cs typeface="Arial" panose="020B0604020202020204" pitchFamily="34" charset="0"/>
                        </a:rPr>
                        <a:t>Input</a:t>
                      </a:r>
                      <a:r>
                        <a:rPr lang="en-US" baseline="-25000" dirty="0">
                          <a:latin typeface="Arial" panose="020B0604020202020204" pitchFamily="34" charset="0"/>
                          <a:cs typeface="Arial" panose="020B0604020202020204" pitchFamily="34" charset="0"/>
                        </a:rPr>
                        <a:t>2</a:t>
                      </a:r>
                    </a:p>
                    <a:p>
                      <a:pPr algn="ctr"/>
                      <a:r>
                        <a:rPr lang="en-US" baseline="0" dirty="0">
                          <a:latin typeface="Arial" panose="020B0604020202020204" pitchFamily="34" charset="0"/>
                          <a:cs typeface="Arial" panose="020B0604020202020204" pitchFamily="34" charset="0"/>
                        </a:rPr>
                        <a:t>(Y)</a:t>
                      </a:r>
                    </a:p>
                  </a:txBody>
                  <a:tcPr/>
                </a:tc>
                <a:tc>
                  <a:txBody>
                    <a:bodyPr/>
                    <a:lstStyle/>
                    <a:p>
                      <a:pPr algn="ctr"/>
                      <a:r>
                        <a:rPr lang="en-US" dirty="0">
                          <a:latin typeface="Arial" panose="020B0604020202020204" pitchFamily="34" charset="0"/>
                          <a:cs typeface="Arial" panose="020B0604020202020204" pitchFamily="34" charset="0"/>
                        </a:rPr>
                        <a:t>Label</a:t>
                      </a:r>
                    </a:p>
                    <a:p>
                      <a:pPr algn="ctr"/>
                      <a:r>
                        <a:rPr lang="en-US" dirty="0">
                          <a:latin typeface="Arial" panose="020B0604020202020204" pitchFamily="34" charset="0"/>
                          <a:cs typeface="Arial" panose="020B0604020202020204" pitchFamily="34" charset="0"/>
                        </a:rPr>
                        <a:t>(Color)</a:t>
                      </a:r>
                    </a:p>
                  </a:txBody>
                  <a:tcPr/>
                </a:tc>
                <a:extLst>
                  <a:ext uri="{0D108BD9-81ED-4DB2-BD59-A6C34878D82A}">
                    <a16:rowId xmlns:a16="http://schemas.microsoft.com/office/drawing/2014/main" val="3281462437"/>
                  </a:ext>
                </a:extLst>
              </a:tr>
              <a:tr h="370840">
                <a:tc>
                  <a:txBody>
                    <a:bodyPr/>
                    <a:lstStyle/>
                    <a:p>
                      <a:pPr algn="ctr"/>
                      <a:r>
                        <a:rPr lang="en-US" dirty="0">
                          <a:latin typeface="Arial" panose="020B0604020202020204" pitchFamily="34" charset="0"/>
                          <a:cs typeface="Arial" panose="020B0604020202020204" pitchFamily="34" charset="0"/>
                        </a:rPr>
                        <a:t>#1</a:t>
                      </a:r>
                    </a:p>
                  </a:txBody>
                  <a:tcPr/>
                </a:tc>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00B05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04868658"/>
                  </a:ext>
                </a:extLst>
              </a:tr>
              <a:tr h="370840">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 (</a:t>
                      </a:r>
                      <a:r>
                        <a:rPr lang="en-US" sz="1800" dirty="0">
                          <a:solidFill>
                            <a:srgbClr val="00B05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651165515"/>
                  </a:ext>
                </a:extLst>
              </a:tr>
              <a:tr h="370840">
                <a:tc>
                  <a:txBody>
                    <a:bodyPr/>
                    <a:lstStyle/>
                    <a:p>
                      <a:pPr algn="ctr"/>
                      <a:r>
                        <a:rPr lang="en-US" dirty="0">
                          <a:latin typeface="Arial" panose="020B0604020202020204" pitchFamily="34" charset="0"/>
                          <a:cs typeface="Arial" panose="020B0604020202020204" pitchFamily="34" charset="0"/>
                        </a:rPr>
                        <a:t>#3</a:t>
                      </a:r>
                    </a:p>
                  </a:txBody>
                  <a:tcPr/>
                </a:tc>
                <a:tc>
                  <a:txBody>
                    <a:bodyPr/>
                    <a:lstStyle/>
                    <a:p>
                      <a:pPr algn="ctr"/>
                      <a:r>
                        <a:rPr lang="en-US" dirty="0">
                          <a:latin typeface="Arial" panose="020B0604020202020204" pitchFamily="34" charset="0"/>
                          <a:cs typeface="Arial" panose="020B0604020202020204" pitchFamily="34" charset="0"/>
                        </a:rPr>
                        <a:t>0</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 (</a:t>
                      </a:r>
                      <a:r>
                        <a:rPr lang="en-US" sz="1800" dirty="0">
                          <a:solidFill>
                            <a:srgbClr val="00B05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906554913"/>
                  </a:ext>
                </a:extLst>
              </a:tr>
              <a:tr h="370840">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ctr"/>
                      <a:r>
                        <a:rPr lang="en-US" dirty="0">
                          <a:latin typeface="Arial" panose="020B0604020202020204" pitchFamily="34" charset="0"/>
                          <a:cs typeface="Arial" panose="020B0604020202020204" pitchFamily="34" charset="0"/>
                        </a:rPr>
                        <a:t>0</a:t>
                      </a:r>
                    </a:p>
                  </a:txBody>
                  <a:tcPr/>
                </a:tc>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C0000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052881436"/>
                  </a:ext>
                </a:extLst>
              </a:tr>
              <a:tr h="370840">
                <a:tc>
                  <a:txBody>
                    <a:bodyPr/>
                    <a:lstStyle/>
                    <a:p>
                      <a:pPr algn="ctr"/>
                      <a:r>
                        <a:rPr lang="en-US" dirty="0">
                          <a:latin typeface="Arial" panose="020B0604020202020204" pitchFamily="34" charset="0"/>
                          <a:cs typeface="Arial" panose="020B0604020202020204" pitchFamily="34" charset="0"/>
                        </a:rPr>
                        <a:t>#5</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C0000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496509937"/>
                  </a:ext>
                </a:extLst>
              </a:tr>
              <a:tr h="370840">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C0000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43331876"/>
                  </a:ext>
                </a:extLst>
              </a:tr>
            </a:tbl>
          </a:graphicData>
        </a:graphic>
      </p:graphicFrame>
      <p:pic>
        <p:nvPicPr>
          <p:cNvPr id="12" name="Picture 11">
            <a:extLst>
              <a:ext uri="{FF2B5EF4-FFF2-40B4-BE49-F238E27FC236}">
                <a16:creationId xmlns:a16="http://schemas.microsoft.com/office/drawing/2014/main" id="{2C52F1A1-72C9-9ED2-FEBF-0C9C547E2050}"/>
              </a:ext>
            </a:extLst>
          </p:cNvPr>
          <p:cNvPicPr>
            <a:picLocks noChangeAspect="1"/>
          </p:cNvPicPr>
          <p:nvPr/>
        </p:nvPicPr>
        <p:blipFill>
          <a:blip r:embed="rId2"/>
          <a:stretch>
            <a:fillRect/>
          </a:stretch>
        </p:blipFill>
        <p:spPr>
          <a:xfrm>
            <a:off x="6704012" y="2138680"/>
            <a:ext cx="4572000" cy="457200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674884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par>
                          <p:cTn id="8" fill="hold">
                            <p:stCondLst>
                              <p:cond delay="500"/>
                            </p:stCondLst>
                            <p:childTnLst>
                              <p:par>
                                <p:cTn id="9" presetID="14" presetClass="entr" presetSubtype="10"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6F4C326-A991-6E4A-B40C-E613F986848E}"/>
              </a:ext>
            </a:extLst>
          </p:cNvPr>
          <p:cNvSpPr>
            <a:spLocks noGrp="1"/>
          </p:cNvSpPr>
          <p:nvPr>
            <p:ph type="title"/>
          </p:nvPr>
        </p:nvSpPr>
        <p:spPr/>
        <p:txBody>
          <a:bodyPr/>
          <a:lstStyle/>
          <a:p>
            <a:r>
              <a:rPr lang="en-US" dirty="0"/>
              <a:t>Demo</a:t>
            </a:r>
          </a:p>
        </p:txBody>
      </p:sp>
      <p:sp>
        <p:nvSpPr>
          <p:cNvPr id="5" name="Content Placeholder 4">
            <a:extLst>
              <a:ext uri="{FF2B5EF4-FFF2-40B4-BE49-F238E27FC236}">
                <a16:creationId xmlns:a16="http://schemas.microsoft.com/office/drawing/2014/main" id="{A3F51C36-2B58-87BF-492D-243B4AE5B6D1}"/>
              </a:ext>
            </a:extLst>
          </p:cNvPr>
          <p:cNvSpPr>
            <a:spLocks noGrp="1"/>
          </p:cNvSpPr>
          <p:nvPr>
            <p:ph idx="1"/>
          </p:nvPr>
        </p:nvSpPr>
        <p:spPr>
          <a:xfrm>
            <a:off x="1464613" y="1539240"/>
            <a:ext cx="9144000" cy="4267200"/>
          </a:xfrm>
        </p:spPr>
        <p:txBody>
          <a:bodyPr>
            <a:normAutofit/>
          </a:bodyPr>
          <a:lstStyle/>
          <a:p>
            <a:pPr marL="0" indent="0">
              <a:buNone/>
            </a:pPr>
            <a:r>
              <a:rPr lang="en-US" sz="2400" b="1" dirty="0"/>
              <a:t>2. </a:t>
            </a:r>
            <a:r>
              <a:rPr lang="en-US" sz="2400" dirty="0"/>
              <a:t>Now let’s create a weight vector initialized with random (small values) and a threshold (</a:t>
            </a:r>
            <a:r>
              <a:rPr lang="el-GR" sz="2400" dirty="0">
                <a:latin typeface="Arial" panose="020B0604020202020204" pitchFamily="34" charset="0"/>
                <a:cs typeface="Arial" panose="020B0604020202020204" pitchFamily="34" charset="0"/>
              </a:rPr>
              <a:t>β</a:t>
            </a:r>
            <a:r>
              <a:rPr lang="en-US" sz="2400" dirty="0"/>
              <a:t>)</a:t>
            </a:r>
          </a:p>
        </p:txBody>
      </p:sp>
      <p:graphicFrame>
        <p:nvGraphicFramePr>
          <p:cNvPr id="6" name="Table 5">
            <a:extLst>
              <a:ext uri="{FF2B5EF4-FFF2-40B4-BE49-F238E27FC236}">
                <a16:creationId xmlns:a16="http://schemas.microsoft.com/office/drawing/2014/main" id="{81896A8A-245A-2556-C7E3-1404C474346C}"/>
              </a:ext>
            </a:extLst>
          </p:cNvPr>
          <p:cNvGraphicFramePr>
            <a:graphicFrameLocks noGrp="1"/>
          </p:cNvGraphicFramePr>
          <p:nvPr/>
        </p:nvGraphicFramePr>
        <p:xfrm>
          <a:off x="1903412" y="2453640"/>
          <a:ext cx="3633654" cy="2865120"/>
        </p:xfrm>
        <a:graphic>
          <a:graphicData uri="http://schemas.openxmlformats.org/drawingml/2006/table">
            <a:tbl>
              <a:tblPr firstRow="1" bandRow="1">
                <a:tableStyleId>{073A0DAA-6AF3-43AB-8588-CEC1D06C72B9}</a:tableStyleId>
              </a:tblPr>
              <a:tblGrid>
                <a:gridCol w="822960">
                  <a:extLst>
                    <a:ext uri="{9D8B030D-6E8A-4147-A177-3AD203B41FA5}">
                      <a16:colId xmlns:a16="http://schemas.microsoft.com/office/drawing/2014/main" val="392014626"/>
                    </a:ext>
                  </a:extLst>
                </a:gridCol>
                <a:gridCol w="914400">
                  <a:extLst>
                    <a:ext uri="{9D8B030D-6E8A-4147-A177-3AD203B41FA5}">
                      <a16:colId xmlns:a16="http://schemas.microsoft.com/office/drawing/2014/main" val="437014267"/>
                    </a:ext>
                  </a:extLst>
                </a:gridCol>
                <a:gridCol w="914400">
                  <a:extLst>
                    <a:ext uri="{9D8B030D-6E8A-4147-A177-3AD203B41FA5}">
                      <a16:colId xmlns:a16="http://schemas.microsoft.com/office/drawing/2014/main" val="4042802396"/>
                    </a:ext>
                  </a:extLst>
                </a:gridCol>
                <a:gridCol w="981894">
                  <a:extLst>
                    <a:ext uri="{9D8B030D-6E8A-4147-A177-3AD203B41FA5}">
                      <a16:colId xmlns:a16="http://schemas.microsoft.com/office/drawing/2014/main" val="958931348"/>
                    </a:ext>
                  </a:extLst>
                </a:gridCol>
              </a:tblGrid>
              <a:tr h="370840">
                <a:tc>
                  <a:txBody>
                    <a:bodyPr/>
                    <a:lstStyle/>
                    <a:p>
                      <a:pPr algn="ctr"/>
                      <a:r>
                        <a:rPr lang="en-US" dirty="0">
                          <a:latin typeface="Arial" panose="020B0604020202020204" pitchFamily="34" charset="0"/>
                          <a:cs typeface="Arial" panose="020B0604020202020204" pitchFamily="34" charset="0"/>
                        </a:rPr>
                        <a:t>Entry</a:t>
                      </a:r>
                    </a:p>
                  </a:txBody>
                  <a:tcPr/>
                </a:tc>
                <a:tc>
                  <a:txBody>
                    <a:bodyPr/>
                    <a:lstStyle/>
                    <a:p>
                      <a:pPr algn="ctr"/>
                      <a:r>
                        <a:rPr lang="en-US" dirty="0">
                          <a:latin typeface="Arial" panose="020B0604020202020204" pitchFamily="34" charset="0"/>
                          <a:cs typeface="Arial" panose="020B0604020202020204" pitchFamily="34" charset="0"/>
                        </a:rPr>
                        <a:t>Input</a:t>
                      </a:r>
                      <a:r>
                        <a:rPr lang="en-US" baseline="-25000" dirty="0">
                          <a:latin typeface="Arial" panose="020B0604020202020204" pitchFamily="34" charset="0"/>
                          <a:cs typeface="Arial" panose="020B0604020202020204" pitchFamily="34" charset="0"/>
                        </a:rPr>
                        <a:t>1</a:t>
                      </a:r>
                    </a:p>
                    <a:p>
                      <a:pPr algn="ctr"/>
                      <a:r>
                        <a:rPr lang="en-US" baseline="0" dirty="0">
                          <a:latin typeface="Arial" panose="020B0604020202020204" pitchFamily="34" charset="0"/>
                          <a:cs typeface="Arial" panose="020B0604020202020204" pitchFamily="34" charset="0"/>
                        </a:rPr>
                        <a:t>(X)</a:t>
                      </a:r>
                    </a:p>
                  </a:txBody>
                  <a:tcPr/>
                </a:tc>
                <a:tc>
                  <a:txBody>
                    <a:bodyPr/>
                    <a:lstStyle/>
                    <a:p>
                      <a:pPr algn="ctr"/>
                      <a:r>
                        <a:rPr lang="en-US" dirty="0">
                          <a:latin typeface="Arial" panose="020B0604020202020204" pitchFamily="34" charset="0"/>
                          <a:cs typeface="Arial" panose="020B0604020202020204" pitchFamily="34" charset="0"/>
                        </a:rPr>
                        <a:t>Input</a:t>
                      </a:r>
                      <a:r>
                        <a:rPr lang="en-US" baseline="-25000" dirty="0">
                          <a:latin typeface="Arial" panose="020B0604020202020204" pitchFamily="34" charset="0"/>
                          <a:cs typeface="Arial" panose="020B0604020202020204" pitchFamily="34" charset="0"/>
                        </a:rPr>
                        <a:t>2</a:t>
                      </a:r>
                    </a:p>
                    <a:p>
                      <a:pPr algn="ctr"/>
                      <a:r>
                        <a:rPr lang="en-US" baseline="0" dirty="0">
                          <a:latin typeface="Arial" panose="020B0604020202020204" pitchFamily="34" charset="0"/>
                          <a:cs typeface="Arial" panose="020B0604020202020204" pitchFamily="34" charset="0"/>
                        </a:rPr>
                        <a:t>(Y)</a:t>
                      </a:r>
                    </a:p>
                  </a:txBody>
                  <a:tcPr/>
                </a:tc>
                <a:tc>
                  <a:txBody>
                    <a:bodyPr/>
                    <a:lstStyle/>
                    <a:p>
                      <a:pPr algn="ctr"/>
                      <a:r>
                        <a:rPr lang="en-US" dirty="0">
                          <a:latin typeface="Arial" panose="020B0604020202020204" pitchFamily="34" charset="0"/>
                          <a:cs typeface="Arial" panose="020B0604020202020204" pitchFamily="34" charset="0"/>
                        </a:rPr>
                        <a:t>Label</a:t>
                      </a:r>
                    </a:p>
                    <a:p>
                      <a:pPr algn="ctr"/>
                      <a:r>
                        <a:rPr lang="en-US" dirty="0">
                          <a:latin typeface="Arial" panose="020B0604020202020204" pitchFamily="34" charset="0"/>
                          <a:cs typeface="Arial" panose="020B0604020202020204" pitchFamily="34" charset="0"/>
                        </a:rPr>
                        <a:t>(Color)</a:t>
                      </a:r>
                    </a:p>
                  </a:txBody>
                  <a:tcPr/>
                </a:tc>
                <a:extLst>
                  <a:ext uri="{0D108BD9-81ED-4DB2-BD59-A6C34878D82A}">
                    <a16:rowId xmlns:a16="http://schemas.microsoft.com/office/drawing/2014/main" val="3281462437"/>
                  </a:ext>
                </a:extLst>
              </a:tr>
              <a:tr h="370840">
                <a:tc>
                  <a:txBody>
                    <a:bodyPr/>
                    <a:lstStyle/>
                    <a:p>
                      <a:pPr algn="ctr"/>
                      <a:r>
                        <a:rPr lang="en-US" dirty="0">
                          <a:latin typeface="Arial" panose="020B0604020202020204" pitchFamily="34" charset="0"/>
                          <a:cs typeface="Arial" panose="020B0604020202020204" pitchFamily="34" charset="0"/>
                        </a:rPr>
                        <a:t>#1</a:t>
                      </a:r>
                    </a:p>
                  </a:txBody>
                  <a:tcPr/>
                </a:tc>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00B05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04868658"/>
                  </a:ext>
                </a:extLst>
              </a:tr>
              <a:tr h="370840">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 (</a:t>
                      </a:r>
                      <a:r>
                        <a:rPr lang="en-US" sz="1800" dirty="0">
                          <a:solidFill>
                            <a:srgbClr val="00B05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651165515"/>
                  </a:ext>
                </a:extLst>
              </a:tr>
              <a:tr h="370840">
                <a:tc>
                  <a:txBody>
                    <a:bodyPr/>
                    <a:lstStyle/>
                    <a:p>
                      <a:pPr algn="ctr"/>
                      <a:r>
                        <a:rPr lang="en-US" dirty="0">
                          <a:latin typeface="Arial" panose="020B0604020202020204" pitchFamily="34" charset="0"/>
                          <a:cs typeface="Arial" panose="020B0604020202020204" pitchFamily="34" charset="0"/>
                        </a:rPr>
                        <a:t>#3</a:t>
                      </a:r>
                    </a:p>
                  </a:txBody>
                  <a:tcPr/>
                </a:tc>
                <a:tc>
                  <a:txBody>
                    <a:bodyPr/>
                    <a:lstStyle/>
                    <a:p>
                      <a:pPr algn="ctr"/>
                      <a:r>
                        <a:rPr lang="en-US" dirty="0">
                          <a:latin typeface="Arial" panose="020B0604020202020204" pitchFamily="34" charset="0"/>
                          <a:cs typeface="Arial" panose="020B0604020202020204" pitchFamily="34" charset="0"/>
                        </a:rPr>
                        <a:t>0</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 (</a:t>
                      </a:r>
                      <a:r>
                        <a:rPr lang="en-US" sz="1800" dirty="0">
                          <a:solidFill>
                            <a:srgbClr val="00B05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906554913"/>
                  </a:ext>
                </a:extLst>
              </a:tr>
              <a:tr h="370840">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ctr"/>
                      <a:r>
                        <a:rPr lang="en-US" dirty="0">
                          <a:latin typeface="Arial" panose="020B0604020202020204" pitchFamily="34" charset="0"/>
                          <a:cs typeface="Arial" panose="020B0604020202020204" pitchFamily="34" charset="0"/>
                        </a:rPr>
                        <a:t>0</a:t>
                      </a:r>
                    </a:p>
                  </a:txBody>
                  <a:tcPr/>
                </a:tc>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C0000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052881436"/>
                  </a:ext>
                </a:extLst>
              </a:tr>
              <a:tr h="370840">
                <a:tc>
                  <a:txBody>
                    <a:bodyPr/>
                    <a:lstStyle/>
                    <a:p>
                      <a:pPr algn="ctr"/>
                      <a:r>
                        <a:rPr lang="en-US" dirty="0">
                          <a:latin typeface="Arial" panose="020B0604020202020204" pitchFamily="34" charset="0"/>
                          <a:cs typeface="Arial" panose="020B0604020202020204" pitchFamily="34" charset="0"/>
                        </a:rPr>
                        <a:t>#5</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C0000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496509937"/>
                  </a:ext>
                </a:extLst>
              </a:tr>
              <a:tr h="370840">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C0000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43331876"/>
                  </a:ext>
                </a:extLst>
              </a:tr>
            </a:tbl>
          </a:graphicData>
        </a:graphic>
      </p:graphicFrame>
      <p:graphicFrame>
        <p:nvGraphicFramePr>
          <p:cNvPr id="2" name="Table 1">
            <a:extLst>
              <a:ext uri="{FF2B5EF4-FFF2-40B4-BE49-F238E27FC236}">
                <a16:creationId xmlns:a16="http://schemas.microsoft.com/office/drawing/2014/main" id="{E2B18E8E-3C3C-9F75-2C30-87FDCF455465}"/>
              </a:ext>
            </a:extLst>
          </p:cNvPr>
          <p:cNvGraphicFramePr>
            <a:graphicFrameLocks noGrp="1"/>
          </p:cNvGraphicFramePr>
          <p:nvPr/>
        </p:nvGraphicFramePr>
        <p:xfrm>
          <a:off x="1903412" y="5486400"/>
          <a:ext cx="3657600" cy="1010920"/>
        </p:xfrm>
        <a:graphic>
          <a:graphicData uri="http://schemas.openxmlformats.org/drawingml/2006/table">
            <a:tbl>
              <a:tblPr firstRow="1" bandRow="1">
                <a:tableStyleId>{073A0DAA-6AF3-43AB-8588-CEC1D06C72B9}</a:tableStyleId>
              </a:tblPr>
              <a:tblGrid>
                <a:gridCol w="1097280">
                  <a:extLst>
                    <a:ext uri="{9D8B030D-6E8A-4147-A177-3AD203B41FA5}">
                      <a16:colId xmlns:a16="http://schemas.microsoft.com/office/drawing/2014/main" val="3075322252"/>
                    </a:ext>
                  </a:extLst>
                </a:gridCol>
                <a:gridCol w="1097280">
                  <a:extLst>
                    <a:ext uri="{9D8B030D-6E8A-4147-A177-3AD203B41FA5}">
                      <a16:colId xmlns:a16="http://schemas.microsoft.com/office/drawing/2014/main" val="112466607"/>
                    </a:ext>
                  </a:extLst>
                </a:gridCol>
                <a:gridCol w="1463040">
                  <a:extLst>
                    <a:ext uri="{9D8B030D-6E8A-4147-A177-3AD203B41FA5}">
                      <a16:colId xmlns:a16="http://schemas.microsoft.com/office/drawing/2014/main" val="2979836651"/>
                    </a:ext>
                  </a:extLst>
                </a:gridCol>
              </a:tblGrid>
              <a:tr h="370840">
                <a:tc>
                  <a:txBody>
                    <a:bodyPr/>
                    <a:lstStyle/>
                    <a:p>
                      <a:pPr algn="ctr"/>
                      <a:r>
                        <a:rPr lang="en-US" dirty="0">
                          <a:latin typeface="Arial" panose="020B0604020202020204" pitchFamily="34" charset="0"/>
                          <a:cs typeface="Arial" panose="020B0604020202020204" pitchFamily="34" charset="0"/>
                        </a:rPr>
                        <a:t>Weight</a:t>
                      </a:r>
                      <a:r>
                        <a:rPr lang="en-US" baseline="-25000" dirty="0">
                          <a:latin typeface="Arial" panose="020B0604020202020204" pitchFamily="34" charset="0"/>
                          <a:cs typeface="Arial" panose="020B0604020202020204" pitchFamily="34" charset="0"/>
                        </a:rPr>
                        <a:t>1</a:t>
                      </a:r>
                      <a:endParaRPr lang="en-US" dirty="0">
                        <a:latin typeface="Arial" panose="020B0604020202020204" pitchFamily="34" charset="0"/>
                        <a:cs typeface="Arial" panose="020B0604020202020204" pitchFamily="34" charset="0"/>
                      </a:endParaRPr>
                    </a:p>
                  </a:txBody>
                  <a:tcPr/>
                </a:tc>
                <a:tc>
                  <a:txBody>
                    <a:bodyPr/>
                    <a:lstStyle/>
                    <a:p>
                      <a:pPr algn="ctr"/>
                      <a:r>
                        <a:rPr lang="en-US" dirty="0">
                          <a:latin typeface="Arial" panose="020B0604020202020204" pitchFamily="34" charset="0"/>
                          <a:cs typeface="Arial" panose="020B0604020202020204" pitchFamily="34" charset="0"/>
                        </a:rPr>
                        <a:t>Weight</a:t>
                      </a:r>
                      <a:r>
                        <a:rPr lang="en-US" baseline="-25000" dirty="0">
                          <a:latin typeface="Arial" panose="020B0604020202020204" pitchFamily="34" charset="0"/>
                          <a:cs typeface="Arial" panose="020B0604020202020204" pitchFamily="34" charset="0"/>
                        </a:rPr>
                        <a:t>2</a:t>
                      </a:r>
                      <a:endParaRPr lang="en-US" dirty="0">
                        <a:latin typeface="Arial" panose="020B0604020202020204" pitchFamily="34" charset="0"/>
                        <a:cs typeface="Arial" panose="020B0604020202020204" pitchFamily="34" charset="0"/>
                      </a:endParaRPr>
                    </a:p>
                  </a:txBody>
                  <a:tcPr/>
                </a:tc>
                <a:tc>
                  <a:txBody>
                    <a:bodyPr/>
                    <a:lstStyle/>
                    <a:p>
                      <a:pPr algn="ctr"/>
                      <a:r>
                        <a:rPr lang="en-US" dirty="0">
                          <a:latin typeface="Arial" panose="020B0604020202020204" pitchFamily="34" charset="0"/>
                          <a:cs typeface="Arial" panose="020B0604020202020204" pitchFamily="34" charset="0"/>
                        </a:rPr>
                        <a:t>Threshold</a:t>
                      </a:r>
                    </a:p>
                    <a:p>
                      <a:pPr algn="ctr"/>
                      <a:r>
                        <a:rPr lang="en-US" dirty="0">
                          <a:latin typeface="Arial" panose="020B0604020202020204" pitchFamily="34" charset="0"/>
                          <a:cs typeface="Arial" panose="020B0604020202020204" pitchFamily="34" charset="0"/>
                        </a:rPr>
                        <a:t>(</a:t>
                      </a:r>
                      <a:r>
                        <a:rPr lang="el-GR" sz="1800" dirty="0">
                          <a:latin typeface="Arial" panose="020B0604020202020204" pitchFamily="34" charset="0"/>
                          <a:cs typeface="Arial" panose="020B0604020202020204" pitchFamily="34" charset="0"/>
                        </a:rPr>
                        <a:t>β</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1168607816"/>
                  </a:ext>
                </a:extLst>
              </a:tr>
              <a:tr h="370840">
                <a:tc>
                  <a:txBody>
                    <a:bodyPr/>
                    <a:lstStyle/>
                    <a:p>
                      <a:pPr algn="ctr"/>
                      <a:r>
                        <a:rPr lang="en-US" b="1" dirty="0">
                          <a:latin typeface="Arial" panose="020B0604020202020204" pitchFamily="34" charset="0"/>
                          <a:cs typeface="Arial" panose="020B0604020202020204" pitchFamily="34" charset="0"/>
                        </a:rPr>
                        <a:t>0.1</a:t>
                      </a:r>
                    </a:p>
                  </a:txBody>
                  <a:tcPr/>
                </a:tc>
                <a:tc>
                  <a:txBody>
                    <a:bodyPr/>
                    <a:lstStyle/>
                    <a:p>
                      <a:pPr algn="ctr"/>
                      <a:r>
                        <a:rPr lang="en-US" b="1" dirty="0">
                          <a:latin typeface="Arial" panose="020B0604020202020204" pitchFamily="34" charset="0"/>
                          <a:cs typeface="Arial" panose="020B0604020202020204" pitchFamily="34" charset="0"/>
                        </a:rPr>
                        <a:t>0.1</a:t>
                      </a:r>
                    </a:p>
                  </a:txBody>
                  <a:tcPr/>
                </a:tc>
                <a:tc>
                  <a:txBody>
                    <a:bodyPr/>
                    <a:lstStyle/>
                    <a:p>
                      <a:pPr algn="ctr"/>
                      <a:r>
                        <a:rPr lang="en-US" b="1" dirty="0">
                          <a:latin typeface="Arial" panose="020B0604020202020204" pitchFamily="34" charset="0"/>
                          <a:cs typeface="Arial" panose="020B0604020202020204" pitchFamily="34" charset="0"/>
                        </a:rPr>
                        <a:t>0.05</a:t>
                      </a:r>
                    </a:p>
                  </a:txBody>
                  <a:tcPr/>
                </a:tc>
                <a:extLst>
                  <a:ext uri="{0D108BD9-81ED-4DB2-BD59-A6C34878D82A}">
                    <a16:rowId xmlns:a16="http://schemas.microsoft.com/office/drawing/2014/main" val="3358362266"/>
                  </a:ext>
                </a:extLst>
              </a:tr>
            </a:tbl>
          </a:graphicData>
        </a:graphic>
      </p:graphicFrame>
      <p:pic>
        <p:nvPicPr>
          <p:cNvPr id="3" name="Picture 2">
            <a:extLst>
              <a:ext uri="{FF2B5EF4-FFF2-40B4-BE49-F238E27FC236}">
                <a16:creationId xmlns:a16="http://schemas.microsoft.com/office/drawing/2014/main" id="{FFE5698C-B92D-F19A-DFB6-CF125298FA64}"/>
              </a:ext>
            </a:extLst>
          </p:cNvPr>
          <p:cNvPicPr>
            <a:picLocks noChangeAspect="1"/>
          </p:cNvPicPr>
          <p:nvPr/>
        </p:nvPicPr>
        <p:blipFill>
          <a:blip r:embed="rId2"/>
          <a:srcRect/>
          <a:stretch/>
        </p:blipFill>
        <p:spPr>
          <a:xfrm>
            <a:off x="6704012" y="2138680"/>
            <a:ext cx="4572000" cy="457200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7" name="Callout: Right Arrow 6">
            <a:extLst>
              <a:ext uri="{FF2B5EF4-FFF2-40B4-BE49-F238E27FC236}">
                <a16:creationId xmlns:a16="http://schemas.microsoft.com/office/drawing/2014/main" id="{E75F1138-E861-FC50-7E26-D1FE7E754909}"/>
              </a:ext>
            </a:extLst>
          </p:cNvPr>
          <p:cNvSpPr/>
          <p:nvPr/>
        </p:nvSpPr>
        <p:spPr>
          <a:xfrm>
            <a:off x="2970212" y="3733800"/>
            <a:ext cx="5867400" cy="1066800"/>
          </a:xfrm>
          <a:prstGeom prst="rightArrowCallout">
            <a:avLst>
              <a:gd name="adj1" fmla="val 25000"/>
              <a:gd name="adj2" fmla="val 25000"/>
              <a:gd name="adj3" fmla="val 25000"/>
              <a:gd name="adj4" fmla="val 89358"/>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This blue line is the graphical representation of the model (the weight vector and threshold).</a:t>
            </a:r>
          </a:p>
          <a:p>
            <a:pPr algn="ctr"/>
            <a:r>
              <a:rPr lang="en-US" b="1" dirty="0">
                <a:highlight>
                  <a:srgbClr val="000000"/>
                </a:highlight>
              </a:rPr>
              <a:t>0.1x + 0.1y + 0.05 = 0</a:t>
            </a:r>
          </a:p>
        </p:txBody>
      </p:sp>
    </p:spTree>
    <p:extLst>
      <p:ext uri="{BB962C8B-B14F-4D97-AF65-F5344CB8AC3E}">
        <p14:creationId xmlns:p14="http://schemas.microsoft.com/office/powerpoint/2010/main" val="151902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par>
                          <p:cTn id="8" fill="hold">
                            <p:stCondLst>
                              <p:cond delay="500"/>
                            </p:stCondLst>
                            <p:childTnLst>
                              <p:par>
                                <p:cTn id="9" presetID="14" presetClass="entr" presetSubtype="1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randombar(horizontal)">
                                      <p:cBhvr>
                                        <p:cTn id="11" dur="500"/>
                                        <p:tgtEl>
                                          <p:spTgt spid="3"/>
                                        </p:tgtEl>
                                      </p:cBhvr>
                                    </p:animEffect>
                                  </p:childTnLst>
                                </p:cTn>
                              </p:par>
                            </p:childTnLst>
                          </p:cTn>
                        </p:par>
                        <p:par>
                          <p:cTn id="12" fill="hold">
                            <p:stCondLst>
                              <p:cond delay="1000"/>
                            </p:stCondLst>
                            <p:childTnLst>
                              <p:par>
                                <p:cTn id="13" presetID="2" presetClass="entr" presetSubtype="8"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6F4C326-A991-6E4A-B40C-E613F986848E}"/>
              </a:ext>
            </a:extLst>
          </p:cNvPr>
          <p:cNvSpPr>
            <a:spLocks noGrp="1"/>
          </p:cNvSpPr>
          <p:nvPr>
            <p:ph type="title"/>
          </p:nvPr>
        </p:nvSpPr>
        <p:spPr/>
        <p:txBody>
          <a:bodyPr/>
          <a:lstStyle/>
          <a:p>
            <a:r>
              <a:rPr lang="en-US" dirty="0"/>
              <a:t>Demo</a:t>
            </a:r>
          </a:p>
        </p:txBody>
      </p:sp>
      <p:sp>
        <p:nvSpPr>
          <p:cNvPr id="5" name="Content Placeholder 4">
            <a:extLst>
              <a:ext uri="{FF2B5EF4-FFF2-40B4-BE49-F238E27FC236}">
                <a16:creationId xmlns:a16="http://schemas.microsoft.com/office/drawing/2014/main" id="{A3F51C36-2B58-87BF-492D-243B4AE5B6D1}"/>
              </a:ext>
            </a:extLst>
          </p:cNvPr>
          <p:cNvSpPr>
            <a:spLocks noGrp="1"/>
          </p:cNvSpPr>
          <p:nvPr>
            <p:ph idx="1"/>
          </p:nvPr>
        </p:nvSpPr>
        <p:spPr>
          <a:xfrm>
            <a:off x="1522414" y="1539240"/>
            <a:ext cx="9144000" cy="4267200"/>
          </a:xfrm>
        </p:spPr>
        <p:txBody>
          <a:bodyPr>
            <a:normAutofit/>
          </a:bodyPr>
          <a:lstStyle/>
          <a:p>
            <a:pPr marL="0" indent="0">
              <a:buNone/>
            </a:pPr>
            <a:r>
              <a:rPr lang="en-US" sz="2400" b="1" dirty="0"/>
              <a:t>3. </a:t>
            </a:r>
            <a:r>
              <a:rPr lang="en-US" sz="2400" dirty="0"/>
              <a:t>Let’s also consider the learning rate (</a:t>
            </a:r>
            <a:r>
              <a:rPr lang="el-GR" sz="2400" dirty="0">
                <a:latin typeface="Consolas" panose="020B0609020204030204" pitchFamily="49" charset="0"/>
              </a:rPr>
              <a:t>α</a:t>
            </a:r>
            <a:r>
              <a:rPr lang="en-US" sz="2400" dirty="0"/>
              <a:t>) as </a:t>
            </a:r>
            <a:r>
              <a:rPr lang="en-US" sz="2400" b="1" dirty="0"/>
              <a:t>0.02</a:t>
            </a:r>
          </a:p>
        </p:txBody>
      </p:sp>
      <p:graphicFrame>
        <p:nvGraphicFramePr>
          <p:cNvPr id="6" name="Table 5">
            <a:extLst>
              <a:ext uri="{FF2B5EF4-FFF2-40B4-BE49-F238E27FC236}">
                <a16:creationId xmlns:a16="http://schemas.microsoft.com/office/drawing/2014/main" id="{81896A8A-245A-2556-C7E3-1404C474346C}"/>
              </a:ext>
            </a:extLst>
          </p:cNvPr>
          <p:cNvGraphicFramePr>
            <a:graphicFrameLocks noGrp="1"/>
          </p:cNvGraphicFramePr>
          <p:nvPr/>
        </p:nvGraphicFramePr>
        <p:xfrm>
          <a:off x="1903412" y="2453640"/>
          <a:ext cx="3633654" cy="2865120"/>
        </p:xfrm>
        <a:graphic>
          <a:graphicData uri="http://schemas.openxmlformats.org/drawingml/2006/table">
            <a:tbl>
              <a:tblPr firstRow="1" bandRow="1">
                <a:tableStyleId>{073A0DAA-6AF3-43AB-8588-CEC1D06C72B9}</a:tableStyleId>
              </a:tblPr>
              <a:tblGrid>
                <a:gridCol w="822960">
                  <a:extLst>
                    <a:ext uri="{9D8B030D-6E8A-4147-A177-3AD203B41FA5}">
                      <a16:colId xmlns:a16="http://schemas.microsoft.com/office/drawing/2014/main" val="392014626"/>
                    </a:ext>
                  </a:extLst>
                </a:gridCol>
                <a:gridCol w="914400">
                  <a:extLst>
                    <a:ext uri="{9D8B030D-6E8A-4147-A177-3AD203B41FA5}">
                      <a16:colId xmlns:a16="http://schemas.microsoft.com/office/drawing/2014/main" val="437014267"/>
                    </a:ext>
                  </a:extLst>
                </a:gridCol>
                <a:gridCol w="914400">
                  <a:extLst>
                    <a:ext uri="{9D8B030D-6E8A-4147-A177-3AD203B41FA5}">
                      <a16:colId xmlns:a16="http://schemas.microsoft.com/office/drawing/2014/main" val="4042802396"/>
                    </a:ext>
                  </a:extLst>
                </a:gridCol>
                <a:gridCol w="981894">
                  <a:extLst>
                    <a:ext uri="{9D8B030D-6E8A-4147-A177-3AD203B41FA5}">
                      <a16:colId xmlns:a16="http://schemas.microsoft.com/office/drawing/2014/main" val="958931348"/>
                    </a:ext>
                  </a:extLst>
                </a:gridCol>
              </a:tblGrid>
              <a:tr h="370840">
                <a:tc>
                  <a:txBody>
                    <a:bodyPr/>
                    <a:lstStyle/>
                    <a:p>
                      <a:pPr algn="ctr"/>
                      <a:r>
                        <a:rPr lang="en-US" dirty="0">
                          <a:latin typeface="Arial" panose="020B0604020202020204" pitchFamily="34" charset="0"/>
                          <a:cs typeface="Arial" panose="020B0604020202020204" pitchFamily="34" charset="0"/>
                        </a:rPr>
                        <a:t>Entry</a:t>
                      </a:r>
                    </a:p>
                  </a:txBody>
                  <a:tcPr/>
                </a:tc>
                <a:tc>
                  <a:txBody>
                    <a:bodyPr/>
                    <a:lstStyle/>
                    <a:p>
                      <a:pPr algn="ctr"/>
                      <a:r>
                        <a:rPr lang="en-US" dirty="0">
                          <a:latin typeface="Arial" panose="020B0604020202020204" pitchFamily="34" charset="0"/>
                          <a:cs typeface="Arial" panose="020B0604020202020204" pitchFamily="34" charset="0"/>
                        </a:rPr>
                        <a:t>Input</a:t>
                      </a:r>
                      <a:r>
                        <a:rPr lang="en-US" baseline="-25000" dirty="0">
                          <a:latin typeface="Arial" panose="020B0604020202020204" pitchFamily="34" charset="0"/>
                          <a:cs typeface="Arial" panose="020B0604020202020204" pitchFamily="34" charset="0"/>
                        </a:rPr>
                        <a:t>1</a:t>
                      </a:r>
                    </a:p>
                    <a:p>
                      <a:pPr algn="ctr"/>
                      <a:r>
                        <a:rPr lang="en-US" baseline="0" dirty="0">
                          <a:latin typeface="Arial" panose="020B0604020202020204" pitchFamily="34" charset="0"/>
                          <a:cs typeface="Arial" panose="020B0604020202020204" pitchFamily="34" charset="0"/>
                        </a:rPr>
                        <a:t>(X)</a:t>
                      </a:r>
                    </a:p>
                  </a:txBody>
                  <a:tcPr/>
                </a:tc>
                <a:tc>
                  <a:txBody>
                    <a:bodyPr/>
                    <a:lstStyle/>
                    <a:p>
                      <a:pPr algn="ctr"/>
                      <a:r>
                        <a:rPr lang="en-US" dirty="0">
                          <a:latin typeface="Arial" panose="020B0604020202020204" pitchFamily="34" charset="0"/>
                          <a:cs typeface="Arial" panose="020B0604020202020204" pitchFamily="34" charset="0"/>
                        </a:rPr>
                        <a:t>Input</a:t>
                      </a:r>
                      <a:r>
                        <a:rPr lang="en-US" baseline="-25000" dirty="0">
                          <a:latin typeface="Arial" panose="020B0604020202020204" pitchFamily="34" charset="0"/>
                          <a:cs typeface="Arial" panose="020B0604020202020204" pitchFamily="34" charset="0"/>
                        </a:rPr>
                        <a:t>2</a:t>
                      </a:r>
                    </a:p>
                    <a:p>
                      <a:pPr algn="ctr"/>
                      <a:r>
                        <a:rPr lang="en-US" baseline="0" dirty="0">
                          <a:latin typeface="Arial" panose="020B0604020202020204" pitchFamily="34" charset="0"/>
                          <a:cs typeface="Arial" panose="020B0604020202020204" pitchFamily="34" charset="0"/>
                        </a:rPr>
                        <a:t>(Y)</a:t>
                      </a:r>
                    </a:p>
                  </a:txBody>
                  <a:tcPr/>
                </a:tc>
                <a:tc>
                  <a:txBody>
                    <a:bodyPr/>
                    <a:lstStyle/>
                    <a:p>
                      <a:pPr algn="ctr"/>
                      <a:r>
                        <a:rPr lang="en-US" dirty="0">
                          <a:latin typeface="Arial" panose="020B0604020202020204" pitchFamily="34" charset="0"/>
                          <a:cs typeface="Arial" panose="020B0604020202020204" pitchFamily="34" charset="0"/>
                        </a:rPr>
                        <a:t>Label</a:t>
                      </a:r>
                    </a:p>
                    <a:p>
                      <a:pPr algn="ctr"/>
                      <a:r>
                        <a:rPr lang="en-US" dirty="0">
                          <a:latin typeface="Arial" panose="020B0604020202020204" pitchFamily="34" charset="0"/>
                          <a:cs typeface="Arial" panose="020B0604020202020204" pitchFamily="34" charset="0"/>
                        </a:rPr>
                        <a:t>(Color)</a:t>
                      </a:r>
                    </a:p>
                  </a:txBody>
                  <a:tcPr/>
                </a:tc>
                <a:extLst>
                  <a:ext uri="{0D108BD9-81ED-4DB2-BD59-A6C34878D82A}">
                    <a16:rowId xmlns:a16="http://schemas.microsoft.com/office/drawing/2014/main" val="3281462437"/>
                  </a:ext>
                </a:extLst>
              </a:tr>
              <a:tr h="370840">
                <a:tc>
                  <a:txBody>
                    <a:bodyPr/>
                    <a:lstStyle/>
                    <a:p>
                      <a:pPr algn="ctr"/>
                      <a:r>
                        <a:rPr lang="en-US" dirty="0">
                          <a:latin typeface="Arial" panose="020B0604020202020204" pitchFamily="34" charset="0"/>
                          <a:cs typeface="Arial" panose="020B0604020202020204" pitchFamily="34" charset="0"/>
                        </a:rPr>
                        <a:t>#1</a:t>
                      </a:r>
                    </a:p>
                  </a:txBody>
                  <a:tcPr/>
                </a:tc>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00B05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04868658"/>
                  </a:ext>
                </a:extLst>
              </a:tr>
              <a:tr h="370840">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 (</a:t>
                      </a:r>
                      <a:r>
                        <a:rPr lang="en-US" sz="1800" dirty="0">
                          <a:solidFill>
                            <a:srgbClr val="00B05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651165515"/>
                  </a:ext>
                </a:extLst>
              </a:tr>
              <a:tr h="370840">
                <a:tc>
                  <a:txBody>
                    <a:bodyPr/>
                    <a:lstStyle/>
                    <a:p>
                      <a:pPr algn="ctr"/>
                      <a:r>
                        <a:rPr lang="en-US" dirty="0">
                          <a:latin typeface="Arial" panose="020B0604020202020204" pitchFamily="34" charset="0"/>
                          <a:cs typeface="Arial" panose="020B0604020202020204" pitchFamily="34" charset="0"/>
                        </a:rPr>
                        <a:t>#3</a:t>
                      </a:r>
                    </a:p>
                  </a:txBody>
                  <a:tcPr/>
                </a:tc>
                <a:tc>
                  <a:txBody>
                    <a:bodyPr/>
                    <a:lstStyle/>
                    <a:p>
                      <a:pPr algn="ctr"/>
                      <a:r>
                        <a:rPr lang="en-US" dirty="0">
                          <a:latin typeface="Arial" panose="020B0604020202020204" pitchFamily="34" charset="0"/>
                          <a:cs typeface="Arial" panose="020B0604020202020204" pitchFamily="34" charset="0"/>
                        </a:rPr>
                        <a:t>0</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 (</a:t>
                      </a:r>
                      <a:r>
                        <a:rPr lang="en-US" sz="1800" dirty="0">
                          <a:solidFill>
                            <a:srgbClr val="00B05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906554913"/>
                  </a:ext>
                </a:extLst>
              </a:tr>
              <a:tr h="370840">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ctr"/>
                      <a:r>
                        <a:rPr lang="en-US" dirty="0">
                          <a:latin typeface="Arial" panose="020B0604020202020204" pitchFamily="34" charset="0"/>
                          <a:cs typeface="Arial" panose="020B0604020202020204" pitchFamily="34" charset="0"/>
                        </a:rPr>
                        <a:t>0</a:t>
                      </a:r>
                    </a:p>
                  </a:txBody>
                  <a:tcPr/>
                </a:tc>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C0000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052881436"/>
                  </a:ext>
                </a:extLst>
              </a:tr>
              <a:tr h="370840">
                <a:tc>
                  <a:txBody>
                    <a:bodyPr/>
                    <a:lstStyle/>
                    <a:p>
                      <a:pPr algn="ctr"/>
                      <a:r>
                        <a:rPr lang="en-US" dirty="0">
                          <a:latin typeface="Arial" panose="020B0604020202020204" pitchFamily="34" charset="0"/>
                          <a:cs typeface="Arial" panose="020B0604020202020204" pitchFamily="34" charset="0"/>
                        </a:rPr>
                        <a:t>#5</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C0000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496509937"/>
                  </a:ext>
                </a:extLst>
              </a:tr>
              <a:tr h="370840">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C0000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43331876"/>
                  </a:ext>
                </a:extLst>
              </a:tr>
            </a:tbl>
          </a:graphicData>
        </a:graphic>
      </p:graphicFrame>
      <p:graphicFrame>
        <p:nvGraphicFramePr>
          <p:cNvPr id="2" name="Table 1">
            <a:extLst>
              <a:ext uri="{FF2B5EF4-FFF2-40B4-BE49-F238E27FC236}">
                <a16:creationId xmlns:a16="http://schemas.microsoft.com/office/drawing/2014/main" id="{E2B18E8E-3C3C-9F75-2C30-87FDCF455465}"/>
              </a:ext>
            </a:extLst>
          </p:cNvPr>
          <p:cNvGraphicFramePr>
            <a:graphicFrameLocks noGrp="1"/>
          </p:cNvGraphicFramePr>
          <p:nvPr/>
        </p:nvGraphicFramePr>
        <p:xfrm>
          <a:off x="1903412" y="5486400"/>
          <a:ext cx="3657600" cy="1010920"/>
        </p:xfrm>
        <a:graphic>
          <a:graphicData uri="http://schemas.openxmlformats.org/drawingml/2006/table">
            <a:tbl>
              <a:tblPr firstRow="1" bandRow="1">
                <a:tableStyleId>{073A0DAA-6AF3-43AB-8588-CEC1D06C72B9}</a:tableStyleId>
              </a:tblPr>
              <a:tblGrid>
                <a:gridCol w="1097280">
                  <a:extLst>
                    <a:ext uri="{9D8B030D-6E8A-4147-A177-3AD203B41FA5}">
                      <a16:colId xmlns:a16="http://schemas.microsoft.com/office/drawing/2014/main" val="3075322252"/>
                    </a:ext>
                  </a:extLst>
                </a:gridCol>
                <a:gridCol w="1097280">
                  <a:extLst>
                    <a:ext uri="{9D8B030D-6E8A-4147-A177-3AD203B41FA5}">
                      <a16:colId xmlns:a16="http://schemas.microsoft.com/office/drawing/2014/main" val="112466607"/>
                    </a:ext>
                  </a:extLst>
                </a:gridCol>
                <a:gridCol w="1463040">
                  <a:extLst>
                    <a:ext uri="{9D8B030D-6E8A-4147-A177-3AD203B41FA5}">
                      <a16:colId xmlns:a16="http://schemas.microsoft.com/office/drawing/2014/main" val="2979836651"/>
                    </a:ext>
                  </a:extLst>
                </a:gridCol>
              </a:tblGrid>
              <a:tr h="370840">
                <a:tc>
                  <a:txBody>
                    <a:bodyPr/>
                    <a:lstStyle/>
                    <a:p>
                      <a:pPr algn="ctr"/>
                      <a:r>
                        <a:rPr lang="en-US" dirty="0">
                          <a:latin typeface="Arial" panose="020B0604020202020204" pitchFamily="34" charset="0"/>
                          <a:cs typeface="Arial" panose="020B0604020202020204" pitchFamily="34" charset="0"/>
                        </a:rPr>
                        <a:t>Weight</a:t>
                      </a:r>
                      <a:r>
                        <a:rPr lang="en-US" baseline="-25000" dirty="0">
                          <a:latin typeface="Arial" panose="020B0604020202020204" pitchFamily="34" charset="0"/>
                          <a:cs typeface="Arial" panose="020B0604020202020204" pitchFamily="34" charset="0"/>
                        </a:rPr>
                        <a:t>1</a:t>
                      </a:r>
                      <a:endParaRPr lang="en-US" dirty="0">
                        <a:latin typeface="Arial" panose="020B0604020202020204" pitchFamily="34" charset="0"/>
                        <a:cs typeface="Arial" panose="020B0604020202020204" pitchFamily="34" charset="0"/>
                      </a:endParaRPr>
                    </a:p>
                  </a:txBody>
                  <a:tcPr/>
                </a:tc>
                <a:tc>
                  <a:txBody>
                    <a:bodyPr/>
                    <a:lstStyle/>
                    <a:p>
                      <a:pPr algn="ctr"/>
                      <a:r>
                        <a:rPr lang="en-US" dirty="0">
                          <a:latin typeface="Arial" panose="020B0604020202020204" pitchFamily="34" charset="0"/>
                          <a:cs typeface="Arial" panose="020B0604020202020204" pitchFamily="34" charset="0"/>
                        </a:rPr>
                        <a:t>Weight</a:t>
                      </a:r>
                      <a:r>
                        <a:rPr lang="en-US" baseline="-25000" dirty="0">
                          <a:latin typeface="Arial" panose="020B0604020202020204" pitchFamily="34" charset="0"/>
                          <a:cs typeface="Arial" panose="020B0604020202020204" pitchFamily="34" charset="0"/>
                        </a:rPr>
                        <a:t>2</a:t>
                      </a:r>
                      <a:endParaRPr lang="en-US" dirty="0">
                        <a:latin typeface="Arial" panose="020B0604020202020204" pitchFamily="34" charset="0"/>
                        <a:cs typeface="Arial" panose="020B0604020202020204" pitchFamily="34" charset="0"/>
                      </a:endParaRPr>
                    </a:p>
                  </a:txBody>
                  <a:tcPr/>
                </a:tc>
                <a:tc>
                  <a:txBody>
                    <a:bodyPr/>
                    <a:lstStyle/>
                    <a:p>
                      <a:pPr algn="ctr"/>
                      <a:r>
                        <a:rPr lang="en-US" dirty="0">
                          <a:latin typeface="Arial" panose="020B0604020202020204" pitchFamily="34" charset="0"/>
                          <a:cs typeface="Arial" panose="020B0604020202020204" pitchFamily="34" charset="0"/>
                        </a:rPr>
                        <a:t>Threshold</a:t>
                      </a:r>
                    </a:p>
                    <a:p>
                      <a:pPr algn="ctr"/>
                      <a:r>
                        <a:rPr lang="en-US" dirty="0">
                          <a:latin typeface="Arial" panose="020B0604020202020204" pitchFamily="34" charset="0"/>
                          <a:cs typeface="Arial" panose="020B0604020202020204" pitchFamily="34" charset="0"/>
                        </a:rPr>
                        <a:t>(</a:t>
                      </a:r>
                      <a:r>
                        <a:rPr lang="el-GR" sz="1800" dirty="0">
                          <a:latin typeface="Arial" panose="020B0604020202020204" pitchFamily="34" charset="0"/>
                          <a:cs typeface="Arial" panose="020B0604020202020204" pitchFamily="34" charset="0"/>
                        </a:rPr>
                        <a:t>β</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1168607816"/>
                  </a:ext>
                </a:extLst>
              </a:tr>
              <a:tr h="370840">
                <a:tc>
                  <a:txBody>
                    <a:bodyPr/>
                    <a:lstStyle/>
                    <a:p>
                      <a:pPr algn="ctr"/>
                      <a:r>
                        <a:rPr lang="en-US" b="1" dirty="0">
                          <a:latin typeface="Arial" panose="020B0604020202020204" pitchFamily="34" charset="0"/>
                          <a:cs typeface="Arial" panose="020B0604020202020204" pitchFamily="34" charset="0"/>
                        </a:rPr>
                        <a:t>0.1</a:t>
                      </a:r>
                    </a:p>
                  </a:txBody>
                  <a:tcPr/>
                </a:tc>
                <a:tc>
                  <a:txBody>
                    <a:bodyPr/>
                    <a:lstStyle/>
                    <a:p>
                      <a:pPr algn="ctr"/>
                      <a:r>
                        <a:rPr lang="en-US" b="1" dirty="0">
                          <a:latin typeface="Arial" panose="020B0604020202020204" pitchFamily="34" charset="0"/>
                          <a:cs typeface="Arial" panose="020B0604020202020204" pitchFamily="34" charset="0"/>
                        </a:rPr>
                        <a:t>0.1</a:t>
                      </a:r>
                    </a:p>
                  </a:txBody>
                  <a:tcPr/>
                </a:tc>
                <a:tc>
                  <a:txBody>
                    <a:bodyPr/>
                    <a:lstStyle/>
                    <a:p>
                      <a:pPr algn="ctr"/>
                      <a:r>
                        <a:rPr lang="en-US" b="1" dirty="0">
                          <a:latin typeface="Arial" panose="020B0604020202020204" pitchFamily="34" charset="0"/>
                          <a:cs typeface="Arial" panose="020B0604020202020204" pitchFamily="34" charset="0"/>
                        </a:rPr>
                        <a:t>0.05</a:t>
                      </a:r>
                    </a:p>
                  </a:txBody>
                  <a:tcPr/>
                </a:tc>
                <a:extLst>
                  <a:ext uri="{0D108BD9-81ED-4DB2-BD59-A6C34878D82A}">
                    <a16:rowId xmlns:a16="http://schemas.microsoft.com/office/drawing/2014/main" val="3358362266"/>
                  </a:ext>
                </a:extLst>
              </a:tr>
            </a:tbl>
          </a:graphicData>
        </a:graphic>
      </p:graphicFrame>
      <p:pic>
        <p:nvPicPr>
          <p:cNvPr id="3" name="Picture 2">
            <a:extLst>
              <a:ext uri="{FF2B5EF4-FFF2-40B4-BE49-F238E27FC236}">
                <a16:creationId xmlns:a16="http://schemas.microsoft.com/office/drawing/2014/main" id="{FFE5698C-B92D-F19A-DFB6-CF125298FA64}"/>
              </a:ext>
            </a:extLst>
          </p:cNvPr>
          <p:cNvPicPr>
            <a:picLocks noChangeAspect="1"/>
          </p:cNvPicPr>
          <p:nvPr/>
        </p:nvPicPr>
        <p:blipFill>
          <a:blip r:embed="rId2"/>
          <a:srcRect/>
          <a:stretch/>
        </p:blipFill>
        <p:spPr>
          <a:xfrm>
            <a:off x="6704012" y="2138680"/>
            <a:ext cx="4572000" cy="457200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38458777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6F4C326-A991-6E4A-B40C-E613F986848E}"/>
              </a:ext>
            </a:extLst>
          </p:cNvPr>
          <p:cNvSpPr>
            <a:spLocks noGrp="1"/>
          </p:cNvSpPr>
          <p:nvPr>
            <p:ph type="title"/>
          </p:nvPr>
        </p:nvSpPr>
        <p:spPr/>
        <p:txBody>
          <a:bodyPr/>
          <a:lstStyle/>
          <a:p>
            <a:r>
              <a:rPr lang="en-US" dirty="0"/>
              <a:t>Demo</a:t>
            </a:r>
          </a:p>
        </p:txBody>
      </p:sp>
      <p:sp>
        <p:nvSpPr>
          <p:cNvPr id="5" name="Content Placeholder 4">
            <a:extLst>
              <a:ext uri="{FF2B5EF4-FFF2-40B4-BE49-F238E27FC236}">
                <a16:creationId xmlns:a16="http://schemas.microsoft.com/office/drawing/2014/main" id="{A3F51C36-2B58-87BF-492D-243B4AE5B6D1}"/>
              </a:ext>
            </a:extLst>
          </p:cNvPr>
          <p:cNvSpPr>
            <a:spLocks noGrp="1"/>
          </p:cNvSpPr>
          <p:nvPr>
            <p:ph idx="1"/>
          </p:nvPr>
        </p:nvSpPr>
        <p:spPr>
          <a:xfrm>
            <a:off x="1503337" y="1539240"/>
            <a:ext cx="9144000" cy="4267200"/>
          </a:xfrm>
        </p:spPr>
        <p:txBody>
          <a:bodyPr>
            <a:normAutofit/>
          </a:bodyPr>
          <a:lstStyle/>
          <a:p>
            <a:pPr marL="0" indent="0">
              <a:buNone/>
            </a:pPr>
            <a:r>
              <a:rPr lang="en-US" sz="2400" b="1" dirty="0"/>
              <a:t>4. </a:t>
            </a:r>
            <a:r>
              <a:rPr lang="en-US" sz="2400" dirty="0"/>
              <a:t>For the training part, we will check each entry and see if it is correctly classified. If not, we will adjust the weight vector.</a:t>
            </a:r>
            <a:endParaRPr lang="en-US" sz="2400" b="1" dirty="0"/>
          </a:p>
        </p:txBody>
      </p:sp>
      <p:graphicFrame>
        <p:nvGraphicFramePr>
          <p:cNvPr id="6" name="Table 5">
            <a:extLst>
              <a:ext uri="{FF2B5EF4-FFF2-40B4-BE49-F238E27FC236}">
                <a16:creationId xmlns:a16="http://schemas.microsoft.com/office/drawing/2014/main" id="{81896A8A-245A-2556-C7E3-1404C474346C}"/>
              </a:ext>
            </a:extLst>
          </p:cNvPr>
          <p:cNvGraphicFramePr>
            <a:graphicFrameLocks noGrp="1"/>
          </p:cNvGraphicFramePr>
          <p:nvPr/>
        </p:nvGraphicFramePr>
        <p:xfrm>
          <a:off x="1903412" y="2453640"/>
          <a:ext cx="3633654" cy="2865120"/>
        </p:xfrm>
        <a:graphic>
          <a:graphicData uri="http://schemas.openxmlformats.org/drawingml/2006/table">
            <a:tbl>
              <a:tblPr firstRow="1" bandRow="1">
                <a:tableStyleId>{073A0DAA-6AF3-43AB-8588-CEC1D06C72B9}</a:tableStyleId>
              </a:tblPr>
              <a:tblGrid>
                <a:gridCol w="822960">
                  <a:extLst>
                    <a:ext uri="{9D8B030D-6E8A-4147-A177-3AD203B41FA5}">
                      <a16:colId xmlns:a16="http://schemas.microsoft.com/office/drawing/2014/main" val="392014626"/>
                    </a:ext>
                  </a:extLst>
                </a:gridCol>
                <a:gridCol w="914400">
                  <a:extLst>
                    <a:ext uri="{9D8B030D-6E8A-4147-A177-3AD203B41FA5}">
                      <a16:colId xmlns:a16="http://schemas.microsoft.com/office/drawing/2014/main" val="437014267"/>
                    </a:ext>
                  </a:extLst>
                </a:gridCol>
                <a:gridCol w="914400">
                  <a:extLst>
                    <a:ext uri="{9D8B030D-6E8A-4147-A177-3AD203B41FA5}">
                      <a16:colId xmlns:a16="http://schemas.microsoft.com/office/drawing/2014/main" val="4042802396"/>
                    </a:ext>
                  </a:extLst>
                </a:gridCol>
                <a:gridCol w="981894">
                  <a:extLst>
                    <a:ext uri="{9D8B030D-6E8A-4147-A177-3AD203B41FA5}">
                      <a16:colId xmlns:a16="http://schemas.microsoft.com/office/drawing/2014/main" val="958931348"/>
                    </a:ext>
                  </a:extLst>
                </a:gridCol>
              </a:tblGrid>
              <a:tr h="370840">
                <a:tc>
                  <a:txBody>
                    <a:bodyPr/>
                    <a:lstStyle/>
                    <a:p>
                      <a:pPr algn="ctr"/>
                      <a:r>
                        <a:rPr lang="en-US" dirty="0">
                          <a:latin typeface="Arial" panose="020B0604020202020204" pitchFamily="34" charset="0"/>
                          <a:cs typeface="Arial" panose="020B0604020202020204" pitchFamily="34" charset="0"/>
                        </a:rPr>
                        <a:t>Entry</a:t>
                      </a:r>
                    </a:p>
                  </a:txBody>
                  <a:tcPr/>
                </a:tc>
                <a:tc>
                  <a:txBody>
                    <a:bodyPr/>
                    <a:lstStyle/>
                    <a:p>
                      <a:pPr algn="ctr"/>
                      <a:r>
                        <a:rPr lang="en-US" dirty="0">
                          <a:latin typeface="Arial" panose="020B0604020202020204" pitchFamily="34" charset="0"/>
                          <a:cs typeface="Arial" panose="020B0604020202020204" pitchFamily="34" charset="0"/>
                        </a:rPr>
                        <a:t>Input</a:t>
                      </a:r>
                      <a:r>
                        <a:rPr lang="en-US" baseline="-25000" dirty="0">
                          <a:latin typeface="Arial" panose="020B0604020202020204" pitchFamily="34" charset="0"/>
                          <a:cs typeface="Arial" panose="020B0604020202020204" pitchFamily="34" charset="0"/>
                        </a:rPr>
                        <a:t>1</a:t>
                      </a:r>
                    </a:p>
                    <a:p>
                      <a:pPr algn="ctr"/>
                      <a:r>
                        <a:rPr lang="en-US" baseline="0" dirty="0">
                          <a:latin typeface="Arial" panose="020B0604020202020204" pitchFamily="34" charset="0"/>
                          <a:cs typeface="Arial" panose="020B0604020202020204" pitchFamily="34" charset="0"/>
                        </a:rPr>
                        <a:t>(X)</a:t>
                      </a:r>
                    </a:p>
                  </a:txBody>
                  <a:tcPr/>
                </a:tc>
                <a:tc>
                  <a:txBody>
                    <a:bodyPr/>
                    <a:lstStyle/>
                    <a:p>
                      <a:pPr algn="ctr"/>
                      <a:r>
                        <a:rPr lang="en-US" dirty="0">
                          <a:latin typeface="Arial" panose="020B0604020202020204" pitchFamily="34" charset="0"/>
                          <a:cs typeface="Arial" panose="020B0604020202020204" pitchFamily="34" charset="0"/>
                        </a:rPr>
                        <a:t>Input</a:t>
                      </a:r>
                      <a:r>
                        <a:rPr lang="en-US" baseline="-25000" dirty="0">
                          <a:latin typeface="Arial" panose="020B0604020202020204" pitchFamily="34" charset="0"/>
                          <a:cs typeface="Arial" panose="020B0604020202020204" pitchFamily="34" charset="0"/>
                        </a:rPr>
                        <a:t>2</a:t>
                      </a:r>
                    </a:p>
                    <a:p>
                      <a:pPr algn="ctr"/>
                      <a:r>
                        <a:rPr lang="en-US" baseline="0" dirty="0">
                          <a:latin typeface="Arial" panose="020B0604020202020204" pitchFamily="34" charset="0"/>
                          <a:cs typeface="Arial" panose="020B0604020202020204" pitchFamily="34" charset="0"/>
                        </a:rPr>
                        <a:t>(Y)</a:t>
                      </a:r>
                    </a:p>
                  </a:txBody>
                  <a:tcPr/>
                </a:tc>
                <a:tc>
                  <a:txBody>
                    <a:bodyPr/>
                    <a:lstStyle/>
                    <a:p>
                      <a:pPr algn="ctr"/>
                      <a:r>
                        <a:rPr lang="en-US" dirty="0">
                          <a:latin typeface="Arial" panose="020B0604020202020204" pitchFamily="34" charset="0"/>
                          <a:cs typeface="Arial" panose="020B0604020202020204" pitchFamily="34" charset="0"/>
                        </a:rPr>
                        <a:t>Label</a:t>
                      </a:r>
                    </a:p>
                    <a:p>
                      <a:pPr algn="ctr"/>
                      <a:r>
                        <a:rPr lang="en-US" dirty="0">
                          <a:latin typeface="Arial" panose="020B0604020202020204" pitchFamily="34" charset="0"/>
                          <a:cs typeface="Arial" panose="020B0604020202020204" pitchFamily="34" charset="0"/>
                        </a:rPr>
                        <a:t>(Color)</a:t>
                      </a:r>
                    </a:p>
                  </a:txBody>
                  <a:tcPr/>
                </a:tc>
                <a:extLst>
                  <a:ext uri="{0D108BD9-81ED-4DB2-BD59-A6C34878D82A}">
                    <a16:rowId xmlns:a16="http://schemas.microsoft.com/office/drawing/2014/main" val="3281462437"/>
                  </a:ext>
                </a:extLst>
              </a:tr>
              <a:tr h="370840">
                <a:tc>
                  <a:txBody>
                    <a:bodyPr/>
                    <a:lstStyle/>
                    <a:p>
                      <a:pPr algn="ctr"/>
                      <a:r>
                        <a:rPr lang="en-US" dirty="0">
                          <a:latin typeface="Arial" panose="020B0604020202020204" pitchFamily="34" charset="0"/>
                          <a:cs typeface="Arial" panose="020B0604020202020204" pitchFamily="34" charset="0"/>
                        </a:rPr>
                        <a:t>#1</a:t>
                      </a:r>
                    </a:p>
                  </a:txBody>
                  <a:tcPr/>
                </a:tc>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00B05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04868658"/>
                  </a:ext>
                </a:extLst>
              </a:tr>
              <a:tr h="370840">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 (</a:t>
                      </a:r>
                      <a:r>
                        <a:rPr lang="en-US" sz="1800" dirty="0">
                          <a:solidFill>
                            <a:srgbClr val="00B05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651165515"/>
                  </a:ext>
                </a:extLst>
              </a:tr>
              <a:tr h="370840">
                <a:tc>
                  <a:txBody>
                    <a:bodyPr/>
                    <a:lstStyle/>
                    <a:p>
                      <a:pPr algn="ctr"/>
                      <a:r>
                        <a:rPr lang="en-US" dirty="0">
                          <a:latin typeface="Arial" panose="020B0604020202020204" pitchFamily="34" charset="0"/>
                          <a:cs typeface="Arial" panose="020B0604020202020204" pitchFamily="34" charset="0"/>
                        </a:rPr>
                        <a:t>#3</a:t>
                      </a:r>
                    </a:p>
                  </a:txBody>
                  <a:tcPr/>
                </a:tc>
                <a:tc>
                  <a:txBody>
                    <a:bodyPr/>
                    <a:lstStyle/>
                    <a:p>
                      <a:pPr algn="ctr"/>
                      <a:r>
                        <a:rPr lang="en-US" dirty="0">
                          <a:latin typeface="Arial" panose="020B0604020202020204" pitchFamily="34" charset="0"/>
                          <a:cs typeface="Arial" panose="020B0604020202020204" pitchFamily="34" charset="0"/>
                        </a:rPr>
                        <a:t>0</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 (</a:t>
                      </a:r>
                      <a:r>
                        <a:rPr lang="en-US" sz="1800" dirty="0">
                          <a:solidFill>
                            <a:srgbClr val="00B05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906554913"/>
                  </a:ext>
                </a:extLst>
              </a:tr>
              <a:tr h="370840">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ctr"/>
                      <a:r>
                        <a:rPr lang="en-US" dirty="0">
                          <a:latin typeface="Arial" panose="020B0604020202020204" pitchFamily="34" charset="0"/>
                          <a:cs typeface="Arial" panose="020B0604020202020204" pitchFamily="34" charset="0"/>
                        </a:rPr>
                        <a:t>0</a:t>
                      </a:r>
                    </a:p>
                  </a:txBody>
                  <a:tcPr/>
                </a:tc>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C0000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052881436"/>
                  </a:ext>
                </a:extLst>
              </a:tr>
              <a:tr h="370840">
                <a:tc>
                  <a:txBody>
                    <a:bodyPr/>
                    <a:lstStyle/>
                    <a:p>
                      <a:pPr algn="ctr"/>
                      <a:r>
                        <a:rPr lang="en-US" dirty="0">
                          <a:latin typeface="Arial" panose="020B0604020202020204" pitchFamily="34" charset="0"/>
                          <a:cs typeface="Arial" panose="020B0604020202020204" pitchFamily="34" charset="0"/>
                        </a:rPr>
                        <a:t>#5</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C0000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496509937"/>
                  </a:ext>
                </a:extLst>
              </a:tr>
              <a:tr h="370840">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C0000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43331876"/>
                  </a:ext>
                </a:extLst>
              </a:tr>
            </a:tbl>
          </a:graphicData>
        </a:graphic>
      </p:graphicFrame>
      <p:graphicFrame>
        <p:nvGraphicFramePr>
          <p:cNvPr id="2" name="Table 1">
            <a:extLst>
              <a:ext uri="{FF2B5EF4-FFF2-40B4-BE49-F238E27FC236}">
                <a16:creationId xmlns:a16="http://schemas.microsoft.com/office/drawing/2014/main" id="{E2B18E8E-3C3C-9F75-2C30-87FDCF455465}"/>
              </a:ext>
            </a:extLst>
          </p:cNvPr>
          <p:cNvGraphicFramePr>
            <a:graphicFrameLocks noGrp="1"/>
          </p:cNvGraphicFramePr>
          <p:nvPr/>
        </p:nvGraphicFramePr>
        <p:xfrm>
          <a:off x="1903412" y="5486400"/>
          <a:ext cx="3657600" cy="1010920"/>
        </p:xfrm>
        <a:graphic>
          <a:graphicData uri="http://schemas.openxmlformats.org/drawingml/2006/table">
            <a:tbl>
              <a:tblPr firstRow="1" bandRow="1">
                <a:tableStyleId>{073A0DAA-6AF3-43AB-8588-CEC1D06C72B9}</a:tableStyleId>
              </a:tblPr>
              <a:tblGrid>
                <a:gridCol w="1097280">
                  <a:extLst>
                    <a:ext uri="{9D8B030D-6E8A-4147-A177-3AD203B41FA5}">
                      <a16:colId xmlns:a16="http://schemas.microsoft.com/office/drawing/2014/main" val="3075322252"/>
                    </a:ext>
                  </a:extLst>
                </a:gridCol>
                <a:gridCol w="1097280">
                  <a:extLst>
                    <a:ext uri="{9D8B030D-6E8A-4147-A177-3AD203B41FA5}">
                      <a16:colId xmlns:a16="http://schemas.microsoft.com/office/drawing/2014/main" val="112466607"/>
                    </a:ext>
                  </a:extLst>
                </a:gridCol>
                <a:gridCol w="1463040">
                  <a:extLst>
                    <a:ext uri="{9D8B030D-6E8A-4147-A177-3AD203B41FA5}">
                      <a16:colId xmlns:a16="http://schemas.microsoft.com/office/drawing/2014/main" val="2979836651"/>
                    </a:ext>
                  </a:extLst>
                </a:gridCol>
              </a:tblGrid>
              <a:tr h="370840">
                <a:tc>
                  <a:txBody>
                    <a:bodyPr/>
                    <a:lstStyle/>
                    <a:p>
                      <a:pPr algn="ctr"/>
                      <a:r>
                        <a:rPr lang="en-US" dirty="0">
                          <a:latin typeface="Arial" panose="020B0604020202020204" pitchFamily="34" charset="0"/>
                          <a:cs typeface="Arial" panose="020B0604020202020204" pitchFamily="34" charset="0"/>
                        </a:rPr>
                        <a:t>Weight</a:t>
                      </a:r>
                      <a:r>
                        <a:rPr lang="en-US" baseline="-25000" dirty="0">
                          <a:latin typeface="Arial" panose="020B0604020202020204" pitchFamily="34" charset="0"/>
                          <a:cs typeface="Arial" panose="020B0604020202020204" pitchFamily="34" charset="0"/>
                        </a:rPr>
                        <a:t>1</a:t>
                      </a:r>
                      <a:endParaRPr lang="en-US" dirty="0">
                        <a:latin typeface="Arial" panose="020B0604020202020204" pitchFamily="34" charset="0"/>
                        <a:cs typeface="Arial" panose="020B0604020202020204" pitchFamily="34" charset="0"/>
                      </a:endParaRPr>
                    </a:p>
                  </a:txBody>
                  <a:tcPr/>
                </a:tc>
                <a:tc>
                  <a:txBody>
                    <a:bodyPr/>
                    <a:lstStyle/>
                    <a:p>
                      <a:pPr algn="ctr"/>
                      <a:r>
                        <a:rPr lang="en-US" dirty="0">
                          <a:latin typeface="Arial" panose="020B0604020202020204" pitchFamily="34" charset="0"/>
                          <a:cs typeface="Arial" panose="020B0604020202020204" pitchFamily="34" charset="0"/>
                        </a:rPr>
                        <a:t>Weight</a:t>
                      </a:r>
                      <a:r>
                        <a:rPr lang="en-US" baseline="-25000" dirty="0">
                          <a:latin typeface="Arial" panose="020B0604020202020204" pitchFamily="34" charset="0"/>
                          <a:cs typeface="Arial" panose="020B0604020202020204" pitchFamily="34" charset="0"/>
                        </a:rPr>
                        <a:t>2</a:t>
                      </a:r>
                      <a:endParaRPr lang="en-US" dirty="0">
                        <a:latin typeface="Arial" panose="020B0604020202020204" pitchFamily="34" charset="0"/>
                        <a:cs typeface="Arial" panose="020B0604020202020204" pitchFamily="34" charset="0"/>
                      </a:endParaRPr>
                    </a:p>
                  </a:txBody>
                  <a:tcPr/>
                </a:tc>
                <a:tc>
                  <a:txBody>
                    <a:bodyPr/>
                    <a:lstStyle/>
                    <a:p>
                      <a:pPr algn="ctr"/>
                      <a:r>
                        <a:rPr lang="en-US" dirty="0">
                          <a:latin typeface="Arial" panose="020B0604020202020204" pitchFamily="34" charset="0"/>
                          <a:cs typeface="Arial" panose="020B0604020202020204" pitchFamily="34" charset="0"/>
                        </a:rPr>
                        <a:t>Threshold</a:t>
                      </a:r>
                    </a:p>
                    <a:p>
                      <a:pPr algn="ctr"/>
                      <a:r>
                        <a:rPr lang="en-US" dirty="0">
                          <a:latin typeface="Arial" panose="020B0604020202020204" pitchFamily="34" charset="0"/>
                          <a:cs typeface="Arial" panose="020B0604020202020204" pitchFamily="34" charset="0"/>
                        </a:rPr>
                        <a:t>(</a:t>
                      </a:r>
                      <a:r>
                        <a:rPr lang="el-GR" sz="1800" dirty="0">
                          <a:latin typeface="Arial" panose="020B0604020202020204" pitchFamily="34" charset="0"/>
                          <a:cs typeface="Arial" panose="020B0604020202020204" pitchFamily="34" charset="0"/>
                        </a:rPr>
                        <a:t>β</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1168607816"/>
                  </a:ext>
                </a:extLst>
              </a:tr>
              <a:tr h="370840">
                <a:tc>
                  <a:txBody>
                    <a:bodyPr/>
                    <a:lstStyle/>
                    <a:p>
                      <a:pPr algn="ctr"/>
                      <a:r>
                        <a:rPr lang="en-US" b="1" dirty="0">
                          <a:latin typeface="Arial" panose="020B0604020202020204" pitchFamily="34" charset="0"/>
                          <a:cs typeface="Arial" panose="020B0604020202020204" pitchFamily="34" charset="0"/>
                        </a:rPr>
                        <a:t>0.1</a:t>
                      </a:r>
                    </a:p>
                  </a:txBody>
                  <a:tcPr/>
                </a:tc>
                <a:tc>
                  <a:txBody>
                    <a:bodyPr/>
                    <a:lstStyle/>
                    <a:p>
                      <a:pPr algn="ctr"/>
                      <a:r>
                        <a:rPr lang="en-US" b="1" dirty="0">
                          <a:latin typeface="Arial" panose="020B0604020202020204" pitchFamily="34" charset="0"/>
                          <a:cs typeface="Arial" panose="020B0604020202020204" pitchFamily="34" charset="0"/>
                        </a:rPr>
                        <a:t>0.1</a:t>
                      </a:r>
                    </a:p>
                  </a:txBody>
                  <a:tcPr/>
                </a:tc>
                <a:tc>
                  <a:txBody>
                    <a:bodyPr/>
                    <a:lstStyle/>
                    <a:p>
                      <a:pPr algn="ctr"/>
                      <a:r>
                        <a:rPr lang="en-US" b="1" dirty="0">
                          <a:latin typeface="Arial" panose="020B0604020202020204" pitchFamily="34" charset="0"/>
                          <a:cs typeface="Arial" panose="020B0604020202020204" pitchFamily="34" charset="0"/>
                        </a:rPr>
                        <a:t>0.05</a:t>
                      </a:r>
                    </a:p>
                  </a:txBody>
                  <a:tcPr/>
                </a:tc>
                <a:extLst>
                  <a:ext uri="{0D108BD9-81ED-4DB2-BD59-A6C34878D82A}">
                    <a16:rowId xmlns:a16="http://schemas.microsoft.com/office/drawing/2014/main" val="3358362266"/>
                  </a:ext>
                </a:extLst>
              </a:tr>
            </a:tbl>
          </a:graphicData>
        </a:graphic>
      </p:graphicFrame>
      <p:sp>
        <p:nvSpPr>
          <p:cNvPr id="7" name="Right Brace 6">
            <a:extLst>
              <a:ext uri="{FF2B5EF4-FFF2-40B4-BE49-F238E27FC236}">
                <a16:creationId xmlns:a16="http://schemas.microsoft.com/office/drawing/2014/main" id="{9FD0CF82-3205-A19F-2019-B4752279545C}"/>
              </a:ext>
            </a:extLst>
          </p:cNvPr>
          <p:cNvSpPr/>
          <p:nvPr/>
        </p:nvSpPr>
        <p:spPr>
          <a:xfrm>
            <a:off x="5637212" y="3124200"/>
            <a:ext cx="228600" cy="2133600"/>
          </a:xfrm>
          <a:prstGeom prst="rightBrace">
            <a:avLst>
              <a:gd name="adj1" fmla="val 39444"/>
              <a:gd name="adj2" fmla="val 50000"/>
            </a:avLst>
          </a:prstGeom>
          <a:ln w="57150"/>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8" name="Callout: Left Arrow 7">
            <a:extLst>
              <a:ext uri="{FF2B5EF4-FFF2-40B4-BE49-F238E27FC236}">
                <a16:creationId xmlns:a16="http://schemas.microsoft.com/office/drawing/2014/main" id="{96F73E38-F1A1-EBAA-FCB3-FBD32CB8ACA7}"/>
              </a:ext>
            </a:extLst>
          </p:cNvPr>
          <p:cNvSpPr/>
          <p:nvPr/>
        </p:nvSpPr>
        <p:spPr>
          <a:xfrm>
            <a:off x="5894704" y="3581400"/>
            <a:ext cx="5181600" cy="1219200"/>
          </a:xfrm>
          <a:prstGeom prst="leftArrowCallout">
            <a:avLst>
              <a:gd name="adj1" fmla="val 25000"/>
              <a:gd name="adj2" fmla="val 25000"/>
              <a:gd name="adj3" fmla="val 25000"/>
              <a:gd name="adj4" fmla="val 90957"/>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Notice that the samples are sorted (first the ones with label 1 and then the ones with label -1). In practice it is best to shuffle them.</a:t>
            </a:r>
          </a:p>
        </p:txBody>
      </p:sp>
    </p:spTree>
    <p:extLst>
      <p:ext uri="{BB962C8B-B14F-4D97-AF65-F5344CB8AC3E}">
        <p14:creationId xmlns:p14="http://schemas.microsoft.com/office/powerpoint/2010/main" val="21708172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6F4C326-A991-6E4A-B40C-E613F986848E}"/>
              </a:ext>
            </a:extLst>
          </p:cNvPr>
          <p:cNvSpPr>
            <a:spLocks noGrp="1"/>
          </p:cNvSpPr>
          <p:nvPr>
            <p:ph type="title"/>
          </p:nvPr>
        </p:nvSpPr>
        <p:spPr/>
        <p:txBody>
          <a:bodyPr/>
          <a:lstStyle/>
          <a:p>
            <a:r>
              <a:rPr lang="en-US" dirty="0"/>
              <a:t>Demo</a:t>
            </a:r>
          </a:p>
        </p:txBody>
      </p:sp>
      <p:sp>
        <p:nvSpPr>
          <p:cNvPr id="5" name="Content Placeholder 4">
            <a:extLst>
              <a:ext uri="{FF2B5EF4-FFF2-40B4-BE49-F238E27FC236}">
                <a16:creationId xmlns:a16="http://schemas.microsoft.com/office/drawing/2014/main" id="{A3F51C36-2B58-87BF-492D-243B4AE5B6D1}"/>
              </a:ext>
            </a:extLst>
          </p:cNvPr>
          <p:cNvSpPr>
            <a:spLocks noGrp="1"/>
          </p:cNvSpPr>
          <p:nvPr>
            <p:ph idx="1"/>
          </p:nvPr>
        </p:nvSpPr>
        <p:spPr>
          <a:xfrm>
            <a:off x="1522414" y="1524000"/>
            <a:ext cx="9144000" cy="4267200"/>
          </a:xfrm>
        </p:spPr>
        <p:txBody>
          <a:bodyPr>
            <a:normAutofit/>
          </a:bodyPr>
          <a:lstStyle/>
          <a:p>
            <a:pPr marL="0" indent="0">
              <a:buNone/>
            </a:pPr>
            <a:r>
              <a:rPr lang="en-US" sz="2400" b="1" dirty="0"/>
              <a:t>5. </a:t>
            </a:r>
            <a:r>
              <a:rPr lang="en-US" sz="2400" dirty="0"/>
              <a:t>Testing each entry (from 1 to 6) against the current model.</a:t>
            </a:r>
            <a:endParaRPr lang="en-US" sz="2400" b="1" dirty="0"/>
          </a:p>
        </p:txBody>
      </p:sp>
      <p:graphicFrame>
        <p:nvGraphicFramePr>
          <p:cNvPr id="6" name="Table 5">
            <a:extLst>
              <a:ext uri="{FF2B5EF4-FFF2-40B4-BE49-F238E27FC236}">
                <a16:creationId xmlns:a16="http://schemas.microsoft.com/office/drawing/2014/main" id="{81896A8A-245A-2556-C7E3-1404C474346C}"/>
              </a:ext>
            </a:extLst>
          </p:cNvPr>
          <p:cNvGraphicFramePr>
            <a:graphicFrameLocks noGrp="1"/>
          </p:cNvGraphicFramePr>
          <p:nvPr/>
        </p:nvGraphicFramePr>
        <p:xfrm>
          <a:off x="1903412" y="2453640"/>
          <a:ext cx="3633654" cy="2865120"/>
        </p:xfrm>
        <a:graphic>
          <a:graphicData uri="http://schemas.openxmlformats.org/drawingml/2006/table">
            <a:tbl>
              <a:tblPr firstRow="1" bandRow="1">
                <a:tableStyleId>{073A0DAA-6AF3-43AB-8588-CEC1D06C72B9}</a:tableStyleId>
              </a:tblPr>
              <a:tblGrid>
                <a:gridCol w="822960">
                  <a:extLst>
                    <a:ext uri="{9D8B030D-6E8A-4147-A177-3AD203B41FA5}">
                      <a16:colId xmlns:a16="http://schemas.microsoft.com/office/drawing/2014/main" val="392014626"/>
                    </a:ext>
                  </a:extLst>
                </a:gridCol>
                <a:gridCol w="914400">
                  <a:extLst>
                    <a:ext uri="{9D8B030D-6E8A-4147-A177-3AD203B41FA5}">
                      <a16:colId xmlns:a16="http://schemas.microsoft.com/office/drawing/2014/main" val="437014267"/>
                    </a:ext>
                  </a:extLst>
                </a:gridCol>
                <a:gridCol w="914400">
                  <a:extLst>
                    <a:ext uri="{9D8B030D-6E8A-4147-A177-3AD203B41FA5}">
                      <a16:colId xmlns:a16="http://schemas.microsoft.com/office/drawing/2014/main" val="4042802396"/>
                    </a:ext>
                  </a:extLst>
                </a:gridCol>
                <a:gridCol w="981894">
                  <a:extLst>
                    <a:ext uri="{9D8B030D-6E8A-4147-A177-3AD203B41FA5}">
                      <a16:colId xmlns:a16="http://schemas.microsoft.com/office/drawing/2014/main" val="958931348"/>
                    </a:ext>
                  </a:extLst>
                </a:gridCol>
              </a:tblGrid>
              <a:tr h="370840">
                <a:tc>
                  <a:txBody>
                    <a:bodyPr/>
                    <a:lstStyle/>
                    <a:p>
                      <a:pPr algn="ctr"/>
                      <a:r>
                        <a:rPr lang="en-US" dirty="0">
                          <a:latin typeface="Arial" panose="020B0604020202020204" pitchFamily="34" charset="0"/>
                          <a:cs typeface="Arial" panose="020B0604020202020204" pitchFamily="34" charset="0"/>
                        </a:rPr>
                        <a:t>Entry</a:t>
                      </a:r>
                    </a:p>
                  </a:txBody>
                  <a:tcPr/>
                </a:tc>
                <a:tc>
                  <a:txBody>
                    <a:bodyPr/>
                    <a:lstStyle/>
                    <a:p>
                      <a:pPr algn="ctr"/>
                      <a:r>
                        <a:rPr lang="en-US" dirty="0">
                          <a:latin typeface="Arial" panose="020B0604020202020204" pitchFamily="34" charset="0"/>
                          <a:cs typeface="Arial" panose="020B0604020202020204" pitchFamily="34" charset="0"/>
                        </a:rPr>
                        <a:t>Input</a:t>
                      </a:r>
                      <a:r>
                        <a:rPr lang="en-US" baseline="-25000" dirty="0">
                          <a:latin typeface="Arial" panose="020B0604020202020204" pitchFamily="34" charset="0"/>
                          <a:cs typeface="Arial" panose="020B0604020202020204" pitchFamily="34" charset="0"/>
                        </a:rPr>
                        <a:t>1</a:t>
                      </a:r>
                    </a:p>
                    <a:p>
                      <a:pPr algn="ctr"/>
                      <a:r>
                        <a:rPr lang="en-US" baseline="0" dirty="0">
                          <a:latin typeface="Arial" panose="020B0604020202020204" pitchFamily="34" charset="0"/>
                          <a:cs typeface="Arial" panose="020B0604020202020204" pitchFamily="34" charset="0"/>
                        </a:rPr>
                        <a:t>(X)</a:t>
                      </a:r>
                    </a:p>
                  </a:txBody>
                  <a:tcPr/>
                </a:tc>
                <a:tc>
                  <a:txBody>
                    <a:bodyPr/>
                    <a:lstStyle/>
                    <a:p>
                      <a:pPr algn="ctr"/>
                      <a:r>
                        <a:rPr lang="en-US" dirty="0">
                          <a:latin typeface="Arial" panose="020B0604020202020204" pitchFamily="34" charset="0"/>
                          <a:cs typeface="Arial" panose="020B0604020202020204" pitchFamily="34" charset="0"/>
                        </a:rPr>
                        <a:t>Input</a:t>
                      </a:r>
                      <a:r>
                        <a:rPr lang="en-US" baseline="-25000" dirty="0">
                          <a:latin typeface="Arial" panose="020B0604020202020204" pitchFamily="34" charset="0"/>
                          <a:cs typeface="Arial" panose="020B0604020202020204" pitchFamily="34" charset="0"/>
                        </a:rPr>
                        <a:t>2</a:t>
                      </a:r>
                    </a:p>
                    <a:p>
                      <a:pPr algn="ctr"/>
                      <a:r>
                        <a:rPr lang="en-US" baseline="0" dirty="0">
                          <a:latin typeface="Arial" panose="020B0604020202020204" pitchFamily="34" charset="0"/>
                          <a:cs typeface="Arial" panose="020B0604020202020204" pitchFamily="34" charset="0"/>
                        </a:rPr>
                        <a:t>(Y)</a:t>
                      </a:r>
                    </a:p>
                  </a:txBody>
                  <a:tcPr/>
                </a:tc>
                <a:tc>
                  <a:txBody>
                    <a:bodyPr/>
                    <a:lstStyle/>
                    <a:p>
                      <a:pPr algn="ctr"/>
                      <a:r>
                        <a:rPr lang="en-US" dirty="0">
                          <a:latin typeface="Arial" panose="020B0604020202020204" pitchFamily="34" charset="0"/>
                          <a:cs typeface="Arial" panose="020B0604020202020204" pitchFamily="34" charset="0"/>
                        </a:rPr>
                        <a:t>Label</a:t>
                      </a:r>
                    </a:p>
                    <a:p>
                      <a:pPr algn="ctr"/>
                      <a:r>
                        <a:rPr lang="en-US" dirty="0">
                          <a:latin typeface="Arial" panose="020B0604020202020204" pitchFamily="34" charset="0"/>
                          <a:cs typeface="Arial" panose="020B0604020202020204" pitchFamily="34" charset="0"/>
                        </a:rPr>
                        <a:t>(Color)</a:t>
                      </a:r>
                    </a:p>
                  </a:txBody>
                  <a:tcPr/>
                </a:tc>
                <a:extLst>
                  <a:ext uri="{0D108BD9-81ED-4DB2-BD59-A6C34878D82A}">
                    <a16:rowId xmlns:a16="http://schemas.microsoft.com/office/drawing/2014/main" val="3281462437"/>
                  </a:ext>
                </a:extLst>
              </a:tr>
              <a:tr h="370840">
                <a:tc>
                  <a:txBody>
                    <a:bodyPr/>
                    <a:lstStyle/>
                    <a:p>
                      <a:pPr algn="ctr"/>
                      <a:r>
                        <a:rPr lang="en-US" dirty="0">
                          <a:latin typeface="Arial" panose="020B0604020202020204" pitchFamily="34" charset="0"/>
                          <a:cs typeface="Arial" panose="020B0604020202020204" pitchFamily="34" charset="0"/>
                        </a:rPr>
                        <a:t>#1</a:t>
                      </a:r>
                    </a:p>
                  </a:txBody>
                  <a:tcPr/>
                </a:tc>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00B05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04868658"/>
                  </a:ext>
                </a:extLst>
              </a:tr>
              <a:tr h="370840">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 (</a:t>
                      </a:r>
                      <a:r>
                        <a:rPr lang="en-US" sz="1800" dirty="0">
                          <a:solidFill>
                            <a:srgbClr val="00B05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651165515"/>
                  </a:ext>
                </a:extLst>
              </a:tr>
              <a:tr h="370840">
                <a:tc>
                  <a:txBody>
                    <a:bodyPr/>
                    <a:lstStyle/>
                    <a:p>
                      <a:pPr algn="ctr"/>
                      <a:r>
                        <a:rPr lang="en-US" dirty="0">
                          <a:latin typeface="Arial" panose="020B0604020202020204" pitchFamily="34" charset="0"/>
                          <a:cs typeface="Arial" panose="020B0604020202020204" pitchFamily="34" charset="0"/>
                        </a:rPr>
                        <a:t>#3</a:t>
                      </a:r>
                    </a:p>
                  </a:txBody>
                  <a:tcPr/>
                </a:tc>
                <a:tc>
                  <a:txBody>
                    <a:bodyPr/>
                    <a:lstStyle/>
                    <a:p>
                      <a:pPr algn="ctr"/>
                      <a:r>
                        <a:rPr lang="en-US" dirty="0">
                          <a:latin typeface="Arial" panose="020B0604020202020204" pitchFamily="34" charset="0"/>
                          <a:cs typeface="Arial" panose="020B0604020202020204" pitchFamily="34" charset="0"/>
                        </a:rPr>
                        <a:t>0</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 (</a:t>
                      </a:r>
                      <a:r>
                        <a:rPr lang="en-US" sz="1800" dirty="0">
                          <a:solidFill>
                            <a:srgbClr val="00B05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906554913"/>
                  </a:ext>
                </a:extLst>
              </a:tr>
              <a:tr h="370840">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ctr"/>
                      <a:r>
                        <a:rPr lang="en-US" dirty="0">
                          <a:latin typeface="Arial" panose="020B0604020202020204" pitchFamily="34" charset="0"/>
                          <a:cs typeface="Arial" panose="020B0604020202020204" pitchFamily="34" charset="0"/>
                        </a:rPr>
                        <a:t>0</a:t>
                      </a:r>
                    </a:p>
                  </a:txBody>
                  <a:tcPr/>
                </a:tc>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C0000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052881436"/>
                  </a:ext>
                </a:extLst>
              </a:tr>
              <a:tr h="370840">
                <a:tc>
                  <a:txBody>
                    <a:bodyPr/>
                    <a:lstStyle/>
                    <a:p>
                      <a:pPr algn="ctr"/>
                      <a:r>
                        <a:rPr lang="en-US" dirty="0">
                          <a:latin typeface="Arial" panose="020B0604020202020204" pitchFamily="34" charset="0"/>
                          <a:cs typeface="Arial" panose="020B0604020202020204" pitchFamily="34" charset="0"/>
                        </a:rPr>
                        <a:t>#5</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C0000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496509937"/>
                  </a:ext>
                </a:extLst>
              </a:tr>
              <a:tr h="370840">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C0000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43331876"/>
                  </a:ext>
                </a:extLst>
              </a:tr>
            </a:tbl>
          </a:graphicData>
        </a:graphic>
      </p:graphicFrame>
      <p:graphicFrame>
        <p:nvGraphicFramePr>
          <p:cNvPr id="2" name="Table 1">
            <a:extLst>
              <a:ext uri="{FF2B5EF4-FFF2-40B4-BE49-F238E27FC236}">
                <a16:creationId xmlns:a16="http://schemas.microsoft.com/office/drawing/2014/main" id="{E2B18E8E-3C3C-9F75-2C30-87FDCF455465}"/>
              </a:ext>
            </a:extLst>
          </p:cNvPr>
          <p:cNvGraphicFramePr>
            <a:graphicFrameLocks noGrp="1"/>
          </p:cNvGraphicFramePr>
          <p:nvPr/>
        </p:nvGraphicFramePr>
        <p:xfrm>
          <a:off x="1903412" y="5486400"/>
          <a:ext cx="3657600" cy="1010920"/>
        </p:xfrm>
        <a:graphic>
          <a:graphicData uri="http://schemas.openxmlformats.org/drawingml/2006/table">
            <a:tbl>
              <a:tblPr firstRow="1" bandRow="1">
                <a:tableStyleId>{073A0DAA-6AF3-43AB-8588-CEC1D06C72B9}</a:tableStyleId>
              </a:tblPr>
              <a:tblGrid>
                <a:gridCol w="1097280">
                  <a:extLst>
                    <a:ext uri="{9D8B030D-6E8A-4147-A177-3AD203B41FA5}">
                      <a16:colId xmlns:a16="http://schemas.microsoft.com/office/drawing/2014/main" val="3075322252"/>
                    </a:ext>
                  </a:extLst>
                </a:gridCol>
                <a:gridCol w="1097280">
                  <a:extLst>
                    <a:ext uri="{9D8B030D-6E8A-4147-A177-3AD203B41FA5}">
                      <a16:colId xmlns:a16="http://schemas.microsoft.com/office/drawing/2014/main" val="112466607"/>
                    </a:ext>
                  </a:extLst>
                </a:gridCol>
                <a:gridCol w="1463040">
                  <a:extLst>
                    <a:ext uri="{9D8B030D-6E8A-4147-A177-3AD203B41FA5}">
                      <a16:colId xmlns:a16="http://schemas.microsoft.com/office/drawing/2014/main" val="2979836651"/>
                    </a:ext>
                  </a:extLst>
                </a:gridCol>
              </a:tblGrid>
              <a:tr h="370840">
                <a:tc>
                  <a:txBody>
                    <a:bodyPr/>
                    <a:lstStyle/>
                    <a:p>
                      <a:pPr algn="ctr"/>
                      <a:r>
                        <a:rPr lang="en-US" dirty="0">
                          <a:latin typeface="Arial" panose="020B0604020202020204" pitchFamily="34" charset="0"/>
                          <a:cs typeface="Arial" panose="020B0604020202020204" pitchFamily="34" charset="0"/>
                        </a:rPr>
                        <a:t>Weight</a:t>
                      </a:r>
                      <a:r>
                        <a:rPr lang="en-US" baseline="-25000" dirty="0">
                          <a:latin typeface="Arial" panose="020B0604020202020204" pitchFamily="34" charset="0"/>
                          <a:cs typeface="Arial" panose="020B0604020202020204" pitchFamily="34" charset="0"/>
                        </a:rPr>
                        <a:t>1</a:t>
                      </a:r>
                      <a:endParaRPr lang="en-US" dirty="0">
                        <a:latin typeface="Arial" panose="020B0604020202020204" pitchFamily="34" charset="0"/>
                        <a:cs typeface="Arial" panose="020B0604020202020204" pitchFamily="34" charset="0"/>
                      </a:endParaRPr>
                    </a:p>
                  </a:txBody>
                  <a:tcPr/>
                </a:tc>
                <a:tc>
                  <a:txBody>
                    <a:bodyPr/>
                    <a:lstStyle/>
                    <a:p>
                      <a:pPr algn="ctr"/>
                      <a:r>
                        <a:rPr lang="en-US" dirty="0">
                          <a:latin typeface="Arial" panose="020B0604020202020204" pitchFamily="34" charset="0"/>
                          <a:cs typeface="Arial" panose="020B0604020202020204" pitchFamily="34" charset="0"/>
                        </a:rPr>
                        <a:t>Weight</a:t>
                      </a:r>
                      <a:r>
                        <a:rPr lang="en-US" baseline="-25000" dirty="0">
                          <a:latin typeface="Arial" panose="020B0604020202020204" pitchFamily="34" charset="0"/>
                          <a:cs typeface="Arial" panose="020B0604020202020204" pitchFamily="34" charset="0"/>
                        </a:rPr>
                        <a:t>2</a:t>
                      </a:r>
                      <a:endParaRPr lang="en-US" dirty="0">
                        <a:latin typeface="Arial" panose="020B0604020202020204" pitchFamily="34" charset="0"/>
                        <a:cs typeface="Arial" panose="020B0604020202020204" pitchFamily="34" charset="0"/>
                      </a:endParaRPr>
                    </a:p>
                  </a:txBody>
                  <a:tcPr/>
                </a:tc>
                <a:tc>
                  <a:txBody>
                    <a:bodyPr/>
                    <a:lstStyle/>
                    <a:p>
                      <a:pPr algn="ctr"/>
                      <a:r>
                        <a:rPr lang="en-US" dirty="0">
                          <a:latin typeface="Arial" panose="020B0604020202020204" pitchFamily="34" charset="0"/>
                          <a:cs typeface="Arial" panose="020B0604020202020204" pitchFamily="34" charset="0"/>
                        </a:rPr>
                        <a:t>Threshold</a:t>
                      </a:r>
                    </a:p>
                    <a:p>
                      <a:pPr algn="ctr"/>
                      <a:r>
                        <a:rPr lang="en-US" dirty="0">
                          <a:latin typeface="Arial" panose="020B0604020202020204" pitchFamily="34" charset="0"/>
                          <a:cs typeface="Arial" panose="020B0604020202020204" pitchFamily="34" charset="0"/>
                        </a:rPr>
                        <a:t>(</a:t>
                      </a:r>
                      <a:r>
                        <a:rPr lang="el-GR" sz="1800" dirty="0">
                          <a:latin typeface="Arial" panose="020B0604020202020204" pitchFamily="34" charset="0"/>
                          <a:cs typeface="Arial" panose="020B0604020202020204" pitchFamily="34" charset="0"/>
                        </a:rPr>
                        <a:t>β</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1168607816"/>
                  </a:ext>
                </a:extLst>
              </a:tr>
              <a:tr h="370840">
                <a:tc>
                  <a:txBody>
                    <a:bodyPr/>
                    <a:lstStyle/>
                    <a:p>
                      <a:pPr algn="ctr"/>
                      <a:r>
                        <a:rPr lang="en-US" b="1" dirty="0">
                          <a:latin typeface="Arial" panose="020B0604020202020204" pitchFamily="34" charset="0"/>
                          <a:cs typeface="Arial" panose="020B0604020202020204" pitchFamily="34" charset="0"/>
                        </a:rPr>
                        <a:t>0.1</a:t>
                      </a:r>
                    </a:p>
                  </a:txBody>
                  <a:tcPr/>
                </a:tc>
                <a:tc>
                  <a:txBody>
                    <a:bodyPr/>
                    <a:lstStyle/>
                    <a:p>
                      <a:pPr algn="ctr"/>
                      <a:r>
                        <a:rPr lang="en-US" b="1" dirty="0">
                          <a:latin typeface="Arial" panose="020B0604020202020204" pitchFamily="34" charset="0"/>
                          <a:cs typeface="Arial" panose="020B0604020202020204" pitchFamily="34" charset="0"/>
                        </a:rPr>
                        <a:t>0.1</a:t>
                      </a:r>
                    </a:p>
                  </a:txBody>
                  <a:tcPr/>
                </a:tc>
                <a:tc>
                  <a:txBody>
                    <a:bodyPr/>
                    <a:lstStyle/>
                    <a:p>
                      <a:pPr algn="ctr"/>
                      <a:r>
                        <a:rPr lang="en-US" b="1" dirty="0">
                          <a:latin typeface="Arial" panose="020B0604020202020204" pitchFamily="34" charset="0"/>
                          <a:cs typeface="Arial" panose="020B0604020202020204" pitchFamily="34" charset="0"/>
                        </a:rPr>
                        <a:t>0.05</a:t>
                      </a:r>
                    </a:p>
                  </a:txBody>
                  <a:tcPr/>
                </a:tc>
                <a:extLst>
                  <a:ext uri="{0D108BD9-81ED-4DB2-BD59-A6C34878D82A}">
                    <a16:rowId xmlns:a16="http://schemas.microsoft.com/office/drawing/2014/main" val="3358362266"/>
                  </a:ext>
                </a:extLst>
              </a:tr>
            </a:tbl>
          </a:graphicData>
        </a:graphic>
      </p:graphicFrame>
      <p:pic>
        <p:nvPicPr>
          <p:cNvPr id="3" name="Picture 2">
            <a:extLst>
              <a:ext uri="{FF2B5EF4-FFF2-40B4-BE49-F238E27FC236}">
                <a16:creationId xmlns:a16="http://schemas.microsoft.com/office/drawing/2014/main" id="{AF31DD30-9C14-33EE-06EE-1D4CA568AA5B}"/>
              </a:ext>
            </a:extLst>
          </p:cNvPr>
          <p:cNvPicPr>
            <a:picLocks noChangeAspect="1"/>
          </p:cNvPicPr>
          <p:nvPr/>
        </p:nvPicPr>
        <p:blipFill>
          <a:blip r:embed="rId2"/>
          <a:srcRect/>
          <a:stretch/>
        </p:blipFill>
        <p:spPr>
          <a:xfrm>
            <a:off x="6685732" y="2133600"/>
            <a:ext cx="4572000" cy="457200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9" name="Rectangle 8">
            <a:extLst>
              <a:ext uri="{FF2B5EF4-FFF2-40B4-BE49-F238E27FC236}">
                <a16:creationId xmlns:a16="http://schemas.microsoft.com/office/drawing/2014/main" id="{7E94E0CD-79DB-F246-1645-D27DFAEE3CFB}"/>
              </a:ext>
            </a:extLst>
          </p:cNvPr>
          <p:cNvSpPr/>
          <p:nvPr/>
        </p:nvSpPr>
        <p:spPr>
          <a:xfrm>
            <a:off x="1937384" y="3060700"/>
            <a:ext cx="3547428" cy="383540"/>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54990667-8333-C3B3-DA45-CFF6134745A4}"/>
              </a:ext>
            </a:extLst>
          </p:cNvPr>
          <p:cNvSpPr/>
          <p:nvPr/>
        </p:nvSpPr>
        <p:spPr>
          <a:xfrm>
            <a:off x="7036244" y="2261299"/>
            <a:ext cx="4139184" cy="4105656"/>
          </a:xfrm>
          <a:custGeom>
            <a:avLst/>
            <a:gdLst>
              <a:gd name="connsiteX0" fmla="*/ 9144 w 4139184"/>
              <a:gd name="connsiteY0" fmla="*/ 124968 h 4105656"/>
              <a:gd name="connsiteX1" fmla="*/ 0 w 4139184"/>
              <a:gd name="connsiteY1" fmla="*/ 0 h 4105656"/>
              <a:gd name="connsiteX2" fmla="*/ 4139184 w 4139184"/>
              <a:gd name="connsiteY2" fmla="*/ 0 h 4105656"/>
              <a:gd name="connsiteX3" fmla="*/ 4139184 w 4139184"/>
              <a:gd name="connsiteY3" fmla="*/ 4105656 h 4105656"/>
              <a:gd name="connsiteX4" fmla="*/ 4005072 w 4139184"/>
              <a:gd name="connsiteY4" fmla="*/ 4105656 h 4105656"/>
              <a:gd name="connsiteX5" fmla="*/ 9144 w 4139184"/>
              <a:gd name="connsiteY5" fmla="*/ 124968 h 4105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39184" h="4105656">
                <a:moveTo>
                  <a:pt x="9144" y="124968"/>
                </a:moveTo>
                <a:lnTo>
                  <a:pt x="0" y="0"/>
                </a:lnTo>
                <a:lnTo>
                  <a:pt x="4139184" y="0"/>
                </a:lnTo>
                <a:lnTo>
                  <a:pt x="4139184" y="4105656"/>
                </a:lnTo>
                <a:lnTo>
                  <a:pt x="4005072" y="4105656"/>
                </a:lnTo>
                <a:lnTo>
                  <a:pt x="9144" y="124968"/>
                </a:lnTo>
                <a:close/>
              </a:path>
            </a:pathLst>
          </a:custGeom>
          <a:solidFill>
            <a:srgbClr val="00FF00">
              <a:alpha val="1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09211F5-75FB-99C4-C276-950DDEDD3C22}"/>
              </a:ext>
            </a:extLst>
          </p:cNvPr>
          <p:cNvSpPr/>
          <p:nvPr/>
        </p:nvSpPr>
        <p:spPr>
          <a:xfrm>
            <a:off x="9985692" y="3642360"/>
            <a:ext cx="304800" cy="304800"/>
          </a:xfrm>
          <a:prstGeom prst="ellipse">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allout: Right Arrow 12">
            <a:extLst>
              <a:ext uri="{FF2B5EF4-FFF2-40B4-BE49-F238E27FC236}">
                <a16:creationId xmlns:a16="http://schemas.microsoft.com/office/drawing/2014/main" id="{E0598494-7260-E39D-6E0F-4EA3C71E71C9}"/>
              </a:ext>
            </a:extLst>
          </p:cNvPr>
          <p:cNvSpPr/>
          <p:nvPr/>
        </p:nvSpPr>
        <p:spPr>
          <a:xfrm>
            <a:off x="5408612" y="3267647"/>
            <a:ext cx="4479028" cy="1066800"/>
          </a:xfrm>
          <a:prstGeom prst="rightArrowCallout">
            <a:avLst>
              <a:gd name="adj1" fmla="val 25000"/>
              <a:gd name="adj2" fmla="val 25000"/>
              <a:gd name="adj3" fmla="val 25000"/>
              <a:gd name="adj4" fmla="val 91247"/>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This point is correctly classified (is on the right side of the hyper-plane). As such, we don’t have to do anything,</a:t>
            </a:r>
            <a:endParaRPr lang="en-US" b="1" dirty="0">
              <a:highlight>
                <a:srgbClr val="000000"/>
              </a:highlight>
            </a:endParaRPr>
          </a:p>
        </p:txBody>
      </p:sp>
    </p:spTree>
    <p:extLst>
      <p:ext uri="{BB962C8B-B14F-4D97-AF65-F5344CB8AC3E}">
        <p14:creationId xmlns:p14="http://schemas.microsoft.com/office/powerpoint/2010/main" val="5573865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par>
                          <p:cTn id="12" fill="hold">
                            <p:stCondLst>
                              <p:cond delay="1000"/>
                            </p:stCondLst>
                            <p:childTnLst>
                              <p:par>
                                <p:cTn id="13" presetID="14" presetClass="entr" presetSubtype="10"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randombar(horizontal)">
                                      <p:cBhvr>
                                        <p:cTn id="15" dur="500"/>
                                        <p:tgtEl>
                                          <p:spTgt spid="10"/>
                                        </p:tgtEl>
                                      </p:cBhvr>
                                    </p:animEffect>
                                  </p:childTnLst>
                                </p:cTn>
                              </p:par>
                            </p:childTnLst>
                          </p:cTn>
                        </p:par>
                        <p:par>
                          <p:cTn id="16" fill="hold">
                            <p:stCondLst>
                              <p:cond delay="1500"/>
                            </p:stCondLst>
                            <p:childTnLst>
                              <p:par>
                                <p:cTn id="17" presetID="2" presetClass="entr" presetSubtype="8"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0-#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0" grpId="0" animBg="1"/>
      <p:bldP spid="13"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6F4C326-A991-6E4A-B40C-E613F986848E}"/>
              </a:ext>
            </a:extLst>
          </p:cNvPr>
          <p:cNvSpPr>
            <a:spLocks noGrp="1"/>
          </p:cNvSpPr>
          <p:nvPr>
            <p:ph type="title"/>
          </p:nvPr>
        </p:nvSpPr>
        <p:spPr/>
        <p:txBody>
          <a:bodyPr/>
          <a:lstStyle/>
          <a:p>
            <a:r>
              <a:rPr lang="en-US" dirty="0"/>
              <a:t>Demo</a:t>
            </a:r>
          </a:p>
        </p:txBody>
      </p:sp>
      <p:sp>
        <p:nvSpPr>
          <p:cNvPr id="5" name="Content Placeholder 4">
            <a:extLst>
              <a:ext uri="{FF2B5EF4-FFF2-40B4-BE49-F238E27FC236}">
                <a16:creationId xmlns:a16="http://schemas.microsoft.com/office/drawing/2014/main" id="{A3F51C36-2B58-87BF-492D-243B4AE5B6D1}"/>
              </a:ext>
            </a:extLst>
          </p:cNvPr>
          <p:cNvSpPr>
            <a:spLocks noGrp="1"/>
          </p:cNvSpPr>
          <p:nvPr>
            <p:ph idx="1"/>
          </p:nvPr>
        </p:nvSpPr>
        <p:spPr>
          <a:xfrm>
            <a:off x="1522414" y="1524000"/>
            <a:ext cx="9144000" cy="4267200"/>
          </a:xfrm>
        </p:spPr>
        <p:txBody>
          <a:bodyPr>
            <a:normAutofit/>
          </a:bodyPr>
          <a:lstStyle/>
          <a:p>
            <a:pPr marL="0" indent="0">
              <a:buNone/>
            </a:pPr>
            <a:r>
              <a:rPr lang="en-US" sz="2400" b="1" dirty="0"/>
              <a:t>5. </a:t>
            </a:r>
            <a:r>
              <a:rPr lang="en-US" sz="2400" dirty="0"/>
              <a:t>Testing each entry (from 1 to 6) against the current model.</a:t>
            </a:r>
            <a:endParaRPr lang="en-US" sz="2400" b="1" dirty="0"/>
          </a:p>
        </p:txBody>
      </p:sp>
      <p:graphicFrame>
        <p:nvGraphicFramePr>
          <p:cNvPr id="6" name="Table 5">
            <a:extLst>
              <a:ext uri="{FF2B5EF4-FFF2-40B4-BE49-F238E27FC236}">
                <a16:creationId xmlns:a16="http://schemas.microsoft.com/office/drawing/2014/main" id="{81896A8A-245A-2556-C7E3-1404C474346C}"/>
              </a:ext>
            </a:extLst>
          </p:cNvPr>
          <p:cNvGraphicFramePr>
            <a:graphicFrameLocks noGrp="1"/>
          </p:cNvGraphicFramePr>
          <p:nvPr/>
        </p:nvGraphicFramePr>
        <p:xfrm>
          <a:off x="1903412" y="2453640"/>
          <a:ext cx="3633654" cy="2865120"/>
        </p:xfrm>
        <a:graphic>
          <a:graphicData uri="http://schemas.openxmlformats.org/drawingml/2006/table">
            <a:tbl>
              <a:tblPr firstRow="1" bandRow="1">
                <a:tableStyleId>{073A0DAA-6AF3-43AB-8588-CEC1D06C72B9}</a:tableStyleId>
              </a:tblPr>
              <a:tblGrid>
                <a:gridCol w="822960">
                  <a:extLst>
                    <a:ext uri="{9D8B030D-6E8A-4147-A177-3AD203B41FA5}">
                      <a16:colId xmlns:a16="http://schemas.microsoft.com/office/drawing/2014/main" val="392014626"/>
                    </a:ext>
                  </a:extLst>
                </a:gridCol>
                <a:gridCol w="914400">
                  <a:extLst>
                    <a:ext uri="{9D8B030D-6E8A-4147-A177-3AD203B41FA5}">
                      <a16:colId xmlns:a16="http://schemas.microsoft.com/office/drawing/2014/main" val="437014267"/>
                    </a:ext>
                  </a:extLst>
                </a:gridCol>
                <a:gridCol w="914400">
                  <a:extLst>
                    <a:ext uri="{9D8B030D-6E8A-4147-A177-3AD203B41FA5}">
                      <a16:colId xmlns:a16="http://schemas.microsoft.com/office/drawing/2014/main" val="4042802396"/>
                    </a:ext>
                  </a:extLst>
                </a:gridCol>
                <a:gridCol w="981894">
                  <a:extLst>
                    <a:ext uri="{9D8B030D-6E8A-4147-A177-3AD203B41FA5}">
                      <a16:colId xmlns:a16="http://schemas.microsoft.com/office/drawing/2014/main" val="958931348"/>
                    </a:ext>
                  </a:extLst>
                </a:gridCol>
              </a:tblGrid>
              <a:tr h="370840">
                <a:tc>
                  <a:txBody>
                    <a:bodyPr/>
                    <a:lstStyle/>
                    <a:p>
                      <a:pPr algn="ctr"/>
                      <a:r>
                        <a:rPr lang="en-US" dirty="0">
                          <a:latin typeface="Arial" panose="020B0604020202020204" pitchFamily="34" charset="0"/>
                          <a:cs typeface="Arial" panose="020B0604020202020204" pitchFamily="34" charset="0"/>
                        </a:rPr>
                        <a:t>Entry</a:t>
                      </a:r>
                    </a:p>
                  </a:txBody>
                  <a:tcPr/>
                </a:tc>
                <a:tc>
                  <a:txBody>
                    <a:bodyPr/>
                    <a:lstStyle/>
                    <a:p>
                      <a:pPr algn="ctr"/>
                      <a:r>
                        <a:rPr lang="en-US" dirty="0">
                          <a:latin typeface="Arial" panose="020B0604020202020204" pitchFamily="34" charset="0"/>
                          <a:cs typeface="Arial" panose="020B0604020202020204" pitchFamily="34" charset="0"/>
                        </a:rPr>
                        <a:t>Input</a:t>
                      </a:r>
                      <a:r>
                        <a:rPr lang="en-US" baseline="-25000" dirty="0">
                          <a:latin typeface="Arial" panose="020B0604020202020204" pitchFamily="34" charset="0"/>
                          <a:cs typeface="Arial" panose="020B0604020202020204" pitchFamily="34" charset="0"/>
                        </a:rPr>
                        <a:t>1</a:t>
                      </a:r>
                    </a:p>
                    <a:p>
                      <a:pPr algn="ctr"/>
                      <a:r>
                        <a:rPr lang="en-US" baseline="0" dirty="0">
                          <a:latin typeface="Arial" panose="020B0604020202020204" pitchFamily="34" charset="0"/>
                          <a:cs typeface="Arial" panose="020B0604020202020204" pitchFamily="34" charset="0"/>
                        </a:rPr>
                        <a:t>(X)</a:t>
                      </a:r>
                    </a:p>
                  </a:txBody>
                  <a:tcPr/>
                </a:tc>
                <a:tc>
                  <a:txBody>
                    <a:bodyPr/>
                    <a:lstStyle/>
                    <a:p>
                      <a:pPr algn="ctr"/>
                      <a:r>
                        <a:rPr lang="en-US" dirty="0">
                          <a:latin typeface="Arial" panose="020B0604020202020204" pitchFamily="34" charset="0"/>
                          <a:cs typeface="Arial" panose="020B0604020202020204" pitchFamily="34" charset="0"/>
                        </a:rPr>
                        <a:t>Input</a:t>
                      </a:r>
                      <a:r>
                        <a:rPr lang="en-US" baseline="-25000" dirty="0">
                          <a:latin typeface="Arial" panose="020B0604020202020204" pitchFamily="34" charset="0"/>
                          <a:cs typeface="Arial" panose="020B0604020202020204" pitchFamily="34" charset="0"/>
                        </a:rPr>
                        <a:t>2</a:t>
                      </a:r>
                    </a:p>
                    <a:p>
                      <a:pPr algn="ctr"/>
                      <a:r>
                        <a:rPr lang="en-US" baseline="0" dirty="0">
                          <a:latin typeface="Arial" panose="020B0604020202020204" pitchFamily="34" charset="0"/>
                          <a:cs typeface="Arial" panose="020B0604020202020204" pitchFamily="34" charset="0"/>
                        </a:rPr>
                        <a:t>(Y)</a:t>
                      </a:r>
                    </a:p>
                  </a:txBody>
                  <a:tcPr/>
                </a:tc>
                <a:tc>
                  <a:txBody>
                    <a:bodyPr/>
                    <a:lstStyle/>
                    <a:p>
                      <a:pPr algn="ctr"/>
                      <a:r>
                        <a:rPr lang="en-US" dirty="0">
                          <a:latin typeface="Arial" panose="020B0604020202020204" pitchFamily="34" charset="0"/>
                          <a:cs typeface="Arial" panose="020B0604020202020204" pitchFamily="34" charset="0"/>
                        </a:rPr>
                        <a:t>Label</a:t>
                      </a:r>
                    </a:p>
                    <a:p>
                      <a:pPr algn="ctr"/>
                      <a:r>
                        <a:rPr lang="en-US" dirty="0">
                          <a:latin typeface="Arial" panose="020B0604020202020204" pitchFamily="34" charset="0"/>
                          <a:cs typeface="Arial" panose="020B0604020202020204" pitchFamily="34" charset="0"/>
                        </a:rPr>
                        <a:t>(Color)</a:t>
                      </a:r>
                    </a:p>
                  </a:txBody>
                  <a:tcPr/>
                </a:tc>
                <a:extLst>
                  <a:ext uri="{0D108BD9-81ED-4DB2-BD59-A6C34878D82A}">
                    <a16:rowId xmlns:a16="http://schemas.microsoft.com/office/drawing/2014/main" val="3281462437"/>
                  </a:ext>
                </a:extLst>
              </a:tr>
              <a:tr h="370840">
                <a:tc>
                  <a:txBody>
                    <a:bodyPr/>
                    <a:lstStyle/>
                    <a:p>
                      <a:pPr algn="ctr"/>
                      <a:r>
                        <a:rPr lang="en-US" dirty="0">
                          <a:latin typeface="Arial" panose="020B0604020202020204" pitchFamily="34" charset="0"/>
                          <a:cs typeface="Arial" panose="020B0604020202020204" pitchFamily="34" charset="0"/>
                        </a:rPr>
                        <a:t>#1</a:t>
                      </a:r>
                    </a:p>
                  </a:txBody>
                  <a:tcPr/>
                </a:tc>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00B05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04868658"/>
                  </a:ext>
                </a:extLst>
              </a:tr>
              <a:tr h="370840">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 (</a:t>
                      </a:r>
                      <a:r>
                        <a:rPr lang="en-US" sz="1800" dirty="0">
                          <a:solidFill>
                            <a:srgbClr val="00B05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651165515"/>
                  </a:ext>
                </a:extLst>
              </a:tr>
              <a:tr h="370840">
                <a:tc>
                  <a:txBody>
                    <a:bodyPr/>
                    <a:lstStyle/>
                    <a:p>
                      <a:pPr algn="ctr"/>
                      <a:r>
                        <a:rPr lang="en-US" dirty="0">
                          <a:latin typeface="Arial" panose="020B0604020202020204" pitchFamily="34" charset="0"/>
                          <a:cs typeface="Arial" panose="020B0604020202020204" pitchFamily="34" charset="0"/>
                        </a:rPr>
                        <a:t>#3</a:t>
                      </a:r>
                    </a:p>
                  </a:txBody>
                  <a:tcPr/>
                </a:tc>
                <a:tc>
                  <a:txBody>
                    <a:bodyPr/>
                    <a:lstStyle/>
                    <a:p>
                      <a:pPr algn="ctr"/>
                      <a:r>
                        <a:rPr lang="en-US" dirty="0">
                          <a:latin typeface="Arial" panose="020B0604020202020204" pitchFamily="34" charset="0"/>
                          <a:cs typeface="Arial" panose="020B0604020202020204" pitchFamily="34" charset="0"/>
                        </a:rPr>
                        <a:t>0</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 (</a:t>
                      </a:r>
                      <a:r>
                        <a:rPr lang="en-US" sz="1800" dirty="0">
                          <a:solidFill>
                            <a:srgbClr val="00B05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906554913"/>
                  </a:ext>
                </a:extLst>
              </a:tr>
              <a:tr h="370840">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ctr"/>
                      <a:r>
                        <a:rPr lang="en-US" dirty="0">
                          <a:latin typeface="Arial" panose="020B0604020202020204" pitchFamily="34" charset="0"/>
                          <a:cs typeface="Arial" panose="020B0604020202020204" pitchFamily="34" charset="0"/>
                        </a:rPr>
                        <a:t>0</a:t>
                      </a:r>
                    </a:p>
                  </a:txBody>
                  <a:tcPr/>
                </a:tc>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C0000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052881436"/>
                  </a:ext>
                </a:extLst>
              </a:tr>
              <a:tr h="370840">
                <a:tc>
                  <a:txBody>
                    <a:bodyPr/>
                    <a:lstStyle/>
                    <a:p>
                      <a:pPr algn="ctr"/>
                      <a:r>
                        <a:rPr lang="en-US" dirty="0">
                          <a:latin typeface="Arial" panose="020B0604020202020204" pitchFamily="34" charset="0"/>
                          <a:cs typeface="Arial" panose="020B0604020202020204" pitchFamily="34" charset="0"/>
                        </a:rPr>
                        <a:t>#5</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C0000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496509937"/>
                  </a:ext>
                </a:extLst>
              </a:tr>
              <a:tr h="370840">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C0000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43331876"/>
                  </a:ext>
                </a:extLst>
              </a:tr>
            </a:tbl>
          </a:graphicData>
        </a:graphic>
      </p:graphicFrame>
      <p:graphicFrame>
        <p:nvGraphicFramePr>
          <p:cNvPr id="2" name="Table 1">
            <a:extLst>
              <a:ext uri="{FF2B5EF4-FFF2-40B4-BE49-F238E27FC236}">
                <a16:creationId xmlns:a16="http://schemas.microsoft.com/office/drawing/2014/main" id="{E2B18E8E-3C3C-9F75-2C30-87FDCF455465}"/>
              </a:ext>
            </a:extLst>
          </p:cNvPr>
          <p:cNvGraphicFramePr>
            <a:graphicFrameLocks noGrp="1"/>
          </p:cNvGraphicFramePr>
          <p:nvPr/>
        </p:nvGraphicFramePr>
        <p:xfrm>
          <a:off x="1903412" y="5486400"/>
          <a:ext cx="3657600" cy="1010920"/>
        </p:xfrm>
        <a:graphic>
          <a:graphicData uri="http://schemas.openxmlformats.org/drawingml/2006/table">
            <a:tbl>
              <a:tblPr firstRow="1" bandRow="1">
                <a:tableStyleId>{073A0DAA-6AF3-43AB-8588-CEC1D06C72B9}</a:tableStyleId>
              </a:tblPr>
              <a:tblGrid>
                <a:gridCol w="1097280">
                  <a:extLst>
                    <a:ext uri="{9D8B030D-6E8A-4147-A177-3AD203B41FA5}">
                      <a16:colId xmlns:a16="http://schemas.microsoft.com/office/drawing/2014/main" val="3075322252"/>
                    </a:ext>
                  </a:extLst>
                </a:gridCol>
                <a:gridCol w="1097280">
                  <a:extLst>
                    <a:ext uri="{9D8B030D-6E8A-4147-A177-3AD203B41FA5}">
                      <a16:colId xmlns:a16="http://schemas.microsoft.com/office/drawing/2014/main" val="112466607"/>
                    </a:ext>
                  </a:extLst>
                </a:gridCol>
                <a:gridCol w="1463040">
                  <a:extLst>
                    <a:ext uri="{9D8B030D-6E8A-4147-A177-3AD203B41FA5}">
                      <a16:colId xmlns:a16="http://schemas.microsoft.com/office/drawing/2014/main" val="2979836651"/>
                    </a:ext>
                  </a:extLst>
                </a:gridCol>
              </a:tblGrid>
              <a:tr h="370840">
                <a:tc>
                  <a:txBody>
                    <a:bodyPr/>
                    <a:lstStyle/>
                    <a:p>
                      <a:pPr algn="ctr"/>
                      <a:r>
                        <a:rPr lang="en-US" dirty="0">
                          <a:latin typeface="Arial" panose="020B0604020202020204" pitchFamily="34" charset="0"/>
                          <a:cs typeface="Arial" panose="020B0604020202020204" pitchFamily="34" charset="0"/>
                        </a:rPr>
                        <a:t>Weight</a:t>
                      </a:r>
                      <a:r>
                        <a:rPr lang="en-US" baseline="-25000" dirty="0">
                          <a:latin typeface="Arial" panose="020B0604020202020204" pitchFamily="34" charset="0"/>
                          <a:cs typeface="Arial" panose="020B0604020202020204" pitchFamily="34" charset="0"/>
                        </a:rPr>
                        <a:t>1</a:t>
                      </a:r>
                      <a:endParaRPr lang="en-US" dirty="0">
                        <a:latin typeface="Arial" panose="020B0604020202020204" pitchFamily="34" charset="0"/>
                        <a:cs typeface="Arial" panose="020B0604020202020204" pitchFamily="34" charset="0"/>
                      </a:endParaRPr>
                    </a:p>
                  </a:txBody>
                  <a:tcPr/>
                </a:tc>
                <a:tc>
                  <a:txBody>
                    <a:bodyPr/>
                    <a:lstStyle/>
                    <a:p>
                      <a:pPr algn="ctr"/>
                      <a:r>
                        <a:rPr lang="en-US" dirty="0">
                          <a:latin typeface="Arial" panose="020B0604020202020204" pitchFamily="34" charset="0"/>
                          <a:cs typeface="Arial" panose="020B0604020202020204" pitchFamily="34" charset="0"/>
                        </a:rPr>
                        <a:t>Weight</a:t>
                      </a:r>
                      <a:r>
                        <a:rPr lang="en-US" baseline="-25000" dirty="0">
                          <a:latin typeface="Arial" panose="020B0604020202020204" pitchFamily="34" charset="0"/>
                          <a:cs typeface="Arial" panose="020B0604020202020204" pitchFamily="34" charset="0"/>
                        </a:rPr>
                        <a:t>2</a:t>
                      </a:r>
                      <a:endParaRPr lang="en-US" dirty="0">
                        <a:latin typeface="Arial" panose="020B0604020202020204" pitchFamily="34" charset="0"/>
                        <a:cs typeface="Arial" panose="020B0604020202020204" pitchFamily="34" charset="0"/>
                      </a:endParaRPr>
                    </a:p>
                  </a:txBody>
                  <a:tcPr/>
                </a:tc>
                <a:tc>
                  <a:txBody>
                    <a:bodyPr/>
                    <a:lstStyle/>
                    <a:p>
                      <a:pPr algn="ctr"/>
                      <a:r>
                        <a:rPr lang="en-US" dirty="0">
                          <a:latin typeface="Arial" panose="020B0604020202020204" pitchFamily="34" charset="0"/>
                          <a:cs typeface="Arial" panose="020B0604020202020204" pitchFamily="34" charset="0"/>
                        </a:rPr>
                        <a:t>Threshold</a:t>
                      </a:r>
                    </a:p>
                    <a:p>
                      <a:pPr algn="ctr"/>
                      <a:r>
                        <a:rPr lang="en-US" dirty="0">
                          <a:latin typeface="Arial" panose="020B0604020202020204" pitchFamily="34" charset="0"/>
                          <a:cs typeface="Arial" panose="020B0604020202020204" pitchFamily="34" charset="0"/>
                        </a:rPr>
                        <a:t>(</a:t>
                      </a:r>
                      <a:r>
                        <a:rPr lang="el-GR" sz="1800" dirty="0">
                          <a:latin typeface="Arial" panose="020B0604020202020204" pitchFamily="34" charset="0"/>
                          <a:cs typeface="Arial" panose="020B0604020202020204" pitchFamily="34" charset="0"/>
                        </a:rPr>
                        <a:t>β</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1168607816"/>
                  </a:ext>
                </a:extLst>
              </a:tr>
              <a:tr h="370840">
                <a:tc>
                  <a:txBody>
                    <a:bodyPr/>
                    <a:lstStyle/>
                    <a:p>
                      <a:pPr algn="ctr"/>
                      <a:r>
                        <a:rPr lang="en-US" b="1" dirty="0">
                          <a:latin typeface="Arial" panose="020B0604020202020204" pitchFamily="34" charset="0"/>
                          <a:cs typeface="Arial" panose="020B0604020202020204" pitchFamily="34" charset="0"/>
                        </a:rPr>
                        <a:t>0.1</a:t>
                      </a:r>
                    </a:p>
                  </a:txBody>
                  <a:tcPr/>
                </a:tc>
                <a:tc>
                  <a:txBody>
                    <a:bodyPr/>
                    <a:lstStyle/>
                    <a:p>
                      <a:pPr algn="ctr"/>
                      <a:r>
                        <a:rPr lang="en-US" b="1" dirty="0">
                          <a:latin typeface="Arial" panose="020B0604020202020204" pitchFamily="34" charset="0"/>
                          <a:cs typeface="Arial" panose="020B0604020202020204" pitchFamily="34" charset="0"/>
                        </a:rPr>
                        <a:t>0.1</a:t>
                      </a:r>
                    </a:p>
                  </a:txBody>
                  <a:tcPr/>
                </a:tc>
                <a:tc>
                  <a:txBody>
                    <a:bodyPr/>
                    <a:lstStyle/>
                    <a:p>
                      <a:pPr algn="ctr"/>
                      <a:r>
                        <a:rPr lang="en-US" b="1" dirty="0">
                          <a:latin typeface="Arial" panose="020B0604020202020204" pitchFamily="34" charset="0"/>
                          <a:cs typeface="Arial" panose="020B0604020202020204" pitchFamily="34" charset="0"/>
                        </a:rPr>
                        <a:t>0.05</a:t>
                      </a:r>
                    </a:p>
                  </a:txBody>
                  <a:tcPr/>
                </a:tc>
                <a:extLst>
                  <a:ext uri="{0D108BD9-81ED-4DB2-BD59-A6C34878D82A}">
                    <a16:rowId xmlns:a16="http://schemas.microsoft.com/office/drawing/2014/main" val="3358362266"/>
                  </a:ext>
                </a:extLst>
              </a:tr>
            </a:tbl>
          </a:graphicData>
        </a:graphic>
      </p:graphicFrame>
      <p:pic>
        <p:nvPicPr>
          <p:cNvPr id="3" name="Picture 2">
            <a:extLst>
              <a:ext uri="{FF2B5EF4-FFF2-40B4-BE49-F238E27FC236}">
                <a16:creationId xmlns:a16="http://schemas.microsoft.com/office/drawing/2014/main" id="{AF31DD30-9C14-33EE-06EE-1D4CA568AA5B}"/>
              </a:ext>
            </a:extLst>
          </p:cNvPr>
          <p:cNvPicPr>
            <a:picLocks noChangeAspect="1"/>
          </p:cNvPicPr>
          <p:nvPr/>
        </p:nvPicPr>
        <p:blipFill>
          <a:blip r:embed="rId2"/>
          <a:srcRect/>
          <a:stretch/>
        </p:blipFill>
        <p:spPr>
          <a:xfrm>
            <a:off x="6685732" y="2133600"/>
            <a:ext cx="4572000" cy="457200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9" name="Rectangle 8">
            <a:extLst>
              <a:ext uri="{FF2B5EF4-FFF2-40B4-BE49-F238E27FC236}">
                <a16:creationId xmlns:a16="http://schemas.microsoft.com/office/drawing/2014/main" id="{7E94E0CD-79DB-F246-1645-D27DFAEE3CFB}"/>
              </a:ext>
            </a:extLst>
          </p:cNvPr>
          <p:cNvSpPr/>
          <p:nvPr/>
        </p:nvSpPr>
        <p:spPr>
          <a:xfrm>
            <a:off x="1937384" y="3449320"/>
            <a:ext cx="3547428" cy="383540"/>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54990667-8333-C3B3-DA45-CFF6134745A4}"/>
              </a:ext>
            </a:extLst>
          </p:cNvPr>
          <p:cNvSpPr/>
          <p:nvPr/>
        </p:nvSpPr>
        <p:spPr>
          <a:xfrm>
            <a:off x="7036244" y="2261299"/>
            <a:ext cx="4139184" cy="4105656"/>
          </a:xfrm>
          <a:custGeom>
            <a:avLst/>
            <a:gdLst>
              <a:gd name="connsiteX0" fmla="*/ 9144 w 4139184"/>
              <a:gd name="connsiteY0" fmla="*/ 124968 h 4105656"/>
              <a:gd name="connsiteX1" fmla="*/ 0 w 4139184"/>
              <a:gd name="connsiteY1" fmla="*/ 0 h 4105656"/>
              <a:gd name="connsiteX2" fmla="*/ 4139184 w 4139184"/>
              <a:gd name="connsiteY2" fmla="*/ 0 h 4105656"/>
              <a:gd name="connsiteX3" fmla="*/ 4139184 w 4139184"/>
              <a:gd name="connsiteY3" fmla="*/ 4105656 h 4105656"/>
              <a:gd name="connsiteX4" fmla="*/ 4005072 w 4139184"/>
              <a:gd name="connsiteY4" fmla="*/ 4105656 h 4105656"/>
              <a:gd name="connsiteX5" fmla="*/ 9144 w 4139184"/>
              <a:gd name="connsiteY5" fmla="*/ 124968 h 4105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39184" h="4105656">
                <a:moveTo>
                  <a:pt x="9144" y="124968"/>
                </a:moveTo>
                <a:lnTo>
                  <a:pt x="0" y="0"/>
                </a:lnTo>
                <a:lnTo>
                  <a:pt x="4139184" y="0"/>
                </a:lnTo>
                <a:lnTo>
                  <a:pt x="4139184" y="4105656"/>
                </a:lnTo>
                <a:lnTo>
                  <a:pt x="4005072" y="4105656"/>
                </a:lnTo>
                <a:lnTo>
                  <a:pt x="9144" y="124968"/>
                </a:lnTo>
                <a:close/>
              </a:path>
            </a:pathLst>
          </a:custGeom>
          <a:solidFill>
            <a:srgbClr val="00FF00">
              <a:alpha val="1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09211F5-75FB-99C4-C276-950DDEDD3C22}"/>
              </a:ext>
            </a:extLst>
          </p:cNvPr>
          <p:cNvSpPr/>
          <p:nvPr/>
        </p:nvSpPr>
        <p:spPr>
          <a:xfrm>
            <a:off x="7405052" y="2616200"/>
            <a:ext cx="304800" cy="304800"/>
          </a:xfrm>
          <a:prstGeom prst="ellipse">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allout: Up Arrow 6">
            <a:extLst>
              <a:ext uri="{FF2B5EF4-FFF2-40B4-BE49-F238E27FC236}">
                <a16:creationId xmlns:a16="http://schemas.microsoft.com/office/drawing/2014/main" id="{6B5F0D45-5B23-39E3-077A-A3C368417978}"/>
              </a:ext>
            </a:extLst>
          </p:cNvPr>
          <p:cNvSpPr/>
          <p:nvPr/>
        </p:nvSpPr>
        <p:spPr>
          <a:xfrm>
            <a:off x="5571038" y="2921000"/>
            <a:ext cx="4028574" cy="2717800"/>
          </a:xfrm>
          <a:prstGeom prst="upArrowCallout">
            <a:avLst>
              <a:gd name="adj1" fmla="val 8925"/>
              <a:gd name="adj2" fmla="val 13037"/>
              <a:gd name="adj3" fmla="val 10607"/>
              <a:gd name="adj4" fmla="val 84603"/>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Similar situation as with entry #1. This point is also correctly classified (its label is </a:t>
            </a:r>
            <a:r>
              <a:rPr lang="en-US" b="1" dirty="0">
                <a:solidFill>
                  <a:srgbClr val="00B050"/>
                </a:solidFill>
                <a:highlight>
                  <a:srgbClr val="000000"/>
                </a:highlight>
              </a:rPr>
              <a:t>green</a:t>
            </a:r>
            <a:r>
              <a:rPr lang="en-US" b="1" dirty="0">
                <a:highlight>
                  <a:srgbClr val="000000"/>
                </a:highlight>
              </a:rPr>
              <a:t>,</a:t>
            </a:r>
            <a:r>
              <a:rPr lang="en-US" dirty="0"/>
              <a:t> and it resides on the green part of the hyperplane).</a:t>
            </a:r>
          </a:p>
          <a:p>
            <a:pPr algn="ctr"/>
            <a:r>
              <a:rPr lang="en-US" dirty="0"/>
              <a:t>As such, we don’t need to do anything  to change the hyper-plane.</a:t>
            </a:r>
          </a:p>
        </p:txBody>
      </p:sp>
    </p:spTree>
    <p:extLst>
      <p:ext uri="{BB962C8B-B14F-4D97-AF65-F5344CB8AC3E}">
        <p14:creationId xmlns:p14="http://schemas.microsoft.com/office/powerpoint/2010/main" val="39642379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par>
                          <p:cTn id="12" fill="hold">
                            <p:stCondLst>
                              <p:cond delay="1000"/>
                            </p:stCondLst>
                            <p:childTnLst>
                              <p:par>
                                <p:cTn id="13" presetID="14" presetClass="entr" presetSubtype="10"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randombar(horizontal)">
                                      <p:cBhvr>
                                        <p:cTn id="15" dur="500"/>
                                        <p:tgtEl>
                                          <p:spTgt spid="10"/>
                                        </p:tgtEl>
                                      </p:cBhvr>
                                    </p:animEffect>
                                  </p:childTnLst>
                                </p:cTn>
                              </p:par>
                            </p:childTnLst>
                          </p:cTn>
                        </p:par>
                        <p:par>
                          <p:cTn id="16" fill="hold">
                            <p:stCondLst>
                              <p:cond delay="1500"/>
                            </p:stCondLst>
                            <p:childTnLst>
                              <p:par>
                                <p:cTn id="17" presetID="2" presetClass="entr" presetSubtype="4"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0" grpId="0" animBg="1"/>
      <p:bldP spid="7"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6F4C326-A991-6E4A-B40C-E613F986848E}"/>
              </a:ext>
            </a:extLst>
          </p:cNvPr>
          <p:cNvSpPr>
            <a:spLocks noGrp="1"/>
          </p:cNvSpPr>
          <p:nvPr>
            <p:ph type="title"/>
          </p:nvPr>
        </p:nvSpPr>
        <p:spPr/>
        <p:txBody>
          <a:bodyPr/>
          <a:lstStyle/>
          <a:p>
            <a:r>
              <a:rPr lang="en-US" dirty="0"/>
              <a:t>Demo</a:t>
            </a:r>
          </a:p>
        </p:txBody>
      </p:sp>
      <p:sp>
        <p:nvSpPr>
          <p:cNvPr id="5" name="Content Placeholder 4">
            <a:extLst>
              <a:ext uri="{FF2B5EF4-FFF2-40B4-BE49-F238E27FC236}">
                <a16:creationId xmlns:a16="http://schemas.microsoft.com/office/drawing/2014/main" id="{A3F51C36-2B58-87BF-492D-243B4AE5B6D1}"/>
              </a:ext>
            </a:extLst>
          </p:cNvPr>
          <p:cNvSpPr>
            <a:spLocks noGrp="1"/>
          </p:cNvSpPr>
          <p:nvPr>
            <p:ph idx="1"/>
          </p:nvPr>
        </p:nvSpPr>
        <p:spPr>
          <a:xfrm>
            <a:off x="1522414" y="1524000"/>
            <a:ext cx="9144000" cy="4267200"/>
          </a:xfrm>
        </p:spPr>
        <p:txBody>
          <a:bodyPr>
            <a:normAutofit/>
          </a:bodyPr>
          <a:lstStyle/>
          <a:p>
            <a:pPr marL="0" indent="0">
              <a:buNone/>
            </a:pPr>
            <a:r>
              <a:rPr lang="en-US" sz="2400" b="1" dirty="0"/>
              <a:t>5. </a:t>
            </a:r>
            <a:r>
              <a:rPr lang="en-US" sz="2400" dirty="0"/>
              <a:t>Testing each entry (from 1 to 6) against the current model.</a:t>
            </a:r>
            <a:endParaRPr lang="en-US" sz="2400" b="1" dirty="0"/>
          </a:p>
        </p:txBody>
      </p:sp>
      <p:graphicFrame>
        <p:nvGraphicFramePr>
          <p:cNvPr id="6" name="Table 5">
            <a:extLst>
              <a:ext uri="{FF2B5EF4-FFF2-40B4-BE49-F238E27FC236}">
                <a16:creationId xmlns:a16="http://schemas.microsoft.com/office/drawing/2014/main" id="{81896A8A-245A-2556-C7E3-1404C474346C}"/>
              </a:ext>
            </a:extLst>
          </p:cNvPr>
          <p:cNvGraphicFramePr>
            <a:graphicFrameLocks noGrp="1"/>
          </p:cNvGraphicFramePr>
          <p:nvPr/>
        </p:nvGraphicFramePr>
        <p:xfrm>
          <a:off x="1903412" y="2453640"/>
          <a:ext cx="3633654" cy="2865120"/>
        </p:xfrm>
        <a:graphic>
          <a:graphicData uri="http://schemas.openxmlformats.org/drawingml/2006/table">
            <a:tbl>
              <a:tblPr firstRow="1" bandRow="1">
                <a:tableStyleId>{073A0DAA-6AF3-43AB-8588-CEC1D06C72B9}</a:tableStyleId>
              </a:tblPr>
              <a:tblGrid>
                <a:gridCol w="822960">
                  <a:extLst>
                    <a:ext uri="{9D8B030D-6E8A-4147-A177-3AD203B41FA5}">
                      <a16:colId xmlns:a16="http://schemas.microsoft.com/office/drawing/2014/main" val="392014626"/>
                    </a:ext>
                  </a:extLst>
                </a:gridCol>
                <a:gridCol w="914400">
                  <a:extLst>
                    <a:ext uri="{9D8B030D-6E8A-4147-A177-3AD203B41FA5}">
                      <a16:colId xmlns:a16="http://schemas.microsoft.com/office/drawing/2014/main" val="437014267"/>
                    </a:ext>
                  </a:extLst>
                </a:gridCol>
                <a:gridCol w="914400">
                  <a:extLst>
                    <a:ext uri="{9D8B030D-6E8A-4147-A177-3AD203B41FA5}">
                      <a16:colId xmlns:a16="http://schemas.microsoft.com/office/drawing/2014/main" val="4042802396"/>
                    </a:ext>
                  </a:extLst>
                </a:gridCol>
                <a:gridCol w="981894">
                  <a:extLst>
                    <a:ext uri="{9D8B030D-6E8A-4147-A177-3AD203B41FA5}">
                      <a16:colId xmlns:a16="http://schemas.microsoft.com/office/drawing/2014/main" val="958931348"/>
                    </a:ext>
                  </a:extLst>
                </a:gridCol>
              </a:tblGrid>
              <a:tr h="370840">
                <a:tc>
                  <a:txBody>
                    <a:bodyPr/>
                    <a:lstStyle/>
                    <a:p>
                      <a:pPr algn="ctr"/>
                      <a:r>
                        <a:rPr lang="en-US" dirty="0">
                          <a:latin typeface="Arial" panose="020B0604020202020204" pitchFamily="34" charset="0"/>
                          <a:cs typeface="Arial" panose="020B0604020202020204" pitchFamily="34" charset="0"/>
                        </a:rPr>
                        <a:t>Entry</a:t>
                      </a:r>
                    </a:p>
                  </a:txBody>
                  <a:tcPr/>
                </a:tc>
                <a:tc>
                  <a:txBody>
                    <a:bodyPr/>
                    <a:lstStyle/>
                    <a:p>
                      <a:pPr algn="ctr"/>
                      <a:r>
                        <a:rPr lang="en-US" dirty="0">
                          <a:latin typeface="Arial" panose="020B0604020202020204" pitchFamily="34" charset="0"/>
                          <a:cs typeface="Arial" panose="020B0604020202020204" pitchFamily="34" charset="0"/>
                        </a:rPr>
                        <a:t>Input</a:t>
                      </a:r>
                      <a:r>
                        <a:rPr lang="en-US" baseline="-25000" dirty="0">
                          <a:latin typeface="Arial" panose="020B0604020202020204" pitchFamily="34" charset="0"/>
                          <a:cs typeface="Arial" panose="020B0604020202020204" pitchFamily="34" charset="0"/>
                        </a:rPr>
                        <a:t>1</a:t>
                      </a:r>
                    </a:p>
                    <a:p>
                      <a:pPr algn="ctr"/>
                      <a:r>
                        <a:rPr lang="en-US" baseline="0" dirty="0">
                          <a:latin typeface="Arial" panose="020B0604020202020204" pitchFamily="34" charset="0"/>
                          <a:cs typeface="Arial" panose="020B0604020202020204" pitchFamily="34" charset="0"/>
                        </a:rPr>
                        <a:t>(X)</a:t>
                      </a:r>
                    </a:p>
                  </a:txBody>
                  <a:tcPr/>
                </a:tc>
                <a:tc>
                  <a:txBody>
                    <a:bodyPr/>
                    <a:lstStyle/>
                    <a:p>
                      <a:pPr algn="ctr"/>
                      <a:r>
                        <a:rPr lang="en-US" dirty="0">
                          <a:latin typeface="Arial" panose="020B0604020202020204" pitchFamily="34" charset="0"/>
                          <a:cs typeface="Arial" panose="020B0604020202020204" pitchFamily="34" charset="0"/>
                        </a:rPr>
                        <a:t>Input</a:t>
                      </a:r>
                      <a:r>
                        <a:rPr lang="en-US" baseline="-25000" dirty="0">
                          <a:latin typeface="Arial" panose="020B0604020202020204" pitchFamily="34" charset="0"/>
                          <a:cs typeface="Arial" panose="020B0604020202020204" pitchFamily="34" charset="0"/>
                        </a:rPr>
                        <a:t>2</a:t>
                      </a:r>
                    </a:p>
                    <a:p>
                      <a:pPr algn="ctr"/>
                      <a:r>
                        <a:rPr lang="en-US" baseline="0" dirty="0">
                          <a:latin typeface="Arial" panose="020B0604020202020204" pitchFamily="34" charset="0"/>
                          <a:cs typeface="Arial" panose="020B0604020202020204" pitchFamily="34" charset="0"/>
                        </a:rPr>
                        <a:t>(Y)</a:t>
                      </a:r>
                    </a:p>
                  </a:txBody>
                  <a:tcPr/>
                </a:tc>
                <a:tc>
                  <a:txBody>
                    <a:bodyPr/>
                    <a:lstStyle/>
                    <a:p>
                      <a:pPr algn="ctr"/>
                      <a:r>
                        <a:rPr lang="en-US" dirty="0">
                          <a:latin typeface="Arial" panose="020B0604020202020204" pitchFamily="34" charset="0"/>
                          <a:cs typeface="Arial" panose="020B0604020202020204" pitchFamily="34" charset="0"/>
                        </a:rPr>
                        <a:t>Label</a:t>
                      </a:r>
                    </a:p>
                    <a:p>
                      <a:pPr algn="ctr"/>
                      <a:r>
                        <a:rPr lang="en-US" dirty="0">
                          <a:latin typeface="Arial" panose="020B0604020202020204" pitchFamily="34" charset="0"/>
                          <a:cs typeface="Arial" panose="020B0604020202020204" pitchFamily="34" charset="0"/>
                        </a:rPr>
                        <a:t>(Color)</a:t>
                      </a:r>
                    </a:p>
                  </a:txBody>
                  <a:tcPr/>
                </a:tc>
                <a:extLst>
                  <a:ext uri="{0D108BD9-81ED-4DB2-BD59-A6C34878D82A}">
                    <a16:rowId xmlns:a16="http://schemas.microsoft.com/office/drawing/2014/main" val="3281462437"/>
                  </a:ext>
                </a:extLst>
              </a:tr>
              <a:tr h="370840">
                <a:tc>
                  <a:txBody>
                    <a:bodyPr/>
                    <a:lstStyle/>
                    <a:p>
                      <a:pPr algn="ctr"/>
                      <a:r>
                        <a:rPr lang="en-US" dirty="0">
                          <a:latin typeface="Arial" panose="020B0604020202020204" pitchFamily="34" charset="0"/>
                          <a:cs typeface="Arial" panose="020B0604020202020204" pitchFamily="34" charset="0"/>
                        </a:rPr>
                        <a:t>#1</a:t>
                      </a:r>
                    </a:p>
                  </a:txBody>
                  <a:tcPr/>
                </a:tc>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00B05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04868658"/>
                  </a:ext>
                </a:extLst>
              </a:tr>
              <a:tr h="370840">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 (</a:t>
                      </a:r>
                      <a:r>
                        <a:rPr lang="en-US" sz="1800" dirty="0">
                          <a:solidFill>
                            <a:srgbClr val="00B05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651165515"/>
                  </a:ext>
                </a:extLst>
              </a:tr>
              <a:tr h="370840">
                <a:tc>
                  <a:txBody>
                    <a:bodyPr/>
                    <a:lstStyle/>
                    <a:p>
                      <a:pPr algn="ctr"/>
                      <a:r>
                        <a:rPr lang="en-US" dirty="0">
                          <a:latin typeface="Arial" panose="020B0604020202020204" pitchFamily="34" charset="0"/>
                          <a:cs typeface="Arial" panose="020B0604020202020204" pitchFamily="34" charset="0"/>
                        </a:rPr>
                        <a:t>#3</a:t>
                      </a:r>
                    </a:p>
                  </a:txBody>
                  <a:tcPr/>
                </a:tc>
                <a:tc>
                  <a:txBody>
                    <a:bodyPr/>
                    <a:lstStyle/>
                    <a:p>
                      <a:pPr algn="ctr"/>
                      <a:r>
                        <a:rPr lang="en-US" dirty="0">
                          <a:latin typeface="Arial" panose="020B0604020202020204" pitchFamily="34" charset="0"/>
                          <a:cs typeface="Arial" panose="020B0604020202020204" pitchFamily="34" charset="0"/>
                        </a:rPr>
                        <a:t>0</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 (</a:t>
                      </a:r>
                      <a:r>
                        <a:rPr lang="en-US" sz="1800" dirty="0">
                          <a:solidFill>
                            <a:srgbClr val="00B05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906554913"/>
                  </a:ext>
                </a:extLst>
              </a:tr>
              <a:tr h="370840">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ctr"/>
                      <a:r>
                        <a:rPr lang="en-US" dirty="0">
                          <a:latin typeface="Arial" panose="020B0604020202020204" pitchFamily="34" charset="0"/>
                          <a:cs typeface="Arial" panose="020B0604020202020204" pitchFamily="34" charset="0"/>
                        </a:rPr>
                        <a:t>0</a:t>
                      </a:r>
                    </a:p>
                  </a:txBody>
                  <a:tcPr/>
                </a:tc>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C0000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052881436"/>
                  </a:ext>
                </a:extLst>
              </a:tr>
              <a:tr h="370840">
                <a:tc>
                  <a:txBody>
                    <a:bodyPr/>
                    <a:lstStyle/>
                    <a:p>
                      <a:pPr algn="ctr"/>
                      <a:r>
                        <a:rPr lang="en-US" dirty="0">
                          <a:latin typeface="Arial" panose="020B0604020202020204" pitchFamily="34" charset="0"/>
                          <a:cs typeface="Arial" panose="020B0604020202020204" pitchFamily="34" charset="0"/>
                        </a:rPr>
                        <a:t>#5</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C0000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496509937"/>
                  </a:ext>
                </a:extLst>
              </a:tr>
              <a:tr h="370840">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C0000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43331876"/>
                  </a:ext>
                </a:extLst>
              </a:tr>
            </a:tbl>
          </a:graphicData>
        </a:graphic>
      </p:graphicFrame>
      <p:graphicFrame>
        <p:nvGraphicFramePr>
          <p:cNvPr id="2" name="Table 1">
            <a:extLst>
              <a:ext uri="{FF2B5EF4-FFF2-40B4-BE49-F238E27FC236}">
                <a16:creationId xmlns:a16="http://schemas.microsoft.com/office/drawing/2014/main" id="{E2B18E8E-3C3C-9F75-2C30-87FDCF455465}"/>
              </a:ext>
            </a:extLst>
          </p:cNvPr>
          <p:cNvGraphicFramePr>
            <a:graphicFrameLocks noGrp="1"/>
          </p:cNvGraphicFramePr>
          <p:nvPr/>
        </p:nvGraphicFramePr>
        <p:xfrm>
          <a:off x="1903412" y="5486400"/>
          <a:ext cx="3657600" cy="1010920"/>
        </p:xfrm>
        <a:graphic>
          <a:graphicData uri="http://schemas.openxmlformats.org/drawingml/2006/table">
            <a:tbl>
              <a:tblPr firstRow="1" bandRow="1">
                <a:tableStyleId>{073A0DAA-6AF3-43AB-8588-CEC1D06C72B9}</a:tableStyleId>
              </a:tblPr>
              <a:tblGrid>
                <a:gridCol w="1097280">
                  <a:extLst>
                    <a:ext uri="{9D8B030D-6E8A-4147-A177-3AD203B41FA5}">
                      <a16:colId xmlns:a16="http://schemas.microsoft.com/office/drawing/2014/main" val="3075322252"/>
                    </a:ext>
                  </a:extLst>
                </a:gridCol>
                <a:gridCol w="1097280">
                  <a:extLst>
                    <a:ext uri="{9D8B030D-6E8A-4147-A177-3AD203B41FA5}">
                      <a16:colId xmlns:a16="http://schemas.microsoft.com/office/drawing/2014/main" val="112466607"/>
                    </a:ext>
                  </a:extLst>
                </a:gridCol>
                <a:gridCol w="1463040">
                  <a:extLst>
                    <a:ext uri="{9D8B030D-6E8A-4147-A177-3AD203B41FA5}">
                      <a16:colId xmlns:a16="http://schemas.microsoft.com/office/drawing/2014/main" val="2979836651"/>
                    </a:ext>
                  </a:extLst>
                </a:gridCol>
              </a:tblGrid>
              <a:tr h="370840">
                <a:tc>
                  <a:txBody>
                    <a:bodyPr/>
                    <a:lstStyle/>
                    <a:p>
                      <a:pPr algn="ctr"/>
                      <a:r>
                        <a:rPr lang="en-US" dirty="0">
                          <a:latin typeface="Arial" panose="020B0604020202020204" pitchFamily="34" charset="0"/>
                          <a:cs typeface="Arial" panose="020B0604020202020204" pitchFamily="34" charset="0"/>
                        </a:rPr>
                        <a:t>Weight</a:t>
                      </a:r>
                      <a:r>
                        <a:rPr lang="en-US" baseline="-25000" dirty="0">
                          <a:latin typeface="Arial" panose="020B0604020202020204" pitchFamily="34" charset="0"/>
                          <a:cs typeface="Arial" panose="020B0604020202020204" pitchFamily="34" charset="0"/>
                        </a:rPr>
                        <a:t>1</a:t>
                      </a:r>
                      <a:endParaRPr lang="en-US" dirty="0">
                        <a:latin typeface="Arial" panose="020B0604020202020204" pitchFamily="34" charset="0"/>
                        <a:cs typeface="Arial" panose="020B0604020202020204" pitchFamily="34" charset="0"/>
                      </a:endParaRPr>
                    </a:p>
                  </a:txBody>
                  <a:tcPr/>
                </a:tc>
                <a:tc>
                  <a:txBody>
                    <a:bodyPr/>
                    <a:lstStyle/>
                    <a:p>
                      <a:pPr algn="ctr"/>
                      <a:r>
                        <a:rPr lang="en-US" dirty="0">
                          <a:latin typeface="Arial" panose="020B0604020202020204" pitchFamily="34" charset="0"/>
                          <a:cs typeface="Arial" panose="020B0604020202020204" pitchFamily="34" charset="0"/>
                        </a:rPr>
                        <a:t>Weight</a:t>
                      </a:r>
                      <a:r>
                        <a:rPr lang="en-US" baseline="-25000" dirty="0">
                          <a:latin typeface="Arial" panose="020B0604020202020204" pitchFamily="34" charset="0"/>
                          <a:cs typeface="Arial" panose="020B0604020202020204" pitchFamily="34" charset="0"/>
                        </a:rPr>
                        <a:t>2</a:t>
                      </a:r>
                      <a:endParaRPr lang="en-US" dirty="0">
                        <a:latin typeface="Arial" panose="020B0604020202020204" pitchFamily="34" charset="0"/>
                        <a:cs typeface="Arial" panose="020B0604020202020204" pitchFamily="34" charset="0"/>
                      </a:endParaRPr>
                    </a:p>
                  </a:txBody>
                  <a:tcPr/>
                </a:tc>
                <a:tc>
                  <a:txBody>
                    <a:bodyPr/>
                    <a:lstStyle/>
                    <a:p>
                      <a:pPr algn="ctr"/>
                      <a:r>
                        <a:rPr lang="en-US" dirty="0">
                          <a:latin typeface="Arial" panose="020B0604020202020204" pitchFamily="34" charset="0"/>
                          <a:cs typeface="Arial" panose="020B0604020202020204" pitchFamily="34" charset="0"/>
                        </a:rPr>
                        <a:t>Threshold</a:t>
                      </a:r>
                    </a:p>
                    <a:p>
                      <a:pPr algn="ctr"/>
                      <a:r>
                        <a:rPr lang="en-US" dirty="0">
                          <a:latin typeface="Arial" panose="020B0604020202020204" pitchFamily="34" charset="0"/>
                          <a:cs typeface="Arial" panose="020B0604020202020204" pitchFamily="34" charset="0"/>
                        </a:rPr>
                        <a:t>(</a:t>
                      </a:r>
                      <a:r>
                        <a:rPr lang="el-GR" sz="1800" dirty="0">
                          <a:latin typeface="Arial" panose="020B0604020202020204" pitchFamily="34" charset="0"/>
                          <a:cs typeface="Arial" panose="020B0604020202020204" pitchFamily="34" charset="0"/>
                        </a:rPr>
                        <a:t>β</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1168607816"/>
                  </a:ext>
                </a:extLst>
              </a:tr>
              <a:tr h="370840">
                <a:tc>
                  <a:txBody>
                    <a:bodyPr/>
                    <a:lstStyle/>
                    <a:p>
                      <a:pPr algn="ctr"/>
                      <a:r>
                        <a:rPr lang="en-US" b="1" dirty="0">
                          <a:latin typeface="Arial" panose="020B0604020202020204" pitchFamily="34" charset="0"/>
                          <a:cs typeface="Arial" panose="020B0604020202020204" pitchFamily="34" charset="0"/>
                        </a:rPr>
                        <a:t>0.1</a:t>
                      </a:r>
                    </a:p>
                  </a:txBody>
                  <a:tcPr/>
                </a:tc>
                <a:tc>
                  <a:txBody>
                    <a:bodyPr/>
                    <a:lstStyle/>
                    <a:p>
                      <a:pPr algn="ctr"/>
                      <a:r>
                        <a:rPr lang="en-US" b="1" dirty="0">
                          <a:latin typeface="Arial" panose="020B0604020202020204" pitchFamily="34" charset="0"/>
                          <a:cs typeface="Arial" panose="020B0604020202020204" pitchFamily="34" charset="0"/>
                        </a:rPr>
                        <a:t>0.1</a:t>
                      </a:r>
                    </a:p>
                  </a:txBody>
                  <a:tcPr/>
                </a:tc>
                <a:tc>
                  <a:txBody>
                    <a:bodyPr/>
                    <a:lstStyle/>
                    <a:p>
                      <a:pPr algn="ctr"/>
                      <a:r>
                        <a:rPr lang="en-US" b="1" dirty="0">
                          <a:latin typeface="Arial" panose="020B0604020202020204" pitchFamily="34" charset="0"/>
                          <a:cs typeface="Arial" panose="020B0604020202020204" pitchFamily="34" charset="0"/>
                        </a:rPr>
                        <a:t>0.05</a:t>
                      </a:r>
                    </a:p>
                  </a:txBody>
                  <a:tcPr/>
                </a:tc>
                <a:extLst>
                  <a:ext uri="{0D108BD9-81ED-4DB2-BD59-A6C34878D82A}">
                    <a16:rowId xmlns:a16="http://schemas.microsoft.com/office/drawing/2014/main" val="3358362266"/>
                  </a:ext>
                </a:extLst>
              </a:tr>
            </a:tbl>
          </a:graphicData>
        </a:graphic>
      </p:graphicFrame>
      <p:pic>
        <p:nvPicPr>
          <p:cNvPr id="3" name="Picture 2">
            <a:extLst>
              <a:ext uri="{FF2B5EF4-FFF2-40B4-BE49-F238E27FC236}">
                <a16:creationId xmlns:a16="http://schemas.microsoft.com/office/drawing/2014/main" id="{AF31DD30-9C14-33EE-06EE-1D4CA568AA5B}"/>
              </a:ext>
            </a:extLst>
          </p:cNvPr>
          <p:cNvPicPr>
            <a:picLocks noChangeAspect="1"/>
          </p:cNvPicPr>
          <p:nvPr/>
        </p:nvPicPr>
        <p:blipFill>
          <a:blip r:embed="rId2"/>
          <a:srcRect/>
          <a:stretch/>
        </p:blipFill>
        <p:spPr>
          <a:xfrm>
            <a:off x="6685732" y="2133600"/>
            <a:ext cx="4572000" cy="457200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9" name="Rectangle 8">
            <a:extLst>
              <a:ext uri="{FF2B5EF4-FFF2-40B4-BE49-F238E27FC236}">
                <a16:creationId xmlns:a16="http://schemas.microsoft.com/office/drawing/2014/main" id="{7E94E0CD-79DB-F246-1645-D27DFAEE3CFB}"/>
              </a:ext>
            </a:extLst>
          </p:cNvPr>
          <p:cNvSpPr/>
          <p:nvPr/>
        </p:nvSpPr>
        <p:spPr>
          <a:xfrm>
            <a:off x="1937384" y="3815080"/>
            <a:ext cx="3547428" cy="383540"/>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54990667-8333-C3B3-DA45-CFF6134745A4}"/>
              </a:ext>
            </a:extLst>
          </p:cNvPr>
          <p:cNvSpPr/>
          <p:nvPr/>
        </p:nvSpPr>
        <p:spPr>
          <a:xfrm>
            <a:off x="7036244" y="2261299"/>
            <a:ext cx="4139184" cy="4105656"/>
          </a:xfrm>
          <a:custGeom>
            <a:avLst/>
            <a:gdLst>
              <a:gd name="connsiteX0" fmla="*/ 9144 w 4139184"/>
              <a:gd name="connsiteY0" fmla="*/ 124968 h 4105656"/>
              <a:gd name="connsiteX1" fmla="*/ 0 w 4139184"/>
              <a:gd name="connsiteY1" fmla="*/ 0 h 4105656"/>
              <a:gd name="connsiteX2" fmla="*/ 4139184 w 4139184"/>
              <a:gd name="connsiteY2" fmla="*/ 0 h 4105656"/>
              <a:gd name="connsiteX3" fmla="*/ 4139184 w 4139184"/>
              <a:gd name="connsiteY3" fmla="*/ 4105656 h 4105656"/>
              <a:gd name="connsiteX4" fmla="*/ 4005072 w 4139184"/>
              <a:gd name="connsiteY4" fmla="*/ 4105656 h 4105656"/>
              <a:gd name="connsiteX5" fmla="*/ 9144 w 4139184"/>
              <a:gd name="connsiteY5" fmla="*/ 124968 h 4105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39184" h="4105656">
                <a:moveTo>
                  <a:pt x="9144" y="124968"/>
                </a:moveTo>
                <a:lnTo>
                  <a:pt x="0" y="0"/>
                </a:lnTo>
                <a:lnTo>
                  <a:pt x="4139184" y="0"/>
                </a:lnTo>
                <a:lnTo>
                  <a:pt x="4139184" y="4105656"/>
                </a:lnTo>
                <a:lnTo>
                  <a:pt x="4005072" y="4105656"/>
                </a:lnTo>
                <a:lnTo>
                  <a:pt x="9144" y="124968"/>
                </a:lnTo>
                <a:close/>
              </a:path>
            </a:pathLst>
          </a:custGeom>
          <a:solidFill>
            <a:srgbClr val="00FF00">
              <a:alpha val="1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09211F5-75FB-99C4-C276-950DDEDD3C22}"/>
              </a:ext>
            </a:extLst>
          </p:cNvPr>
          <p:cNvSpPr/>
          <p:nvPr/>
        </p:nvSpPr>
        <p:spPr>
          <a:xfrm>
            <a:off x="8953436" y="4668520"/>
            <a:ext cx="304800" cy="304800"/>
          </a:xfrm>
          <a:prstGeom prst="ellipse">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allout: Right Arrow 7">
            <a:extLst>
              <a:ext uri="{FF2B5EF4-FFF2-40B4-BE49-F238E27FC236}">
                <a16:creationId xmlns:a16="http://schemas.microsoft.com/office/drawing/2014/main" id="{44118686-FFC0-B81A-ED7D-8D0E9B1B11FA}"/>
              </a:ext>
            </a:extLst>
          </p:cNvPr>
          <p:cNvSpPr/>
          <p:nvPr/>
        </p:nvSpPr>
        <p:spPr>
          <a:xfrm>
            <a:off x="1598612" y="4314127"/>
            <a:ext cx="7292662" cy="1066800"/>
          </a:xfrm>
          <a:prstGeom prst="rightArrowCallout">
            <a:avLst>
              <a:gd name="adj1" fmla="val 25000"/>
              <a:gd name="adj2" fmla="val 25000"/>
              <a:gd name="adj3" fmla="val 25000"/>
              <a:gd name="adj4" fmla="val 91247"/>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This point however is not correctly classified (it does not reside on right part of the hyper-plan) and as such we will have to adjust the hyper plane</a:t>
            </a:r>
            <a:endParaRPr lang="en-US" b="1" dirty="0"/>
          </a:p>
        </p:txBody>
      </p:sp>
    </p:spTree>
    <p:extLst>
      <p:ext uri="{BB962C8B-B14F-4D97-AF65-F5344CB8AC3E}">
        <p14:creationId xmlns:p14="http://schemas.microsoft.com/office/powerpoint/2010/main" val="15025706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par>
                          <p:cTn id="12" fill="hold">
                            <p:stCondLst>
                              <p:cond delay="1000"/>
                            </p:stCondLst>
                            <p:childTnLst>
                              <p:par>
                                <p:cTn id="13" presetID="14" presetClass="entr" presetSubtype="10"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randombar(horizontal)">
                                      <p:cBhvr>
                                        <p:cTn id="15" dur="500"/>
                                        <p:tgtEl>
                                          <p:spTgt spid="10"/>
                                        </p:tgtEl>
                                      </p:cBhvr>
                                    </p:animEffect>
                                  </p:childTnLst>
                                </p:cTn>
                              </p:par>
                            </p:childTnLst>
                          </p:cTn>
                        </p:par>
                        <p:par>
                          <p:cTn id="16" fill="hold">
                            <p:stCondLst>
                              <p:cond delay="1500"/>
                            </p:stCondLst>
                            <p:childTnLst>
                              <p:par>
                                <p:cTn id="17" presetID="2" presetClass="entr" presetSubtype="8"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0-#ppt_w/2"/>
                                          </p:val>
                                        </p:tav>
                                        <p:tav tm="100000">
                                          <p:val>
                                            <p:strVal val="#ppt_x"/>
                                          </p:val>
                                        </p:tav>
                                      </p:tavLst>
                                    </p:anim>
                                    <p:anim calcmode="lin" valueType="num">
                                      <p:cBhvr additive="base">
                                        <p:cTn id="20"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0" grpId="0" animBg="1"/>
      <p:bldP spid="8"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6F4C326-A991-6E4A-B40C-E613F986848E}"/>
              </a:ext>
            </a:extLst>
          </p:cNvPr>
          <p:cNvSpPr>
            <a:spLocks noGrp="1"/>
          </p:cNvSpPr>
          <p:nvPr>
            <p:ph type="title"/>
          </p:nvPr>
        </p:nvSpPr>
        <p:spPr/>
        <p:txBody>
          <a:bodyPr/>
          <a:lstStyle/>
          <a:p>
            <a:r>
              <a:rPr lang="en-US" dirty="0"/>
              <a:t>Demo</a:t>
            </a:r>
          </a:p>
        </p:txBody>
      </p:sp>
      <p:sp>
        <p:nvSpPr>
          <p:cNvPr id="5" name="Content Placeholder 4">
            <a:extLst>
              <a:ext uri="{FF2B5EF4-FFF2-40B4-BE49-F238E27FC236}">
                <a16:creationId xmlns:a16="http://schemas.microsoft.com/office/drawing/2014/main" id="{A3F51C36-2B58-87BF-492D-243B4AE5B6D1}"/>
              </a:ext>
            </a:extLst>
          </p:cNvPr>
          <p:cNvSpPr>
            <a:spLocks noGrp="1"/>
          </p:cNvSpPr>
          <p:nvPr>
            <p:ph idx="1"/>
          </p:nvPr>
        </p:nvSpPr>
        <p:spPr>
          <a:xfrm>
            <a:off x="1522414" y="1524000"/>
            <a:ext cx="9144000" cy="4267200"/>
          </a:xfrm>
        </p:spPr>
        <p:txBody>
          <a:bodyPr>
            <a:normAutofit/>
          </a:bodyPr>
          <a:lstStyle/>
          <a:p>
            <a:pPr marL="0" indent="0">
              <a:buNone/>
            </a:pPr>
            <a:r>
              <a:rPr lang="en-US" sz="2400" b="1" dirty="0"/>
              <a:t>5. </a:t>
            </a:r>
            <a:r>
              <a:rPr lang="en-US" sz="2400" dirty="0"/>
              <a:t>Testing each entry (from 1 to 6) against the current model.</a:t>
            </a:r>
            <a:endParaRPr lang="en-US" sz="2400" b="1" dirty="0"/>
          </a:p>
        </p:txBody>
      </p:sp>
      <p:graphicFrame>
        <p:nvGraphicFramePr>
          <p:cNvPr id="6" name="Table 5">
            <a:extLst>
              <a:ext uri="{FF2B5EF4-FFF2-40B4-BE49-F238E27FC236}">
                <a16:creationId xmlns:a16="http://schemas.microsoft.com/office/drawing/2014/main" id="{81896A8A-245A-2556-C7E3-1404C474346C}"/>
              </a:ext>
            </a:extLst>
          </p:cNvPr>
          <p:cNvGraphicFramePr>
            <a:graphicFrameLocks noGrp="1"/>
          </p:cNvGraphicFramePr>
          <p:nvPr/>
        </p:nvGraphicFramePr>
        <p:xfrm>
          <a:off x="1903412" y="2453640"/>
          <a:ext cx="3633654" cy="2865120"/>
        </p:xfrm>
        <a:graphic>
          <a:graphicData uri="http://schemas.openxmlformats.org/drawingml/2006/table">
            <a:tbl>
              <a:tblPr firstRow="1" bandRow="1">
                <a:tableStyleId>{073A0DAA-6AF3-43AB-8588-CEC1D06C72B9}</a:tableStyleId>
              </a:tblPr>
              <a:tblGrid>
                <a:gridCol w="822960">
                  <a:extLst>
                    <a:ext uri="{9D8B030D-6E8A-4147-A177-3AD203B41FA5}">
                      <a16:colId xmlns:a16="http://schemas.microsoft.com/office/drawing/2014/main" val="392014626"/>
                    </a:ext>
                  </a:extLst>
                </a:gridCol>
                <a:gridCol w="914400">
                  <a:extLst>
                    <a:ext uri="{9D8B030D-6E8A-4147-A177-3AD203B41FA5}">
                      <a16:colId xmlns:a16="http://schemas.microsoft.com/office/drawing/2014/main" val="437014267"/>
                    </a:ext>
                  </a:extLst>
                </a:gridCol>
                <a:gridCol w="914400">
                  <a:extLst>
                    <a:ext uri="{9D8B030D-6E8A-4147-A177-3AD203B41FA5}">
                      <a16:colId xmlns:a16="http://schemas.microsoft.com/office/drawing/2014/main" val="4042802396"/>
                    </a:ext>
                  </a:extLst>
                </a:gridCol>
                <a:gridCol w="981894">
                  <a:extLst>
                    <a:ext uri="{9D8B030D-6E8A-4147-A177-3AD203B41FA5}">
                      <a16:colId xmlns:a16="http://schemas.microsoft.com/office/drawing/2014/main" val="958931348"/>
                    </a:ext>
                  </a:extLst>
                </a:gridCol>
              </a:tblGrid>
              <a:tr h="370840">
                <a:tc>
                  <a:txBody>
                    <a:bodyPr/>
                    <a:lstStyle/>
                    <a:p>
                      <a:pPr algn="ctr"/>
                      <a:r>
                        <a:rPr lang="en-US" dirty="0">
                          <a:latin typeface="Arial" panose="020B0604020202020204" pitchFamily="34" charset="0"/>
                          <a:cs typeface="Arial" panose="020B0604020202020204" pitchFamily="34" charset="0"/>
                        </a:rPr>
                        <a:t>Entry</a:t>
                      </a:r>
                    </a:p>
                  </a:txBody>
                  <a:tcPr/>
                </a:tc>
                <a:tc>
                  <a:txBody>
                    <a:bodyPr/>
                    <a:lstStyle/>
                    <a:p>
                      <a:pPr algn="ctr"/>
                      <a:r>
                        <a:rPr lang="en-US" dirty="0">
                          <a:latin typeface="Arial" panose="020B0604020202020204" pitchFamily="34" charset="0"/>
                          <a:cs typeface="Arial" panose="020B0604020202020204" pitchFamily="34" charset="0"/>
                        </a:rPr>
                        <a:t>Input</a:t>
                      </a:r>
                      <a:r>
                        <a:rPr lang="en-US" baseline="-25000" dirty="0">
                          <a:latin typeface="Arial" panose="020B0604020202020204" pitchFamily="34" charset="0"/>
                          <a:cs typeface="Arial" panose="020B0604020202020204" pitchFamily="34" charset="0"/>
                        </a:rPr>
                        <a:t>1</a:t>
                      </a:r>
                    </a:p>
                    <a:p>
                      <a:pPr algn="ctr"/>
                      <a:r>
                        <a:rPr lang="en-US" baseline="0" dirty="0">
                          <a:latin typeface="Arial" panose="020B0604020202020204" pitchFamily="34" charset="0"/>
                          <a:cs typeface="Arial" panose="020B0604020202020204" pitchFamily="34" charset="0"/>
                        </a:rPr>
                        <a:t>(X)</a:t>
                      </a:r>
                    </a:p>
                  </a:txBody>
                  <a:tcPr/>
                </a:tc>
                <a:tc>
                  <a:txBody>
                    <a:bodyPr/>
                    <a:lstStyle/>
                    <a:p>
                      <a:pPr algn="ctr"/>
                      <a:r>
                        <a:rPr lang="en-US" dirty="0">
                          <a:latin typeface="Arial" panose="020B0604020202020204" pitchFamily="34" charset="0"/>
                          <a:cs typeface="Arial" panose="020B0604020202020204" pitchFamily="34" charset="0"/>
                        </a:rPr>
                        <a:t>Input</a:t>
                      </a:r>
                      <a:r>
                        <a:rPr lang="en-US" baseline="-25000" dirty="0">
                          <a:latin typeface="Arial" panose="020B0604020202020204" pitchFamily="34" charset="0"/>
                          <a:cs typeface="Arial" panose="020B0604020202020204" pitchFamily="34" charset="0"/>
                        </a:rPr>
                        <a:t>2</a:t>
                      </a:r>
                    </a:p>
                    <a:p>
                      <a:pPr algn="ctr"/>
                      <a:r>
                        <a:rPr lang="en-US" baseline="0" dirty="0">
                          <a:latin typeface="Arial" panose="020B0604020202020204" pitchFamily="34" charset="0"/>
                          <a:cs typeface="Arial" panose="020B0604020202020204" pitchFamily="34" charset="0"/>
                        </a:rPr>
                        <a:t>(Y)</a:t>
                      </a:r>
                    </a:p>
                  </a:txBody>
                  <a:tcPr/>
                </a:tc>
                <a:tc>
                  <a:txBody>
                    <a:bodyPr/>
                    <a:lstStyle/>
                    <a:p>
                      <a:pPr algn="ctr"/>
                      <a:r>
                        <a:rPr lang="en-US" dirty="0">
                          <a:latin typeface="Arial" panose="020B0604020202020204" pitchFamily="34" charset="0"/>
                          <a:cs typeface="Arial" panose="020B0604020202020204" pitchFamily="34" charset="0"/>
                        </a:rPr>
                        <a:t>Label</a:t>
                      </a:r>
                    </a:p>
                    <a:p>
                      <a:pPr algn="ctr"/>
                      <a:r>
                        <a:rPr lang="en-US" dirty="0">
                          <a:latin typeface="Arial" panose="020B0604020202020204" pitchFamily="34" charset="0"/>
                          <a:cs typeface="Arial" panose="020B0604020202020204" pitchFamily="34" charset="0"/>
                        </a:rPr>
                        <a:t>(Color)</a:t>
                      </a:r>
                    </a:p>
                  </a:txBody>
                  <a:tcPr/>
                </a:tc>
                <a:extLst>
                  <a:ext uri="{0D108BD9-81ED-4DB2-BD59-A6C34878D82A}">
                    <a16:rowId xmlns:a16="http://schemas.microsoft.com/office/drawing/2014/main" val="3281462437"/>
                  </a:ext>
                </a:extLst>
              </a:tr>
              <a:tr h="370840">
                <a:tc>
                  <a:txBody>
                    <a:bodyPr/>
                    <a:lstStyle/>
                    <a:p>
                      <a:pPr algn="ctr"/>
                      <a:r>
                        <a:rPr lang="en-US" dirty="0">
                          <a:latin typeface="Arial" panose="020B0604020202020204" pitchFamily="34" charset="0"/>
                          <a:cs typeface="Arial" panose="020B0604020202020204" pitchFamily="34" charset="0"/>
                        </a:rPr>
                        <a:t>#1</a:t>
                      </a:r>
                    </a:p>
                  </a:txBody>
                  <a:tcPr/>
                </a:tc>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00B05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04868658"/>
                  </a:ext>
                </a:extLst>
              </a:tr>
              <a:tr h="370840">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 (</a:t>
                      </a:r>
                      <a:r>
                        <a:rPr lang="en-US" sz="1800" dirty="0">
                          <a:solidFill>
                            <a:srgbClr val="00B05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651165515"/>
                  </a:ext>
                </a:extLst>
              </a:tr>
              <a:tr h="370840">
                <a:tc>
                  <a:txBody>
                    <a:bodyPr/>
                    <a:lstStyle/>
                    <a:p>
                      <a:pPr algn="ctr"/>
                      <a:r>
                        <a:rPr lang="en-US" dirty="0">
                          <a:latin typeface="Arial" panose="020B0604020202020204" pitchFamily="34" charset="0"/>
                          <a:cs typeface="Arial" panose="020B0604020202020204" pitchFamily="34" charset="0"/>
                        </a:rPr>
                        <a:t>#3</a:t>
                      </a:r>
                    </a:p>
                  </a:txBody>
                  <a:tcPr/>
                </a:tc>
                <a:tc>
                  <a:txBody>
                    <a:bodyPr/>
                    <a:lstStyle/>
                    <a:p>
                      <a:pPr algn="ctr"/>
                      <a:r>
                        <a:rPr lang="en-US" dirty="0">
                          <a:latin typeface="Arial" panose="020B0604020202020204" pitchFamily="34" charset="0"/>
                          <a:cs typeface="Arial" panose="020B0604020202020204" pitchFamily="34" charset="0"/>
                        </a:rPr>
                        <a:t>0</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 (</a:t>
                      </a:r>
                      <a:r>
                        <a:rPr lang="en-US" sz="1800" dirty="0">
                          <a:solidFill>
                            <a:srgbClr val="00B05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906554913"/>
                  </a:ext>
                </a:extLst>
              </a:tr>
              <a:tr h="370840">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ctr"/>
                      <a:r>
                        <a:rPr lang="en-US" dirty="0">
                          <a:latin typeface="Arial" panose="020B0604020202020204" pitchFamily="34" charset="0"/>
                          <a:cs typeface="Arial" panose="020B0604020202020204" pitchFamily="34" charset="0"/>
                        </a:rPr>
                        <a:t>0</a:t>
                      </a:r>
                    </a:p>
                  </a:txBody>
                  <a:tcPr/>
                </a:tc>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C0000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052881436"/>
                  </a:ext>
                </a:extLst>
              </a:tr>
              <a:tr h="370840">
                <a:tc>
                  <a:txBody>
                    <a:bodyPr/>
                    <a:lstStyle/>
                    <a:p>
                      <a:pPr algn="ctr"/>
                      <a:r>
                        <a:rPr lang="en-US" dirty="0">
                          <a:latin typeface="Arial" panose="020B0604020202020204" pitchFamily="34" charset="0"/>
                          <a:cs typeface="Arial" panose="020B0604020202020204" pitchFamily="34" charset="0"/>
                        </a:rPr>
                        <a:t>#5</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C0000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496509937"/>
                  </a:ext>
                </a:extLst>
              </a:tr>
              <a:tr h="370840">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C0000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43331876"/>
                  </a:ext>
                </a:extLst>
              </a:tr>
            </a:tbl>
          </a:graphicData>
        </a:graphic>
      </p:graphicFrame>
      <p:graphicFrame>
        <p:nvGraphicFramePr>
          <p:cNvPr id="2" name="Table 1">
            <a:extLst>
              <a:ext uri="{FF2B5EF4-FFF2-40B4-BE49-F238E27FC236}">
                <a16:creationId xmlns:a16="http://schemas.microsoft.com/office/drawing/2014/main" id="{E2B18E8E-3C3C-9F75-2C30-87FDCF455465}"/>
              </a:ext>
            </a:extLst>
          </p:cNvPr>
          <p:cNvGraphicFramePr>
            <a:graphicFrameLocks noGrp="1"/>
          </p:cNvGraphicFramePr>
          <p:nvPr/>
        </p:nvGraphicFramePr>
        <p:xfrm>
          <a:off x="1903412" y="5486400"/>
          <a:ext cx="3657600" cy="1010920"/>
        </p:xfrm>
        <a:graphic>
          <a:graphicData uri="http://schemas.openxmlformats.org/drawingml/2006/table">
            <a:tbl>
              <a:tblPr firstRow="1" bandRow="1">
                <a:tableStyleId>{073A0DAA-6AF3-43AB-8588-CEC1D06C72B9}</a:tableStyleId>
              </a:tblPr>
              <a:tblGrid>
                <a:gridCol w="1097280">
                  <a:extLst>
                    <a:ext uri="{9D8B030D-6E8A-4147-A177-3AD203B41FA5}">
                      <a16:colId xmlns:a16="http://schemas.microsoft.com/office/drawing/2014/main" val="3075322252"/>
                    </a:ext>
                  </a:extLst>
                </a:gridCol>
                <a:gridCol w="1097280">
                  <a:extLst>
                    <a:ext uri="{9D8B030D-6E8A-4147-A177-3AD203B41FA5}">
                      <a16:colId xmlns:a16="http://schemas.microsoft.com/office/drawing/2014/main" val="112466607"/>
                    </a:ext>
                  </a:extLst>
                </a:gridCol>
                <a:gridCol w="1463040">
                  <a:extLst>
                    <a:ext uri="{9D8B030D-6E8A-4147-A177-3AD203B41FA5}">
                      <a16:colId xmlns:a16="http://schemas.microsoft.com/office/drawing/2014/main" val="2979836651"/>
                    </a:ext>
                  </a:extLst>
                </a:gridCol>
              </a:tblGrid>
              <a:tr h="370840">
                <a:tc>
                  <a:txBody>
                    <a:bodyPr/>
                    <a:lstStyle/>
                    <a:p>
                      <a:pPr algn="ctr"/>
                      <a:r>
                        <a:rPr lang="en-US" dirty="0">
                          <a:latin typeface="Arial" panose="020B0604020202020204" pitchFamily="34" charset="0"/>
                          <a:cs typeface="Arial" panose="020B0604020202020204" pitchFamily="34" charset="0"/>
                        </a:rPr>
                        <a:t>Weight</a:t>
                      </a:r>
                      <a:r>
                        <a:rPr lang="en-US" baseline="-25000" dirty="0">
                          <a:latin typeface="Arial" panose="020B0604020202020204" pitchFamily="34" charset="0"/>
                          <a:cs typeface="Arial" panose="020B0604020202020204" pitchFamily="34" charset="0"/>
                        </a:rPr>
                        <a:t>1</a:t>
                      </a:r>
                      <a:endParaRPr lang="en-US" dirty="0">
                        <a:latin typeface="Arial" panose="020B0604020202020204" pitchFamily="34" charset="0"/>
                        <a:cs typeface="Arial" panose="020B0604020202020204" pitchFamily="34" charset="0"/>
                      </a:endParaRPr>
                    </a:p>
                  </a:txBody>
                  <a:tcPr/>
                </a:tc>
                <a:tc>
                  <a:txBody>
                    <a:bodyPr/>
                    <a:lstStyle/>
                    <a:p>
                      <a:pPr algn="ctr"/>
                      <a:r>
                        <a:rPr lang="en-US" dirty="0">
                          <a:latin typeface="Arial" panose="020B0604020202020204" pitchFamily="34" charset="0"/>
                          <a:cs typeface="Arial" panose="020B0604020202020204" pitchFamily="34" charset="0"/>
                        </a:rPr>
                        <a:t>Weight</a:t>
                      </a:r>
                      <a:r>
                        <a:rPr lang="en-US" baseline="-25000" dirty="0">
                          <a:latin typeface="Arial" panose="020B0604020202020204" pitchFamily="34" charset="0"/>
                          <a:cs typeface="Arial" panose="020B0604020202020204" pitchFamily="34" charset="0"/>
                        </a:rPr>
                        <a:t>2</a:t>
                      </a:r>
                      <a:endParaRPr lang="en-US" dirty="0">
                        <a:latin typeface="Arial" panose="020B0604020202020204" pitchFamily="34" charset="0"/>
                        <a:cs typeface="Arial" panose="020B0604020202020204" pitchFamily="34" charset="0"/>
                      </a:endParaRPr>
                    </a:p>
                  </a:txBody>
                  <a:tcPr/>
                </a:tc>
                <a:tc>
                  <a:txBody>
                    <a:bodyPr/>
                    <a:lstStyle/>
                    <a:p>
                      <a:pPr algn="ctr"/>
                      <a:r>
                        <a:rPr lang="en-US" dirty="0">
                          <a:latin typeface="Arial" panose="020B0604020202020204" pitchFamily="34" charset="0"/>
                          <a:cs typeface="Arial" panose="020B0604020202020204" pitchFamily="34" charset="0"/>
                        </a:rPr>
                        <a:t>Threshold</a:t>
                      </a:r>
                    </a:p>
                    <a:p>
                      <a:pPr algn="ctr"/>
                      <a:r>
                        <a:rPr lang="en-US" dirty="0">
                          <a:latin typeface="Arial" panose="020B0604020202020204" pitchFamily="34" charset="0"/>
                          <a:cs typeface="Arial" panose="020B0604020202020204" pitchFamily="34" charset="0"/>
                        </a:rPr>
                        <a:t>(</a:t>
                      </a:r>
                      <a:r>
                        <a:rPr lang="el-GR" sz="1800" dirty="0">
                          <a:latin typeface="Arial" panose="020B0604020202020204" pitchFamily="34" charset="0"/>
                          <a:cs typeface="Arial" panose="020B0604020202020204" pitchFamily="34" charset="0"/>
                        </a:rPr>
                        <a:t>β</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1168607816"/>
                  </a:ext>
                </a:extLst>
              </a:tr>
              <a:tr h="370840">
                <a:tc>
                  <a:txBody>
                    <a:bodyPr/>
                    <a:lstStyle/>
                    <a:p>
                      <a:pPr algn="ctr"/>
                      <a:r>
                        <a:rPr lang="en-US" b="1" dirty="0">
                          <a:latin typeface="Arial" panose="020B0604020202020204" pitchFamily="34" charset="0"/>
                          <a:cs typeface="Arial" panose="020B0604020202020204" pitchFamily="34" charset="0"/>
                        </a:rPr>
                        <a:t>0.1</a:t>
                      </a:r>
                    </a:p>
                  </a:txBody>
                  <a:tcPr/>
                </a:tc>
                <a:tc>
                  <a:txBody>
                    <a:bodyPr/>
                    <a:lstStyle/>
                    <a:p>
                      <a:pPr algn="ctr"/>
                      <a:r>
                        <a:rPr lang="en-US" b="1" dirty="0">
                          <a:latin typeface="Arial" panose="020B0604020202020204" pitchFamily="34" charset="0"/>
                          <a:cs typeface="Arial" panose="020B0604020202020204" pitchFamily="34" charset="0"/>
                        </a:rPr>
                        <a:t>0.06</a:t>
                      </a:r>
                    </a:p>
                  </a:txBody>
                  <a:tcPr/>
                </a:tc>
                <a:tc>
                  <a:txBody>
                    <a:bodyPr/>
                    <a:lstStyle/>
                    <a:p>
                      <a:pPr algn="ctr"/>
                      <a:r>
                        <a:rPr lang="en-US" b="1" dirty="0">
                          <a:latin typeface="Arial" panose="020B0604020202020204" pitchFamily="34" charset="0"/>
                          <a:cs typeface="Arial" panose="020B0604020202020204" pitchFamily="34" charset="0"/>
                        </a:rPr>
                        <a:t>0.07</a:t>
                      </a:r>
                    </a:p>
                  </a:txBody>
                  <a:tcPr/>
                </a:tc>
                <a:extLst>
                  <a:ext uri="{0D108BD9-81ED-4DB2-BD59-A6C34878D82A}">
                    <a16:rowId xmlns:a16="http://schemas.microsoft.com/office/drawing/2014/main" val="3358362266"/>
                  </a:ext>
                </a:extLst>
              </a:tr>
            </a:tbl>
          </a:graphicData>
        </a:graphic>
      </p:graphicFrame>
      <p:pic>
        <p:nvPicPr>
          <p:cNvPr id="3" name="Picture 2">
            <a:extLst>
              <a:ext uri="{FF2B5EF4-FFF2-40B4-BE49-F238E27FC236}">
                <a16:creationId xmlns:a16="http://schemas.microsoft.com/office/drawing/2014/main" id="{AF31DD30-9C14-33EE-06EE-1D4CA568AA5B}"/>
              </a:ext>
            </a:extLst>
          </p:cNvPr>
          <p:cNvPicPr>
            <a:picLocks noChangeAspect="1"/>
          </p:cNvPicPr>
          <p:nvPr/>
        </p:nvPicPr>
        <p:blipFill>
          <a:blip r:embed="rId2"/>
          <a:srcRect/>
          <a:stretch/>
        </p:blipFill>
        <p:spPr>
          <a:xfrm>
            <a:off x="6685732" y="2133600"/>
            <a:ext cx="4572000" cy="457200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9" name="Rectangle 8">
            <a:extLst>
              <a:ext uri="{FF2B5EF4-FFF2-40B4-BE49-F238E27FC236}">
                <a16:creationId xmlns:a16="http://schemas.microsoft.com/office/drawing/2014/main" id="{7E94E0CD-79DB-F246-1645-D27DFAEE3CFB}"/>
              </a:ext>
            </a:extLst>
          </p:cNvPr>
          <p:cNvSpPr/>
          <p:nvPr/>
        </p:nvSpPr>
        <p:spPr>
          <a:xfrm>
            <a:off x="1958498" y="6113780"/>
            <a:ext cx="3547428" cy="383540"/>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6">
            <a:extLst>
              <a:ext uri="{FF2B5EF4-FFF2-40B4-BE49-F238E27FC236}">
                <a16:creationId xmlns:a16="http://schemas.microsoft.com/office/drawing/2014/main" id="{163973A5-21BB-9DDD-5918-1A937E66CF09}"/>
              </a:ext>
            </a:extLst>
          </p:cNvPr>
          <p:cNvSpPr/>
          <p:nvPr/>
        </p:nvSpPr>
        <p:spPr>
          <a:xfrm>
            <a:off x="7686040" y="2245360"/>
            <a:ext cx="3489960" cy="4119880"/>
          </a:xfrm>
          <a:custGeom>
            <a:avLst/>
            <a:gdLst>
              <a:gd name="connsiteX0" fmla="*/ 0 w 3489960"/>
              <a:gd name="connsiteY0" fmla="*/ 0 h 4119880"/>
              <a:gd name="connsiteX1" fmla="*/ 3489960 w 3489960"/>
              <a:gd name="connsiteY1" fmla="*/ 0 h 4119880"/>
              <a:gd name="connsiteX2" fmla="*/ 3489960 w 3489960"/>
              <a:gd name="connsiteY2" fmla="*/ 4119880 h 4119880"/>
              <a:gd name="connsiteX3" fmla="*/ 2468880 w 3489960"/>
              <a:gd name="connsiteY3" fmla="*/ 4119880 h 4119880"/>
              <a:gd name="connsiteX4" fmla="*/ 0 w 3489960"/>
              <a:gd name="connsiteY4" fmla="*/ 0 h 4119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89960" h="4119880">
                <a:moveTo>
                  <a:pt x="0" y="0"/>
                </a:moveTo>
                <a:lnTo>
                  <a:pt x="3489960" y="0"/>
                </a:lnTo>
                <a:lnTo>
                  <a:pt x="3489960" y="4119880"/>
                </a:lnTo>
                <a:lnTo>
                  <a:pt x="2468880" y="4119880"/>
                </a:lnTo>
                <a:lnTo>
                  <a:pt x="0" y="0"/>
                </a:lnTo>
                <a:close/>
              </a:path>
            </a:pathLst>
          </a:custGeom>
          <a:solidFill>
            <a:srgbClr val="00FF00">
              <a:alpha val="1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09211F5-75FB-99C4-C276-950DDEDD3C22}"/>
              </a:ext>
            </a:extLst>
          </p:cNvPr>
          <p:cNvSpPr/>
          <p:nvPr/>
        </p:nvSpPr>
        <p:spPr>
          <a:xfrm>
            <a:off x="8953436" y="4668520"/>
            <a:ext cx="304800" cy="304800"/>
          </a:xfrm>
          <a:prstGeom prst="ellipse">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 name="Callout: Down Arrow 12">
                <a:extLst>
                  <a:ext uri="{FF2B5EF4-FFF2-40B4-BE49-F238E27FC236}">
                    <a16:creationId xmlns:a16="http://schemas.microsoft.com/office/drawing/2014/main" id="{74802176-EF39-32F3-9CC2-1EB192D4AA00}"/>
                  </a:ext>
                </a:extLst>
              </p:cNvPr>
              <p:cNvSpPr/>
              <p:nvPr/>
            </p:nvSpPr>
            <p:spPr>
              <a:xfrm>
                <a:off x="931093" y="2895600"/>
                <a:ext cx="6104579" cy="2527616"/>
              </a:xfrm>
              <a:prstGeom prst="downArrowCallout">
                <a:avLst>
                  <a:gd name="adj1" fmla="val 5909"/>
                  <a:gd name="adj2" fmla="val 9545"/>
                  <a:gd name="adj3" fmla="val 10758"/>
                  <a:gd name="adj4" fmla="val 8209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cs typeface="Arial" panose="020B0604020202020204" pitchFamily="34" charset="0"/>
                  </a:rPr>
                  <a:t>We will change vector “w” and threshold </a:t>
                </a:r>
                <a:r>
                  <a:rPr lang="el-GR" sz="1800" b="1" dirty="0">
                    <a:solidFill>
                      <a:schemeClr val="bg1"/>
                    </a:solidFill>
                    <a:latin typeface="Arial" panose="020B0604020202020204" pitchFamily="34" charset="0"/>
                    <a:cs typeface="Arial" panose="020B0604020202020204" pitchFamily="34" charset="0"/>
                  </a:rPr>
                  <a:t>β</a:t>
                </a:r>
                <a:r>
                  <a:rPr lang="en-US" sz="1800" b="1" dirty="0">
                    <a:solidFill>
                      <a:schemeClr val="bg1"/>
                    </a:solidFill>
                    <a:latin typeface="Arial" panose="020B0604020202020204" pitchFamily="34" charset="0"/>
                    <a:cs typeface="Arial" panose="020B0604020202020204" pitchFamily="34" charset="0"/>
                  </a:rPr>
                  <a:t> as follows:</a:t>
                </a:r>
              </a:p>
              <a:p>
                <a:pPr algn="ctr"/>
                <a:endParaRPr lang="en-US" sz="1800" dirty="0">
                  <a:solidFill>
                    <a:schemeClr val="bg1"/>
                  </a:solidFill>
                  <a:latin typeface="Arial" panose="020B0604020202020204" pitchFamily="34" charset="0"/>
                  <a:cs typeface="Arial" panose="020B0604020202020204" pitchFamily="34" charset="0"/>
                </a:endParaRPr>
              </a:p>
              <a:p>
                <a:pPr algn="ct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cs typeface="Arial" panose="020B0604020202020204" pitchFamily="34" charset="0"/>
                        </a:rPr>
                        <m:t>𝑤</m:t>
                      </m:r>
                      <m:r>
                        <a:rPr lang="en-US" b="0" i="1" smtClean="0">
                          <a:solidFill>
                            <a:schemeClr val="bg1"/>
                          </a:solidFill>
                          <a:latin typeface="Cambria Math" panose="02040503050406030204" pitchFamily="18" charset="0"/>
                          <a:cs typeface="Arial" panose="020B0604020202020204" pitchFamily="34" charset="0"/>
                        </a:rPr>
                        <m:t>=</m:t>
                      </m:r>
                      <m:r>
                        <a:rPr lang="en-US" b="0" i="1" smtClean="0">
                          <a:solidFill>
                            <a:schemeClr val="bg1"/>
                          </a:solidFill>
                          <a:latin typeface="Cambria Math" panose="02040503050406030204" pitchFamily="18" charset="0"/>
                          <a:cs typeface="Arial" panose="020B0604020202020204" pitchFamily="34" charset="0"/>
                        </a:rPr>
                        <m:t>𝑤</m:t>
                      </m:r>
                      <m:r>
                        <a:rPr lang="en-US" b="0" i="1" smtClean="0">
                          <a:solidFill>
                            <a:schemeClr val="bg1"/>
                          </a:solidFill>
                          <a:latin typeface="Cambria Math" panose="02040503050406030204" pitchFamily="18" charset="0"/>
                          <a:cs typeface="Arial" panose="020B0604020202020204" pitchFamily="34" charset="0"/>
                        </a:rPr>
                        <m:t>+</m:t>
                      </m:r>
                      <m:sSub>
                        <m:sSubPr>
                          <m:ctrlPr>
                            <a:rPr lang="en-US" b="0" i="1" smtClean="0">
                              <a:solidFill>
                                <a:schemeClr val="bg1"/>
                              </a:solidFill>
                              <a:latin typeface="Cambria Math" panose="02040503050406030204" pitchFamily="18" charset="0"/>
                              <a:cs typeface="Arial" panose="020B0604020202020204" pitchFamily="34" charset="0"/>
                            </a:rPr>
                          </m:ctrlPr>
                        </m:sSubPr>
                        <m:e>
                          <m:r>
                            <a:rPr lang="en-US" b="0" i="1" smtClean="0">
                              <a:solidFill>
                                <a:schemeClr val="bg1"/>
                              </a:solidFill>
                              <a:latin typeface="Cambria Math" panose="02040503050406030204" pitchFamily="18" charset="0"/>
                              <a:cs typeface="Arial" panose="020B0604020202020204" pitchFamily="34" charset="0"/>
                            </a:rPr>
                            <m:t>𝐸𝑛𝑡𝑟𝑦</m:t>
                          </m:r>
                        </m:e>
                        <m:sub>
                          <m:r>
                            <a:rPr lang="en-US" b="0" i="1" smtClean="0">
                              <a:solidFill>
                                <a:schemeClr val="bg1"/>
                              </a:solidFill>
                              <a:latin typeface="Cambria Math" panose="02040503050406030204" pitchFamily="18" charset="0"/>
                              <a:cs typeface="Arial" panose="020B0604020202020204" pitchFamily="34" charset="0"/>
                            </a:rPr>
                            <m:t>3</m:t>
                          </m:r>
                        </m:sub>
                      </m:sSub>
                      <m:r>
                        <a:rPr lang="en-US" b="0" i="1" smtClean="0">
                          <a:solidFill>
                            <a:schemeClr val="bg1"/>
                          </a:solidFill>
                          <a:latin typeface="Cambria Math" panose="02040503050406030204" pitchFamily="18" charset="0"/>
                          <a:cs typeface="Arial" panose="020B0604020202020204" pitchFamily="34" charset="0"/>
                        </a:rPr>
                        <m:t>.</m:t>
                      </m:r>
                      <m:r>
                        <a:rPr lang="en-US" b="0" i="1" smtClean="0">
                          <a:solidFill>
                            <a:schemeClr val="bg1"/>
                          </a:solidFill>
                          <a:latin typeface="Cambria Math" panose="02040503050406030204" pitchFamily="18" charset="0"/>
                          <a:cs typeface="Arial" panose="020B0604020202020204" pitchFamily="34" charset="0"/>
                        </a:rPr>
                        <m:t>𝐼𝑛𝑝𝑢𝑡</m:t>
                      </m:r>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m:t>
                      </m:r>
                      <m:sSub>
                        <m:sSubPr>
                          <m:ctrlP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𝐸𝑛𝑡𝑟𝑦</m:t>
                          </m:r>
                        </m:e>
                        <m:sub>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3</m:t>
                          </m:r>
                        </m:sub>
                      </m:sSub>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m:t>
                      </m:r>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𝐿𝑎𝑏𝑒𝑙</m:t>
                      </m:r>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m:t>
                      </m:r>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𝛼</m:t>
                      </m:r>
                      <m:r>
                        <a:rPr lang="en-US"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m:t>
                      </m:r>
                      <m:d>
                        <m:dPr>
                          <m:begChr m:val="["/>
                          <m:endChr m:val="]"/>
                          <m:ctrlP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ctrlPr>
                        </m:dPr>
                        <m:e>
                          <m:eqArr>
                            <m:eqArrPr>
                              <m:ctrlP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ctrlPr>
                            </m:eqArrPr>
                            <m:e>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0.1</m:t>
                              </m:r>
                            </m:e>
                            <m:e>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0.1</m:t>
                              </m:r>
                            </m:e>
                          </m:eqArr>
                        </m:e>
                      </m:d>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m:t>
                      </m:r>
                      <m:d>
                        <m:dPr>
                          <m:begChr m:val="["/>
                          <m:endChr m:val="]"/>
                          <m:ctrlP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ctrlPr>
                        </m:dPr>
                        <m:e>
                          <m:eqArr>
                            <m:eqArrPr>
                              <m:ctrlP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ctrlPr>
                            </m:eqArrPr>
                            <m:e>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t>0</m:t>
                              </m:r>
                            </m:e>
                            <m:e>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−2</m:t>
                              </m:r>
                            </m:e>
                          </m:eqArr>
                        </m:e>
                      </m:d>
                      <m:r>
                        <a:rPr lang="en-US"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m:t>
                      </m:r>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1×0.02=</m:t>
                      </m:r>
                      <m:d>
                        <m:dPr>
                          <m:begChr m:val="["/>
                          <m:endChr m:val="]"/>
                          <m:ctrlP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ctrlPr>
                        </m:dPr>
                        <m:e>
                          <m:eqArr>
                            <m:eqArrPr>
                              <m:ctrlP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ctrlPr>
                            </m:eqArrPr>
                            <m:e>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t>0.1</m:t>
                              </m:r>
                            </m:e>
                            <m:e>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t>0.</m:t>
                              </m:r>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1</m:t>
                              </m:r>
                            </m:e>
                          </m:eqArr>
                        </m:e>
                      </m:d>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m:t>
                      </m:r>
                      <m:d>
                        <m:dPr>
                          <m:begChr m:val="["/>
                          <m:endChr m:val="]"/>
                          <m:ctrlP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ctrlPr>
                        </m:dPr>
                        <m:e>
                          <m:eqArr>
                            <m:eqArrPr>
                              <m:ctrlP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ctrlPr>
                            </m:eqArrPr>
                            <m:e>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t>0</m:t>
                              </m:r>
                            </m:e>
                            <m:e>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m:t>
                              </m:r>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t>0.0</m:t>
                              </m:r>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4</m:t>
                              </m:r>
                            </m:e>
                          </m:eqArr>
                        </m:e>
                      </m:d>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m:t>
                      </m:r>
                      <m:d>
                        <m:dPr>
                          <m:begChr m:val="["/>
                          <m:endChr m:val="]"/>
                          <m:ctrlP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ctrlPr>
                        </m:dPr>
                        <m:e>
                          <m:eqArr>
                            <m:eqArrPr>
                              <m:ctrlP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ctrlPr>
                            </m:eqArrPr>
                            <m:e>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t>0.1</m:t>
                              </m:r>
                            </m:e>
                            <m:e>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t>0.</m:t>
                              </m:r>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06</m:t>
                              </m:r>
                            </m:e>
                          </m:eqArr>
                        </m:e>
                      </m:d>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m:t>
                      </m:r>
                    </m:oMath>
                  </m:oMathPara>
                </a14:m>
                <a:endParaRPr lang="en-US" b="0" i="1" dirty="0">
                  <a:solidFill>
                    <a:schemeClr val="bg1"/>
                  </a:solidFill>
                  <a:latin typeface="Cambria Math" panose="02040503050406030204" pitchFamily="18" charset="0"/>
                  <a:ea typeface="Cambria Math" panose="02040503050406030204" pitchFamily="18" charset="0"/>
                  <a:cs typeface="Arial" panose="020B0604020202020204" pitchFamily="34" charset="0"/>
                </a:endParaRPr>
              </a:p>
              <a:p>
                <a:pPr algn="ctr"/>
                <a:endParaRPr lang="en-US" b="0" i="1" dirty="0">
                  <a:solidFill>
                    <a:schemeClr val="bg1"/>
                  </a:solidFill>
                  <a:latin typeface="Cambria Math" panose="02040503050406030204" pitchFamily="18" charset="0"/>
                  <a:ea typeface="Cambria Math" panose="02040503050406030204" pitchFamily="18" charset="0"/>
                  <a:cs typeface="Arial" panose="020B0604020202020204" pitchFamily="34" charset="0"/>
                </a:endParaRPr>
              </a:p>
              <a:p>
                <a:pPr algn="ct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𝛽</m:t>
                      </m:r>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m:t>
                      </m:r>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𝛽</m:t>
                      </m:r>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m:t>
                      </m:r>
                      <m:sSub>
                        <m:sSubPr>
                          <m:ctrlP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Pr>
                        <m:e>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t>𝐸𝑛𝑡𝑟𝑦</m:t>
                          </m:r>
                        </m:e>
                        <m:sub>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t>3</m:t>
                          </m:r>
                        </m:sub>
                      </m:sSub>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t>.</m:t>
                      </m:r>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t>𝐿𝑎𝑏𝑒𝑙</m:t>
                      </m:r>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t>×</m:t>
                      </m:r>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t>𝛼</m:t>
                      </m:r>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=0.05+1×0.02=0.07</m:t>
                      </m:r>
                    </m:oMath>
                  </m:oMathPara>
                </a14:m>
                <a:endParaRPr lang="en-US" dirty="0">
                  <a:solidFill>
                    <a:schemeClr val="bg1"/>
                  </a:solidFill>
                  <a:latin typeface="Arial" panose="020B0604020202020204" pitchFamily="34" charset="0"/>
                  <a:cs typeface="Arial" panose="020B0604020202020204" pitchFamily="34" charset="0"/>
                </a:endParaRPr>
              </a:p>
            </p:txBody>
          </p:sp>
        </mc:Choice>
        <mc:Fallback xmlns="">
          <p:sp>
            <p:nvSpPr>
              <p:cNvPr id="13" name="Callout: Down Arrow 12">
                <a:extLst>
                  <a:ext uri="{FF2B5EF4-FFF2-40B4-BE49-F238E27FC236}">
                    <a16:creationId xmlns:a16="http://schemas.microsoft.com/office/drawing/2014/main" id="{74802176-EF39-32F3-9CC2-1EB192D4AA00}"/>
                  </a:ext>
                </a:extLst>
              </p:cNvPr>
              <p:cNvSpPr>
                <a:spLocks noRot="1" noChangeAspect="1" noMove="1" noResize="1" noEditPoints="1" noAdjustHandles="1" noChangeArrowheads="1" noChangeShapeType="1" noTextEdit="1"/>
              </p:cNvSpPr>
              <p:nvPr/>
            </p:nvSpPr>
            <p:spPr>
              <a:xfrm>
                <a:off x="931093" y="2895600"/>
                <a:ext cx="6104579" cy="2527616"/>
              </a:xfrm>
              <a:prstGeom prst="downArrowCallout">
                <a:avLst>
                  <a:gd name="adj1" fmla="val 5909"/>
                  <a:gd name="adj2" fmla="val 9545"/>
                  <a:gd name="adj3" fmla="val 10758"/>
                  <a:gd name="adj4" fmla="val 82098"/>
                </a:avLst>
              </a:prstGeom>
              <a:blipFill>
                <a:blip r:embed="rId3"/>
                <a:stretch>
                  <a:fillRect l="-207" r="-414"/>
                </a:stretch>
              </a:blipFill>
            </p:spPr>
            <p:txBody>
              <a:bodyPr/>
              <a:lstStyle/>
              <a:p>
                <a:r>
                  <a:rPr lang="en-US">
                    <a:noFill/>
                  </a:rPr>
                  <a:t> </a:t>
                </a:r>
              </a:p>
            </p:txBody>
          </p:sp>
        </mc:Fallback>
      </mc:AlternateContent>
    </p:spTree>
    <p:extLst>
      <p:ext uri="{BB962C8B-B14F-4D97-AF65-F5344CB8AC3E}">
        <p14:creationId xmlns:p14="http://schemas.microsoft.com/office/powerpoint/2010/main" val="34887137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randombar(horizontal)">
                                      <p:cBhvr>
                                        <p:cTn id="11" dur="500"/>
                                        <p:tgtEl>
                                          <p:spTgt spid="7"/>
                                        </p:tgtEl>
                                      </p:cBhvr>
                                    </p:animEffect>
                                  </p:childTnLst>
                                </p:cTn>
                              </p:par>
                            </p:childTnLst>
                          </p:cTn>
                        </p:par>
                        <p:par>
                          <p:cTn id="12" fill="hold">
                            <p:stCondLst>
                              <p:cond delay="1000"/>
                            </p:stCondLst>
                            <p:childTnLst>
                              <p:par>
                                <p:cTn id="13" presetID="2" presetClass="entr" presetSubtype="1"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ppt_x"/>
                                          </p:val>
                                        </p:tav>
                                        <p:tav tm="100000">
                                          <p:val>
                                            <p:strVal val="#ppt_x"/>
                                          </p:val>
                                        </p:tav>
                                      </p:tavLst>
                                    </p:anim>
                                    <p:anim calcmode="lin" valueType="num">
                                      <p:cBhvr additive="base">
                                        <p:cTn id="16" dur="500" fill="hold"/>
                                        <p:tgtEl>
                                          <p:spTgt spid="1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7" grpId="0" animBg="1"/>
      <p:bldP spid="13"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6F4C326-A991-6E4A-B40C-E613F986848E}"/>
              </a:ext>
            </a:extLst>
          </p:cNvPr>
          <p:cNvSpPr>
            <a:spLocks noGrp="1"/>
          </p:cNvSpPr>
          <p:nvPr>
            <p:ph type="title"/>
          </p:nvPr>
        </p:nvSpPr>
        <p:spPr/>
        <p:txBody>
          <a:bodyPr/>
          <a:lstStyle/>
          <a:p>
            <a:r>
              <a:rPr lang="en-US" dirty="0"/>
              <a:t>Demo</a:t>
            </a:r>
          </a:p>
        </p:txBody>
      </p:sp>
      <p:sp>
        <p:nvSpPr>
          <p:cNvPr id="5" name="Content Placeholder 4">
            <a:extLst>
              <a:ext uri="{FF2B5EF4-FFF2-40B4-BE49-F238E27FC236}">
                <a16:creationId xmlns:a16="http://schemas.microsoft.com/office/drawing/2014/main" id="{A3F51C36-2B58-87BF-492D-243B4AE5B6D1}"/>
              </a:ext>
            </a:extLst>
          </p:cNvPr>
          <p:cNvSpPr>
            <a:spLocks noGrp="1"/>
          </p:cNvSpPr>
          <p:nvPr>
            <p:ph idx="1"/>
          </p:nvPr>
        </p:nvSpPr>
        <p:spPr>
          <a:xfrm>
            <a:off x="1522414" y="1524000"/>
            <a:ext cx="9144000" cy="4267200"/>
          </a:xfrm>
        </p:spPr>
        <p:txBody>
          <a:bodyPr>
            <a:normAutofit/>
          </a:bodyPr>
          <a:lstStyle/>
          <a:p>
            <a:pPr marL="0" indent="0">
              <a:buNone/>
            </a:pPr>
            <a:r>
              <a:rPr lang="en-US" sz="2400" b="1" dirty="0"/>
              <a:t>5. </a:t>
            </a:r>
            <a:r>
              <a:rPr lang="en-US" sz="2400" dirty="0"/>
              <a:t>Testing each entry (from 1 to 6) against the current model.</a:t>
            </a:r>
            <a:endParaRPr lang="en-US" sz="2400" b="1" dirty="0"/>
          </a:p>
        </p:txBody>
      </p:sp>
      <p:graphicFrame>
        <p:nvGraphicFramePr>
          <p:cNvPr id="6" name="Table 5">
            <a:extLst>
              <a:ext uri="{FF2B5EF4-FFF2-40B4-BE49-F238E27FC236}">
                <a16:creationId xmlns:a16="http://schemas.microsoft.com/office/drawing/2014/main" id="{81896A8A-245A-2556-C7E3-1404C474346C}"/>
              </a:ext>
            </a:extLst>
          </p:cNvPr>
          <p:cNvGraphicFramePr>
            <a:graphicFrameLocks noGrp="1"/>
          </p:cNvGraphicFramePr>
          <p:nvPr/>
        </p:nvGraphicFramePr>
        <p:xfrm>
          <a:off x="1903412" y="2453640"/>
          <a:ext cx="3633654" cy="2865120"/>
        </p:xfrm>
        <a:graphic>
          <a:graphicData uri="http://schemas.openxmlformats.org/drawingml/2006/table">
            <a:tbl>
              <a:tblPr firstRow="1" bandRow="1">
                <a:tableStyleId>{073A0DAA-6AF3-43AB-8588-CEC1D06C72B9}</a:tableStyleId>
              </a:tblPr>
              <a:tblGrid>
                <a:gridCol w="822960">
                  <a:extLst>
                    <a:ext uri="{9D8B030D-6E8A-4147-A177-3AD203B41FA5}">
                      <a16:colId xmlns:a16="http://schemas.microsoft.com/office/drawing/2014/main" val="392014626"/>
                    </a:ext>
                  </a:extLst>
                </a:gridCol>
                <a:gridCol w="914400">
                  <a:extLst>
                    <a:ext uri="{9D8B030D-6E8A-4147-A177-3AD203B41FA5}">
                      <a16:colId xmlns:a16="http://schemas.microsoft.com/office/drawing/2014/main" val="437014267"/>
                    </a:ext>
                  </a:extLst>
                </a:gridCol>
                <a:gridCol w="914400">
                  <a:extLst>
                    <a:ext uri="{9D8B030D-6E8A-4147-A177-3AD203B41FA5}">
                      <a16:colId xmlns:a16="http://schemas.microsoft.com/office/drawing/2014/main" val="4042802396"/>
                    </a:ext>
                  </a:extLst>
                </a:gridCol>
                <a:gridCol w="981894">
                  <a:extLst>
                    <a:ext uri="{9D8B030D-6E8A-4147-A177-3AD203B41FA5}">
                      <a16:colId xmlns:a16="http://schemas.microsoft.com/office/drawing/2014/main" val="958931348"/>
                    </a:ext>
                  </a:extLst>
                </a:gridCol>
              </a:tblGrid>
              <a:tr h="370840">
                <a:tc>
                  <a:txBody>
                    <a:bodyPr/>
                    <a:lstStyle/>
                    <a:p>
                      <a:pPr algn="ctr"/>
                      <a:r>
                        <a:rPr lang="en-US" dirty="0">
                          <a:latin typeface="Arial" panose="020B0604020202020204" pitchFamily="34" charset="0"/>
                          <a:cs typeface="Arial" panose="020B0604020202020204" pitchFamily="34" charset="0"/>
                        </a:rPr>
                        <a:t>Entry</a:t>
                      </a:r>
                    </a:p>
                  </a:txBody>
                  <a:tcPr/>
                </a:tc>
                <a:tc>
                  <a:txBody>
                    <a:bodyPr/>
                    <a:lstStyle/>
                    <a:p>
                      <a:pPr algn="ctr"/>
                      <a:r>
                        <a:rPr lang="en-US" dirty="0">
                          <a:latin typeface="Arial" panose="020B0604020202020204" pitchFamily="34" charset="0"/>
                          <a:cs typeface="Arial" panose="020B0604020202020204" pitchFamily="34" charset="0"/>
                        </a:rPr>
                        <a:t>Input</a:t>
                      </a:r>
                      <a:r>
                        <a:rPr lang="en-US" baseline="-25000" dirty="0">
                          <a:latin typeface="Arial" panose="020B0604020202020204" pitchFamily="34" charset="0"/>
                          <a:cs typeface="Arial" panose="020B0604020202020204" pitchFamily="34" charset="0"/>
                        </a:rPr>
                        <a:t>1</a:t>
                      </a:r>
                    </a:p>
                    <a:p>
                      <a:pPr algn="ctr"/>
                      <a:r>
                        <a:rPr lang="en-US" baseline="0" dirty="0">
                          <a:latin typeface="Arial" panose="020B0604020202020204" pitchFamily="34" charset="0"/>
                          <a:cs typeface="Arial" panose="020B0604020202020204" pitchFamily="34" charset="0"/>
                        </a:rPr>
                        <a:t>(X)</a:t>
                      </a:r>
                    </a:p>
                  </a:txBody>
                  <a:tcPr/>
                </a:tc>
                <a:tc>
                  <a:txBody>
                    <a:bodyPr/>
                    <a:lstStyle/>
                    <a:p>
                      <a:pPr algn="ctr"/>
                      <a:r>
                        <a:rPr lang="en-US" dirty="0">
                          <a:latin typeface="Arial" panose="020B0604020202020204" pitchFamily="34" charset="0"/>
                          <a:cs typeface="Arial" panose="020B0604020202020204" pitchFamily="34" charset="0"/>
                        </a:rPr>
                        <a:t>Input</a:t>
                      </a:r>
                      <a:r>
                        <a:rPr lang="en-US" baseline="-25000" dirty="0">
                          <a:latin typeface="Arial" panose="020B0604020202020204" pitchFamily="34" charset="0"/>
                          <a:cs typeface="Arial" panose="020B0604020202020204" pitchFamily="34" charset="0"/>
                        </a:rPr>
                        <a:t>2</a:t>
                      </a:r>
                    </a:p>
                    <a:p>
                      <a:pPr algn="ctr"/>
                      <a:r>
                        <a:rPr lang="en-US" baseline="0" dirty="0">
                          <a:latin typeface="Arial" panose="020B0604020202020204" pitchFamily="34" charset="0"/>
                          <a:cs typeface="Arial" panose="020B0604020202020204" pitchFamily="34" charset="0"/>
                        </a:rPr>
                        <a:t>(Y)</a:t>
                      </a:r>
                    </a:p>
                  </a:txBody>
                  <a:tcPr/>
                </a:tc>
                <a:tc>
                  <a:txBody>
                    <a:bodyPr/>
                    <a:lstStyle/>
                    <a:p>
                      <a:pPr algn="ctr"/>
                      <a:r>
                        <a:rPr lang="en-US" dirty="0">
                          <a:latin typeface="Arial" panose="020B0604020202020204" pitchFamily="34" charset="0"/>
                          <a:cs typeface="Arial" panose="020B0604020202020204" pitchFamily="34" charset="0"/>
                        </a:rPr>
                        <a:t>Label</a:t>
                      </a:r>
                    </a:p>
                    <a:p>
                      <a:pPr algn="ctr"/>
                      <a:r>
                        <a:rPr lang="en-US" dirty="0">
                          <a:latin typeface="Arial" panose="020B0604020202020204" pitchFamily="34" charset="0"/>
                          <a:cs typeface="Arial" panose="020B0604020202020204" pitchFamily="34" charset="0"/>
                        </a:rPr>
                        <a:t>(Color)</a:t>
                      </a:r>
                    </a:p>
                  </a:txBody>
                  <a:tcPr/>
                </a:tc>
                <a:extLst>
                  <a:ext uri="{0D108BD9-81ED-4DB2-BD59-A6C34878D82A}">
                    <a16:rowId xmlns:a16="http://schemas.microsoft.com/office/drawing/2014/main" val="3281462437"/>
                  </a:ext>
                </a:extLst>
              </a:tr>
              <a:tr h="370840">
                <a:tc>
                  <a:txBody>
                    <a:bodyPr/>
                    <a:lstStyle/>
                    <a:p>
                      <a:pPr algn="ctr"/>
                      <a:r>
                        <a:rPr lang="en-US" dirty="0">
                          <a:latin typeface="Arial" panose="020B0604020202020204" pitchFamily="34" charset="0"/>
                          <a:cs typeface="Arial" panose="020B0604020202020204" pitchFamily="34" charset="0"/>
                        </a:rPr>
                        <a:t>#1</a:t>
                      </a:r>
                    </a:p>
                  </a:txBody>
                  <a:tcPr/>
                </a:tc>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00B05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04868658"/>
                  </a:ext>
                </a:extLst>
              </a:tr>
              <a:tr h="370840">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 (</a:t>
                      </a:r>
                      <a:r>
                        <a:rPr lang="en-US" sz="1800" dirty="0">
                          <a:solidFill>
                            <a:srgbClr val="00B05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651165515"/>
                  </a:ext>
                </a:extLst>
              </a:tr>
              <a:tr h="370840">
                <a:tc>
                  <a:txBody>
                    <a:bodyPr/>
                    <a:lstStyle/>
                    <a:p>
                      <a:pPr algn="ctr"/>
                      <a:r>
                        <a:rPr lang="en-US" dirty="0">
                          <a:latin typeface="Arial" panose="020B0604020202020204" pitchFamily="34" charset="0"/>
                          <a:cs typeface="Arial" panose="020B0604020202020204" pitchFamily="34" charset="0"/>
                        </a:rPr>
                        <a:t>#3</a:t>
                      </a:r>
                    </a:p>
                  </a:txBody>
                  <a:tcPr/>
                </a:tc>
                <a:tc>
                  <a:txBody>
                    <a:bodyPr/>
                    <a:lstStyle/>
                    <a:p>
                      <a:pPr algn="ctr"/>
                      <a:r>
                        <a:rPr lang="en-US" dirty="0">
                          <a:latin typeface="Arial" panose="020B0604020202020204" pitchFamily="34" charset="0"/>
                          <a:cs typeface="Arial" panose="020B0604020202020204" pitchFamily="34" charset="0"/>
                        </a:rPr>
                        <a:t>0</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 (</a:t>
                      </a:r>
                      <a:r>
                        <a:rPr lang="en-US" sz="1800" dirty="0">
                          <a:solidFill>
                            <a:srgbClr val="00B05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906554913"/>
                  </a:ext>
                </a:extLst>
              </a:tr>
              <a:tr h="370840">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ctr"/>
                      <a:r>
                        <a:rPr lang="en-US" dirty="0">
                          <a:latin typeface="Arial" panose="020B0604020202020204" pitchFamily="34" charset="0"/>
                          <a:cs typeface="Arial" panose="020B0604020202020204" pitchFamily="34" charset="0"/>
                        </a:rPr>
                        <a:t>0</a:t>
                      </a:r>
                    </a:p>
                  </a:txBody>
                  <a:tcPr/>
                </a:tc>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C0000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052881436"/>
                  </a:ext>
                </a:extLst>
              </a:tr>
              <a:tr h="370840">
                <a:tc>
                  <a:txBody>
                    <a:bodyPr/>
                    <a:lstStyle/>
                    <a:p>
                      <a:pPr algn="ctr"/>
                      <a:r>
                        <a:rPr lang="en-US" dirty="0">
                          <a:latin typeface="Arial" panose="020B0604020202020204" pitchFamily="34" charset="0"/>
                          <a:cs typeface="Arial" panose="020B0604020202020204" pitchFamily="34" charset="0"/>
                        </a:rPr>
                        <a:t>#5</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C0000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496509937"/>
                  </a:ext>
                </a:extLst>
              </a:tr>
              <a:tr h="370840">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C0000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43331876"/>
                  </a:ext>
                </a:extLst>
              </a:tr>
            </a:tbl>
          </a:graphicData>
        </a:graphic>
      </p:graphicFrame>
      <p:graphicFrame>
        <p:nvGraphicFramePr>
          <p:cNvPr id="2" name="Table 1">
            <a:extLst>
              <a:ext uri="{FF2B5EF4-FFF2-40B4-BE49-F238E27FC236}">
                <a16:creationId xmlns:a16="http://schemas.microsoft.com/office/drawing/2014/main" id="{E2B18E8E-3C3C-9F75-2C30-87FDCF455465}"/>
              </a:ext>
            </a:extLst>
          </p:cNvPr>
          <p:cNvGraphicFramePr>
            <a:graphicFrameLocks noGrp="1"/>
          </p:cNvGraphicFramePr>
          <p:nvPr/>
        </p:nvGraphicFramePr>
        <p:xfrm>
          <a:off x="1903412" y="5486400"/>
          <a:ext cx="3657600" cy="1010920"/>
        </p:xfrm>
        <a:graphic>
          <a:graphicData uri="http://schemas.openxmlformats.org/drawingml/2006/table">
            <a:tbl>
              <a:tblPr firstRow="1" bandRow="1">
                <a:tableStyleId>{073A0DAA-6AF3-43AB-8588-CEC1D06C72B9}</a:tableStyleId>
              </a:tblPr>
              <a:tblGrid>
                <a:gridCol w="1097280">
                  <a:extLst>
                    <a:ext uri="{9D8B030D-6E8A-4147-A177-3AD203B41FA5}">
                      <a16:colId xmlns:a16="http://schemas.microsoft.com/office/drawing/2014/main" val="3075322252"/>
                    </a:ext>
                  </a:extLst>
                </a:gridCol>
                <a:gridCol w="1097280">
                  <a:extLst>
                    <a:ext uri="{9D8B030D-6E8A-4147-A177-3AD203B41FA5}">
                      <a16:colId xmlns:a16="http://schemas.microsoft.com/office/drawing/2014/main" val="112466607"/>
                    </a:ext>
                  </a:extLst>
                </a:gridCol>
                <a:gridCol w="1463040">
                  <a:extLst>
                    <a:ext uri="{9D8B030D-6E8A-4147-A177-3AD203B41FA5}">
                      <a16:colId xmlns:a16="http://schemas.microsoft.com/office/drawing/2014/main" val="2979836651"/>
                    </a:ext>
                  </a:extLst>
                </a:gridCol>
              </a:tblGrid>
              <a:tr h="370840">
                <a:tc>
                  <a:txBody>
                    <a:bodyPr/>
                    <a:lstStyle/>
                    <a:p>
                      <a:pPr algn="ctr"/>
                      <a:r>
                        <a:rPr lang="en-US" dirty="0">
                          <a:latin typeface="Arial" panose="020B0604020202020204" pitchFamily="34" charset="0"/>
                          <a:cs typeface="Arial" panose="020B0604020202020204" pitchFamily="34" charset="0"/>
                        </a:rPr>
                        <a:t>Weight</a:t>
                      </a:r>
                      <a:r>
                        <a:rPr lang="en-US" baseline="-25000" dirty="0">
                          <a:latin typeface="Arial" panose="020B0604020202020204" pitchFamily="34" charset="0"/>
                          <a:cs typeface="Arial" panose="020B0604020202020204" pitchFamily="34" charset="0"/>
                        </a:rPr>
                        <a:t>1</a:t>
                      </a:r>
                      <a:endParaRPr lang="en-US" dirty="0">
                        <a:latin typeface="Arial" panose="020B0604020202020204" pitchFamily="34" charset="0"/>
                        <a:cs typeface="Arial" panose="020B0604020202020204" pitchFamily="34" charset="0"/>
                      </a:endParaRPr>
                    </a:p>
                  </a:txBody>
                  <a:tcPr/>
                </a:tc>
                <a:tc>
                  <a:txBody>
                    <a:bodyPr/>
                    <a:lstStyle/>
                    <a:p>
                      <a:pPr algn="ctr"/>
                      <a:r>
                        <a:rPr lang="en-US" dirty="0">
                          <a:latin typeface="Arial" panose="020B0604020202020204" pitchFamily="34" charset="0"/>
                          <a:cs typeface="Arial" panose="020B0604020202020204" pitchFamily="34" charset="0"/>
                        </a:rPr>
                        <a:t>Weight</a:t>
                      </a:r>
                      <a:r>
                        <a:rPr lang="en-US" baseline="-25000" dirty="0">
                          <a:latin typeface="Arial" panose="020B0604020202020204" pitchFamily="34" charset="0"/>
                          <a:cs typeface="Arial" panose="020B0604020202020204" pitchFamily="34" charset="0"/>
                        </a:rPr>
                        <a:t>2</a:t>
                      </a:r>
                      <a:endParaRPr lang="en-US" dirty="0">
                        <a:latin typeface="Arial" panose="020B0604020202020204" pitchFamily="34" charset="0"/>
                        <a:cs typeface="Arial" panose="020B0604020202020204" pitchFamily="34" charset="0"/>
                      </a:endParaRPr>
                    </a:p>
                  </a:txBody>
                  <a:tcPr/>
                </a:tc>
                <a:tc>
                  <a:txBody>
                    <a:bodyPr/>
                    <a:lstStyle/>
                    <a:p>
                      <a:pPr algn="ctr"/>
                      <a:r>
                        <a:rPr lang="en-US" dirty="0">
                          <a:latin typeface="Arial" panose="020B0604020202020204" pitchFamily="34" charset="0"/>
                          <a:cs typeface="Arial" panose="020B0604020202020204" pitchFamily="34" charset="0"/>
                        </a:rPr>
                        <a:t>Threshold</a:t>
                      </a:r>
                    </a:p>
                    <a:p>
                      <a:pPr algn="ctr"/>
                      <a:r>
                        <a:rPr lang="en-US" dirty="0">
                          <a:latin typeface="Arial" panose="020B0604020202020204" pitchFamily="34" charset="0"/>
                          <a:cs typeface="Arial" panose="020B0604020202020204" pitchFamily="34" charset="0"/>
                        </a:rPr>
                        <a:t>(</a:t>
                      </a:r>
                      <a:r>
                        <a:rPr lang="el-GR" sz="1800" dirty="0">
                          <a:latin typeface="Arial" panose="020B0604020202020204" pitchFamily="34" charset="0"/>
                          <a:cs typeface="Arial" panose="020B0604020202020204" pitchFamily="34" charset="0"/>
                        </a:rPr>
                        <a:t>β</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1168607816"/>
                  </a:ext>
                </a:extLst>
              </a:tr>
              <a:tr h="370840">
                <a:tc>
                  <a:txBody>
                    <a:bodyPr/>
                    <a:lstStyle/>
                    <a:p>
                      <a:pPr algn="ctr"/>
                      <a:r>
                        <a:rPr lang="en-US" b="1" dirty="0">
                          <a:latin typeface="Arial" panose="020B0604020202020204" pitchFamily="34" charset="0"/>
                          <a:cs typeface="Arial" panose="020B0604020202020204" pitchFamily="34" charset="0"/>
                        </a:rPr>
                        <a:t>0.1</a:t>
                      </a:r>
                    </a:p>
                  </a:txBody>
                  <a:tcPr/>
                </a:tc>
                <a:tc>
                  <a:txBody>
                    <a:bodyPr/>
                    <a:lstStyle/>
                    <a:p>
                      <a:pPr algn="ctr"/>
                      <a:r>
                        <a:rPr lang="en-US" b="1" dirty="0">
                          <a:latin typeface="Arial" panose="020B0604020202020204" pitchFamily="34" charset="0"/>
                          <a:cs typeface="Arial" panose="020B0604020202020204" pitchFamily="34" charset="0"/>
                        </a:rPr>
                        <a:t>0.06</a:t>
                      </a:r>
                    </a:p>
                  </a:txBody>
                  <a:tcPr/>
                </a:tc>
                <a:tc>
                  <a:txBody>
                    <a:bodyPr/>
                    <a:lstStyle/>
                    <a:p>
                      <a:pPr algn="ctr"/>
                      <a:r>
                        <a:rPr lang="en-US" b="1" dirty="0">
                          <a:latin typeface="Arial" panose="020B0604020202020204" pitchFamily="34" charset="0"/>
                          <a:cs typeface="Arial" panose="020B0604020202020204" pitchFamily="34" charset="0"/>
                        </a:rPr>
                        <a:t>0.07</a:t>
                      </a:r>
                    </a:p>
                  </a:txBody>
                  <a:tcPr/>
                </a:tc>
                <a:extLst>
                  <a:ext uri="{0D108BD9-81ED-4DB2-BD59-A6C34878D82A}">
                    <a16:rowId xmlns:a16="http://schemas.microsoft.com/office/drawing/2014/main" val="3358362266"/>
                  </a:ext>
                </a:extLst>
              </a:tr>
            </a:tbl>
          </a:graphicData>
        </a:graphic>
      </p:graphicFrame>
      <p:pic>
        <p:nvPicPr>
          <p:cNvPr id="3" name="Picture 2">
            <a:extLst>
              <a:ext uri="{FF2B5EF4-FFF2-40B4-BE49-F238E27FC236}">
                <a16:creationId xmlns:a16="http://schemas.microsoft.com/office/drawing/2014/main" id="{AF31DD30-9C14-33EE-06EE-1D4CA568AA5B}"/>
              </a:ext>
            </a:extLst>
          </p:cNvPr>
          <p:cNvPicPr>
            <a:picLocks noChangeAspect="1"/>
          </p:cNvPicPr>
          <p:nvPr/>
        </p:nvPicPr>
        <p:blipFill>
          <a:blip r:embed="rId2"/>
          <a:srcRect/>
          <a:stretch/>
        </p:blipFill>
        <p:spPr>
          <a:xfrm>
            <a:off x="6685732" y="2133600"/>
            <a:ext cx="4572000" cy="457200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9" name="Rectangle 8">
            <a:extLst>
              <a:ext uri="{FF2B5EF4-FFF2-40B4-BE49-F238E27FC236}">
                <a16:creationId xmlns:a16="http://schemas.microsoft.com/office/drawing/2014/main" id="{7E94E0CD-79DB-F246-1645-D27DFAEE3CFB}"/>
              </a:ext>
            </a:extLst>
          </p:cNvPr>
          <p:cNvSpPr/>
          <p:nvPr/>
        </p:nvSpPr>
        <p:spPr>
          <a:xfrm>
            <a:off x="1958498" y="4191000"/>
            <a:ext cx="3547428" cy="383540"/>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7">
            <a:extLst>
              <a:ext uri="{FF2B5EF4-FFF2-40B4-BE49-F238E27FC236}">
                <a16:creationId xmlns:a16="http://schemas.microsoft.com/office/drawing/2014/main" id="{3F688B74-182F-12E0-A24B-63D0C7FCC36B}"/>
              </a:ext>
            </a:extLst>
          </p:cNvPr>
          <p:cNvSpPr/>
          <p:nvPr/>
        </p:nvSpPr>
        <p:spPr>
          <a:xfrm>
            <a:off x="7059612" y="2255520"/>
            <a:ext cx="3129280" cy="4140200"/>
          </a:xfrm>
          <a:custGeom>
            <a:avLst/>
            <a:gdLst>
              <a:gd name="connsiteX0" fmla="*/ 609600 w 3129280"/>
              <a:gd name="connsiteY0" fmla="*/ 5080 h 4140200"/>
              <a:gd name="connsiteX1" fmla="*/ 0 w 3129280"/>
              <a:gd name="connsiteY1" fmla="*/ 0 h 4140200"/>
              <a:gd name="connsiteX2" fmla="*/ 0 w 3129280"/>
              <a:gd name="connsiteY2" fmla="*/ 4140200 h 4140200"/>
              <a:gd name="connsiteX3" fmla="*/ 3129280 w 3129280"/>
              <a:gd name="connsiteY3" fmla="*/ 4140200 h 4140200"/>
              <a:gd name="connsiteX4" fmla="*/ 609600 w 3129280"/>
              <a:gd name="connsiteY4" fmla="*/ 5080 h 4140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29280" h="4140200">
                <a:moveTo>
                  <a:pt x="609600" y="5080"/>
                </a:moveTo>
                <a:lnTo>
                  <a:pt x="0" y="0"/>
                </a:lnTo>
                <a:lnTo>
                  <a:pt x="0" y="4140200"/>
                </a:lnTo>
                <a:lnTo>
                  <a:pt x="3129280" y="4140200"/>
                </a:lnTo>
                <a:lnTo>
                  <a:pt x="609600" y="5080"/>
                </a:lnTo>
                <a:close/>
              </a:path>
            </a:pathLst>
          </a:custGeom>
          <a:solidFill>
            <a:srgbClr val="FF0000">
              <a:alpha val="1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09211F5-75FB-99C4-C276-950DDEDD3C22}"/>
              </a:ext>
            </a:extLst>
          </p:cNvPr>
          <p:cNvSpPr/>
          <p:nvPr/>
        </p:nvSpPr>
        <p:spPr>
          <a:xfrm>
            <a:off x="8953436" y="5181600"/>
            <a:ext cx="304800" cy="304800"/>
          </a:xfrm>
          <a:prstGeom prst="ellipse">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allout: Right Arrow 10">
            <a:extLst>
              <a:ext uri="{FF2B5EF4-FFF2-40B4-BE49-F238E27FC236}">
                <a16:creationId xmlns:a16="http://schemas.microsoft.com/office/drawing/2014/main" id="{F13DD97C-2043-4D4B-2D2C-1872056232D0}"/>
              </a:ext>
            </a:extLst>
          </p:cNvPr>
          <p:cNvSpPr/>
          <p:nvPr/>
        </p:nvSpPr>
        <p:spPr>
          <a:xfrm>
            <a:off x="4412246" y="4785360"/>
            <a:ext cx="4479028" cy="1066800"/>
          </a:xfrm>
          <a:prstGeom prst="rightArrowCallout">
            <a:avLst>
              <a:gd name="adj1" fmla="val 25000"/>
              <a:gd name="adj2" fmla="val 25000"/>
              <a:gd name="adj3" fmla="val 25000"/>
              <a:gd name="adj4" fmla="val 91247"/>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Arial" panose="020B0604020202020204" pitchFamily="34" charset="0"/>
                <a:cs typeface="Arial" panose="020B0604020202020204" pitchFamily="34" charset="0"/>
              </a:rPr>
              <a:t>This point is correctly classified (it has the color </a:t>
            </a:r>
            <a:r>
              <a:rPr lang="en-US" dirty="0">
                <a:solidFill>
                  <a:srgbClr val="FF0000"/>
                </a:solidFill>
                <a:highlight>
                  <a:srgbClr val="000000"/>
                </a:highlight>
                <a:latin typeface="Arial" panose="020B0604020202020204" pitchFamily="34" charset="0"/>
                <a:cs typeface="Arial" panose="020B0604020202020204" pitchFamily="34" charset="0"/>
              </a:rPr>
              <a:t>red</a:t>
            </a:r>
            <a:r>
              <a:rPr lang="en-US" dirty="0">
                <a:latin typeface="Arial" panose="020B0604020202020204" pitchFamily="34" charset="0"/>
                <a:cs typeface="Arial" panose="020B0604020202020204" pitchFamily="34" charset="0"/>
              </a:rPr>
              <a:t> and it is on the red side of the hyper-plane)</a:t>
            </a:r>
            <a:endParaRPr lang="en-US" b="1" dirty="0">
              <a:highlight>
                <a:srgbClr val="000000"/>
              </a:highligh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160079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randombar(horizontal)">
                                      <p:cBhvr>
                                        <p:cTn id="11" dur="500"/>
                                        <p:tgtEl>
                                          <p:spTgt spid="8"/>
                                        </p:tgtEl>
                                      </p:cBhvr>
                                    </p:animEffect>
                                  </p:childTnLst>
                                </p:cTn>
                              </p:par>
                            </p:childTnLst>
                          </p:cTn>
                        </p:par>
                        <p:par>
                          <p:cTn id="12" fill="hold">
                            <p:stCondLst>
                              <p:cond delay="1000"/>
                            </p:stCondLst>
                            <p:childTnLst>
                              <p:par>
                                <p:cTn id="13" presetID="14" presetClass="entr" presetSubtype="10"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randombar(horizontal)">
                                      <p:cBhvr>
                                        <p:cTn id="15" dur="500"/>
                                        <p:tgtEl>
                                          <p:spTgt spid="10"/>
                                        </p:tgtEl>
                                      </p:cBhvr>
                                    </p:animEffect>
                                  </p:childTnLst>
                                </p:cTn>
                              </p:par>
                            </p:childTnLst>
                          </p:cTn>
                        </p:par>
                        <p:par>
                          <p:cTn id="16" fill="hold">
                            <p:stCondLst>
                              <p:cond delay="1500"/>
                            </p:stCondLst>
                            <p:childTnLst>
                              <p:par>
                                <p:cTn id="17" presetID="2" presetClass="entr" presetSubtype="8"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0-#ppt_w/2"/>
                                          </p:val>
                                        </p:tav>
                                        <p:tav tm="100000">
                                          <p:val>
                                            <p:strVal val="#ppt_x"/>
                                          </p:val>
                                        </p:tav>
                                      </p:tavLst>
                                    </p:anim>
                                    <p:anim calcmode="lin" valueType="num">
                                      <p:cBhvr additive="base">
                                        <p:cTn id="20"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8" grpId="0" animBg="1"/>
      <p:bldP spid="10" grpId="0" animBg="1"/>
      <p:bldP spid="11"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6F4C326-A991-6E4A-B40C-E613F986848E}"/>
              </a:ext>
            </a:extLst>
          </p:cNvPr>
          <p:cNvSpPr>
            <a:spLocks noGrp="1"/>
          </p:cNvSpPr>
          <p:nvPr>
            <p:ph type="title"/>
          </p:nvPr>
        </p:nvSpPr>
        <p:spPr/>
        <p:txBody>
          <a:bodyPr/>
          <a:lstStyle/>
          <a:p>
            <a:r>
              <a:rPr lang="en-US" dirty="0"/>
              <a:t>Demo</a:t>
            </a:r>
          </a:p>
        </p:txBody>
      </p:sp>
      <p:sp>
        <p:nvSpPr>
          <p:cNvPr id="5" name="Content Placeholder 4">
            <a:extLst>
              <a:ext uri="{FF2B5EF4-FFF2-40B4-BE49-F238E27FC236}">
                <a16:creationId xmlns:a16="http://schemas.microsoft.com/office/drawing/2014/main" id="{A3F51C36-2B58-87BF-492D-243B4AE5B6D1}"/>
              </a:ext>
            </a:extLst>
          </p:cNvPr>
          <p:cNvSpPr>
            <a:spLocks noGrp="1"/>
          </p:cNvSpPr>
          <p:nvPr>
            <p:ph idx="1"/>
          </p:nvPr>
        </p:nvSpPr>
        <p:spPr>
          <a:xfrm>
            <a:off x="1522414" y="1524000"/>
            <a:ext cx="9144000" cy="4267200"/>
          </a:xfrm>
        </p:spPr>
        <p:txBody>
          <a:bodyPr>
            <a:normAutofit/>
          </a:bodyPr>
          <a:lstStyle/>
          <a:p>
            <a:pPr marL="0" indent="0">
              <a:buNone/>
            </a:pPr>
            <a:r>
              <a:rPr lang="en-US" sz="2400" b="1" dirty="0"/>
              <a:t>5. </a:t>
            </a:r>
            <a:r>
              <a:rPr lang="en-US" sz="2400" dirty="0"/>
              <a:t>Testing each entry (from 1 to 6) against the current model.</a:t>
            </a:r>
            <a:endParaRPr lang="en-US" sz="2400" b="1" dirty="0"/>
          </a:p>
        </p:txBody>
      </p:sp>
      <p:graphicFrame>
        <p:nvGraphicFramePr>
          <p:cNvPr id="6" name="Table 5">
            <a:extLst>
              <a:ext uri="{FF2B5EF4-FFF2-40B4-BE49-F238E27FC236}">
                <a16:creationId xmlns:a16="http://schemas.microsoft.com/office/drawing/2014/main" id="{81896A8A-245A-2556-C7E3-1404C474346C}"/>
              </a:ext>
            </a:extLst>
          </p:cNvPr>
          <p:cNvGraphicFramePr>
            <a:graphicFrameLocks noGrp="1"/>
          </p:cNvGraphicFramePr>
          <p:nvPr/>
        </p:nvGraphicFramePr>
        <p:xfrm>
          <a:off x="1903412" y="2453640"/>
          <a:ext cx="3633654" cy="2865120"/>
        </p:xfrm>
        <a:graphic>
          <a:graphicData uri="http://schemas.openxmlformats.org/drawingml/2006/table">
            <a:tbl>
              <a:tblPr firstRow="1" bandRow="1">
                <a:tableStyleId>{073A0DAA-6AF3-43AB-8588-CEC1D06C72B9}</a:tableStyleId>
              </a:tblPr>
              <a:tblGrid>
                <a:gridCol w="822960">
                  <a:extLst>
                    <a:ext uri="{9D8B030D-6E8A-4147-A177-3AD203B41FA5}">
                      <a16:colId xmlns:a16="http://schemas.microsoft.com/office/drawing/2014/main" val="392014626"/>
                    </a:ext>
                  </a:extLst>
                </a:gridCol>
                <a:gridCol w="914400">
                  <a:extLst>
                    <a:ext uri="{9D8B030D-6E8A-4147-A177-3AD203B41FA5}">
                      <a16:colId xmlns:a16="http://schemas.microsoft.com/office/drawing/2014/main" val="437014267"/>
                    </a:ext>
                  </a:extLst>
                </a:gridCol>
                <a:gridCol w="914400">
                  <a:extLst>
                    <a:ext uri="{9D8B030D-6E8A-4147-A177-3AD203B41FA5}">
                      <a16:colId xmlns:a16="http://schemas.microsoft.com/office/drawing/2014/main" val="4042802396"/>
                    </a:ext>
                  </a:extLst>
                </a:gridCol>
                <a:gridCol w="981894">
                  <a:extLst>
                    <a:ext uri="{9D8B030D-6E8A-4147-A177-3AD203B41FA5}">
                      <a16:colId xmlns:a16="http://schemas.microsoft.com/office/drawing/2014/main" val="958931348"/>
                    </a:ext>
                  </a:extLst>
                </a:gridCol>
              </a:tblGrid>
              <a:tr h="370840">
                <a:tc>
                  <a:txBody>
                    <a:bodyPr/>
                    <a:lstStyle/>
                    <a:p>
                      <a:pPr algn="ctr"/>
                      <a:r>
                        <a:rPr lang="en-US" dirty="0">
                          <a:latin typeface="Arial" panose="020B0604020202020204" pitchFamily="34" charset="0"/>
                          <a:cs typeface="Arial" panose="020B0604020202020204" pitchFamily="34" charset="0"/>
                        </a:rPr>
                        <a:t>Entry</a:t>
                      </a:r>
                    </a:p>
                  </a:txBody>
                  <a:tcPr/>
                </a:tc>
                <a:tc>
                  <a:txBody>
                    <a:bodyPr/>
                    <a:lstStyle/>
                    <a:p>
                      <a:pPr algn="ctr"/>
                      <a:r>
                        <a:rPr lang="en-US" dirty="0">
                          <a:latin typeface="Arial" panose="020B0604020202020204" pitchFamily="34" charset="0"/>
                          <a:cs typeface="Arial" panose="020B0604020202020204" pitchFamily="34" charset="0"/>
                        </a:rPr>
                        <a:t>Input</a:t>
                      </a:r>
                      <a:r>
                        <a:rPr lang="en-US" baseline="-25000" dirty="0">
                          <a:latin typeface="Arial" panose="020B0604020202020204" pitchFamily="34" charset="0"/>
                          <a:cs typeface="Arial" panose="020B0604020202020204" pitchFamily="34" charset="0"/>
                        </a:rPr>
                        <a:t>1</a:t>
                      </a:r>
                    </a:p>
                    <a:p>
                      <a:pPr algn="ctr"/>
                      <a:r>
                        <a:rPr lang="en-US" baseline="0" dirty="0">
                          <a:latin typeface="Arial" panose="020B0604020202020204" pitchFamily="34" charset="0"/>
                          <a:cs typeface="Arial" panose="020B0604020202020204" pitchFamily="34" charset="0"/>
                        </a:rPr>
                        <a:t>(X)</a:t>
                      </a:r>
                    </a:p>
                  </a:txBody>
                  <a:tcPr/>
                </a:tc>
                <a:tc>
                  <a:txBody>
                    <a:bodyPr/>
                    <a:lstStyle/>
                    <a:p>
                      <a:pPr algn="ctr"/>
                      <a:r>
                        <a:rPr lang="en-US" dirty="0">
                          <a:latin typeface="Arial" panose="020B0604020202020204" pitchFamily="34" charset="0"/>
                          <a:cs typeface="Arial" panose="020B0604020202020204" pitchFamily="34" charset="0"/>
                        </a:rPr>
                        <a:t>Input</a:t>
                      </a:r>
                      <a:r>
                        <a:rPr lang="en-US" baseline="-25000" dirty="0">
                          <a:latin typeface="Arial" panose="020B0604020202020204" pitchFamily="34" charset="0"/>
                          <a:cs typeface="Arial" panose="020B0604020202020204" pitchFamily="34" charset="0"/>
                        </a:rPr>
                        <a:t>2</a:t>
                      </a:r>
                    </a:p>
                    <a:p>
                      <a:pPr algn="ctr"/>
                      <a:r>
                        <a:rPr lang="en-US" baseline="0" dirty="0">
                          <a:latin typeface="Arial" panose="020B0604020202020204" pitchFamily="34" charset="0"/>
                          <a:cs typeface="Arial" panose="020B0604020202020204" pitchFamily="34" charset="0"/>
                        </a:rPr>
                        <a:t>(Y)</a:t>
                      </a:r>
                    </a:p>
                  </a:txBody>
                  <a:tcPr/>
                </a:tc>
                <a:tc>
                  <a:txBody>
                    <a:bodyPr/>
                    <a:lstStyle/>
                    <a:p>
                      <a:pPr algn="ctr"/>
                      <a:r>
                        <a:rPr lang="en-US" dirty="0">
                          <a:latin typeface="Arial" panose="020B0604020202020204" pitchFamily="34" charset="0"/>
                          <a:cs typeface="Arial" panose="020B0604020202020204" pitchFamily="34" charset="0"/>
                        </a:rPr>
                        <a:t>Label</a:t>
                      </a:r>
                    </a:p>
                    <a:p>
                      <a:pPr algn="ctr"/>
                      <a:r>
                        <a:rPr lang="en-US" dirty="0">
                          <a:latin typeface="Arial" panose="020B0604020202020204" pitchFamily="34" charset="0"/>
                          <a:cs typeface="Arial" panose="020B0604020202020204" pitchFamily="34" charset="0"/>
                        </a:rPr>
                        <a:t>(Color)</a:t>
                      </a:r>
                    </a:p>
                  </a:txBody>
                  <a:tcPr/>
                </a:tc>
                <a:extLst>
                  <a:ext uri="{0D108BD9-81ED-4DB2-BD59-A6C34878D82A}">
                    <a16:rowId xmlns:a16="http://schemas.microsoft.com/office/drawing/2014/main" val="3281462437"/>
                  </a:ext>
                </a:extLst>
              </a:tr>
              <a:tr h="370840">
                <a:tc>
                  <a:txBody>
                    <a:bodyPr/>
                    <a:lstStyle/>
                    <a:p>
                      <a:pPr algn="ctr"/>
                      <a:r>
                        <a:rPr lang="en-US" dirty="0">
                          <a:latin typeface="Arial" panose="020B0604020202020204" pitchFamily="34" charset="0"/>
                          <a:cs typeface="Arial" panose="020B0604020202020204" pitchFamily="34" charset="0"/>
                        </a:rPr>
                        <a:t>#1</a:t>
                      </a:r>
                    </a:p>
                  </a:txBody>
                  <a:tcPr/>
                </a:tc>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00B05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04868658"/>
                  </a:ext>
                </a:extLst>
              </a:tr>
              <a:tr h="370840">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 (</a:t>
                      </a:r>
                      <a:r>
                        <a:rPr lang="en-US" sz="1800" dirty="0">
                          <a:solidFill>
                            <a:srgbClr val="00B05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651165515"/>
                  </a:ext>
                </a:extLst>
              </a:tr>
              <a:tr h="370840">
                <a:tc>
                  <a:txBody>
                    <a:bodyPr/>
                    <a:lstStyle/>
                    <a:p>
                      <a:pPr algn="ctr"/>
                      <a:r>
                        <a:rPr lang="en-US" dirty="0">
                          <a:latin typeface="Arial" panose="020B0604020202020204" pitchFamily="34" charset="0"/>
                          <a:cs typeface="Arial" panose="020B0604020202020204" pitchFamily="34" charset="0"/>
                        </a:rPr>
                        <a:t>#3</a:t>
                      </a:r>
                    </a:p>
                  </a:txBody>
                  <a:tcPr/>
                </a:tc>
                <a:tc>
                  <a:txBody>
                    <a:bodyPr/>
                    <a:lstStyle/>
                    <a:p>
                      <a:pPr algn="ctr"/>
                      <a:r>
                        <a:rPr lang="en-US" dirty="0">
                          <a:latin typeface="Arial" panose="020B0604020202020204" pitchFamily="34" charset="0"/>
                          <a:cs typeface="Arial" panose="020B0604020202020204" pitchFamily="34" charset="0"/>
                        </a:rPr>
                        <a:t>0</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 (</a:t>
                      </a:r>
                      <a:r>
                        <a:rPr lang="en-US" sz="1800" dirty="0">
                          <a:solidFill>
                            <a:srgbClr val="00B05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906554913"/>
                  </a:ext>
                </a:extLst>
              </a:tr>
              <a:tr h="370840">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ctr"/>
                      <a:r>
                        <a:rPr lang="en-US" dirty="0">
                          <a:latin typeface="Arial" panose="020B0604020202020204" pitchFamily="34" charset="0"/>
                          <a:cs typeface="Arial" panose="020B0604020202020204" pitchFamily="34" charset="0"/>
                        </a:rPr>
                        <a:t>0</a:t>
                      </a:r>
                    </a:p>
                  </a:txBody>
                  <a:tcPr/>
                </a:tc>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C0000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052881436"/>
                  </a:ext>
                </a:extLst>
              </a:tr>
              <a:tr h="370840">
                <a:tc>
                  <a:txBody>
                    <a:bodyPr/>
                    <a:lstStyle/>
                    <a:p>
                      <a:pPr algn="ctr"/>
                      <a:r>
                        <a:rPr lang="en-US" dirty="0">
                          <a:latin typeface="Arial" panose="020B0604020202020204" pitchFamily="34" charset="0"/>
                          <a:cs typeface="Arial" panose="020B0604020202020204" pitchFamily="34" charset="0"/>
                        </a:rPr>
                        <a:t>#5</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C0000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496509937"/>
                  </a:ext>
                </a:extLst>
              </a:tr>
              <a:tr h="370840">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C0000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43331876"/>
                  </a:ext>
                </a:extLst>
              </a:tr>
            </a:tbl>
          </a:graphicData>
        </a:graphic>
      </p:graphicFrame>
      <p:graphicFrame>
        <p:nvGraphicFramePr>
          <p:cNvPr id="2" name="Table 1">
            <a:extLst>
              <a:ext uri="{FF2B5EF4-FFF2-40B4-BE49-F238E27FC236}">
                <a16:creationId xmlns:a16="http://schemas.microsoft.com/office/drawing/2014/main" id="{E2B18E8E-3C3C-9F75-2C30-87FDCF455465}"/>
              </a:ext>
            </a:extLst>
          </p:cNvPr>
          <p:cNvGraphicFramePr>
            <a:graphicFrameLocks noGrp="1"/>
          </p:cNvGraphicFramePr>
          <p:nvPr/>
        </p:nvGraphicFramePr>
        <p:xfrm>
          <a:off x="1903412" y="5486400"/>
          <a:ext cx="3657600" cy="1010920"/>
        </p:xfrm>
        <a:graphic>
          <a:graphicData uri="http://schemas.openxmlformats.org/drawingml/2006/table">
            <a:tbl>
              <a:tblPr firstRow="1" bandRow="1">
                <a:tableStyleId>{073A0DAA-6AF3-43AB-8588-CEC1D06C72B9}</a:tableStyleId>
              </a:tblPr>
              <a:tblGrid>
                <a:gridCol w="1097280">
                  <a:extLst>
                    <a:ext uri="{9D8B030D-6E8A-4147-A177-3AD203B41FA5}">
                      <a16:colId xmlns:a16="http://schemas.microsoft.com/office/drawing/2014/main" val="3075322252"/>
                    </a:ext>
                  </a:extLst>
                </a:gridCol>
                <a:gridCol w="1097280">
                  <a:extLst>
                    <a:ext uri="{9D8B030D-6E8A-4147-A177-3AD203B41FA5}">
                      <a16:colId xmlns:a16="http://schemas.microsoft.com/office/drawing/2014/main" val="112466607"/>
                    </a:ext>
                  </a:extLst>
                </a:gridCol>
                <a:gridCol w="1463040">
                  <a:extLst>
                    <a:ext uri="{9D8B030D-6E8A-4147-A177-3AD203B41FA5}">
                      <a16:colId xmlns:a16="http://schemas.microsoft.com/office/drawing/2014/main" val="2979836651"/>
                    </a:ext>
                  </a:extLst>
                </a:gridCol>
              </a:tblGrid>
              <a:tr h="370840">
                <a:tc>
                  <a:txBody>
                    <a:bodyPr/>
                    <a:lstStyle/>
                    <a:p>
                      <a:pPr algn="ctr"/>
                      <a:r>
                        <a:rPr lang="en-US" dirty="0">
                          <a:latin typeface="Arial" panose="020B0604020202020204" pitchFamily="34" charset="0"/>
                          <a:cs typeface="Arial" panose="020B0604020202020204" pitchFamily="34" charset="0"/>
                        </a:rPr>
                        <a:t>Weight</a:t>
                      </a:r>
                      <a:r>
                        <a:rPr lang="en-US" baseline="-25000" dirty="0">
                          <a:latin typeface="Arial" panose="020B0604020202020204" pitchFamily="34" charset="0"/>
                          <a:cs typeface="Arial" panose="020B0604020202020204" pitchFamily="34" charset="0"/>
                        </a:rPr>
                        <a:t>1</a:t>
                      </a:r>
                      <a:endParaRPr lang="en-US" dirty="0">
                        <a:latin typeface="Arial" panose="020B0604020202020204" pitchFamily="34" charset="0"/>
                        <a:cs typeface="Arial" panose="020B0604020202020204" pitchFamily="34" charset="0"/>
                      </a:endParaRPr>
                    </a:p>
                  </a:txBody>
                  <a:tcPr/>
                </a:tc>
                <a:tc>
                  <a:txBody>
                    <a:bodyPr/>
                    <a:lstStyle/>
                    <a:p>
                      <a:pPr algn="ctr"/>
                      <a:r>
                        <a:rPr lang="en-US" dirty="0">
                          <a:latin typeface="Arial" panose="020B0604020202020204" pitchFamily="34" charset="0"/>
                          <a:cs typeface="Arial" panose="020B0604020202020204" pitchFamily="34" charset="0"/>
                        </a:rPr>
                        <a:t>Weight</a:t>
                      </a:r>
                      <a:r>
                        <a:rPr lang="en-US" baseline="-25000" dirty="0">
                          <a:latin typeface="Arial" panose="020B0604020202020204" pitchFamily="34" charset="0"/>
                          <a:cs typeface="Arial" panose="020B0604020202020204" pitchFamily="34" charset="0"/>
                        </a:rPr>
                        <a:t>2</a:t>
                      </a:r>
                      <a:endParaRPr lang="en-US" dirty="0">
                        <a:latin typeface="Arial" panose="020B0604020202020204" pitchFamily="34" charset="0"/>
                        <a:cs typeface="Arial" panose="020B0604020202020204" pitchFamily="34" charset="0"/>
                      </a:endParaRPr>
                    </a:p>
                  </a:txBody>
                  <a:tcPr/>
                </a:tc>
                <a:tc>
                  <a:txBody>
                    <a:bodyPr/>
                    <a:lstStyle/>
                    <a:p>
                      <a:pPr algn="ctr"/>
                      <a:r>
                        <a:rPr lang="en-US" dirty="0">
                          <a:latin typeface="Arial" panose="020B0604020202020204" pitchFamily="34" charset="0"/>
                          <a:cs typeface="Arial" panose="020B0604020202020204" pitchFamily="34" charset="0"/>
                        </a:rPr>
                        <a:t>Threshold</a:t>
                      </a:r>
                    </a:p>
                    <a:p>
                      <a:pPr algn="ctr"/>
                      <a:r>
                        <a:rPr lang="en-US" dirty="0">
                          <a:latin typeface="Arial" panose="020B0604020202020204" pitchFamily="34" charset="0"/>
                          <a:cs typeface="Arial" panose="020B0604020202020204" pitchFamily="34" charset="0"/>
                        </a:rPr>
                        <a:t>(</a:t>
                      </a:r>
                      <a:r>
                        <a:rPr lang="el-GR" sz="1800" dirty="0">
                          <a:latin typeface="Arial" panose="020B0604020202020204" pitchFamily="34" charset="0"/>
                          <a:cs typeface="Arial" panose="020B0604020202020204" pitchFamily="34" charset="0"/>
                        </a:rPr>
                        <a:t>β</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1168607816"/>
                  </a:ext>
                </a:extLst>
              </a:tr>
              <a:tr h="370840">
                <a:tc>
                  <a:txBody>
                    <a:bodyPr/>
                    <a:lstStyle/>
                    <a:p>
                      <a:pPr algn="ctr"/>
                      <a:r>
                        <a:rPr lang="en-US" b="1" dirty="0">
                          <a:latin typeface="Arial" panose="020B0604020202020204" pitchFamily="34" charset="0"/>
                          <a:cs typeface="Arial" panose="020B0604020202020204" pitchFamily="34" charset="0"/>
                        </a:rPr>
                        <a:t>0.1</a:t>
                      </a:r>
                    </a:p>
                  </a:txBody>
                  <a:tcPr/>
                </a:tc>
                <a:tc>
                  <a:txBody>
                    <a:bodyPr/>
                    <a:lstStyle/>
                    <a:p>
                      <a:pPr algn="ctr"/>
                      <a:r>
                        <a:rPr lang="en-US" b="1" dirty="0">
                          <a:latin typeface="Arial" panose="020B0604020202020204" pitchFamily="34" charset="0"/>
                          <a:cs typeface="Arial" panose="020B0604020202020204" pitchFamily="34" charset="0"/>
                        </a:rPr>
                        <a:t>0.06</a:t>
                      </a:r>
                    </a:p>
                  </a:txBody>
                  <a:tcPr/>
                </a:tc>
                <a:tc>
                  <a:txBody>
                    <a:bodyPr/>
                    <a:lstStyle/>
                    <a:p>
                      <a:pPr algn="ctr"/>
                      <a:r>
                        <a:rPr lang="en-US" b="1" dirty="0">
                          <a:latin typeface="Arial" panose="020B0604020202020204" pitchFamily="34" charset="0"/>
                          <a:cs typeface="Arial" panose="020B0604020202020204" pitchFamily="34" charset="0"/>
                        </a:rPr>
                        <a:t>0.07</a:t>
                      </a:r>
                    </a:p>
                  </a:txBody>
                  <a:tcPr/>
                </a:tc>
                <a:extLst>
                  <a:ext uri="{0D108BD9-81ED-4DB2-BD59-A6C34878D82A}">
                    <a16:rowId xmlns:a16="http://schemas.microsoft.com/office/drawing/2014/main" val="3358362266"/>
                  </a:ext>
                </a:extLst>
              </a:tr>
            </a:tbl>
          </a:graphicData>
        </a:graphic>
      </p:graphicFrame>
      <p:pic>
        <p:nvPicPr>
          <p:cNvPr id="3" name="Picture 2">
            <a:extLst>
              <a:ext uri="{FF2B5EF4-FFF2-40B4-BE49-F238E27FC236}">
                <a16:creationId xmlns:a16="http://schemas.microsoft.com/office/drawing/2014/main" id="{AF31DD30-9C14-33EE-06EE-1D4CA568AA5B}"/>
              </a:ext>
            </a:extLst>
          </p:cNvPr>
          <p:cNvPicPr>
            <a:picLocks noChangeAspect="1"/>
          </p:cNvPicPr>
          <p:nvPr/>
        </p:nvPicPr>
        <p:blipFill>
          <a:blip r:embed="rId2"/>
          <a:srcRect/>
          <a:stretch/>
        </p:blipFill>
        <p:spPr>
          <a:xfrm>
            <a:off x="6685732" y="2133600"/>
            <a:ext cx="4572000" cy="457200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9" name="Rectangle 8">
            <a:extLst>
              <a:ext uri="{FF2B5EF4-FFF2-40B4-BE49-F238E27FC236}">
                <a16:creationId xmlns:a16="http://schemas.microsoft.com/office/drawing/2014/main" id="{7E94E0CD-79DB-F246-1645-D27DFAEE3CFB}"/>
              </a:ext>
            </a:extLst>
          </p:cNvPr>
          <p:cNvSpPr/>
          <p:nvPr/>
        </p:nvSpPr>
        <p:spPr>
          <a:xfrm>
            <a:off x="1958498" y="4569460"/>
            <a:ext cx="3547428" cy="383540"/>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7">
            <a:extLst>
              <a:ext uri="{FF2B5EF4-FFF2-40B4-BE49-F238E27FC236}">
                <a16:creationId xmlns:a16="http://schemas.microsoft.com/office/drawing/2014/main" id="{3F688B74-182F-12E0-A24B-63D0C7FCC36B}"/>
              </a:ext>
            </a:extLst>
          </p:cNvPr>
          <p:cNvSpPr/>
          <p:nvPr/>
        </p:nvSpPr>
        <p:spPr>
          <a:xfrm>
            <a:off x="7059612" y="2255520"/>
            <a:ext cx="3129280" cy="4140200"/>
          </a:xfrm>
          <a:custGeom>
            <a:avLst/>
            <a:gdLst>
              <a:gd name="connsiteX0" fmla="*/ 609600 w 3129280"/>
              <a:gd name="connsiteY0" fmla="*/ 5080 h 4140200"/>
              <a:gd name="connsiteX1" fmla="*/ 0 w 3129280"/>
              <a:gd name="connsiteY1" fmla="*/ 0 h 4140200"/>
              <a:gd name="connsiteX2" fmla="*/ 0 w 3129280"/>
              <a:gd name="connsiteY2" fmla="*/ 4140200 h 4140200"/>
              <a:gd name="connsiteX3" fmla="*/ 3129280 w 3129280"/>
              <a:gd name="connsiteY3" fmla="*/ 4140200 h 4140200"/>
              <a:gd name="connsiteX4" fmla="*/ 609600 w 3129280"/>
              <a:gd name="connsiteY4" fmla="*/ 5080 h 4140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29280" h="4140200">
                <a:moveTo>
                  <a:pt x="609600" y="5080"/>
                </a:moveTo>
                <a:lnTo>
                  <a:pt x="0" y="0"/>
                </a:lnTo>
                <a:lnTo>
                  <a:pt x="0" y="4140200"/>
                </a:lnTo>
                <a:lnTo>
                  <a:pt x="3129280" y="4140200"/>
                </a:lnTo>
                <a:lnTo>
                  <a:pt x="609600" y="5080"/>
                </a:lnTo>
                <a:close/>
              </a:path>
            </a:pathLst>
          </a:custGeom>
          <a:solidFill>
            <a:srgbClr val="FF0000">
              <a:alpha val="1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09211F5-75FB-99C4-C276-950DDEDD3C22}"/>
              </a:ext>
            </a:extLst>
          </p:cNvPr>
          <p:cNvSpPr/>
          <p:nvPr/>
        </p:nvSpPr>
        <p:spPr>
          <a:xfrm>
            <a:off x="8426132" y="5694680"/>
            <a:ext cx="304800" cy="304800"/>
          </a:xfrm>
          <a:prstGeom prst="ellipse">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allout: Right Arrow 10">
            <a:extLst>
              <a:ext uri="{FF2B5EF4-FFF2-40B4-BE49-F238E27FC236}">
                <a16:creationId xmlns:a16="http://schemas.microsoft.com/office/drawing/2014/main" id="{F13DD97C-2043-4D4B-2D2C-1872056232D0}"/>
              </a:ext>
            </a:extLst>
          </p:cNvPr>
          <p:cNvSpPr/>
          <p:nvPr/>
        </p:nvSpPr>
        <p:spPr>
          <a:xfrm>
            <a:off x="3871885" y="5313680"/>
            <a:ext cx="4479028" cy="1066800"/>
          </a:xfrm>
          <a:prstGeom prst="rightArrowCallout">
            <a:avLst>
              <a:gd name="adj1" fmla="val 25000"/>
              <a:gd name="adj2" fmla="val 25000"/>
              <a:gd name="adj3" fmla="val 25000"/>
              <a:gd name="adj4" fmla="val 91247"/>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Arial" panose="020B0604020202020204" pitchFamily="34" charset="0"/>
                <a:cs typeface="Arial" panose="020B0604020202020204" pitchFamily="34" charset="0"/>
              </a:rPr>
              <a:t>This point is correctly classified (it has the color </a:t>
            </a:r>
            <a:r>
              <a:rPr lang="en-US" dirty="0">
                <a:solidFill>
                  <a:srgbClr val="FF0000"/>
                </a:solidFill>
                <a:highlight>
                  <a:srgbClr val="000000"/>
                </a:highlight>
                <a:latin typeface="Arial" panose="020B0604020202020204" pitchFamily="34" charset="0"/>
                <a:cs typeface="Arial" panose="020B0604020202020204" pitchFamily="34" charset="0"/>
              </a:rPr>
              <a:t>red</a:t>
            </a:r>
            <a:r>
              <a:rPr lang="en-US" dirty="0">
                <a:latin typeface="Arial" panose="020B0604020202020204" pitchFamily="34" charset="0"/>
                <a:cs typeface="Arial" panose="020B0604020202020204" pitchFamily="34" charset="0"/>
              </a:rPr>
              <a:t> and it is on the red side of the hyper-plane)</a:t>
            </a:r>
            <a:endParaRPr lang="en-US" b="1" dirty="0">
              <a:highlight>
                <a:srgbClr val="000000"/>
              </a:highligh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074256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randombar(horizontal)">
                                      <p:cBhvr>
                                        <p:cTn id="11" dur="500"/>
                                        <p:tgtEl>
                                          <p:spTgt spid="8"/>
                                        </p:tgtEl>
                                      </p:cBhvr>
                                    </p:animEffect>
                                  </p:childTnLst>
                                </p:cTn>
                              </p:par>
                            </p:childTnLst>
                          </p:cTn>
                        </p:par>
                        <p:par>
                          <p:cTn id="12" fill="hold">
                            <p:stCondLst>
                              <p:cond delay="1000"/>
                            </p:stCondLst>
                            <p:childTnLst>
                              <p:par>
                                <p:cTn id="13" presetID="14" presetClass="entr" presetSubtype="10"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randombar(horizontal)">
                                      <p:cBhvr>
                                        <p:cTn id="15" dur="500"/>
                                        <p:tgtEl>
                                          <p:spTgt spid="10"/>
                                        </p:tgtEl>
                                      </p:cBhvr>
                                    </p:animEffect>
                                  </p:childTnLst>
                                </p:cTn>
                              </p:par>
                            </p:childTnLst>
                          </p:cTn>
                        </p:par>
                        <p:par>
                          <p:cTn id="16" fill="hold">
                            <p:stCondLst>
                              <p:cond delay="1500"/>
                            </p:stCondLst>
                            <p:childTnLst>
                              <p:par>
                                <p:cTn id="17" presetID="2" presetClass="entr" presetSubtype="8"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0-#ppt_w/2"/>
                                          </p:val>
                                        </p:tav>
                                        <p:tav tm="100000">
                                          <p:val>
                                            <p:strVal val="#ppt_x"/>
                                          </p:val>
                                        </p:tav>
                                      </p:tavLst>
                                    </p:anim>
                                    <p:anim calcmode="lin" valueType="num">
                                      <p:cBhvr additive="base">
                                        <p:cTn id="20"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8" grpId="0" animBg="1"/>
      <p:bldP spid="10" grpId="0" animBg="1"/>
      <p:bldP spid="11"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6F4C326-A991-6E4A-B40C-E613F986848E}"/>
              </a:ext>
            </a:extLst>
          </p:cNvPr>
          <p:cNvSpPr>
            <a:spLocks noGrp="1"/>
          </p:cNvSpPr>
          <p:nvPr>
            <p:ph type="title"/>
          </p:nvPr>
        </p:nvSpPr>
        <p:spPr/>
        <p:txBody>
          <a:bodyPr/>
          <a:lstStyle/>
          <a:p>
            <a:r>
              <a:rPr lang="en-US" dirty="0"/>
              <a:t>Demo</a:t>
            </a:r>
          </a:p>
        </p:txBody>
      </p:sp>
      <p:sp>
        <p:nvSpPr>
          <p:cNvPr id="5" name="Content Placeholder 4">
            <a:extLst>
              <a:ext uri="{FF2B5EF4-FFF2-40B4-BE49-F238E27FC236}">
                <a16:creationId xmlns:a16="http://schemas.microsoft.com/office/drawing/2014/main" id="{A3F51C36-2B58-87BF-492D-243B4AE5B6D1}"/>
              </a:ext>
            </a:extLst>
          </p:cNvPr>
          <p:cNvSpPr>
            <a:spLocks noGrp="1"/>
          </p:cNvSpPr>
          <p:nvPr>
            <p:ph idx="1"/>
          </p:nvPr>
        </p:nvSpPr>
        <p:spPr>
          <a:xfrm>
            <a:off x="1522414" y="1524000"/>
            <a:ext cx="9144000" cy="4267200"/>
          </a:xfrm>
        </p:spPr>
        <p:txBody>
          <a:bodyPr>
            <a:normAutofit/>
          </a:bodyPr>
          <a:lstStyle/>
          <a:p>
            <a:pPr marL="0" indent="0">
              <a:buNone/>
            </a:pPr>
            <a:r>
              <a:rPr lang="en-US" sz="2400" b="1" dirty="0"/>
              <a:t>5. </a:t>
            </a:r>
            <a:r>
              <a:rPr lang="en-US" sz="2400" dirty="0"/>
              <a:t>Testing each entry (from 1 to 6) against the current model.</a:t>
            </a:r>
            <a:endParaRPr lang="en-US" sz="2400" b="1" dirty="0"/>
          </a:p>
        </p:txBody>
      </p:sp>
      <p:graphicFrame>
        <p:nvGraphicFramePr>
          <p:cNvPr id="6" name="Table 5">
            <a:extLst>
              <a:ext uri="{FF2B5EF4-FFF2-40B4-BE49-F238E27FC236}">
                <a16:creationId xmlns:a16="http://schemas.microsoft.com/office/drawing/2014/main" id="{81896A8A-245A-2556-C7E3-1404C474346C}"/>
              </a:ext>
            </a:extLst>
          </p:cNvPr>
          <p:cNvGraphicFramePr>
            <a:graphicFrameLocks noGrp="1"/>
          </p:cNvGraphicFramePr>
          <p:nvPr/>
        </p:nvGraphicFramePr>
        <p:xfrm>
          <a:off x="1903412" y="2453640"/>
          <a:ext cx="3633654" cy="2865120"/>
        </p:xfrm>
        <a:graphic>
          <a:graphicData uri="http://schemas.openxmlformats.org/drawingml/2006/table">
            <a:tbl>
              <a:tblPr firstRow="1" bandRow="1">
                <a:tableStyleId>{073A0DAA-6AF3-43AB-8588-CEC1D06C72B9}</a:tableStyleId>
              </a:tblPr>
              <a:tblGrid>
                <a:gridCol w="822960">
                  <a:extLst>
                    <a:ext uri="{9D8B030D-6E8A-4147-A177-3AD203B41FA5}">
                      <a16:colId xmlns:a16="http://schemas.microsoft.com/office/drawing/2014/main" val="392014626"/>
                    </a:ext>
                  </a:extLst>
                </a:gridCol>
                <a:gridCol w="914400">
                  <a:extLst>
                    <a:ext uri="{9D8B030D-6E8A-4147-A177-3AD203B41FA5}">
                      <a16:colId xmlns:a16="http://schemas.microsoft.com/office/drawing/2014/main" val="437014267"/>
                    </a:ext>
                  </a:extLst>
                </a:gridCol>
                <a:gridCol w="914400">
                  <a:extLst>
                    <a:ext uri="{9D8B030D-6E8A-4147-A177-3AD203B41FA5}">
                      <a16:colId xmlns:a16="http://schemas.microsoft.com/office/drawing/2014/main" val="4042802396"/>
                    </a:ext>
                  </a:extLst>
                </a:gridCol>
                <a:gridCol w="981894">
                  <a:extLst>
                    <a:ext uri="{9D8B030D-6E8A-4147-A177-3AD203B41FA5}">
                      <a16:colId xmlns:a16="http://schemas.microsoft.com/office/drawing/2014/main" val="958931348"/>
                    </a:ext>
                  </a:extLst>
                </a:gridCol>
              </a:tblGrid>
              <a:tr h="370840">
                <a:tc>
                  <a:txBody>
                    <a:bodyPr/>
                    <a:lstStyle/>
                    <a:p>
                      <a:pPr algn="ctr"/>
                      <a:r>
                        <a:rPr lang="en-US" dirty="0">
                          <a:latin typeface="Arial" panose="020B0604020202020204" pitchFamily="34" charset="0"/>
                          <a:cs typeface="Arial" panose="020B0604020202020204" pitchFamily="34" charset="0"/>
                        </a:rPr>
                        <a:t>Entry</a:t>
                      </a:r>
                    </a:p>
                  </a:txBody>
                  <a:tcPr/>
                </a:tc>
                <a:tc>
                  <a:txBody>
                    <a:bodyPr/>
                    <a:lstStyle/>
                    <a:p>
                      <a:pPr algn="ctr"/>
                      <a:r>
                        <a:rPr lang="en-US" dirty="0">
                          <a:latin typeface="Arial" panose="020B0604020202020204" pitchFamily="34" charset="0"/>
                          <a:cs typeface="Arial" panose="020B0604020202020204" pitchFamily="34" charset="0"/>
                        </a:rPr>
                        <a:t>Input</a:t>
                      </a:r>
                      <a:r>
                        <a:rPr lang="en-US" baseline="-25000" dirty="0">
                          <a:latin typeface="Arial" panose="020B0604020202020204" pitchFamily="34" charset="0"/>
                          <a:cs typeface="Arial" panose="020B0604020202020204" pitchFamily="34" charset="0"/>
                        </a:rPr>
                        <a:t>1</a:t>
                      </a:r>
                    </a:p>
                    <a:p>
                      <a:pPr algn="ctr"/>
                      <a:r>
                        <a:rPr lang="en-US" baseline="0" dirty="0">
                          <a:latin typeface="Arial" panose="020B0604020202020204" pitchFamily="34" charset="0"/>
                          <a:cs typeface="Arial" panose="020B0604020202020204" pitchFamily="34" charset="0"/>
                        </a:rPr>
                        <a:t>(X)</a:t>
                      </a:r>
                    </a:p>
                  </a:txBody>
                  <a:tcPr/>
                </a:tc>
                <a:tc>
                  <a:txBody>
                    <a:bodyPr/>
                    <a:lstStyle/>
                    <a:p>
                      <a:pPr algn="ctr"/>
                      <a:r>
                        <a:rPr lang="en-US" dirty="0">
                          <a:latin typeface="Arial" panose="020B0604020202020204" pitchFamily="34" charset="0"/>
                          <a:cs typeface="Arial" panose="020B0604020202020204" pitchFamily="34" charset="0"/>
                        </a:rPr>
                        <a:t>Input</a:t>
                      </a:r>
                      <a:r>
                        <a:rPr lang="en-US" baseline="-25000" dirty="0">
                          <a:latin typeface="Arial" panose="020B0604020202020204" pitchFamily="34" charset="0"/>
                          <a:cs typeface="Arial" panose="020B0604020202020204" pitchFamily="34" charset="0"/>
                        </a:rPr>
                        <a:t>2</a:t>
                      </a:r>
                    </a:p>
                    <a:p>
                      <a:pPr algn="ctr"/>
                      <a:r>
                        <a:rPr lang="en-US" baseline="0" dirty="0">
                          <a:latin typeface="Arial" panose="020B0604020202020204" pitchFamily="34" charset="0"/>
                          <a:cs typeface="Arial" panose="020B0604020202020204" pitchFamily="34" charset="0"/>
                        </a:rPr>
                        <a:t>(Y)</a:t>
                      </a:r>
                    </a:p>
                  </a:txBody>
                  <a:tcPr/>
                </a:tc>
                <a:tc>
                  <a:txBody>
                    <a:bodyPr/>
                    <a:lstStyle/>
                    <a:p>
                      <a:pPr algn="ctr"/>
                      <a:r>
                        <a:rPr lang="en-US" dirty="0">
                          <a:latin typeface="Arial" panose="020B0604020202020204" pitchFamily="34" charset="0"/>
                          <a:cs typeface="Arial" panose="020B0604020202020204" pitchFamily="34" charset="0"/>
                        </a:rPr>
                        <a:t>Label</a:t>
                      </a:r>
                    </a:p>
                    <a:p>
                      <a:pPr algn="ctr"/>
                      <a:r>
                        <a:rPr lang="en-US" dirty="0">
                          <a:latin typeface="Arial" panose="020B0604020202020204" pitchFamily="34" charset="0"/>
                          <a:cs typeface="Arial" panose="020B0604020202020204" pitchFamily="34" charset="0"/>
                        </a:rPr>
                        <a:t>(Color)</a:t>
                      </a:r>
                    </a:p>
                  </a:txBody>
                  <a:tcPr/>
                </a:tc>
                <a:extLst>
                  <a:ext uri="{0D108BD9-81ED-4DB2-BD59-A6C34878D82A}">
                    <a16:rowId xmlns:a16="http://schemas.microsoft.com/office/drawing/2014/main" val="3281462437"/>
                  </a:ext>
                </a:extLst>
              </a:tr>
              <a:tr h="370840">
                <a:tc>
                  <a:txBody>
                    <a:bodyPr/>
                    <a:lstStyle/>
                    <a:p>
                      <a:pPr algn="ctr"/>
                      <a:r>
                        <a:rPr lang="en-US" dirty="0">
                          <a:latin typeface="Arial" panose="020B0604020202020204" pitchFamily="34" charset="0"/>
                          <a:cs typeface="Arial" panose="020B0604020202020204" pitchFamily="34" charset="0"/>
                        </a:rPr>
                        <a:t>#1</a:t>
                      </a:r>
                    </a:p>
                  </a:txBody>
                  <a:tcPr/>
                </a:tc>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00B05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04868658"/>
                  </a:ext>
                </a:extLst>
              </a:tr>
              <a:tr h="370840">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 (</a:t>
                      </a:r>
                      <a:r>
                        <a:rPr lang="en-US" sz="1800" dirty="0">
                          <a:solidFill>
                            <a:srgbClr val="00B05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651165515"/>
                  </a:ext>
                </a:extLst>
              </a:tr>
              <a:tr h="370840">
                <a:tc>
                  <a:txBody>
                    <a:bodyPr/>
                    <a:lstStyle/>
                    <a:p>
                      <a:pPr algn="ctr"/>
                      <a:r>
                        <a:rPr lang="en-US" dirty="0">
                          <a:latin typeface="Arial" panose="020B0604020202020204" pitchFamily="34" charset="0"/>
                          <a:cs typeface="Arial" panose="020B0604020202020204" pitchFamily="34" charset="0"/>
                        </a:rPr>
                        <a:t>#3</a:t>
                      </a:r>
                    </a:p>
                  </a:txBody>
                  <a:tcPr/>
                </a:tc>
                <a:tc>
                  <a:txBody>
                    <a:bodyPr/>
                    <a:lstStyle/>
                    <a:p>
                      <a:pPr algn="ctr"/>
                      <a:r>
                        <a:rPr lang="en-US" dirty="0">
                          <a:latin typeface="Arial" panose="020B0604020202020204" pitchFamily="34" charset="0"/>
                          <a:cs typeface="Arial" panose="020B0604020202020204" pitchFamily="34" charset="0"/>
                        </a:rPr>
                        <a:t>0</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 (</a:t>
                      </a:r>
                      <a:r>
                        <a:rPr lang="en-US" sz="1800" dirty="0">
                          <a:solidFill>
                            <a:srgbClr val="00B05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906554913"/>
                  </a:ext>
                </a:extLst>
              </a:tr>
              <a:tr h="370840">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ctr"/>
                      <a:r>
                        <a:rPr lang="en-US" dirty="0">
                          <a:latin typeface="Arial" panose="020B0604020202020204" pitchFamily="34" charset="0"/>
                          <a:cs typeface="Arial" panose="020B0604020202020204" pitchFamily="34" charset="0"/>
                        </a:rPr>
                        <a:t>0</a:t>
                      </a:r>
                    </a:p>
                  </a:txBody>
                  <a:tcPr/>
                </a:tc>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C0000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052881436"/>
                  </a:ext>
                </a:extLst>
              </a:tr>
              <a:tr h="370840">
                <a:tc>
                  <a:txBody>
                    <a:bodyPr/>
                    <a:lstStyle/>
                    <a:p>
                      <a:pPr algn="ctr"/>
                      <a:r>
                        <a:rPr lang="en-US" dirty="0">
                          <a:latin typeface="Arial" panose="020B0604020202020204" pitchFamily="34" charset="0"/>
                          <a:cs typeface="Arial" panose="020B0604020202020204" pitchFamily="34" charset="0"/>
                        </a:rPr>
                        <a:t>#5</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C0000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496509937"/>
                  </a:ext>
                </a:extLst>
              </a:tr>
              <a:tr h="370840">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C0000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43331876"/>
                  </a:ext>
                </a:extLst>
              </a:tr>
            </a:tbl>
          </a:graphicData>
        </a:graphic>
      </p:graphicFrame>
      <p:graphicFrame>
        <p:nvGraphicFramePr>
          <p:cNvPr id="2" name="Table 1">
            <a:extLst>
              <a:ext uri="{FF2B5EF4-FFF2-40B4-BE49-F238E27FC236}">
                <a16:creationId xmlns:a16="http://schemas.microsoft.com/office/drawing/2014/main" id="{E2B18E8E-3C3C-9F75-2C30-87FDCF455465}"/>
              </a:ext>
            </a:extLst>
          </p:cNvPr>
          <p:cNvGraphicFramePr>
            <a:graphicFrameLocks noGrp="1"/>
          </p:cNvGraphicFramePr>
          <p:nvPr/>
        </p:nvGraphicFramePr>
        <p:xfrm>
          <a:off x="1903412" y="5486400"/>
          <a:ext cx="3657600" cy="1010920"/>
        </p:xfrm>
        <a:graphic>
          <a:graphicData uri="http://schemas.openxmlformats.org/drawingml/2006/table">
            <a:tbl>
              <a:tblPr firstRow="1" bandRow="1">
                <a:tableStyleId>{073A0DAA-6AF3-43AB-8588-CEC1D06C72B9}</a:tableStyleId>
              </a:tblPr>
              <a:tblGrid>
                <a:gridCol w="1097280">
                  <a:extLst>
                    <a:ext uri="{9D8B030D-6E8A-4147-A177-3AD203B41FA5}">
                      <a16:colId xmlns:a16="http://schemas.microsoft.com/office/drawing/2014/main" val="3075322252"/>
                    </a:ext>
                  </a:extLst>
                </a:gridCol>
                <a:gridCol w="1097280">
                  <a:extLst>
                    <a:ext uri="{9D8B030D-6E8A-4147-A177-3AD203B41FA5}">
                      <a16:colId xmlns:a16="http://schemas.microsoft.com/office/drawing/2014/main" val="112466607"/>
                    </a:ext>
                  </a:extLst>
                </a:gridCol>
                <a:gridCol w="1463040">
                  <a:extLst>
                    <a:ext uri="{9D8B030D-6E8A-4147-A177-3AD203B41FA5}">
                      <a16:colId xmlns:a16="http://schemas.microsoft.com/office/drawing/2014/main" val="2979836651"/>
                    </a:ext>
                  </a:extLst>
                </a:gridCol>
              </a:tblGrid>
              <a:tr h="370840">
                <a:tc>
                  <a:txBody>
                    <a:bodyPr/>
                    <a:lstStyle/>
                    <a:p>
                      <a:pPr algn="ctr"/>
                      <a:r>
                        <a:rPr lang="en-US" dirty="0">
                          <a:latin typeface="Arial" panose="020B0604020202020204" pitchFamily="34" charset="0"/>
                          <a:cs typeface="Arial" panose="020B0604020202020204" pitchFamily="34" charset="0"/>
                        </a:rPr>
                        <a:t>Weight</a:t>
                      </a:r>
                      <a:r>
                        <a:rPr lang="en-US" baseline="-25000" dirty="0">
                          <a:latin typeface="Arial" panose="020B0604020202020204" pitchFamily="34" charset="0"/>
                          <a:cs typeface="Arial" panose="020B0604020202020204" pitchFamily="34" charset="0"/>
                        </a:rPr>
                        <a:t>1</a:t>
                      </a:r>
                      <a:endParaRPr lang="en-US" dirty="0">
                        <a:latin typeface="Arial" panose="020B0604020202020204" pitchFamily="34" charset="0"/>
                        <a:cs typeface="Arial" panose="020B0604020202020204" pitchFamily="34" charset="0"/>
                      </a:endParaRPr>
                    </a:p>
                  </a:txBody>
                  <a:tcPr/>
                </a:tc>
                <a:tc>
                  <a:txBody>
                    <a:bodyPr/>
                    <a:lstStyle/>
                    <a:p>
                      <a:pPr algn="ctr"/>
                      <a:r>
                        <a:rPr lang="en-US" dirty="0">
                          <a:latin typeface="Arial" panose="020B0604020202020204" pitchFamily="34" charset="0"/>
                          <a:cs typeface="Arial" panose="020B0604020202020204" pitchFamily="34" charset="0"/>
                        </a:rPr>
                        <a:t>Weight</a:t>
                      </a:r>
                      <a:r>
                        <a:rPr lang="en-US" baseline="-25000" dirty="0">
                          <a:latin typeface="Arial" panose="020B0604020202020204" pitchFamily="34" charset="0"/>
                          <a:cs typeface="Arial" panose="020B0604020202020204" pitchFamily="34" charset="0"/>
                        </a:rPr>
                        <a:t>2</a:t>
                      </a:r>
                      <a:endParaRPr lang="en-US" dirty="0">
                        <a:latin typeface="Arial" panose="020B0604020202020204" pitchFamily="34" charset="0"/>
                        <a:cs typeface="Arial" panose="020B0604020202020204" pitchFamily="34" charset="0"/>
                      </a:endParaRPr>
                    </a:p>
                  </a:txBody>
                  <a:tcPr/>
                </a:tc>
                <a:tc>
                  <a:txBody>
                    <a:bodyPr/>
                    <a:lstStyle/>
                    <a:p>
                      <a:pPr algn="ctr"/>
                      <a:r>
                        <a:rPr lang="en-US" dirty="0">
                          <a:latin typeface="Arial" panose="020B0604020202020204" pitchFamily="34" charset="0"/>
                          <a:cs typeface="Arial" panose="020B0604020202020204" pitchFamily="34" charset="0"/>
                        </a:rPr>
                        <a:t>Threshold</a:t>
                      </a:r>
                    </a:p>
                    <a:p>
                      <a:pPr algn="ctr"/>
                      <a:r>
                        <a:rPr lang="en-US" dirty="0">
                          <a:latin typeface="Arial" panose="020B0604020202020204" pitchFamily="34" charset="0"/>
                          <a:cs typeface="Arial" panose="020B0604020202020204" pitchFamily="34" charset="0"/>
                        </a:rPr>
                        <a:t>(</a:t>
                      </a:r>
                      <a:r>
                        <a:rPr lang="el-GR" sz="1800" dirty="0">
                          <a:latin typeface="Arial" panose="020B0604020202020204" pitchFamily="34" charset="0"/>
                          <a:cs typeface="Arial" panose="020B0604020202020204" pitchFamily="34" charset="0"/>
                        </a:rPr>
                        <a:t>β</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1168607816"/>
                  </a:ext>
                </a:extLst>
              </a:tr>
              <a:tr h="370840">
                <a:tc>
                  <a:txBody>
                    <a:bodyPr/>
                    <a:lstStyle/>
                    <a:p>
                      <a:pPr algn="ctr"/>
                      <a:r>
                        <a:rPr lang="en-US" b="1" dirty="0">
                          <a:latin typeface="Arial" panose="020B0604020202020204" pitchFamily="34" charset="0"/>
                          <a:cs typeface="Arial" panose="020B0604020202020204" pitchFamily="34" charset="0"/>
                        </a:rPr>
                        <a:t>0.1</a:t>
                      </a:r>
                    </a:p>
                  </a:txBody>
                  <a:tcPr/>
                </a:tc>
                <a:tc>
                  <a:txBody>
                    <a:bodyPr/>
                    <a:lstStyle/>
                    <a:p>
                      <a:pPr algn="ctr"/>
                      <a:r>
                        <a:rPr lang="en-US" b="1" dirty="0">
                          <a:latin typeface="Arial" panose="020B0604020202020204" pitchFamily="34" charset="0"/>
                          <a:cs typeface="Arial" panose="020B0604020202020204" pitchFamily="34" charset="0"/>
                        </a:rPr>
                        <a:t>0.06</a:t>
                      </a:r>
                    </a:p>
                  </a:txBody>
                  <a:tcPr/>
                </a:tc>
                <a:tc>
                  <a:txBody>
                    <a:bodyPr/>
                    <a:lstStyle/>
                    <a:p>
                      <a:pPr algn="ctr"/>
                      <a:r>
                        <a:rPr lang="en-US" b="1" dirty="0">
                          <a:latin typeface="Arial" panose="020B0604020202020204" pitchFamily="34" charset="0"/>
                          <a:cs typeface="Arial" panose="020B0604020202020204" pitchFamily="34" charset="0"/>
                        </a:rPr>
                        <a:t>0.07</a:t>
                      </a:r>
                    </a:p>
                  </a:txBody>
                  <a:tcPr/>
                </a:tc>
                <a:extLst>
                  <a:ext uri="{0D108BD9-81ED-4DB2-BD59-A6C34878D82A}">
                    <a16:rowId xmlns:a16="http://schemas.microsoft.com/office/drawing/2014/main" val="3358362266"/>
                  </a:ext>
                </a:extLst>
              </a:tr>
            </a:tbl>
          </a:graphicData>
        </a:graphic>
      </p:graphicFrame>
      <p:pic>
        <p:nvPicPr>
          <p:cNvPr id="3" name="Picture 2">
            <a:extLst>
              <a:ext uri="{FF2B5EF4-FFF2-40B4-BE49-F238E27FC236}">
                <a16:creationId xmlns:a16="http://schemas.microsoft.com/office/drawing/2014/main" id="{AF31DD30-9C14-33EE-06EE-1D4CA568AA5B}"/>
              </a:ext>
            </a:extLst>
          </p:cNvPr>
          <p:cNvPicPr>
            <a:picLocks noChangeAspect="1"/>
          </p:cNvPicPr>
          <p:nvPr/>
        </p:nvPicPr>
        <p:blipFill>
          <a:blip r:embed="rId2"/>
          <a:srcRect/>
          <a:stretch/>
        </p:blipFill>
        <p:spPr>
          <a:xfrm>
            <a:off x="6685732" y="2133600"/>
            <a:ext cx="4572000" cy="457200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9" name="Rectangle 8">
            <a:extLst>
              <a:ext uri="{FF2B5EF4-FFF2-40B4-BE49-F238E27FC236}">
                <a16:creationId xmlns:a16="http://schemas.microsoft.com/office/drawing/2014/main" id="{7E94E0CD-79DB-F246-1645-D27DFAEE3CFB}"/>
              </a:ext>
            </a:extLst>
          </p:cNvPr>
          <p:cNvSpPr/>
          <p:nvPr/>
        </p:nvSpPr>
        <p:spPr>
          <a:xfrm>
            <a:off x="1958498" y="4950460"/>
            <a:ext cx="3547428" cy="383540"/>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7">
            <a:extLst>
              <a:ext uri="{FF2B5EF4-FFF2-40B4-BE49-F238E27FC236}">
                <a16:creationId xmlns:a16="http://schemas.microsoft.com/office/drawing/2014/main" id="{3F688B74-182F-12E0-A24B-63D0C7FCC36B}"/>
              </a:ext>
            </a:extLst>
          </p:cNvPr>
          <p:cNvSpPr/>
          <p:nvPr/>
        </p:nvSpPr>
        <p:spPr>
          <a:xfrm>
            <a:off x="7059612" y="2255520"/>
            <a:ext cx="3129280" cy="4140200"/>
          </a:xfrm>
          <a:custGeom>
            <a:avLst/>
            <a:gdLst>
              <a:gd name="connsiteX0" fmla="*/ 609600 w 3129280"/>
              <a:gd name="connsiteY0" fmla="*/ 5080 h 4140200"/>
              <a:gd name="connsiteX1" fmla="*/ 0 w 3129280"/>
              <a:gd name="connsiteY1" fmla="*/ 0 h 4140200"/>
              <a:gd name="connsiteX2" fmla="*/ 0 w 3129280"/>
              <a:gd name="connsiteY2" fmla="*/ 4140200 h 4140200"/>
              <a:gd name="connsiteX3" fmla="*/ 3129280 w 3129280"/>
              <a:gd name="connsiteY3" fmla="*/ 4140200 h 4140200"/>
              <a:gd name="connsiteX4" fmla="*/ 609600 w 3129280"/>
              <a:gd name="connsiteY4" fmla="*/ 5080 h 4140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29280" h="4140200">
                <a:moveTo>
                  <a:pt x="609600" y="5080"/>
                </a:moveTo>
                <a:lnTo>
                  <a:pt x="0" y="0"/>
                </a:lnTo>
                <a:lnTo>
                  <a:pt x="0" y="4140200"/>
                </a:lnTo>
                <a:lnTo>
                  <a:pt x="3129280" y="4140200"/>
                </a:lnTo>
                <a:lnTo>
                  <a:pt x="609600" y="5080"/>
                </a:lnTo>
                <a:close/>
              </a:path>
            </a:pathLst>
          </a:custGeom>
          <a:solidFill>
            <a:srgbClr val="FF0000">
              <a:alpha val="1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09211F5-75FB-99C4-C276-950DDEDD3C22}"/>
              </a:ext>
            </a:extLst>
          </p:cNvPr>
          <p:cNvSpPr/>
          <p:nvPr/>
        </p:nvSpPr>
        <p:spPr>
          <a:xfrm>
            <a:off x="10503852" y="3632200"/>
            <a:ext cx="304800" cy="304800"/>
          </a:xfrm>
          <a:prstGeom prst="ellipse">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allout: Right Arrow 6">
            <a:extLst>
              <a:ext uri="{FF2B5EF4-FFF2-40B4-BE49-F238E27FC236}">
                <a16:creationId xmlns:a16="http://schemas.microsoft.com/office/drawing/2014/main" id="{1C7B079F-1DAC-E29B-36EF-1E3EE41EC2CE}"/>
              </a:ext>
            </a:extLst>
          </p:cNvPr>
          <p:cNvSpPr/>
          <p:nvPr/>
        </p:nvSpPr>
        <p:spPr>
          <a:xfrm>
            <a:off x="3092685" y="3274060"/>
            <a:ext cx="7292662" cy="1066800"/>
          </a:xfrm>
          <a:prstGeom prst="rightArrowCallout">
            <a:avLst>
              <a:gd name="adj1" fmla="val 25000"/>
              <a:gd name="adj2" fmla="val 25000"/>
              <a:gd name="adj3" fmla="val 25000"/>
              <a:gd name="adj4" fmla="val 91247"/>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This point however is not correctly classified (it does not reside on right part of the hyper-plan) and as such we will have to adjust the hyper plane</a:t>
            </a:r>
            <a:endParaRPr lang="en-US" b="1" dirty="0"/>
          </a:p>
        </p:txBody>
      </p:sp>
    </p:spTree>
    <p:extLst>
      <p:ext uri="{BB962C8B-B14F-4D97-AF65-F5344CB8AC3E}">
        <p14:creationId xmlns:p14="http://schemas.microsoft.com/office/powerpoint/2010/main" val="24195628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randombar(horizontal)">
                                      <p:cBhvr>
                                        <p:cTn id="11" dur="500"/>
                                        <p:tgtEl>
                                          <p:spTgt spid="8"/>
                                        </p:tgtEl>
                                      </p:cBhvr>
                                    </p:animEffect>
                                  </p:childTnLst>
                                </p:cTn>
                              </p:par>
                            </p:childTnLst>
                          </p:cTn>
                        </p:par>
                        <p:par>
                          <p:cTn id="12" fill="hold">
                            <p:stCondLst>
                              <p:cond delay="1000"/>
                            </p:stCondLst>
                            <p:childTnLst>
                              <p:par>
                                <p:cTn id="13" presetID="14" presetClass="entr" presetSubtype="10"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randombar(horizontal)">
                                      <p:cBhvr>
                                        <p:cTn id="15" dur="500"/>
                                        <p:tgtEl>
                                          <p:spTgt spid="10"/>
                                        </p:tgtEl>
                                      </p:cBhvr>
                                    </p:animEffect>
                                  </p:childTnLst>
                                </p:cTn>
                              </p:par>
                            </p:childTnLst>
                          </p:cTn>
                        </p:par>
                        <p:par>
                          <p:cTn id="16" fill="hold">
                            <p:stCondLst>
                              <p:cond delay="1500"/>
                            </p:stCondLst>
                            <p:childTnLst>
                              <p:par>
                                <p:cTn id="17" presetID="2" presetClass="entr" presetSubtype="8"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0-#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8" grpId="0" animBg="1"/>
      <p:bldP spid="10" grpId="0" animBg="1"/>
      <p:bldP spid="7"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6F4C326-A991-6E4A-B40C-E613F986848E}"/>
              </a:ext>
            </a:extLst>
          </p:cNvPr>
          <p:cNvSpPr>
            <a:spLocks noGrp="1"/>
          </p:cNvSpPr>
          <p:nvPr>
            <p:ph type="title"/>
          </p:nvPr>
        </p:nvSpPr>
        <p:spPr/>
        <p:txBody>
          <a:bodyPr/>
          <a:lstStyle/>
          <a:p>
            <a:r>
              <a:rPr lang="en-US" dirty="0"/>
              <a:t>Demo</a:t>
            </a:r>
          </a:p>
        </p:txBody>
      </p:sp>
      <p:sp>
        <p:nvSpPr>
          <p:cNvPr id="5" name="Content Placeholder 4">
            <a:extLst>
              <a:ext uri="{FF2B5EF4-FFF2-40B4-BE49-F238E27FC236}">
                <a16:creationId xmlns:a16="http://schemas.microsoft.com/office/drawing/2014/main" id="{A3F51C36-2B58-87BF-492D-243B4AE5B6D1}"/>
              </a:ext>
            </a:extLst>
          </p:cNvPr>
          <p:cNvSpPr>
            <a:spLocks noGrp="1"/>
          </p:cNvSpPr>
          <p:nvPr>
            <p:ph idx="1"/>
          </p:nvPr>
        </p:nvSpPr>
        <p:spPr>
          <a:xfrm>
            <a:off x="1522414" y="1524000"/>
            <a:ext cx="9144000" cy="4267200"/>
          </a:xfrm>
        </p:spPr>
        <p:txBody>
          <a:bodyPr>
            <a:normAutofit/>
          </a:bodyPr>
          <a:lstStyle/>
          <a:p>
            <a:pPr marL="0" indent="0">
              <a:buNone/>
            </a:pPr>
            <a:r>
              <a:rPr lang="en-US" sz="2400" b="1" dirty="0"/>
              <a:t>5. </a:t>
            </a:r>
            <a:r>
              <a:rPr lang="en-US" sz="2400" dirty="0"/>
              <a:t>Testing each entry (from 1 to 6) against the current model.</a:t>
            </a:r>
            <a:endParaRPr lang="en-US" sz="2400" b="1" dirty="0"/>
          </a:p>
        </p:txBody>
      </p:sp>
      <p:graphicFrame>
        <p:nvGraphicFramePr>
          <p:cNvPr id="6" name="Table 5">
            <a:extLst>
              <a:ext uri="{FF2B5EF4-FFF2-40B4-BE49-F238E27FC236}">
                <a16:creationId xmlns:a16="http://schemas.microsoft.com/office/drawing/2014/main" id="{81896A8A-245A-2556-C7E3-1404C474346C}"/>
              </a:ext>
            </a:extLst>
          </p:cNvPr>
          <p:cNvGraphicFramePr>
            <a:graphicFrameLocks noGrp="1"/>
          </p:cNvGraphicFramePr>
          <p:nvPr/>
        </p:nvGraphicFramePr>
        <p:xfrm>
          <a:off x="1903412" y="2453640"/>
          <a:ext cx="3633654" cy="2865120"/>
        </p:xfrm>
        <a:graphic>
          <a:graphicData uri="http://schemas.openxmlformats.org/drawingml/2006/table">
            <a:tbl>
              <a:tblPr firstRow="1" bandRow="1">
                <a:tableStyleId>{073A0DAA-6AF3-43AB-8588-CEC1D06C72B9}</a:tableStyleId>
              </a:tblPr>
              <a:tblGrid>
                <a:gridCol w="822960">
                  <a:extLst>
                    <a:ext uri="{9D8B030D-6E8A-4147-A177-3AD203B41FA5}">
                      <a16:colId xmlns:a16="http://schemas.microsoft.com/office/drawing/2014/main" val="392014626"/>
                    </a:ext>
                  </a:extLst>
                </a:gridCol>
                <a:gridCol w="914400">
                  <a:extLst>
                    <a:ext uri="{9D8B030D-6E8A-4147-A177-3AD203B41FA5}">
                      <a16:colId xmlns:a16="http://schemas.microsoft.com/office/drawing/2014/main" val="437014267"/>
                    </a:ext>
                  </a:extLst>
                </a:gridCol>
                <a:gridCol w="914400">
                  <a:extLst>
                    <a:ext uri="{9D8B030D-6E8A-4147-A177-3AD203B41FA5}">
                      <a16:colId xmlns:a16="http://schemas.microsoft.com/office/drawing/2014/main" val="4042802396"/>
                    </a:ext>
                  </a:extLst>
                </a:gridCol>
                <a:gridCol w="981894">
                  <a:extLst>
                    <a:ext uri="{9D8B030D-6E8A-4147-A177-3AD203B41FA5}">
                      <a16:colId xmlns:a16="http://schemas.microsoft.com/office/drawing/2014/main" val="958931348"/>
                    </a:ext>
                  </a:extLst>
                </a:gridCol>
              </a:tblGrid>
              <a:tr h="370840">
                <a:tc>
                  <a:txBody>
                    <a:bodyPr/>
                    <a:lstStyle/>
                    <a:p>
                      <a:pPr algn="ctr"/>
                      <a:r>
                        <a:rPr lang="en-US" dirty="0">
                          <a:latin typeface="Arial" panose="020B0604020202020204" pitchFamily="34" charset="0"/>
                          <a:cs typeface="Arial" panose="020B0604020202020204" pitchFamily="34" charset="0"/>
                        </a:rPr>
                        <a:t>Entry</a:t>
                      </a:r>
                    </a:p>
                  </a:txBody>
                  <a:tcPr/>
                </a:tc>
                <a:tc>
                  <a:txBody>
                    <a:bodyPr/>
                    <a:lstStyle/>
                    <a:p>
                      <a:pPr algn="ctr"/>
                      <a:r>
                        <a:rPr lang="en-US" dirty="0">
                          <a:latin typeface="Arial" panose="020B0604020202020204" pitchFamily="34" charset="0"/>
                          <a:cs typeface="Arial" panose="020B0604020202020204" pitchFamily="34" charset="0"/>
                        </a:rPr>
                        <a:t>Input</a:t>
                      </a:r>
                      <a:r>
                        <a:rPr lang="en-US" baseline="-25000" dirty="0">
                          <a:latin typeface="Arial" panose="020B0604020202020204" pitchFamily="34" charset="0"/>
                          <a:cs typeface="Arial" panose="020B0604020202020204" pitchFamily="34" charset="0"/>
                        </a:rPr>
                        <a:t>1</a:t>
                      </a:r>
                    </a:p>
                    <a:p>
                      <a:pPr algn="ctr"/>
                      <a:r>
                        <a:rPr lang="en-US" baseline="0" dirty="0">
                          <a:latin typeface="Arial" panose="020B0604020202020204" pitchFamily="34" charset="0"/>
                          <a:cs typeface="Arial" panose="020B0604020202020204" pitchFamily="34" charset="0"/>
                        </a:rPr>
                        <a:t>(X)</a:t>
                      </a:r>
                    </a:p>
                  </a:txBody>
                  <a:tcPr/>
                </a:tc>
                <a:tc>
                  <a:txBody>
                    <a:bodyPr/>
                    <a:lstStyle/>
                    <a:p>
                      <a:pPr algn="ctr"/>
                      <a:r>
                        <a:rPr lang="en-US" dirty="0">
                          <a:latin typeface="Arial" panose="020B0604020202020204" pitchFamily="34" charset="0"/>
                          <a:cs typeface="Arial" panose="020B0604020202020204" pitchFamily="34" charset="0"/>
                        </a:rPr>
                        <a:t>Input</a:t>
                      </a:r>
                      <a:r>
                        <a:rPr lang="en-US" baseline="-25000" dirty="0">
                          <a:latin typeface="Arial" panose="020B0604020202020204" pitchFamily="34" charset="0"/>
                          <a:cs typeface="Arial" panose="020B0604020202020204" pitchFamily="34" charset="0"/>
                        </a:rPr>
                        <a:t>2</a:t>
                      </a:r>
                    </a:p>
                    <a:p>
                      <a:pPr algn="ctr"/>
                      <a:r>
                        <a:rPr lang="en-US" baseline="0" dirty="0">
                          <a:latin typeface="Arial" panose="020B0604020202020204" pitchFamily="34" charset="0"/>
                          <a:cs typeface="Arial" panose="020B0604020202020204" pitchFamily="34" charset="0"/>
                        </a:rPr>
                        <a:t>(Y)</a:t>
                      </a:r>
                    </a:p>
                  </a:txBody>
                  <a:tcPr/>
                </a:tc>
                <a:tc>
                  <a:txBody>
                    <a:bodyPr/>
                    <a:lstStyle/>
                    <a:p>
                      <a:pPr algn="ctr"/>
                      <a:r>
                        <a:rPr lang="en-US" dirty="0">
                          <a:latin typeface="Arial" panose="020B0604020202020204" pitchFamily="34" charset="0"/>
                          <a:cs typeface="Arial" panose="020B0604020202020204" pitchFamily="34" charset="0"/>
                        </a:rPr>
                        <a:t>Label</a:t>
                      </a:r>
                    </a:p>
                    <a:p>
                      <a:pPr algn="ctr"/>
                      <a:r>
                        <a:rPr lang="en-US" dirty="0">
                          <a:latin typeface="Arial" panose="020B0604020202020204" pitchFamily="34" charset="0"/>
                          <a:cs typeface="Arial" panose="020B0604020202020204" pitchFamily="34" charset="0"/>
                        </a:rPr>
                        <a:t>(Color)</a:t>
                      </a:r>
                    </a:p>
                  </a:txBody>
                  <a:tcPr/>
                </a:tc>
                <a:extLst>
                  <a:ext uri="{0D108BD9-81ED-4DB2-BD59-A6C34878D82A}">
                    <a16:rowId xmlns:a16="http://schemas.microsoft.com/office/drawing/2014/main" val="3281462437"/>
                  </a:ext>
                </a:extLst>
              </a:tr>
              <a:tr h="370840">
                <a:tc>
                  <a:txBody>
                    <a:bodyPr/>
                    <a:lstStyle/>
                    <a:p>
                      <a:pPr algn="ctr"/>
                      <a:r>
                        <a:rPr lang="en-US" dirty="0">
                          <a:latin typeface="Arial" panose="020B0604020202020204" pitchFamily="34" charset="0"/>
                          <a:cs typeface="Arial" panose="020B0604020202020204" pitchFamily="34" charset="0"/>
                        </a:rPr>
                        <a:t>#1</a:t>
                      </a:r>
                    </a:p>
                  </a:txBody>
                  <a:tcPr/>
                </a:tc>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00B05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04868658"/>
                  </a:ext>
                </a:extLst>
              </a:tr>
              <a:tr h="370840">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 (</a:t>
                      </a:r>
                      <a:r>
                        <a:rPr lang="en-US" sz="1800" dirty="0">
                          <a:solidFill>
                            <a:srgbClr val="00B05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651165515"/>
                  </a:ext>
                </a:extLst>
              </a:tr>
              <a:tr h="370840">
                <a:tc>
                  <a:txBody>
                    <a:bodyPr/>
                    <a:lstStyle/>
                    <a:p>
                      <a:pPr algn="ctr"/>
                      <a:r>
                        <a:rPr lang="en-US" dirty="0">
                          <a:latin typeface="Arial" panose="020B0604020202020204" pitchFamily="34" charset="0"/>
                          <a:cs typeface="Arial" panose="020B0604020202020204" pitchFamily="34" charset="0"/>
                        </a:rPr>
                        <a:t>#3</a:t>
                      </a:r>
                    </a:p>
                  </a:txBody>
                  <a:tcPr/>
                </a:tc>
                <a:tc>
                  <a:txBody>
                    <a:bodyPr/>
                    <a:lstStyle/>
                    <a:p>
                      <a:pPr algn="ctr"/>
                      <a:r>
                        <a:rPr lang="en-US" dirty="0">
                          <a:latin typeface="Arial" panose="020B0604020202020204" pitchFamily="34" charset="0"/>
                          <a:cs typeface="Arial" panose="020B0604020202020204" pitchFamily="34" charset="0"/>
                        </a:rPr>
                        <a:t>0</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 (</a:t>
                      </a:r>
                      <a:r>
                        <a:rPr lang="en-US" sz="1800" dirty="0">
                          <a:solidFill>
                            <a:srgbClr val="00B05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906554913"/>
                  </a:ext>
                </a:extLst>
              </a:tr>
              <a:tr h="370840">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ctr"/>
                      <a:r>
                        <a:rPr lang="en-US" dirty="0">
                          <a:latin typeface="Arial" panose="020B0604020202020204" pitchFamily="34" charset="0"/>
                          <a:cs typeface="Arial" panose="020B0604020202020204" pitchFamily="34" charset="0"/>
                        </a:rPr>
                        <a:t>0</a:t>
                      </a:r>
                    </a:p>
                  </a:txBody>
                  <a:tcPr/>
                </a:tc>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C0000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052881436"/>
                  </a:ext>
                </a:extLst>
              </a:tr>
              <a:tr h="370840">
                <a:tc>
                  <a:txBody>
                    <a:bodyPr/>
                    <a:lstStyle/>
                    <a:p>
                      <a:pPr algn="ctr"/>
                      <a:r>
                        <a:rPr lang="en-US" dirty="0">
                          <a:latin typeface="Arial" panose="020B0604020202020204" pitchFamily="34" charset="0"/>
                          <a:cs typeface="Arial" panose="020B0604020202020204" pitchFamily="34" charset="0"/>
                        </a:rPr>
                        <a:t>#5</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C0000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496509937"/>
                  </a:ext>
                </a:extLst>
              </a:tr>
              <a:tr h="370840">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C0000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43331876"/>
                  </a:ext>
                </a:extLst>
              </a:tr>
            </a:tbl>
          </a:graphicData>
        </a:graphic>
      </p:graphicFrame>
      <p:graphicFrame>
        <p:nvGraphicFramePr>
          <p:cNvPr id="2" name="Table 1">
            <a:extLst>
              <a:ext uri="{FF2B5EF4-FFF2-40B4-BE49-F238E27FC236}">
                <a16:creationId xmlns:a16="http://schemas.microsoft.com/office/drawing/2014/main" id="{E2B18E8E-3C3C-9F75-2C30-87FDCF455465}"/>
              </a:ext>
            </a:extLst>
          </p:cNvPr>
          <p:cNvGraphicFramePr>
            <a:graphicFrameLocks noGrp="1"/>
          </p:cNvGraphicFramePr>
          <p:nvPr/>
        </p:nvGraphicFramePr>
        <p:xfrm>
          <a:off x="1903412" y="5486400"/>
          <a:ext cx="3657600" cy="1010920"/>
        </p:xfrm>
        <a:graphic>
          <a:graphicData uri="http://schemas.openxmlformats.org/drawingml/2006/table">
            <a:tbl>
              <a:tblPr firstRow="1" bandRow="1">
                <a:tableStyleId>{073A0DAA-6AF3-43AB-8588-CEC1D06C72B9}</a:tableStyleId>
              </a:tblPr>
              <a:tblGrid>
                <a:gridCol w="1097280">
                  <a:extLst>
                    <a:ext uri="{9D8B030D-6E8A-4147-A177-3AD203B41FA5}">
                      <a16:colId xmlns:a16="http://schemas.microsoft.com/office/drawing/2014/main" val="3075322252"/>
                    </a:ext>
                  </a:extLst>
                </a:gridCol>
                <a:gridCol w="1097280">
                  <a:extLst>
                    <a:ext uri="{9D8B030D-6E8A-4147-A177-3AD203B41FA5}">
                      <a16:colId xmlns:a16="http://schemas.microsoft.com/office/drawing/2014/main" val="112466607"/>
                    </a:ext>
                  </a:extLst>
                </a:gridCol>
                <a:gridCol w="1463040">
                  <a:extLst>
                    <a:ext uri="{9D8B030D-6E8A-4147-A177-3AD203B41FA5}">
                      <a16:colId xmlns:a16="http://schemas.microsoft.com/office/drawing/2014/main" val="2979836651"/>
                    </a:ext>
                  </a:extLst>
                </a:gridCol>
              </a:tblGrid>
              <a:tr h="370840">
                <a:tc>
                  <a:txBody>
                    <a:bodyPr/>
                    <a:lstStyle/>
                    <a:p>
                      <a:pPr algn="ctr"/>
                      <a:r>
                        <a:rPr lang="en-US" dirty="0">
                          <a:latin typeface="Arial" panose="020B0604020202020204" pitchFamily="34" charset="0"/>
                          <a:cs typeface="Arial" panose="020B0604020202020204" pitchFamily="34" charset="0"/>
                        </a:rPr>
                        <a:t>Weight</a:t>
                      </a:r>
                      <a:r>
                        <a:rPr lang="en-US" baseline="-25000" dirty="0">
                          <a:latin typeface="Arial" panose="020B0604020202020204" pitchFamily="34" charset="0"/>
                          <a:cs typeface="Arial" panose="020B0604020202020204" pitchFamily="34" charset="0"/>
                        </a:rPr>
                        <a:t>1</a:t>
                      </a:r>
                      <a:endParaRPr lang="en-US" dirty="0">
                        <a:latin typeface="Arial" panose="020B0604020202020204" pitchFamily="34" charset="0"/>
                        <a:cs typeface="Arial" panose="020B0604020202020204" pitchFamily="34" charset="0"/>
                      </a:endParaRPr>
                    </a:p>
                  </a:txBody>
                  <a:tcPr/>
                </a:tc>
                <a:tc>
                  <a:txBody>
                    <a:bodyPr/>
                    <a:lstStyle/>
                    <a:p>
                      <a:pPr algn="ctr"/>
                      <a:r>
                        <a:rPr lang="en-US" dirty="0">
                          <a:latin typeface="Arial" panose="020B0604020202020204" pitchFamily="34" charset="0"/>
                          <a:cs typeface="Arial" panose="020B0604020202020204" pitchFamily="34" charset="0"/>
                        </a:rPr>
                        <a:t>Weight</a:t>
                      </a:r>
                      <a:r>
                        <a:rPr lang="en-US" baseline="-25000" dirty="0">
                          <a:latin typeface="Arial" panose="020B0604020202020204" pitchFamily="34" charset="0"/>
                          <a:cs typeface="Arial" panose="020B0604020202020204" pitchFamily="34" charset="0"/>
                        </a:rPr>
                        <a:t>2</a:t>
                      </a:r>
                      <a:endParaRPr lang="en-US" dirty="0">
                        <a:latin typeface="Arial" panose="020B0604020202020204" pitchFamily="34" charset="0"/>
                        <a:cs typeface="Arial" panose="020B0604020202020204" pitchFamily="34" charset="0"/>
                      </a:endParaRPr>
                    </a:p>
                  </a:txBody>
                  <a:tcPr/>
                </a:tc>
                <a:tc>
                  <a:txBody>
                    <a:bodyPr/>
                    <a:lstStyle/>
                    <a:p>
                      <a:pPr algn="ctr"/>
                      <a:r>
                        <a:rPr lang="en-US" dirty="0">
                          <a:latin typeface="Arial" panose="020B0604020202020204" pitchFamily="34" charset="0"/>
                          <a:cs typeface="Arial" panose="020B0604020202020204" pitchFamily="34" charset="0"/>
                        </a:rPr>
                        <a:t>Threshold</a:t>
                      </a:r>
                    </a:p>
                    <a:p>
                      <a:pPr algn="ctr"/>
                      <a:r>
                        <a:rPr lang="en-US" dirty="0">
                          <a:latin typeface="Arial" panose="020B0604020202020204" pitchFamily="34" charset="0"/>
                          <a:cs typeface="Arial" panose="020B0604020202020204" pitchFamily="34" charset="0"/>
                        </a:rPr>
                        <a:t>(</a:t>
                      </a:r>
                      <a:r>
                        <a:rPr lang="el-GR" sz="1800" dirty="0">
                          <a:latin typeface="Arial" panose="020B0604020202020204" pitchFamily="34" charset="0"/>
                          <a:cs typeface="Arial" panose="020B0604020202020204" pitchFamily="34" charset="0"/>
                        </a:rPr>
                        <a:t>β</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1168607816"/>
                  </a:ext>
                </a:extLst>
              </a:tr>
              <a:tr h="370840">
                <a:tc>
                  <a:txBody>
                    <a:bodyPr/>
                    <a:lstStyle/>
                    <a:p>
                      <a:pPr algn="ctr"/>
                      <a:r>
                        <a:rPr lang="en-US" b="1" dirty="0">
                          <a:latin typeface="Arial" panose="020B0604020202020204" pitchFamily="34" charset="0"/>
                          <a:cs typeface="Arial" panose="020B0604020202020204" pitchFamily="34" charset="0"/>
                        </a:rPr>
                        <a:t>-0.02</a:t>
                      </a:r>
                    </a:p>
                  </a:txBody>
                  <a:tcPr/>
                </a:tc>
                <a:tc>
                  <a:txBody>
                    <a:bodyPr/>
                    <a:lstStyle/>
                    <a:p>
                      <a:pPr algn="ctr"/>
                      <a:r>
                        <a:rPr lang="en-US" b="1" dirty="0">
                          <a:latin typeface="Arial" panose="020B0604020202020204" pitchFamily="34" charset="0"/>
                          <a:cs typeface="Arial" panose="020B0604020202020204" pitchFamily="34" charset="0"/>
                        </a:rPr>
                        <a:t>0.02</a:t>
                      </a:r>
                    </a:p>
                  </a:txBody>
                  <a:tcPr/>
                </a:tc>
                <a:tc>
                  <a:txBody>
                    <a:bodyPr/>
                    <a:lstStyle/>
                    <a:p>
                      <a:pPr algn="ctr"/>
                      <a:r>
                        <a:rPr lang="en-US" b="1" dirty="0">
                          <a:latin typeface="Arial" panose="020B0604020202020204" pitchFamily="34" charset="0"/>
                          <a:cs typeface="Arial" panose="020B0604020202020204" pitchFamily="34" charset="0"/>
                        </a:rPr>
                        <a:t>0.05</a:t>
                      </a:r>
                    </a:p>
                  </a:txBody>
                  <a:tcPr/>
                </a:tc>
                <a:extLst>
                  <a:ext uri="{0D108BD9-81ED-4DB2-BD59-A6C34878D82A}">
                    <a16:rowId xmlns:a16="http://schemas.microsoft.com/office/drawing/2014/main" val="3358362266"/>
                  </a:ext>
                </a:extLst>
              </a:tr>
            </a:tbl>
          </a:graphicData>
        </a:graphic>
      </p:graphicFrame>
      <p:pic>
        <p:nvPicPr>
          <p:cNvPr id="3" name="Picture 2">
            <a:extLst>
              <a:ext uri="{FF2B5EF4-FFF2-40B4-BE49-F238E27FC236}">
                <a16:creationId xmlns:a16="http://schemas.microsoft.com/office/drawing/2014/main" id="{AF31DD30-9C14-33EE-06EE-1D4CA568AA5B}"/>
              </a:ext>
            </a:extLst>
          </p:cNvPr>
          <p:cNvPicPr>
            <a:picLocks noChangeAspect="1"/>
          </p:cNvPicPr>
          <p:nvPr/>
        </p:nvPicPr>
        <p:blipFill>
          <a:blip r:embed="rId2"/>
          <a:srcRect/>
          <a:stretch/>
        </p:blipFill>
        <p:spPr>
          <a:xfrm>
            <a:off x="6685732" y="2133600"/>
            <a:ext cx="4572000" cy="457200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9" name="Rectangle 8">
            <a:extLst>
              <a:ext uri="{FF2B5EF4-FFF2-40B4-BE49-F238E27FC236}">
                <a16:creationId xmlns:a16="http://schemas.microsoft.com/office/drawing/2014/main" id="{7E94E0CD-79DB-F246-1645-D27DFAEE3CFB}"/>
              </a:ext>
            </a:extLst>
          </p:cNvPr>
          <p:cNvSpPr/>
          <p:nvPr/>
        </p:nvSpPr>
        <p:spPr>
          <a:xfrm>
            <a:off x="1958498" y="6113780"/>
            <a:ext cx="3547428" cy="383540"/>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09211F5-75FB-99C4-C276-950DDEDD3C22}"/>
              </a:ext>
            </a:extLst>
          </p:cNvPr>
          <p:cNvSpPr/>
          <p:nvPr/>
        </p:nvSpPr>
        <p:spPr>
          <a:xfrm>
            <a:off x="10503852" y="3642360"/>
            <a:ext cx="304800" cy="304800"/>
          </a:xfrm>
          <a:prstGeom prst="ellipse">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 name="Callout: Down Arrow 12">
                <a:extLst>
                  <a:ext uri="{FF2B5EF4-FFF2-40B4-BE49-F238E27FC236}">
                    <a16:creationId xmlns:a16="http://schemas.microsoft.com/office/drawing/2014/main" id="{74802176-EF39-32F3-9CC2-1EB192D4AA00}"/>
                  </a:ext>
                </a:extLst>
              </p:cNvPr>
              <p:cNvSpPr/>
              <p:nvPr/>
            </p:nvSpPr>
            <p:spPr>
              <a:xfrm>
                <a:off x="931093" y="2895600"/>
                <a:ext cx="6104579" cy="2527616"/>
              </a:xfrm>
              <a:prstGeom prst="downArrowCallout">
                <a:avLst>
                  <a:gd name="adj1" fmla="val 5909"/>
                  <a:gd name="adj2" fmla="val 9545"/>
                  <a:gd name="adj3" fmla="val 10758"/>
                  <a:gd name="adj4" fmla="val 8209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cs typeface="Arial" panose="020B0604020202020204" pitchFamily="34" charset="0"/>
                  </a:rPr>
                  <a:t>We will change vector “w” and threshold </a:t>
                </a:r>
                <a:r>
                  <a:rPr lang="el-GR" sz="1800" b="1" dirty="0">
                    <a:solidFill>
                      <a:schemeClr val="bg1"/>
                    </a:solidFill>
                    <a:latin typeface="Arial" panose="020B0604020202020204" pitchFamily="34" charset="0"/>
                    <a:cs typeface="Arial" panose="020B0604020202020204" pitchFamily="34" charset="0"/>
                  </a:rPr>
                  <a:t>β</a:t>
                </a:r>
                <a:r>
                  <a:rPr lang="en-US" sz="1800" b="1" dirty="0">
                    <a:solidFill>
                      <a:schemeClr val="bg1"/>
                    </a:solidFill>
                    <a:latin typeface="Arial" panose="020B0604020202020204" pitchFamily="34" charset="0"/>
                    <a:cs typeface="Arial" panose="020B0604020202020204" pitchFamily="34" charset="0"/>
                  </a:rPr>
                  <a:t> as follows:</a:t>
                </a:r>
              </a:p>
              <a:p>
                <a:pPr algn="ctr"/>
                <a:endParaRPr lang="en-US" sz="1800" dirty="0">
                  <a:solidFill>
                    <a:schemeClr val="bg1"/>
                  </a:solidFill>
                  <a:latin typeface="Arial" panose="020B0604020202020204" pitchFamily="34" charset="0"/>
                  <a:cs typeface="Arial" panose="020B0604020202020204" pitchFamily="34" charset="0"/>
                </a:endParaRPr>
              </a:p>
              <a:p>
                <a:pPr algn="ct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cs typeface="Arial" panose="020B0604020202020204" pitchFamily="34" charset="0"/>
                        </a:rPr>
                        <m:t>𝑤</m:t>
                      </m:r>
                      <m:r>
                        <a:rPr lang="en-US" b="0" i="1" smtClean="0">
                          <a:solidFill>
                            <a:schemeClr val="bg1"/>
                          </a:solidFill>
                          <a:latin typeface="Cambria Math" panose="02040503050406030204" pitchFamily="18" charset="0"/>
                          <a:cs typeface="Arial" panose="020B0604020202020204" pitchFamily="34" charset="0"/>
                        </a:rPr>
                        <m:t>=</m:t>
                      </m:r>
                      <m:r>
                        <a:rPr lang="en-US" b="0" i="1" smtClean="0">
                          <a:solidFill>
                            <a:schemeClr val="bg1"/>
                          </a:solidFill>
                          <a:latin typeface="Cambria Math" panose="02040503050406030204" pitchFamily="18" charset="0"/>
                          <a:cs typeface="Arial" panose="020B0604020202020204" pitchFamily="34" charset="0"/>
                        </a:rPr>
                        <m:t>𝑤</m:t>
                      </m:r>
                      <m:r>
                        <a:rPr lang="en-US" b="0" i="1" smtClean="0">
                          <a:solidFill>
                            <a:schemeClr val="bg1"/>
                          </a:solidFill>
                          <a:latin typeface="Cambria Math" panose="02040503050406030204" pitchFamily="18" charset="0"/>
                          <a:cs typeface="Arial" panose="020B0604020202020204" pitchFamily="34" charset="0"/>
                        </a:rPr>
                        <m:t>+</m:t>
                      </m:r>
                      <m:sSub>
                        <m:sSubPr>
                          <m:ctrlPr>
                            <a:rPr lang="en-US" b="0" i="1" smtClean="0">
                              <a:solidFill>
                                <a:schemeClr val="bg1"/>
                              </a:solidFill>
                              <a:latin typeface="Cambria Math" panose="02040503050406030204" pitchFamily="18" charset="0"/>
                              <a:cs typeface="Arial" panose="020B0604020202020204" pitchFamily="34" charset="0"/>
                            </a:rPr>
                          </m:ctrlPr>
                        </m:sSubPr>
                        <m:e>
                          <m:r>
                            <a:rPr lang="en-US" b="0" i="1" smtClean="0">
                              <a:solidFill>
                                <a:schemeClr val="bg1"/>
                              </a:solidFill>
                              <a:latin typeface="Cambria Math" panose="02040503050406030204" pitchFamily="18" charset="0"/>
                              <a:cs typeface="Arial" panose="020B0604020202020204" pitchFamily="34" charset="0"/>
                            </a:rPr>
                            <m:t>𝐸𝑛𝑡𝑟𝑦</m:t>
                          </m:r>
                        </m:e>
                        <m:sub>
                          <m:r>
                            <a:rPr lang="en-US" b="0" i="1" smtClean="0">
                              <a:solidFill>
                                <a:schemeClr val="bg1"/>
                              </a:solidFill>
                              <a:latin typeface="Cambria Math" panose="02040503050406030204" pitchFamily="18" charset="0"/>
                              <a:cs typeface="Arial" panose="020B0604020202020204" pitchFamily="34" charset="0"/>
                            </a:rPr>
                            <m:t>6</m:t>
                          </m:r>
                        </m:sub>
                      </m:sSub>
                      <m:r>
                        <a:rPr lang="en-US" b="0" i="1" smtClean="0">
                          <a:solidFill>
                            <a:schemeClr val="bg1"/>
                          </a:solidFill>
                          <a:latin typeface="Cambria Math" panose="02040503050406030204" pitchFamily="18" charset="0"/>
                          <a:cs typeface="Arial" panose="020B0604020202020204" pitchFamily="34" charset="0"/>
                        </a:rPr>
                        <m:t>.</m:t>
                      </m:r>
                      <m:r>
                        <a:rPr lang="en-US" b="0" i="1" smtClean="0">
                          <a:solidFill>
                            <a:schemeClr val="bg1"/>
                          </a:solidFill>
                          <a:latin typeface="Cambria Math" panose="02040503050406030204" pitchFamily="18" charset="0"/>
                          <a:cs typeface="Arial" panose="020B0604020202020204" pitchFamily="34" charset="0"/>
                        </a:rPr>
                        <m:t>𝐼𝑛𝑝𝑢𝑡</m:t>
                      </m:r>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m:t>
                      </m:r>
                      <m:sSub>
                        <m:sSubPr>
                          <m:ctrlP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𝐸𝑛𝑡𝑟𝑦</m:t>
                          </m:r>
                        </m:e>
                        <m:sub>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6</m:t>
                          </m:r>
                        </m:sub>
                      </m:sSub>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m:t>
                      </m:r>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𝐿𝑎𝑏𝑒𝑙</m:t>
                      </m:r>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m:t>
                      </m:r>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𝛼</m:t>
                      </m:r>
                      <m:r>
                        <a:rPr lang="en-US" b="0" i="0" smtClean="0">
                          <a:solidFill>
                            <a:schemeClr val="bg1"/>
                          </a:solidFill>
                          <a:latin typeface="Cambria Math" panose="02040503050406030204" pitchFamily="18" charset="0"/>
                          <a:ea typeface="Cambria Math" panose="02040503050406030204" pitchFamily="18" charset="0"/>
                          <a:cs typeface="Arial" panose="020B0604020202020204" pitchFamily="34" charset="0"/>
                        </a:rPr>
                        <m:t>=</m:t>
                      </m:r>
                      <m:d>
                        <m:dPr>
                          <m:begChr m:val="["/>
                          <m:endChr m:val="]"/>
                          <m:ctrlP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ctrlPr>
                        </m:dPr>
                        <m:e>
                          <m:eqArr>
                            <m:eqArrPr>
                              <m:ctrlP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ctrlPr>
                            </m:eqArrPr>
                            <m:e>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0.1</m:t>
                              </m:r>
                            </m:e>
                            <m:e>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0.06</m:t>
                              </m:r>
                            </m:e>
                          </m:eqArr>
                        </m:e>
                      </m:d>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m:t>
                      </m:r>
                      <m:d>
                        <m:dPr>
                          <m:begChr m:val="["/>
                          <m:endChr m:val="]"/>
                          <m:ctrlP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ctrlPr>
                        </m:dPr>
                        <m:e>
                          <m:eqArr>
                            <m:eqArrPr>
                              <m:ctrlP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ctrlPr>
                            </m:eqArrPr>
                            <m:e>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6</m:t>
                              </m:r>
                            </m:e>
                            <m:e>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2</m:t>
                              </m:r>
                            </m:e>
                          </m:eqArr>
                        </m:e>
                      </m:d>
                      <m:r>
                        <a:rPr lang="en-US"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m:t>
                      </m:r>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−1×0.02=</m:t>
                      </m:r>
                      <m:d>
                        <m:dPr>
                          <m:begChr m:val="["/>
                          <m:endChr m:val="]"/>
                          <m:ctrlP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ctrlPr>
                        </m:dPr>
                        <m:e>
                          <m:eqArr>
                            <m:eqArrPr>
                              <m:ctrlP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ctrlPr>
                            </m:eqArrPr>
                            <m:e>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t>0.1</m:t>
                              </m:r>
                            </m:e>
                            <m:e>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t>0.</m:t>
                              </m:r>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01</m:t>
                              </m:r>
                            </m:e>
                          </m:eqArr>
                        </m:e>
                      </m:d>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m:t>
                      </m:r>
                      <m:d>
                        <m:dPr>
                          <m:begChr m:val="["/>
                          <m:endChr m:val="]"/>
                          <m:ctrlP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ctrlPr>
                        </m:dPr>
                        <m:e>
                          <m:eqArr>
                            <m:eqArrPr>
                              <m:ctrlP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ctrlPr>
                            </m:eqArrPr>
                            <m:e>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m:t>
                              </m:r>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t>0</m:t>
                              </m:r>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.12</m:t>
                              </m:r>
                            </m:e>
                            <m:e>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m:t>
                              </m:r>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t>0.0</m:t>
                              </m:r>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4</m:t>
                              </m:r>
                            </m:e>
                          </m:eqArr>
                        </m:e>
                      </m:d>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m:t>
                      </m:r>
                      <m:d>
                        <m:dPr>
                          <m:begChr m:val="["/>
                          <m:endChr m:val="]"/>
                          <m:ctrlP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ctrlPr>
                        </m:dPr>
                        <m:e>
                          <m:eqArr>
                            <m:eqArrPr>
                              <m:ctrlP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ctrlPr>
                            </m:eqArrPr>
                            <m:e>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m:t>
                              </m:r>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t>0.</m:t>
                              </m:r>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02</m:t>
                              </m:r>
                            </m:e>
                            <m:e>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t>0.</m:t>
                              </m:r>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02</m:t>
                              </m:r>
                            </m:e>
                          </m:eqArr>
                        </m:e>
                      </m:d>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m:t>
                      </m:r>
                    </m:oMath>
                  </m:oMathPara>
                </a14:m>
                <a:endParaRPr lang="en-US" b="0" i="1" dirty="0">
                  <a:solidFill>
                    <a:schemeClr val="bg1"/>
                  </a:solidFill>
                  <a:latin typeface="Cambria Math" panose="02040503050406030204" pitchFamily="18" charset="0"/>
                  <a:ea typeface="Cambria Math" panose="02040503050406030204" pitchFamily="18" charset="0"/>
                  <a:cs typeface="Arial" panose="020B0604020202020204" pitchFamily="34" charset="0"/>
                </a:endParaRPr>
              </a:p>
              <a:p>
                <a:pPr algn="ctr"/>
                <a:endParaRPr lang="en-US" b="0" i="1" dirty="0">
                  <a:solidFill>
                    <a:schemeClr val="bg1"/>
                  </a:solidFill>
                  <a:latin typeface="Cambria Math" panose="02040503050406030204" pitchFamily="18" charset="0"/>
                  <a:ea typeface="Cambria Math" panose="02040503050406030204" pitchFamily="18" charset="0"/>
                  <a:cs typeface="Arial" panose="020B0604020202020204" pitchFamily="34" charset="0"/>
                </a:endParaRPr>
              </a:p>
              <a:p>
                <a:pPr algn="ct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𝛽</m:t>
                      </m:r>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m:t>
                      </m:r>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𝛽</m:t>
                      </m:r>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m:t>
                      </m:r>
                      <m:sSub>
                        <m:sSubPr>
                          <m:ctrlP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ctrlPr>
                        </m:sSubPr>
                        <m:e>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t>𝐸𝑛𝑡𝑟𝑦</m:t>
                          </m:r>
                        </m:e>
                        <m:sub>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6</m:t>
                          </m:r>
                        </m:sub>
                      </m:sSub>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t>.</m:t>
                      </m:r>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t>𝐿𝑎𝑏𝑒𝑙</m:t>
                      </m:r>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t>×</m:t>
                      </m:r>
                      <m:r>
                        <a:rPr lang="en-US" i="1">
                          <a:solidFill>
                            <a:schemeClr val="bg1"/>
                          </a:solidFill>
                          <a:latin typeface="Cambria Math" panose="02040503050406030204" pitchFamily="18" charset="0"/>
                          <a:ea typeface="Cambria Math" panose="02040503050406030204" pitchFamily="18" charset="0"/>
                          <a:cs typeface="Arial" panose="020B0604020202020204" pitchFamily="34" charset="0"/>
                        </a:rPr>
                        <m:t>𝛼</m:t>
                      </m:r>
                      <m:r>
                        <a:rPr lang="en-US" b="0" i="1" smtClean="0">
                          <a:solidFill>
                            <a:schemeClr val="bg1"/>
                          </a:solidFill>
                          <a:latin typeface="Cambria Math" panose="02040503050406030204" pitchFamily="18" charset="0"/>
                          <a:ea typeface="Cambria Math" panose="02040503050406030204" pitchFamily="18" charset="0"/>
                          <a:cs typeface="Arial" panose="020B0604020202020204" pitchFamily="34" charset="0"/>
                        </a:rPr>
                        <m:t>=0.07+(−1)×0.02=0.05</m:t>
                      </m:r>
                    </m:oMath>
                  </m:oMathPara>
                </a14:m>
                <a:endParaRPr lang="en-US" dirty="0">
                  <a:solidFill>
                    <a:schemeClr val="bg1"/>
                  </a:solidFill>
                  <a:latin typeface="Arial" panose="020B0604020202020204" pitchFamily="34" charset="0"/>
                  <a:cs typeface="Arial" panose="020B0604020202020204" pitchFamily="34" charset="0"/>
                </a:endParaRPr>
              </a:p>
            </p:txBody>
          </p:sp>
        </mc:Choice>
        <mc:Fallback xmlns="">
          <p:sp>
            <p:nvSpPr>
              <p:cNvPr id="13" name="Callout: Down Arrow 12">
                <a:extLst>
                  <a:ext uri="{FF2B5EF4-FFF2-40B4-BE49-F238E27FC236}">
                    <a16:creationId xmlns:a16="http://schemas.microsoft.com/office/drawing/2014/main" id="{74802176-EF39-32F3-9CC2-1EB192D4AA00}"/>
                  </a:ext>
                </a:extLst>
              </p:cNvPr>
              <p:cNvSpPr>
                <a:spLocks noRot="1" noChangeAspect="1" noMove="1" noResize="1" noEditPoints="1" noAdjustHandles="1" noChangeArrowheads="1" noChangeShapeType="1" noTextEdit="1"/>
              </p:cNvSpPr>
              <p:nvPr/>
            </p:nvSpPr>
            <p:spPr>
              <a:xfrm>
                <a:off x="931093" y="2895600"/>
                <a:ext cx="6104579" cy="2527616"/>
              </a:xfrm>
              <a:prstGeom prst="downArrowCallout">
                <a:avLst>
                  <a:gd name="adj1" fmla="val 5909"/>
                  <a:gd name="adj2" fmla="val 9545"/>
                  <a:gd name="adj3" fmla="val 10758"/>
                  <a:gd name="adj4" fmla="val 82098"/>
                </a:avLst>
              </a:prstGeom>
              <a:blipFill>
                <a:blip r:embed="rId3"/>
                <a:stretch>
                  <a:fillRect l="-207" r="-414"/>
                </a:stretch>
              </a:blipFill>
            </p:spPr>
            <p:txBody>
              <a:bodyPr/>
              <a:lstStyle/>
              <a:p>
                <a:r>
                  <a:rPr lang="en-US">
                    <a:noFill/>
                  </a:rPr>
                  <a:t> </a:t>
                </a:r>
              </a:p>
            </p:txBody>
          </p:sp>
        </mc:Fallback>
      </mc:AlternateContent>
    </p:spTree>
    <p:extLst>
      <p:ext uri="{BB962C8B-B14F-4D97-AF65-F5344CB8AC3E}">
        <p14:creationId xmlns:p14="http://schemas.microsoft.com/office/powerpoint/2010/main" val="2488352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childTnLst>
                          </p:cTn>
                        </p:par>
                        <p:par>
                          <p:cTn id="8" fill="hold">
                            <p:stCondLst>
                              <p:cond delay="500"/>
                            </p:stCondLst>
                            <p:childTnLst>
                              <p:par>
                                <p:cTn id="9" presetID="2" presetClass="entr" presetSubtype="1"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6F4C326-A991-6E4A-B40C-E613F986848E}"/>
              </a:ext>
            </a:extLst>
          </p:cNvPr>
          <p:cNvSpPr>
            <a:spLocks noGrp="1"/>
          </p:cNvSpPr>
          <p:nvPr>
            <p:ph type="title"/>
          </p:nvPr>
        </p:nvSpPr>
        <p:spPr/>
        <p:txBody>
          <a:bodyPr/>
          <a:lstStyle/>
          <a:p>
            <a:r>
              <a:rPr lang="en-US" dirty="0"/>
              <a:t>Demo</a:t>
            </a:r>
          </a:p>
        </p:txBody>
      </p:sp>
      <p:sp>
        <p:nvSpPr>
          <p:cNvPr id="5" name="Content Placeholder 4">
            <a:extLst>
              <a:ext uri="{FF2B5EF4-FFF2-40B4-BE49-F238E27FC236}">
                <a16:creationId xmlns:a16="http://schemas.microsoft.com/office/drawing/2014/main" id="{A3F51C36-2B58-87BF-492D-243B4AE5B6D1}"/>
              </a:ext>
            </a:extLst>
          </p:cNvPr>
          <p:cNvSpPr>
            <a:spLocks noGrp="1"/>
          </p:cNvSpPr>
          <p:nvPr>
            <p:ph idx="1"/>
          </p:nvPr>
        </p:nvSpPr>
        <p:spPr>
          <a:xfrm>
            <a:off x="1522414" y="1524000"/>
            <a:ext cx="9144000" cy="4267200"/>
          </a:xfrm>
        </p:spPr>
        <p:txBody>
          <a:bodyPr>
            <a:normAutofit/>
          </a:bodyPr>
          <a:lstStyle/>
          <a:p>
            <a:pPr marL="0" indent="0">
              <a:buNone/>
            </a:pPr>
            <a:r>
              <a:rPr lang="en-US" sz="2400" b="1" dirty="0"/>
              <a:t>5. </a:t>
            </a:r>
            <a:r>
              <a:rPr lang="en-US" sz="2400" dirty="0"/>
              <a:t>Testing each entry (from 1 to 6) against the current model.</a:t>
            </a:r>
            <a:endParaRPr lang="en-US" sz="2400" b="1" dirty="0"/>
          </a:p>
        </p:txBody>
      </p:sp>
      <p:graphicFrame>
        <p:nvGraphicFramePr>
          <p:cNvPr id="6" name="Table 5">
            <a:extLst>
              <a:ext uri="{FF2B5EF4-FFF2-40B4-BE49-F238E27FC236}">
                <a16:creationId xmlns:a16="http://schemas.microsoft.com/office/drawing/2014/main" id="{81896A8A-245A-2556-C7E3-1404C474346C}"/>
              </a:ext>
            </a:extLst>
          </p:cNvPr>
          <p:cNvGraphicFramePr>
            <a:graphicFrameLocks noGrp="1"/>
          </p:cNvGraphicFramePr>
          <p:nvPr/>
        </p:nvGraphicFramePr>
        <p:xfrm>
          <a:off x="1903412" y="2453640"/>
          <a:ext cx="3633654" cy="2865120"/>
        </p:xfrm>
        <a:graphic>
          <a:graphicData uri="http://schemas.openxmlformats.org/drawingml/2006/table">
            <a:tbl>
              <a:tblPr firstRow="1" bandRow="1">
                <a:tableStyleId>{073A0DAA-6AF3-43AB-8588-CEC1D06C72B9}</a:tableStyleId>
              </a:tblPr>
              <a:tblGrid>
                <a:gridCol w="822960">
                  <a:extLst>
                    <a:ext uri="{9D8B030D-6E8A-4147-A177-3AD203B41FA5}">
                      <a16:colId xmlns:a16="http://schemas.microsoft.com/office/drawing/2014/main" val="392014626"/>
                    </a:ext>
                  </a:extLst>
                </a:gridCol>
                <a:gridCol w="914400">
                  <a:extLst>
                    <a:ext uri="{9D8B030D-6E8A-4147-A177-3AD203B41FA5}">
                      <a16:colId xmlns:a16="http://schemas.microsoft.com/office/drawing/2014/main" val="437014267"/>
                    </a:ext>
                  </a:extLst>
                </a:gridCol>
                <a:gridCol w="914400">
                  <a:extLst>
                    <a:ext uri="{9D8B030D-6E8A-4147-A177-3AD203B41FA5}">
                      <a16:colId xmlns:a16="http://schemas.microsoft.com/office/drawing/2014/main" val="4042802396"/>
                    </a:ext>
                  </a:extLst>
                </a:gridCol>
                <a:gridCol w="981894">
                  <a:extLst>
                    <a:ext uri="{9D8B030D-6E8A-4147-A177-3AD203B41FA5}">
                      <a16:colId xmlns:a16="http://schemas.microsoft.com/office/drawing/2014/main" val="958931348"/>
                    </a:ext>
                  </a:extLst>
                </a:gridCol>
              </a:tblGrid>
              <a:tr h="370840">
                <a:tc>
                  <a:txBody>
                    <a:bodyPr/>
                    <a:lstStyle/>
                    <a:p>
                      <a:pPr algn="ctr"/>
                      <a:r>
                        <a:rPr lang="en-US" dirty="0">
                          <a:latin typeface="Arial" panose="020B0604020202020204" pitchFamily="34" charset="0"/>
                          <a:cs typeface="Arial" panose="020B0604020202020204" pitchFamily="34" charset="0"/>
                        </a:rPr>
                        <a:t>Entry</a:t>
                      </a:r>
                    </a:p>
                  </a:txBody>
                  <a:tcPr/>
                </a:tc>
                <a:tc>
                  <a:txBody>
                    <a:bodyPr/>
                    <a:lstStyle/>
                    <a:p>
                      <a:pPr algn="ctr"/>
                      <a:r>
                        <a:rPr lang="en-US" dirty="0">
                          <a:latin typeface="Arial" panose="020B0604020202020204" pitchFamily="34" charset="0"/>
                          <a:cs typeface="Arial" panose="020B0604020202020204" pitchFamily="34" charset="0"/>
                        </a:rPr>
                        <a:t>Input</a:t>
                      </a:r>
                      <a:r>
                        <a:rPr lang="en-US" baseline="-25000" dirty="0">
                          <a:latin typeface="Arial" panose="020B0604020202020204" pitchFamily="34" charset="0"/>
                          <a:cs typeface="Arial" panose="020B0604020202020204" pitchFamily="34" charset="0"/>
                        </a:rPr>
                        <a:t>1</a:t>
                      </a:r>
                    </a:p>
                    <a:p>
                      <a:pPr algn="ctr"/>
                      <a:r>
                        <a:rPr lang="en-US" baseline="0" dirty="0">
                          <a:latin typeface="Arial" panose="020B0604020202020204" pitchFamily="34" charset="0"/>
                          <a:cs typeface="Arial" panose="020B0604020202020204" pitchFamily="34" charset="0"/>
                        </a:rPr>
                        <a:t>(X)</a:t>
                      </a:r>
                    </a:p>
                  </a:txBody>
                  <a:tcPr/>
                </a:tc>
                <a:tc>
                  <a:txBody>
                    <a:bodyPr/>
                    <a:lstStyle/>
                    <a:p>
                      <a:pPr algn="ctr"/>
                      <a:r>
                        <a:rPr lang="en-US" dirty="0">
                          <a:latin typeface="Arial" panose="020B0604020202020204" pitchFamily="34" charset="0"/>
                          <a:cs typeface="Arial" panose="020B0604020202020204" pitchFamily="34" charset="0"/>
                        </a:rPr>
                        <a:t>Input</a:t>
                      </a:r>
                      <a:r>
                        <a:rPr lang="en-US" baseline="-25000" dirty="0">
                          <a:latin typeface="Arial" panose="020B0604020202020204" pitchFamily="34" charset="0"/>
                          <a:cs typeface="Arial" panose="020B0604020202020204" pitchFamily="34" charset="0"/>
                        </a:rPr>
                        <a:t>2</a:t>
                      </a:r>
                    </a:p>
                    <a:p>
                      <a:pPr algn="ctr"/>
                      <a:r>
                        <a:rPr lang="en-US" baseline="0" dirty="0">
                          <a:latin typeface="Arial" panose="020B0604020202020204" pitchFamily="34" charset="0"/>
                          <a:cs typeface="Arial" panose="020B0604020202020204" pitchFamily="34" charset="0"/>
                        </a:rPr>
                        <a:t>(Y)</a:t>
                      </a:r>
                    </a:p>
                  </a:txBody>
                  <a:tcPr/>
                </a:tc>
                <a:tc>
                  <a:txBody>
                    <a:bodyPr/>
                    <a:lstStyle/>
                    <a:p>
                      <a:pPr algn="ctr"/>
                      <a:r>
                        <a:rPr lang="en-US" dirty="0">
                          <a:latin typeface="Arial" panose="020B0604020202020204" pitchFamily="34" charset="0"/>
                          <a:cs typeface="Arial" panose="020B0604020202020204" pitchFamily="34" charset="0"/>
                        </a:rPr>
                        <a:t>Label</a:t>
                      </a:r>
                    </a:p>
                    <a:p>
                      <a:pPr algn="ctr"/>
                      <a:r>
                        <a:rPr lang="en-US" dirty="0">
                          <a:latin typeface="Arial" panose="020B0604020202020204" pitchFamily="34" charset="0"/>
                          <a:cs typeface="Arial" panose="020B0604020202020204" pitchFamily="34" charset="0"/>
                        </a:rPr>
                        <a:t>(Color)</a:t>
                      </a:r>
                    </a:p>
                  </a:txBody>
                  <a:tcPr/>
                </a:tc>
                <a:extLst>
                  <a:ext uri="{0D108BD9-81ED-4DB2-BD59-A6C34878D82A}">
                    <a16:rowId xmlns:a16="http://schemas.microsoft.com/office/drawing/2014/main" val="3281462437"/>
                  </a:ext>
                </a:extLst>
              </a:tr>
              <a:tr h="370840">
                <a:tc>
                  <a:txBody>
                    <a:bodyPr/>
                    <a:lstStyle/>
                    <a:p>
                      <a:pPr algn="ctr"/>
                      <a:r>
                        <a:rPr lang="en-US" dirty="0">
                          <a:latin typeface="Arial" panose="020B0604020202020204" pitchFamily="34" charset="0"/>
                          <a:cs typeface="Arial" panose="020B0604020202020204" pitchFamily="34" charset="0"/>
                        </a:rPr>
                        <a:t>#1</a:t>
                      </a:r>
                    </a:p>
                  </a:txBody>
                  <a:tcPr/>
                </a:tc>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00B05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04868658"/>
                  </a:ext>
                </a:extLst>
              </a:tr>
              <a:tr h="370840">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 (</a:t>
                      </a:r>
                      <a:r>
                        <a:rPr lang="en-US" sz="1800" dirty="0">
                          <a:solidFill>
                            <a:srgbClr val="00B05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651165515"/>
                  </a:ext>
                </a:extLst>
              </a:tr>
              <a:tr h="370840">
                <a:tc>
                  <a:txBody>
                    <a:bodyPr/>
                    <a:lstStyle/>
                    <a:p>
                      <a:pPr algn="ctr"/>
                      <a:r>
                        <a:rPr lang="en-US" dirty="0">
                          <a:latin typeface="Arial" panose="020B0604020202020204" pitchFamily="34" charset="0"/>
                          <a:cs typeface="Arial" panose="020B0604020202020204" pitchFamily="34" charset="0"/>
                        </a:rPr>
                        <a:t>#3</a:t>
                      </a:r>
                    </a:p>
                  </a:txBody>
                  <a:tcPr/>
                </a:tc>
                <a:tc>
                  <a:txBody>
                    <a:bodyPr/>
                    <a:lstStyle/>
                    <a:p>
                      <a:pPr algn="ctr"/>
                      <a:r>
                        <a:rPr lang="en-US" dirty="0">
                          <a:latin typeface="Arial" panose="020B0604020202020204" pitchFamily="34" charset="0"/>
                          <a:cs typeface="Arial" panose="020B0604020202020204" pitchFamily="34" charset="0"/>
                        </a:rPr>
                        <a:t>0</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1 (</a:t>
                      </a:r>
                      <a:r>
                        <a:rPr lang="en-US" sz="1800" dirty="0">
                          <a:solidFill>
                            <a:srgbClr val="00B05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906554913"/>
                  </a:ext>
                </a:extLst>
              </a:tr>
              <a:tr h="370840">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ctr"/>
                      <a:r>
                        <a:rPr lang="en-US" dirty="0">
                          <a:latin typeface="Arial" panose="020B0604020202020204" pitchFamily="34" charset="0"/>
                          <a:cs typeface="Arial" panose="020B0604020202020204" pitchFamily="34" charset="0"/>
                        </a:rPr>
                        <a:t>0</a:t>
                      </a:r>
                    </a:p>
                  </a:txBody>
                  <a:tcPr/>
                </a:tc>
                <a:tc>
                  <a:txBody>
                    <a:bodyPr/>
                    <a:lstStyle/>
                    <a:p>
                      <a:pPr algn="ctr"/>
                      <a:r>
                        <a:rPr lang="en-US" dirty="0">
                          <a:latin typeface="Arial" panose="020B0604020202020204" pitchFamily="34" charset="0"/>
                          <a:cs typeface="Arial" panose="020B0604020202020204" pitchFamily="34" charset="0"/>
                        </a:rPr>
                        <a:t>-4</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C0000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052881436"/>
                  </a:ext>
                </a:extLst>
              </a:tr>
              <a:tr h="370840">
                <a:tc>
                  <a:txBody>
                    <a:bodyPr/>
                    <a:lstStyle/>
                    <a:p>
                      <a:pPr algn="ctr"/>
                      <a:r>
                        <a:rPr lang="en-US" dirty="0">
                          <a:latin typeface="Arial" panose="020B0604020202020204" pitchFamily="34" charset="0"/>
                          <a:cs typeface="Arial" panose="020B0604020202020204" pitchFamily="34" charset="0"/>
                        </a:rPr>
                        <a:t>#5</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C0000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496509937"/>
                  </a:ext>
                </a:extLst>
              </a:tr>
              <a:tr h="370840">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6</a:t>
                      </a:r>
                    </a:p>
                  </a:txBody>
                  <a:tcPr/>
                </a:tc>
                <a:tc>
                  <a:txBody>
                    <a:bodyPr/>
                    <a:lstStyle/>
                    <a:p>
                      <a:pPr algn="ctr"/>
                      <a:r>
                        <a:rPr lang="en-US" dirty="0">
                          <a:latin typeface="Arial" panose="020B0604020202020204" pitchFamily="34" charset="0"/>
                          <a:cs typeface="Arial" panose="020B0604020202020204" pitchFamily="34" charset="0"/>
                        </a:rPr>
                        <a:t>2</a:t>
                      </a:r>
                    </a:p>
                  </a:txBody>
                  <a:tcPr/>
                </a:tc>
                <a:tc>
                  <a:txBody>
                    <a:bodyPr/>
                    <a:lstStyle/>
                    <a:p>
                      <a:pPr algn="ctr"/>
                      <a:r>
                        <a:rPr lang="en-US" dirty="0">
                          <a:latin typeface="Arial" panose="020B0604020202020204" pitchFamily="34" charset="0"/>
                          <a:cs typeface="Arial" panose="020B0604020202020204" pitchFamily="34" charset="0"/>
                        </a:rPr>
                        <a:t>-1 (</a:t>
                      </a:r>
                      <a:r>
                        <a:rPr lang="en-US" sz="1800" dirty="0">
                          <a:solidFill>
                            <a:srgbClr val="C00000"/>
                          </a:solidFill>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43331876"/>
                  </a:ext>
                </a:extLst>
              </a:tr>
            </a:tbl>
          </a:graphicData>
        </a:graphic>
      </p:graphicFrame>
      <p:graphicFrame>
        <p:nvGraphicFramePr>
          <p:cNvPr id="2" name="Table 1">
            <a:extLst>
              <a:ext uri="{FF2B5EF4-FFF2-40B4-BE49-F238E27FC236}">
                <a16:creationId xmlns:a16="http://schemas.microsoft.com/office/drawing/2014/main" id="{E2B18E8E-3C3C-9F75-2C30-87FDCF455465}"/>
              </a:ext>
            </a:extLst>
          </p:cNvPr>
          <p:cNvGraphicFramePr>
            <a:graphicFrameLocks noGrp="1"/>
          </p:cNvGraphicFramePr>
          <p:nvPr/>
        </p:nvGraphicFramePr>
        <p:xfrm>
          <a:off x="1903412" y="5486400"/>
          <a:ext cx="3657600" cy="1010920"/>
        </p:xfrm>
        <a:graphic>
          <a:graphicData uri="http://schemas.openxmlformats.org/drawingml/2006/table">
            <a:tbl>
              <a:tblPr firstRow="1" bandRow="1">
                <a:tableStyleId>{073A0DAA-6AF3-43AB-8588-CEC1D06C72B9}</a:tableStyleId>
              </a:tblPr>
              <a:tblGrid>
                <a:gridCol w="1097280">
                  <a:extLst>
                    <a:ext uri="{9D8B030D-6E8A-4147-A177-3AD203B41FA5}">
                      <a16:colId xmlns:a16="http://schemas.microsoft.com/office/drawing/2014/main" val="3075322252"/>
                    </a:ext>
                  </a:extLst>
                </a:gridCol>
                <a:gridCol w="1097280">
                  <a:extLst>
                    <a:ext uri="{9D8B030D-6E8A-4147-A177-3AD203B41FA5}">
                      <a16:colId xmlns:a16="http://schemas.microsoft.com/office/drawing/2014/main" val="112466607"/>
                    </a:ext>
                  </a:extLst>
                </a:gridCol>
                <a:gridCol w="1463040">
                  <a:extLst>
                    <a:ext uri="{9D8B030D-6E8A-4147-A177-3AD203B41FA5}">
                      <a16:colId xmlns:a16="http://schemas.microsoft.com/office/drawing/2014/main" val="2979836651"/>
                    </a:ext>
                  </a:extLst>
                </a:gridCol>
              </a:tblGrid>
              <a:tr h="370840">
                <a:tc>
                  <a:txBody>
                    <a:bodyPr/>
                    <a:lstStyle/>
                    <a:p>
                      <a:pPr algn="ctr"/>
                      <a:r>
                        <a:rPr lang="en-US" dirty="0">
                          <a:latin typeface="Arial" panose="020B0604020202020204" pitchFamily="34" charset="0"/>
                          <a:cs typeface="Arial" panose="020B0604020202020204" pitchFamily="34" charset="0"/>
                        </a:rPr>
                        <a:t>Weight</a:t>
                      </a:r>
                      <a:r>
                        <a:rPr lang="en-US" baseline="-25000" dirty="0">
                          <a:latin typeface="Arial" panose="020B0604020202020204" pitchFamily="34" charset="0"/>
                          <a:cs typeface="Arial" panose="020B0604020202020204" pitchFamily="34" charset="0"/>
                        </a:rPr>
                        <a:t>1</a:t>
                      </a:r>
                      <a:endParaRPr lang="en-US" dirty="0">
                        <a:latin typeface="Arial" panose="020B0604020202020204" pitchFamily="34" charset="0"/>
                        <a:cs typeface="Arial" panose="020B0604020202020204" pitchFamily="34" charset="0"/>
                      </a:endParaRPr>
                    </a:p>
                  </a:txBody>
                  <a:tcPr/>
                </a:tc>
                <a:tc>
                  <a:txBody>
                    <a:bodyPr/>
                    <a:lstStyle/>
                    <a:p>
                      <a:pPr algn="ctr"/>
                      <a:r>
                        <a:rPr lang="en-US" dirty="0">
                          <a:latin typeface="Arial" panose="020B0604020202020204" pitchFamily="34" charset="0"/>
                          <a:cs typeface="Arial" panose="020B0604020202020204" pitchFamily="34" charset="0"/>
                        </a:rPr>
                        <a:t>Weight</a:t>
                      </a:r>
                      <a:r>
                        <a:rPr lang="en-US" baseline="-25000" dirty="0">
                          <a:latin typeface="Arial" panose="020B0604020202020204" pitchFamily="34" charset="0"/>
                          <a:cs typeface="Arial" panose="020B0604020202020204" pitchFamily="34" charset="0"/>
                        </a:rPr>
                        <a:t>2</a:t>
                      </a:r>
                      <a:endParaRPr lang="en-US" dirty="0">
                        <a:latin typeface="Arial" panose="020B0604020202020204" pitchFamily="34" charset="0"/>
                        <a:cs typeface="Arial" panose="020B0604020202020204" pitchFamily="34" charset="0"/>
                      </a:endParaRPr>
                    </a:p>
                  </a:txBody>
                  <a:tcPr/>
                </a:tc>
                <a:tc>
                  <a:txBody>
                    <a:bodyPr/>
                    <a:lstStyle/>
                    <a:p>
                      <a:pPr algn="ctr"/>
                      <a:r>
                        <a:rPr lang="en-US" dirty="0">
                          <a:latin typeface="Arial" panose="020B0604020202020204" pitchFamily="34" charset="0"/>
                          <a:cs typeface="Arial" panose="020B0604020202020204" pitchFamily="34" charset="0"/>
                        </a:rPr>
                        <a:t>Threshold</a:t>
                      </a:r>
                    </a:p>
                    <a:p>
                      <a:pPr algn="ctr"/>
                      <a:r>
                        <a:rPr lang="en-US" dirty="0">
                          <a:latin typeface="Arial" panose="020B0604020202020204" pitchFamily="34" charset="0"/>
                          <a:cs typeface="Arial" panose="020B0604020202020204" pitchFamily="34" charset="0"/>
                        </a:rPr>
                        <a:t>(</a:t>
                      </a:r>
                      <a:r>
                        <a:rPr lang="el-GR" sz="1800" dirty="0">
                          <a:latin typeface="Arial" panose="020B0604020202020204" pitchFamily="34" charset="0"/>
                          <a:cs typeface="Arial" panose="020B0604020202020204" pitchFamily="34" charset="0"/>
                        </a:rPr>
                        <a:t>β</a:t>
                      </a:r>
                      <a:r>
                        <a:rPr lang="en-US"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1168607816"/>
                  </a:ext>
                </a:extLst>
              </a:tr>
              <a:tr h="370840">
                <a:tc>
                  <a:txBody>
                    <a:bodyPr/>
                    <a:lstStyle/>
                    <a:p>
                      <a:pPr algn="ctr"/>
                      <a:r>
                        <a:rPr lang="en-US" b="1" dirty="0">
                          <a:latin typeface="Arial" panose="020B0604020202020204" pitchFamily="34" charset="0"/>
                          <a:cs typeface="Arial" panose="020B0604020202020204" pitchFamily="34" charset="0"/>
                        </a:rPr>
                        <a:t>-0.02</a:t>
                      </a:r>
                    </a:p>
                  </a:txBody>
                  <a:tcPr/>
                </a:tc>
                <a:tc>
                  <a:txBody>
                    <a:bodyPr/>
                    <a:lstStyle/>
                    <a:p>
                      <a:pPr algn="ctr"/>
                      <a:r>
                        <a:rPr lang="en-US" b="1" dirty="0">
                          <a:latin typeface="Arial" panose="020B0604020202020204" pitchFamily="34" charset="0"/>
                          <a:cs typeface="Arial" panose="020B0604020202020204" pitchFamily="34" charset="0"/>
                        </a:rPr>
                        <a:t>0.02</a:t>
                      </a:r>
                    </a:p>
                  </a:txBody>
                  <a:tcPr/>
                </a:tc>
                <a:tc>
                  <a:txBody>
                    <a:bodyPr/>
                    <a:lstStyle/>
                    <a:p>
                      <a:pPr algn="ctr"/>
                      <a:r>
                        <a:rPr lang="en-US" b="1" dirty="0">
                          <a:latin typeface="Arial" panose="020B0604020202020204" pitchFamily="34" charset="0"/>
                          <a:cs typeface="Arial" panose="020B0604020202020204" pitchFamily="34" charset="0"/>
                        </a:rPr>
                        <a:t>0.05</a:t>
                      </a:r>
                    </a:p>
                  </a:txBody>
                  <a:tcPr/>
                </a:tc>
                <a:extLst>
                  <a:ext uri="{0D108BD9-81ED-4DB2-BD59-A6C34878D82A}">
                    <a16:rowId xmlns:a16="http://schemas.microsoft.com/office/drawing/2014/main" val="3358362266"/>
                  </a:ext>
                </a:extLst>
              </a:tr>
            </a:tbl>
          </a:graphicData>
        </a:graphic>
      </p:graphicFrame>
      <p:pic>
        <p:nvPicPr>
          <p:cNvPr id="3" name="Picture 2">
            <a:extLst>
              <a:ext uri="{FF2B5EF4-FFF2-40B4-BE49-F238E27FC236}">
                <a16:creationId xmlns:a16="http://schemas.microsoft.com/office/drawing/2014/main" id="{AF31DD30-9C14-33EE-06EE-1D4CA568AA5B}"/>
              </a:ext>
            </a:extLst>
          </p:cNvPr>
          <p:cNvPicPr>
            <a:picLocks noChangeAspect="1"/>
          </p:cNvPicPr>
          <p:nvPr/>
        </p:nvPicPr>
        <p:blipFill>
          <a:blip r:embed="rId2"/>
          <a:srcRect/>
          <a:stretch/>
        </p:blipFill>
        <p:spPr>
          <a:xfrm>
            <a:off x="6685732" y="2133600"/>
            <a:ext cx="4572000" cy="457200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11" name="Freeform: Shape 10">
            <a:extLst>
              <a:ext uri="{FF2B5EF4-FFF2-40B4-BE49-F238E27FC236}">
                <a16:creationId xmlns:a16="http://schemas.microsoft.com/office/drawing/2014/main" id="{F5BEBDEA-3A27-E31C-32CB-E45C21A38ED1}"/>
              </a:ext>
            </a:extLst>
          </p:cNvPr>
          <p:cNvSpPr/>
          <p:nvPr/>
        </p:nvSpPr>
        <p:spPr>
          <a:xfrm>
            <a:off x="7691120" y="2865120"/>
            <a:ext cx="3505200" cy="3495040"/>
          </a:xfrm>
          <a:custGeom>
            <a:avLst/>
            <a:gdLst>
              <a:gd name="connsiteX0" fmla="*/ 0 w 3505200"/>
              <a:gd name="connsiteY0" fmla="*/ 3495040 h 3495040"/>
              <a:gd name="connsiteX1" fmla="*/ 3505200 w 3505200"/>
              <a:gd name="connsiteY1" fmla="*/ 3495040 h 3495040"/>
              <a:gd name="connsiteX2" fmla="*/ 3505200 w 3505200"/>
              <a:gd name="connsiteY2" fmla="*/ 0 h 3495040"/>
              <a:gd name="connsiteX3" fmla="*/ 0 w 3505200"/>
              <a:gd name="connsiteY3" fmla="*/ 3495040 h 3495040"/>
            </a:gdLst>
            <a:ahLst/>
            <a:cxnLst>
              <a:cxn ang="0">
                <a:pos x="connsiteX0" y="connsiteY0"/>
              </a:cxn>
              <a:cxn ang="0">
                <a:pos x="connsiteX1" y="connsiteY1"/>
              </a:cxn>
              <a:cxn ang="0">
                <a:pos x="connsiteX2" y="connsiteY2"/>
              </a:cxn>
              <a:cxn ang="0">
                <a:pos x="connsiteX3" y="connsiteY3"/>
              </a:cxn>
            </a:cxnLst>
            <a:rect l="l" t="t" r="r" b="b"/>
            <a:pathLst>
              <a:path w="3505200" h="3495040">
                <a:moveTo>
                  <a:pt x="0" y="3495040"/>
                </a:moveTo>
                <a:lnTo>
                  <a:pt x="3505200" y="3495040"/>
                </a:lnTo>
                <a:lnTo>
                  <a:pt x="3505200" y="0"/>
                </a:lnTo>
                <a:lnTo>
                  <a:pt x="0" y="3495040"/>
                </a:lnTo>
                <a:close/>
              </a:path>
            </a:pathLst>
          </a:custGeom>
          <a:solidFill>
            <a:srgbClr val="FF0000">
              <a:alpha val="1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1E11757-41E6-341A-FF7C-0A28A38CCAF7}"/>
              </a:ext>
            </a:extLst>
          </p:cNvPr>
          <p:cNvSpPr/>
          <p:nvPr/>
        </p:nvSpPr>
        <p:spPr>
          <a:xfrm>
            <a:off x="7015480" y="2245360"/>
            <a:ext cx="4155440" cy="4109720"/>
          </a:xfrm>
          <a:custGeom>
            <a:avLst/>
            <a:gdLst>
              <a:gd name="connsiteX0" fmla="*/ 0 w 4155440"/>
              <a:gd name="connsiteY0" fmla="*/ 0 h 4109720"/>
              <a:gd name="connsiteX1" fmla="*/ 4155440 w 4155440"/>
              <a:gd name="connsiteY1" fmla="*/ 0 h 4109720"/>
              <a:gd name="connsiteX2" fmla="*/ 4155440 w 4155440"/>
              <a:gd name="connsiteY2" fmla="*/ 614680 h 4109720"/>
              <a:gd name="connsiteX3" fmla="*/ 660400 w 4155440"/>
              <a:gd name="connsiteY3" fmla="*/ 4109720 h 4109720"/>
              <a:gd name="connsiteX4" fmla="*/ 15240 w 4155440"/>
              <a:gd name="connsiteY4" fmla="*/ 4109720 h 4109720"/>
              <a:gd name="connsiteX5" fmla="*/ 0 w 4155440"/>
              <a:gd name="connsiteY5" fmla="*/ 0 h 4109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55440" h="4109720">
                <a:moveTo>
                  <a:pt x="0" y="0"/>
                </a:moveTo>
                <a:lnTo>
                  <a:pt x="4155440" y="0"/>
                </a:lnTo>
                <a:lnTo>
                  <a:pt x="4155440" y="614680"/>
                </a:lnTo>
                <a:lnTo>
                  <a:pt x="660400" y="4109720"/>
                </a:lnTo>
                <a:lnTo>
                  <a:pt x="15240" y="4109720"/>
                </a:lnTo>
                <a:cubicBezTo>
                  <a:pt x="18627" y="2733040"/>
                  <a:pt x="22013" y="1356360"/>
                  <a:pt x="0" y="0"/>
                </a:cubicBezTo>
                <a:close/>
              </a:path>
            </a:pathLst>
          </a:custGeom>
          <a:solidFill>
            <a:srgbClr val="00FF00">
              <a:alpha val="1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allout: Right Arrow 13">
            <a:extLst>
              <a:ext uri="{FF2B5EF4-FFF2-40B4-BE49-F238E27FC236}">
                <a16:creationId xmlns:a16="http://schemas.microsoft.com/office/drawing/2014/main" id="{6124F4A0-6335-3935-F65A-F239C5BA12AD}"/>
              </a:ext>
            </a:extLst>
          </p:cNvPr>
          <p:cNvSpPr/>
          <p:nvPr/>
        </p:nvSpPr>
        <p:spPr>
          <a:xfrm>
            <a:off x="931093" y="3881120"/>
            <a:ext cx="5693227" cy="1066800"/>
          </a:xfrm>
          <a:prstGeom prst="rightArrowCallout">
            <a:avLst>
              <a:gd name="adj1" fmla="val 25000"/>
              <a:gd name="adj2" fmla="val 25000"/>
              <a:gd name="adj3" fmla="val 25000"/>
              <a:gd name="adj4" fmla="val 91247"/>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Arial" panose="020B0604020202020204" pitchFamily="34" charset="0"/>
                <a:cs typeface="Arial" panose="020B0604020202020204" pitchFamily="34" charset="0"/>
              </a:rPr>
              <a:t>Notice that at this point we have found a hyper-plane that separates all </a:t>
            </a:r>
            <a:r>
              <a:rPr lang="en-US" dirty="0">
                <a:solidFill>
                  <a:srgbClr val="00FF00"/>
                </a:solidFill>
                <a:highlight>
                  <a:srgbClr val="000000"/>
                </a:highlight>
                <a:latin typeface="Arial" panose="020B0604020202020204" pitchFamily="34" charset="0"/>
                <a:cs typeface="Arial" panose="020B0604020202020204" pitchFamily="34" charset="0"/>
              </a:rPr>
              <a:t>green</a:t>
            </a:r>
            <a:r>
              <a:rPr lang="en-US" dirty="0">
                <a:latin typeface="Arial" panose="020B0604020202020204" pitchFamily="34" charset="0"/>
                <a:cs typeface="Arial" panose="020B0604020202020204" pitchFamily="34" charset="0"/>
              </a:rPr>
              <a:t> dots from the </a:t>
            </a:r>
            <a:r>
              <a:rPr lang="en-US" dirty="0">
                <a:solidFill>
                  <a:srgbClr val="FF0000"/>
                </a:solidFill>
                <a:highlight>
                  <a:srgbClr val="000000"/>
                </a:highlight>
                <a:latin typeface="Arial" panose="020B0604020202020204" pitchFamily="34" charset="0"/>
                <a:cs typeface="Arial" panose="020B0604020202020204" pitchFamily="34" charset="0"/>
              </a:rPr>
              <a:t>red</a:t>
            </a:r>
            <a:r>
              <a:rPr lang="en-US" dirty="0">
                <a:latin typeface="Arial" panose="020B0604020202020204" pitchFamily="34" charset="0"/>
                <a:cs typeface="Arial" panose="020B0604020202020204" pitchFamily="34" charset="0"/>
              </a:rPr>
              <a:t> ones. At this point we can stop the algorithm.</a:t>
            </a:r>
            <a:endParaRPr lang="en-US" b="1" dirty="0">
              <a:highlight>
                <a:srgbClr val="000000"/>
              </a:highligh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63276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randombar(horizontal)">
                                      <p:cBhvr>
                                        <p:cTn id="11" dur="500"/>
                                        <p:tgtEl>
                                          <p:spTgt spid="12"/>
                                        </p:tgtEl>
                                      </p:cBhvr>
                                    </p:animEffect>
                                  </p:childTnLst>
                                </p:cTn>
                              </p:par>
                            </p:childTnLst>
                          </p:cTn>
                        </p:par>
                        <p:par>
                          <p:cTn id="12" fill="hold">
                            <p:stCondLst>
                              <p:cond delay="1000"/>
                            </p:stCondLst>
                            <p:childTnLst>
                              <p:par>
                                <p:cTn id="13" presetID="2" presetClass="entr" presetSubtype="8"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0-#ppt_w/2"/>
                                          </p:val>
                                        </p:tav>
                                        <p:tav tm="100000">
                                          <p:val>
                                            <p:strVal val="#ppt_x"/>
                                          </p:val>
                                        </p:tav>
                                      </p:tavLst>
                                    </p:anim>
                                    <p:anim calcmode="lin" valueType="num">
                                      <p:cBhvr additive="base">
                                        <p:cTn id="16" dur="500" fill="hold"/>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4"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Batch training</a:t>
            </a:r>
          </a:p>
        </p:txBody>
      </p:sp>
      <p:sp>
        <p:nvSpPr>
          <p:cNvPr id="5" name="Text Placeholder 4">
            <a:extLst>
              <a:ext uri="{FF2B5EF4-FFF2-40B4-BE49-F238E27FC236}">
                <a16:creationId xmlns:a16="http://schemas.microsoft.com/office/drawing/2014/main" id="{3D976C2B-6843-AFE9-31A7-08884EE5BB3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489452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6F4C326-A991-6E4A-B40C-E613F986848E}"/>
              </a:ext>
            </a:extLst>
          </p:cNvPr>
          <p:cNvSpPr>
            <a:spLocks noGrp="1"/>
          </p:cNvSpPr>
          <p:nvPr>
            <p:ph type="title"/>
          </p:nvPr>
        </p:nvSpPr>
        <p:spPr/>
        <p:txBody>
          <a:bodyPr/>
          <a:lstStyle/>
          <a:p>
            <a:r>
              <a:rPr lang="en-US" dirty="0"/>
              <a:t>Batch training</a:t>
            </a:r>
          </a:p>
        </p:txBody>
      </p:sp>
      <p:sp>
        <p:nvSpPr>
          <p:cNvPr id="5" name="Content Placeholder 4">
            <a:extLst>
              <a:ext uri="{FF2B5EF4-FFF2-40B4-BE49-F238E27FC236}">
                <a16:creationId xmlns:a16="http://schemas.microsoft.com/office/drawing/2014/main" id="{A3F51C36-2B58-87BF-492D-243B4AE5B6D1}"/>
              </a:ext>
            </a:extLst>
          </p:cNvPr>
          <p:cNvSpPr>
            <a:spLocks noGrp="1"/>
          </p:cNvSpPr>
          <p:nvPr>
            <p:ph idx="1"/>
          </p:nvPr>
        </p:nvSpPr>
        <p:spPr>
          <a:xfrm>
            <a:off x="1522414" y="1524000"/>
            <a:ext cx="9144000" cy="4267200"/>
          </a:xfrm>
        </p:spPr>
        <p:txBody>
          <a:bodyPr>
            <a:normAutofit/>
          </a:bodyPr>
          <a:lstStyle/>
          <a:p>
            <a:pPr marL="0" indent="0">
              <a:buNone/>
            </a:pPr>
            <a:r>
              <a:rPr lang="en-US" sz="2400" dirty="0"/>
              <a:t>Let’s consider the previous example, but with different arrangements of the order of the elements in the dataset.</a:t>
            </a:r>
          </a:p>
        </p:txBody>
      </p:sp>
      <p:cxnSp>
        <p:nvCxnSpPr>
          <p:cNvPr id="10" name="Straight Connector 9">
            <a:extLst>
              <a:ext uri="{FF2B5EF4-FFF2-40B4-BE49-F238E27FC236}">
                <a16:creationId xmlns:a16="http://schemas.microsoft.com/office/drawing/2014/main" id="{FD9E0EE7-E491-2324-781B-CC90D6FF26D3}"/>
              </a:ext>
            </a:extLst>
          </p:cNvPr>
          <p:cNvCxnSpPr/>
          <p:nvPr/>
        </p:nvCxnSpPr>
        <p:spPr>
          <a:xfrm>
            <a:off x="1674812" y="4572000"/>
            <a:ext cx="10058400" cy="0"/>
          </a:xfrm>
          <a:prstGeom prst="line">
            <a:avLst/>
          </a:prstGeom>
        </p:spPr>
        <p:style>
          <a:lnRef idx="3">
            <a:schemeClr val="dk1"/>
          </a:lnRef>
          <a:fillRef idx="0">
            <a:schemeClr val="dk1"/>
          </a:fillRef>
          <a:effectRef idx="2">
            <a:schemeClr val="dk1"/>
          </a:effectRef>
          <a:fontRef idx="minor">
            <a:schemeClr val="tx1"/>
          </a:fontRef>
        </p:style>
      </p:cxnSp>
      <p:sp>
        <p:nvSpPr>
          <p:cNvPr id="13" name="Callout: Up Arrow 12">
            <a:extLst>
              <a:ext uri="{FF2B5EF4-FFF2-40B4-BE49-F238E27FC236}">
                <a16:creationId xmlns:a16="http://schemas.microsoft.com/office/drawing/2014/main" id="{DA1D0794-C3FC-5ECB-E4EE-EB09F16F038A}"/>
              </a:ext>
            </a:extLst>
          </p:cNvPr>
          <p:cNvSpPr/>
          <p:nvPr/>
        </p:nvSpPr>
        <p:spPr>
          <a:xfrm>
            <a:off x="2284412" y="4389120"/>
            <a:ext cx="8839200" cy="2179320"/>
          </a:xfrm>
          <a:prstGeom prst="upArrowCallout">
            <a:avLst>
              <a:gd name="adj1" fmla="val 8925"/>
              <a:gd name="adj2" fmla="val 13037"/>
              <a:gd name="adj3" fmla="val 10607"/>
              <a:gd name="adj4" fmla="val 80287"/>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All of these databases contain the same entries just organized in different order. As such, the training will be different for each case. All of these cases will eventually reach a point where the hyperplane separates all green and red dots. For each case we will record how many iterations (</a:t>
            </a:r>
            <a:r>
              <a:rPr lang="en-US" dirty="0">
                <a:highlight>
                  <a:srgbClr val="000000"/>
                </a:highlight>
              </a:rPr>
              <a:t>epochs</a:t>
            </a:r>
            <a:r>
              <a:rPr lang="en-US" dirty="0"/>
              <a:t>) it takes to find the best hyperplane, and how many </a:t>
            </a:r>
            <a:r>
              <a:rPr lang="en-US" dirty="0">
                <a:highlight>
                  <a:srgbClr val="000000"/>
                </a:highlight>
              </a:rPr>
              <a:t>changes</a:t>
            </a:r>
            <a:r>
              <a:rPr lang="en-US" dirty="0"/>
              <a:t> to the original weight vector it takes.</a:t>
            </a:r>
          </a:p>
        </p:txBody>
      </p:sp>
      <p:graphicFrame>
        <p:nvGraphicFramePr>
          <p:cNvPr id="8" name="Table 7">
            <a:extLst>
              <a:ext uri="{FF2B5EF4-FFF2-40B4-BE49-F238E27FC236}">
                <a16:creationId xmlns:a16="http://schemas.microsoft.com/office/drawing/2014/main" id="{21346DD6-014B-3A8C-CA03-8F040A6A9216}"/>
              </a:ext>
            </a:extLst>
          </p:cNvPr>
          <p:cNvGraphicFramePr>
            <a:graphicFrameLocks noGrp="1"/>
          </p:cNvGraphicFramePr>
          <p:nvPr/>
        </p:nvGraphicFramePr>
        <p:xfrm>
          <a:off x="1751012" y="2468880"/>
          <a:ext cx="2286000" cy="1920240"/>
        </p:xfrm>
        <a:graphic>
          <a:graphicData uri="http://schemas.openxmlformats.org/drawingml/2006/table">
            <a:tbl>
              <a:tblPr firstRow="1" bandRow="1">
                <a:tableStyleId>{073A0DAA-6AF3-43AB-8588-CEC1D06C72B9}</a:tableStyleId>
              </a:tblPr>
              <a:tblGrid>
                <a:gridCol w="365760">
                  <a:extLst>
                    <a:ext uri="{9D8B030D-6E8A-4147-A177-3AD203B41FA5}">
                      <a16:colId xmlns:a16="http://schemas.microsoft.com/office/drawing/2014/main" val="392014626"/>
                    </a:ext>
                  </a:extLst>
                </a:gridCol>
                <a:gridCol w="640080">
                  <a:extLst>
                    <a:ext uri="{9D8B030D-6E8A-4147-A177-3AD203B41FA5}">
                      <a16:colId xmlns:a16="http://schemas.microsoft.com/office/drawing/2014/main" val="437014267"/>
                    </a:ext>
                  </a:extLst>
                </a:gridCol>
                <a:gridCol w="640080">
                  <a:extLst>
                    <a:ext uri="{9D8B030D-6E8A-4147-A177-3AD203B41FA5}">
                      <a16:colId xmlns:a16="http://schemas.microsoft.com/office/drawing/2014/main" val="4042802396"/>
                    </a:ext>
                  </a:extLst>
                </a:gridCol>
                <a:gridCol w="640080">
                  <a:extLst>
                    <a:ext uri="{9D8B030D-6E8A-4147-A177-3AD203B41FA5}">
                      <a16:colId xmlns:a16="http://schemas.microsoft.com/office/drawing/2014/main" val="958931348"/>
                    </a:ext>
                  </a:extLst>
                </a:gridCol>
              </a:tblGrid>
              <a:tr h="0">
                <a:tc>
                  <a:txBody>
                    <a:bodyPr/>
                    <a:lstStyle/>
                    <a:p>
                      <a:pPr algn="ctr"/>
                      <a:r>
                        <a:rPr lang="en-US" sz="1200" dirty="0">
                          <a:latin typeface="Arial" panose="020B0604020202020204" pitchFamily="34" charset="0"/>
                          <a:cs typeface="Arial" panose="020B0604020202020204" pitchFamily="34" charset="0"/>
                        </a:rPr>
                        <a:t>#</a:t>
                      </a:r>
                    </a:p>
                  </a:txBody>
                  <a:tcPr/>
                </a:tc>
                <a:tc>
                  <a:txBody>
                    <a:bodyPr/>
                    <a:lstStyle/>
                    <a:p>
                      <a:pPr algn="ctr"/>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1</a:t>
                      </a:r>
                    </a:p>
                  </a:txBody>
                  <a:tcPr/>
                </a:tc>
                <a:tc>
                  <a:txBody>
                    <a:bodyPr/>
                    <a:lstStyle/>
                    <a:p>
                      <a:pPr algn="ctr"/>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2</a:t>
                      </a:r>
                    </a:p>
                  </a:txBody>
                  <a:tcPr/>
                </a:tc>
                <a:tc>
                  <a:txBody>
                    <a:bodyPr/>
                    <a:lstStyle/>
                    <a:p>
                      <a:pPr algn="ctr"/>
                      <a:r>
                        <a:rPr lang="en-US" sz="1200" dirty="0">
                          <a:latin typeface="Arial" panose="020B0604020202020204" pitchFamily="34" charset="0"/>
                          <a:cs typeface="Arial" panose="020B0604020202020204" pitchFamily="34" charset="0"/>
                        </a:rPr>
                        <a:t>Label</a:t>
                      </a:r>
                    </a:p>
                  </a:txBody>
                  <a:tcPr/>
                </a:tc>
                <a:extLst>
                  <a:ext uri="{0D108BD9-81ED-4DB2-BD59-A6C34878D82A}">
                    <a16:rowId xmlns:a16="http://schemas.microsoft.com/office/drawing/2014/main" val="3281462437"/>
                  </a:ext>
                </a:extLst>
              </a:tr>
              <a:tr h="0">
                <a:tc>
                  <a:txBody>
                    <a:bodyPr/>
                    <a:lstStyle/>
                    <a:p>
                      <a:pPr algn="ctr"/>
                      <a:r>
                        <a:rPr lang="en-US" sz="1200" dirty="0">
                          <a:latin typeface="Arial" panose="020B0604020202020204" pitchFamily="34" charset="0"/>
                          <a:cs typeface="Arial" panose="020B0604020202020204" pitchFamily="34" charset="0"/>
                        </a:rPr>
                        <a:t>#1</a:t>
                      </a:r>
                    </a:p>
                  </a:txBody>
                  <a:tcPr/>
                </a:tc>
                <a:tc>
                  <a:txBody>
                    <a:bodyPr/>
                    <a:lstStyle/>
                    <a:p>
                      <a:pPr algn="ctr"/>
                      <a:r>
                        <a:rPr lang="en-US" sz="1200" dirty="0">
                          <a:latin typeface="Arial" panose="020B0604020202020204" pitchFamily="34" charset="0"/>
                          <a:cs typeface="Arial" panose="020B0604020202020204" pitchFamily="34" charset="0"/>
                        </a:rPr>
                        <a:t>4</a:t>
                      </a:r>
                    </a:p>
                  </a:txBody>
                  <a:tcPr/>
                </a:tc>
                <a:tc>
                  <a:txBody>
                    <a:bodyPr/>
                    <a:lstStyle/>
                    <a:p>
                      <a:pPr algn="ctr"/>
                      <a:r>
                        <a:rPr lang="en-US" sz="1200" dirty="0">
                          <a:latin typeface="Arial" panose="020B0604020202020204" pitchFamily="34" charset="0"/>
                          <a:cs typeface="Arial" panose="020B0604020202020204" pitchFamily="34" charset="0"/>
                        </a:rPr>
                        <a:t>2</a:t>
                      </a:r>
                    </a:p>
                  </a:txBody>
                  <a:tcPr/>
                </a:tc>
                <a:tc>
                  <a:txBody>
                    <a:bodyPr/>
                    <a:lstStyle/>
                    <a:p>
                      <a:pPr algn="ctr"/>
                      <a:r>
                        <a:rPr lang="en-US" sz="1200" dirty="0">
                          <a:latin typeface="Arial" panose="020B0604020202020204" pitchFamily="34" charset="0"/>
                          <a:cs typeface="Arial" panose="020B0604020202020204" pitchFamily="34" charset="0"/>
                        </a:rPr>
                        <a:t>1 (</a:t>
                      </a:r>
                      <a:r>
                        <a:rPr lang="en-US" sz="1200" dirty="0">
                          <a:solidFill>
                            <a:srgbClr val="00B05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04868658"/>
                  </a:ext>
                </a:extLst>
              </a:tr>
              <a:tr h="0">
                <a:tc>
                  <a:txBody>
                    <a:bodyPr/>
                    <a:lstStyle/>
                    <a:p>
                      <a:pPr algn="ctr"/>
                      <a:r>
                        <a:rPr lang="en-US" sz="1200" dirty="0">
                          <a:latin typeface="Arial" panose="020B0604020202020204" pitchFamily="34" charset="0"/>
                          <a:cs typeface="Arial" panose="020B0604020202020204" pitchFamily="34" charset="0"/>
                        </a:rPr>
                        <a:t>#2</a:t>
                      </a:r>
                    </a:p>
                  </a:txBody>
                  <a:tcPr/>
                </a:tc>
                <a:tc>
                  <a:txBody>
                    <a:bodyPr/>
                    <a:lstStyle/>
                    <a:p>
                      <a:pPr algn="ctr"/>
                      <a:r>
                        <a:rPr lang="en-US" sz="1200" dirty="0">
                          <a:latin typeface="Arial" panose="020B0604020202020204" pitchFamily="34" charset="0"/>
                          <a:cs typeface="Arial" panose="020B0604020202020204" pitchFamily="34" charset="0"/>
                        </a:rPr>
                        <a:t>-6</a:t>
                      </a:r>
                    </a:p>
                  </a:txBody>
                  <a:tcPr/>
                </a:tc>
                <a:tc>
                  <a:txBody>
                    <a:bodyPr/>
                    <a:lstStyle/>
                    <a:p>
                      <a:pPr algn="ctr"/>
                      <a:r>
                        <a:rPr lang="en-US" sz="1200" dirty="0">
                          <a:latin typeface="Arial" panose="020B0604020202020204" pitchFamily="34" charset="0"/>
                          <a:cs typeface="Arial" panose="020B0604020202020204" pitchFamily="34" charset="0"/>
                        </a:rPr>
                        <a:t>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1 (</a:t>
                      </a:r>
                      <a:r>
                        <a:rPr lang="en-US" sz="1200" dirty="0">
                          <a:solidFill>
                            <a:srgbClr val="00B05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651165515"/>
                  </a:ext>
                </a:extLst>
              </a:tr>
              <a:tr h="0">
                <a:tc>
                  <a:txBody>
                    <a:bodyPr/>
                    <a:lstStyle/>
                    <a:p>
                      <a:pPr algn="ctr"/>
                      <a:r>
                        <a:rPr lang="en-US" sz="1200" dirty="0">
                          <a:latin typeface="Arial" panose="020B0604020202020204" pitchFamily="34" charset="0"/>
                          <a:cs typeface="Arial" panose="020B0604020202020204" pitchFamily="34" charset="0"/>
                        </a:rPr>
                        <a:t>#3</a:t>
                      </a:r>
                    </a:p>
                  </a:txBody>
                  <a:tcPr/>
                </a:tc>
                <a:tc>
                  <a:txBody>
                    <a:bodyPr/>
                    <a:lstStyle/>
                    <a:p>
                      <a:pPr algn="ctr"/>
                      <a:r>
                        <a:rPr lang="en-US" sz="1200" dirty="0">
                          <a:latin typeface="Arial" panose="020B0604020202020204" pitchFamily="34" charset="0"/>
                          <a:cs typeface="Arial" panose="020B0604020202020204" pitchFamily="34" charset="0"/>
                        </a:rPr>
                        <a:t>0</a:t>
                      </a:r>
                    </a:p>
                  </a:txBody>
                  <a:tcPr/>
                </a:tc>
                <a:tc>
                  <a:txBody>
                    <a:bodyPr/>
                    <a:lstStyle/>
                    <a:p>
                      <a:pPr algn="ctr"/>
                      <a:r>
                        <a:rPr lang="en-US" sz="1200" dirty="0">
                          <a:latin typeface="Arial" panose="020B0604020202020204" pitchFamily="34" charset="0"/>
                          <a:cs typeface="Arial" panose="020B0604020202020204" pitchFamily="34" charset="0"/>
                        </a:rPr>
                        <a:t>-2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1 (</a:t>
                      </a:r>
                      <a:r>
                        <a:rPr lang="en-US" sz="1200" dirty="0">
                          <a:solidFill>
                            <a:srgbClr val="00B05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906554913"/>
                  </a:ext>
                </a:extLst>
              </a:tr>
              <a:tr h="0">
                <a:tc>
                  <a:txBody>
                    <a:bodyPr/>
                    <a:lstStyle/>
                    <a:p>
                      <a:pPr algn="ctr"/>
                      <a:r>
                        <a:rPr lang="en-US" sz="1200" dirty="0">
                          <a:latin typeface="Arial" panose="020B0604020202020204" pitchFamily="34" charset="0"/>
                          <a:cs typeface="Arial" panose="020B0604020202020204" pitchFamily="34" charset="0"/>
                        </a:rPr>
                        <a:t>#4</a:t>
                      </a:r>
                    </a:p>
                  </a:txBody>
                  <a:tcPr/>
                </a:tc>
                <a:tc>
                  <a:txBody>
                    <a:bodyPr/>
                    <a:lstStyle/>
                    <a:p>
                      <a:pPr algn="ctr"/>
                      <a:r>
                        <a:rPr lang="en-US" sz="1200" dirty="0">
                          <a:latin typeface="Arial" panose="020B0604020202020204" pitchFamily="34" charset="0"/>
                          <a:cs typeface="Arial" panose="020B0604020202020204" pitchFamily="34" charset="0"/>
                        </a:rPr>
                        <a:t>0</a:t>
                      </a:r>
                    </a:p>
                  </a:txBody>
                  <a:tcPr/>
                </a:tc>
                <a:tc>
                  <a:txBody>
                    <a:bodyPr/>
                    <a:lstStyle/>
                    <a:p>
                      <a:pPr algn="ctr"/>
                      <a:r>
                        <a:rPr lang="en-US" sz="1200" dirty="0">
                          <a:latin typeface="Arial" panose="020B0604020202020204" pitchFamily="34" charset="0"/>
                          <a:cs typeface="Arial" panose="020B0604020202020204" pitchFamily="34" charset="0"/>
                        </a:rPr>
                        <a:t>-4</a:t>
                      </a:r>
                    </a:p>
                  </a:txBody>
                  <a:tcPr/>
                </a:tc>
                <a:tc>
                  <a:txBody>
                    <a:bodyPr/>
                    <a:lstStyle/>
                    <a:p>
                      <a:pPr algn="ctr"/>
                      <a:r>
                        <a:rPr lang="en-US" sz="1200" dirty="0">
                          <a:latin typeface="Arial" panose="020B0604020202020204" pitchFamily="34" charset="0"/>
                          <a:cs typeface="Arial" panose="020B0604020202020204" pitchFamily="34" charset="0"/>
                        </a:rPr>
                        <a:t>-1 (</a:t>
                      </a:r>
                      <a:r>
                        <a:rPr lang="en-US" sz="1200" dirty="0">
                          <a:solidFill>
                            <a:srgbClr val="C0000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052881436"/>
                  </a:ext>
                </a:extLst>
              </a:tr>
              <a:tr h="0">
                <a:tc>
                  <a:txBody>
                    <a:bodyPr/>
                    <a:lstStyle/>
                    <a:p>
                      <a:pPr algn="ctr"/>
                      <a:r>
                        <a:rPr lang="en-US" sz="1200" dirty="0">
                          <a:latin typeface="Arial" panose="020B0604020202020204" pitchFamily="34" charset="0"/>
                          <a:cs typeface="Arial" panose="020B0604020202020204" pitchFamily="34" charset="0"/>
                        </a:rPr>
                        <a:t>#5</a:t>
                      </a:r>
                    </a:p>
                  </a:txBody>
                  <a:tcPr/>
                </a:tc>
                <a:tc>
                  <a:txBody>
                    <a:bodyPr/>
                    <a:lstStyle/>
                    <a:p>
                      <a:pPr algn="ctr"/>
                      <a:r>
                        <a:rPr lang="en-US" sz="1200" dirty="0">
                          <a:latin typeface="Arial" panose="020B0604020202020204" pitchFamily="34" charset="0"/>
                          <a:cs typeface="Arial" panose="020B0604020202020204" pitchFamily="34" charset="0"/>
                        </a:rPr>
                        <a:t>-2</a:t>
                      </a:r>
                    </a:p>
                  </a:txBody>
                  <a:tcPr/>
                </a:tc>
                <a:tc>
                  <a:txBody>
                    <a:bodyPr/>
                    <a:lstStyle/>
                    <a:p>
                      <a:pPr algn="ctr"/>
                      <a:r>
                        <a:rPr lang="en-US" sz="1200" dirty="0">
                          <a:latin typeface="Arial" panose="020B0604020202020204" pitchFamily="34" charset="0"/>
                          <a:cs typeface="Arial" panose="020B0604020202020204" pitchFamily="34" charset="0"/>
                        </a:rPr>
                        <a:t>-6</a:t>
                      </a:r>
                    </a:p>
                  </a:txBody>
                  <a:tcPr/>
                </a:tc>
                <a:tc>
                  <a:txBody>
                    <a:bodyPr/>
                    <a:lstStyle/>
                    <a:p>
                      <a:pPr algn="ctr"/>
                      <a:r>
                        <a:rPr lang="en-US" sz="1200" dirty="0">
                          <a:latin typeface="Arial" panose="020B0604020202020204" pitchFamily="34" charset="0"/>
                          <a:cs typeface="Arial" panose="020B0604020202020204" pitchFamily="34" charset="0"/>
                        </a:rPr>
                        <a:t>-1 (</a:t>
                      </a:r>
                      <a:r>
                        <a:rPr lang="en-US" sz="1200" dirty="0">
                          <a:solidFill>
                            <a:srgbClr val="C0000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496509937"/>
                  </a:ext>
                </a:extLst>
              </a:tr>
              <a:tr h="0">
                <a:tc>
                  <a:txBody>
                    <a:bodyPr/>
                    <a:lstStyle/>
                    <a:p>
                      <a:pPr algn="ctr"/>
                      <a:r>
                        <a:rPr lang="en-US" sz="1200" dirty="0">
                          <a:latin typeface="Arial" panose="020B0604020202020204" pitchFamily="34" charset="0"/>
                          <a:cs typeface="Arial" panose="020B0604020202020204" pitchFamily="34" charset="0"/>
                        </a:rPr>
                        <a:t>#6</a:t>
                      </a:r>
                    </a:p>
                  </a:txBody>
                  <a:tcPr/>
                </a:tc>
                <a:tc>
                  <a:txBody>
                    <a:bodyPr/>
                    <a:lstStyle/>
                    <a:p>
                      <a:pPr algn="ctr"/>
                      <a:r>
                        <a:rPr lang="en-US" sz="1200" dirty="0">
                          <a:latin typeface="Arial" panose="020B0604020202020204" pitchFamily="34" charset="0"/>
                          <a:cs typeface="Arial" panose="020B0604020202020204" pitchFamily="34" charset="0"/>
                        </a:rPr>
                        <a:t>6</a:t>
                      </a:r>
                    </a:p>
                  </a:txBody>
                  <a:tcPr/>
                </a:tc>
                <a:tc>
                  <a:txBody>
                    <a:bodyPr/>
                    <a:lstStyle/>
                    <a:p>
                      <a:pPr algn="ctr"/>
                      <a:r>
                        <a:rPr lang="en-US" sz="1200" dirty="0">
                          <a:latin typeface="Arial" panose="020B0604020202020204" pitchFamily="34" charset="0"/>
                          <a:cs typeface="Arial" panose="020B0604020202020204" pitchFamily="34" charset="0"/>
                        </a:rPr>
                        <a:t>2</a:t>
                      </a:r>
                    </a:p>
                  </a:txBody>
                  <a:tcPr/>
                </a:tc>
                <a:tc>
                  <a:txBody>
                    <a:bodyPr/>
                    <a:lstStyle/>
                    <a:p>
                      <a:pPr algn="ctr"/>
                      <a:r>
                        <a:rPr lang="en-US" sz="1200" dirty="0">
                          <a:latin typeface="Arial" panose="020B0604020202020204" pitchFamily="34" charset="0"/>
                          <a:cs typeface="Arial" panose="020B0604020202020204" pitchFamily="34" charset="0"/>
                        </a:rPr>
                        <a:t>-1 (</a:t>
                      </a:r>
                      <a:r>
                        <a:rPr lang="en-US" sz="1200" dirty="0">
                          <a:solidFill>
                            <a:srgbClr val="C0000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43331876"/>
                  </a:ext>
                </a:extLst>
              </a:tr>
            </a:tbl>
          </a:graphicData>
        </a:graphic>
      </p:graphicFrame>
      <p:graphicFrame>
        <p:nvGraphicFramePr>
          <p:cNvPr id="9" name="Table 8">
            <a:extLst>
              <a:ext uri="{FF2B5EF4-FFF2-40B4-BE49-F238E27FC236}">
                <a16:creationId xmlns:a16="http://schemas.microsoft.com/office/drawing/2014/main" id="{6DD73333-8117-2424-AA5B-D69D39032F5A}"/>
              </a:ext>
            </a:extLst>
          </p:cNvPr>
          <p:cNvGraphicFramePr>
            <a:graphicFrameLocks noGrp="1"/>
          </p:cNvGraphicFramePr>
          <p:nvPr/>
        </p:nvGraphicFramePr>
        <p:xfrm>
          <a:off x="4287096" y="2468880"/>
          <a:ext cx="2286000" cy="1920240"/>
        </p:xfrm>
        <a:graphic>
          <a:graphicData uri="http://schemas.openxmlformats.org/drawingml/2006/table">
            <a:tbl>
              <a:tblPr firstRow="1" bandRow="1">
                <a:tableStyleId>{073A0DAA-6AF3-43AB-8588-CEC1D06C72B9}</a:tableStyleId>
              </a:tblPr>
              <a:tblGrid>
                <a:gridCol w="365760">
                  <a:extLst>
                    <a:ext uri="{9D8B030D-6E8A-4147-A177-3AD203B41FA5}">
                      <a16:colId xmlns:a16="http://schemas.microsoft.com/office/drawing/2014/main" val="392014626"/>
                    </a:ext>
                  </a:extLst>
                </a:gridCol>
                <a:gridCol w="640080">
                  <a:extLst>
                    <a:ext uri="{9D8B030D-6E8A-4147-A177-3AD203B41FA5}">
                      <a16:colId xmlns:a16="http://schemas.microsoft.com/office/drawing/2014/main" val="437014267"/>
                    </a:ext>
                  </a:extLst>
                </a:gridCol>
                <a:gridCol w="640080">
                  <a:extLst>
                    <a:ext uri="{9D8B030D-6E8A-4147-A177-3AD203B41FA5}">
                      <a16:colId xmlns:a16="http://schemas.microsoft.com/office/drawing/2014/main" val="4042802396"/>
                    </a:ext>
                  </a:extLst>
                </a:gridCol>
                <a:gridCol w="640080">
                  <a:extLst>
                    <a:ext uri="{9D8B030D-6E8A-4147-A177-3AD203B41FA5}">
                      <a16:colId xmlns:a16="http://schemas.microsoft.com/office/drawing/2014/main" val="958931348"/>
                    </a:ext>
                  </a:extLst>
                </a:gridCol>
              </a:tblGrid>
              <a:tr h="0">
                <a:tc>
                  <a:txBody>
                    <a:bodyPr/>
                    <a:lstStyle/>
                    <a:p>
                      <a:pPr algn="ctr"/>
                      <a:r>
                        <a:rPr lang="en-US" sz="1200" dirty="0">
                          <a:latin typeface="Arial" panose="020B0604020202020204" pitchFamily="34" charset="0"/>
                          <a:cs typeface="Arial" panose="020B0604020202020204" pitchFamily="34" charset="0"/>
                        </a:rPr>
                        <a:t>#</a:t>
                      </a:r>
                    </a:p>
                  </a:txBody>
                  <a:tcPr/>
                </a:tc>
                <a:tc>
                  <a:txBody>
                    <a:bodyPr/>
                    <a:lstStyle/>
                    <a:p>
                      <a:pPr algn="ctr"/>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1</a:t>
                      </a:r>
                    </a:p>
                  </a:txBody>
                  <a:tcPr/>
                </a:tc>
                <a:tc>
                  <a:txBody>
                    <a:bodyPr/>
                    <a:lstStyle/>
                    <a:p>
                      <a:pPr algn="ctr"/>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2</a:t>
                      </a:r>
                    </a:p>
                  </a:txBody>
                  <a:tcPr/>
                </a:tc>
                <a:tc>
                  <a:txBody>
                    <a:bodyPr/>
                    <a:lstStyle/>
                    <a:p>
                      <a:pPr algn="ctr"/>
                      <a:r>
                        <a:rPr lang="en-US" sz="1200" dirty="0">
                          <a:latin typeface="Arial" panose="020B0604020202020204" pitchFamily="34" charset="0"/>
                          <a:cs typeface="Arial" panose="020B0604020202020204" pitchFamily="34" charset="0"/>
                        </a:rPr>
                        <a:t>Label</a:t>
                      </a:r>
                    </a:p>
                  </a:txBody>
                  <a:tcPr/>
                </a:tc>
                <a:extLst>
                  <a:ext uri="{0D108BD9-81ED-4DB2-BD59-A6C34878D82A}">
                    <a16:rowId xmlns:a16="http://schemas.microsoft.com/office/drawing/2014/main" val="3281462437"/>
                  </a:ext>
                </a:extLst>
              </a:tr>
              <a:tr h="0">
                <a:tc>
                  <a:txBody>
                    <a:bodyPr/>
                    <a:lstStyle/>
                    <a:p>
                      <a:pPr algn="ctr"/>
                      <a:r>
                        <a:rPr lang="en-US" sz="1200" dirty="0">
                          <a:latin typeface="Arial" panose="020B0604020202020204" pitchFamily="34" charset="0"/>
                          <a:cs typeface="Arial" panose="020B0604020202020204" pitchFamily="34" charset="0"/>
                        </a:rPr>
                        <a:t>#1</a:t>
                      </a:r>
                    </a:p>
                  </a:txBody>
                  <a:tcPr/>
                </a:tc>
                <a:tc>
                  <a:txBody>
                    <a:bodyPr/>
                    <a:lstStyle/>
                    <a:p>
                      <a:pPr algn="ctr"/>
                      <a:r>
                        <a:rPr lang="en-US" sz="1200" dirty="0">
                          <a:latin typeface="Arial" panose="020B0604020202020204" pitchFamily="34" charset="0"/>
                          <a:cs typeface="Arial" panose="020B0604020202020204" pitchFamily="34" charset="0"/>
                        </a:rPr>
                        <a:t>4</a:t>
                      </a:r>
                    </a:p>
                  </a:txBody>
                  <a:tcPr/>
                </a:tc>
                <a:tc>
                  <a:txBody>
                    <a:bodyPr/>
                    <a:lstStyle/>
                    <a:p>
                      <a:pPr algn="ctr"/>
                      <a:r>
                        <a:rPr lang="en-US" sz="1200" dirty="0">
                          <a:latin typeface="Arial" panose="020B0604020202020204" pitchFamily="34" charset="0"/>
                          <a:cs typeface="Arial" panose="020B0604020202020204" pitchFamily="34" charset="0"/>
                        </a:rPr>
                        <a:t>2</a:t>
                      </a:r>
                    </a:p>
                  </a:txBody>
                  <a:tcPr/>
                </a:tc>
                <a:tc>
                  <a:txBody>
                    <a:bodyPr/>
                    <a:lstStyle/>
                    <a:p>
                      <a:pPr algn="ctr"/>
                      <a:r>
                        <a:rPr lang="en-US" sz="1200" dirty="0">
                          <a:latin typeface="Arial" panose="020B0604020202020204" pitchFamily="34" charset="0"/>
                          <a:cs typeface="Arial" panose="020B0604020202020204" pitchFamily="34" charset="0"/>
                        </a:rPr>
                        <a:t>1 (</a:t>
                      </a:r>
                      <a:r>
                        <a:rPr lang="en-US" sz="1200" dirty="0">
                          <a:solidFill>
                            <a:srgbClr val="00B05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04868658"/>
                  </a:ext>
                </a:extLst>
              </a:tr>
              <a:tr h="0">
                <a:tc>
                  <a:txBody>
                    <a:bodyPr/>
                    <a:lstStyle/>
                    <a:p>
                      <a:pPr algn="ctr"/>
                      <a:r>
                        <a:rPr lang="en-US" sz="1200" dirty="0">
                          <a:latin typeface="Arial" panose="020B0604020202020204" pitchFamily="34" charset="0"/>
                          <a:cs typeface="Arial" panose="020B0604020202020204" pitchFamily="34" charset="0"/>
                        </a:rPr>
                        <a:t>#5</a:t>
                      </a:r>
                    </a:p>
                  </a:txBody>
                  <a:tcPr/>
                </a:tc>
                <a:tc>
                  <a:txBody>
                    <a:bodyPr/>
                    <a:lstStyle/>
                    <a:p>
                      <a:pPr algn="ctr"/>
                      <a:r>
                        <a:rPr lang="en-US" sz="1200" dirty="0">
                          <a:latin typeface="Arial" panose="020B0604020202020204" pitchFamily="34" charset="0"/>
                          <a:cs typeface="Arial" panose="020B0604020202020204" pitchFamily="34" charset="0"/>
                        </a:rPr>
                        <a:t>-2</a:t>
                      </a:r>
                    </a:p>
                  </a:txBody>
                  <a:tcPr/>
                </a:tc>
                <a:tc>
                  <a:txBody>
                    <a:bodyPr/>
                    <a:lstStyle/>
                    <a:p>
                      <a:pPr algn="ctr"/>
                      <a:r>
                        <a:rPr lang="en-US" sz="1200" dirty="0">
                          <a:latin typeface="Arial" panose="020B0604020202020204" pitchFamily="34" charset="0"/>
                          <a:cs typeface="Arial" panose="020B0604020202020204" pitchFamily="34" charset="0"/>
                        </a:rPr>
                        <a:t>-6</a:t>
                      </a:r>
                    </a:p>
                  </a:txBody>
                  <a:tcPr/>
                </a:tc>
                <a:tc>
                  <a:txBody>
                    <a:bodyPr/>
                    <a:lstStyle/>
                    <a:p>
                      <a:pPr algn="ctr"/>
                      <a:r>
                        <a:rPr lang="en-US" sz="1200" dirty="0">
                          <a:latin typeface="Arial" panose="020B0604020202020204" pitchFamily="34" charset="0"/>
                          <a:cs typeface="Arial" panose="020B0604020202020204" pitchFamily="34" charset="0"/>
                        </a:rPr>
                        <a:t>-1 (</a:t>
                      </a:r>
                      <a:r>
                        <a:rPr lang="en-US" sz="1200" dirty="0">
                          <a:solidFill>
                            <a:srgbClr val="C0000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651165515"/>
                  </a:ext>
                </a:extLst>
              </a:tr>
              <a:tr h="0">
                <a:tc>
                  <a:txBody>
                    <a:bodyPr/>
                    <a:lstStyle/>
                    <a:p>
                      <a:pPr algn="ctr"/>
                      <a:r>
                        <a:rPr lang="en-US" sz="1200" dirty="0">
                          <a:latin typeface="Arial" panose="020B0604020202020204" pitchFamily="34" charset="0"/>
                          <a:cs typeface="Arial" panose="020B0604020202020204" pitchFamily="34" charset="0"/>
                        </a:rPr>
                        <a:t>#3</a:t>
                      </a:r>
                    </a:p>
                  </a:txBody>
                  <a:tcPr/>
                </a:tc>
                <a:tc>
                  <a:txBody>
                    <a:bodyPr/>
                    <a:lstStyle/>
                    <a:p>
                      <a:pPr algn="ctr"/>
                      <a:r>
                        <a:rPr lang="en-US" sz="1200" dirty="0">
                          <a:latin typeface="Arial" panose="020B0604020202020204" pitchFamily="34" charset="0"/>
                          <a:cs typeface="Arial" panose="020B0604020202020204" pitchFamily="34" charset="0"/>
                        </a:rPr>
                        <a:t>0</a:t>
                      </a:r>
                    </a:p>
                  </a:txBody>
                  <a:tcPr/>
                </a:tc>
                <a:tc>
                  <a:txBody>
                    <a:bodyPr/>
                    <a:lstStyle/>
                    <a:p>
                      <a:pPr algn="ctr"/>
                      <a:r>
                        <a:rPr lang="en-US" sz="1200" dirty="0">
                          <a:latin typeface="Arial" panose="020B0604020202020204" pitchFamily="34" charset="0"/>
                          <a:cs typeface="Arial" panose="020B0604020202020204" pitchFamily="34" charset="0"/>
                        </a:rPr>
                        <a:t>-2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1 (</a:t>
                      </a:r>
                      <a:r>
                        <a:rPr lang="en-US" sz="1200" dirty="0">
                          <a:solidFill>
                            <a:srgbClr val="00B05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906554913"/>
                  </a:ext>
                </a:extLst>
              </a:tr>
              <a:tr h="0">
                <a:tc>
                  <a:txBody>
                    <a:bodyPr/>
                    <a:lstStyle/>
                    <a:p>
                      <a:pPr algn="ctr"/>
                      <a:r>
                        <a:rPr lang="en-US" sz="1200" dirty="0">
                          <a:latin typeface="Arial" panose="020B0604020202020204" pitchFamily="34" charset="0"/>
                          <a:cs typeface="Arial" panose="020B0604020202020204" pitchFamily="34" charset="0"/>
                        </a:rPr>
                        <a:t>#2</a:t>
                      </a:r>
                    </a:p>
                  </a:txBody>
                  <a:tcPr/>
                </a:tc>
                <a:tc>
                  <a:txBody>
                    <a:bodyPr/>
                    <a:lstStyle/>
                    <a:p>
                      <a:pPr algn="ctr"/>
                      <a:r>
                        <a:rPr lang="en-US" sz="1200" dirty="0">
                          <a:latin typeface="Arial" panose="020B0604020202020204" pitchFamily="34" charset="0"/>
                          <a:cs typeface="Arial" panose="020B0604020202020204" pitchFamily="34" charset="0"/>
                        </a:rPr>
                        <a:t>-6</a:t>
                      </a:r>
                    </a:p>
                  </a:txBody>
                  <a:tcPr/>
                </a:tc>
                <a:tc>
                  <a:txBody>
                    <a:bodyPr/>
                    <a:lstStyle/>
                    <a:p>
                      <a:pPr algn="ctr"/>
                      <a:r>
                        <a:rPr lang="en-US" sz="1200" dirty="0">
                          <a:latin typeface="Arial" panose="020B0604020202020204" pitchFamily="34" charset="0"/>
                          <a:cs typeface="Arial" panose="020B0604020202020204" pitchFamily="34" charset="0"/>
                        </a:rPr>
                        <a:t>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1 (</a:t>
                      </a:r>
                      <a:r>
                        <a:rPr lang="en-US" sz="1200" dirty="0">
                          <a:solidFill>
                            <a:srgbClr val="00B05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052881436"/>
                  </a:ext>
                </a:extLst>
              </a:tr>
              <a:tr h="0">
                <a:tc>
                  <a:txBody>
                    <a:bodyPr/>
                    <a:lstStyle/>
                    <a:p>
                      <a:pPr algn="ctr"/>
                      <a:r>
                        <a:rPr lang="en-US" sz="1200" dirty="0">
                          <a:latin typeface="Arial" panose="020B0604020202020204" pitchFamily="34" charset="0"/>
                          <a:cs typeface="Arial" panose="020B0604020202020204" pitchFamily="34" charset="0"/>
                        </a:rPr>
                        <a:t>#4</a:t>
                      </a:r>
                    </a:p>
                  </a:txBody>
                  <a:tcPr/>
                </a:tc>
                <a:tc>
                  <a:txBody>
                    <a:bodyPr/>
                    <a:lstStyle/>
                    <a:p>
                      <a:pPr algn="ctr"/>
                      <a:r>
                        <a:rPr lang="en-US" sz="1200" dirty="0">
                          <a:latin typeface="Arial" panose="020B0604020202020204" pitchFamily="34" charset="0"/>
                          <a:cs typeface="Arial" panose="020B0604020202020204" pitchFamily="34" charset="0"/>
                        </a:rPr>
                        <a:t>0</a:t>
                      </a:r>
                    </a:p>
                  </a:txBody>
                  <a:tcPr/>
                </a:tc>
                <a:tc>
                  <a:txBody>
                    <a:bodyPr/>
                    <a:lstStyle/>
                    <a:p>
                      <a:pPr algn="ctr"/>
                      <a:r>
                        <a:rPr lang="en-US" sz="1200" dirty="0">
                          <a:latin typeface="Arial" panose="020B0604020202020204" pitchFamily="34" charset="0"/>
                          <a:cs typeface="Arial" panose="020B0604020202020204" pitchFamily="34" charset="0"/>
                        </a:rPr>
                        <a:t>-4</a:t>
                      </a:r>
                    </a:p>
                  </a:txBody>
                  <a:tcPr/>
                </a:tc>
                <a:tc>
                  <a:txBody>
                    <a:bodyPr/>
                    <a:lstStyle/>
                    <a:p>
                      <a:pPr algn="ctr"/>
                      <a:r>
                        <a:rPr lang="en-US" sz="1200" dirty="0">
                          <a:latin typeface="Arial" panose="020B0604020202020204" pitchFamily="34" charset="0"/>
                          <a:cs typeface="Arial" panose="020B0604020202020204" pitchFamily="34" charset="0"/>
                        </a:rPr>
                        <a:t>-1 (</a:t>
                      </a:r>
                      <a:r>
                        <a:rPr lang="en-US" sz="1200" dirty="0">
                          <a:solidFill>
                            <a:srgbClr val="C0000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496509937"/>
                  </a:ext>
                </a:extLst>
              </a:tr>
              <a:tr h="0">
                <a:tc>
                  <a:txBody>
                    <a:bodyPr/>
                    <a:lstStyle/>
                    <a:p>
                      <a:pPr algn="ctr"/>
                      <a:r>
                        <a:rPr lang="en-US" sz="1200" dirty="0">
                          <a:latin typeface="Arial" panose="020B0604020202020204" pitchFamily="34" charset="0"/>
                          <a:cs typeface="Arial" panose="020B0604020202020204" pitchFamily="34" charset="0"/>
                        </a:rPr>
                        <a:t>#6</a:t>
                      </a:r>
                    </a:p>
                  </a:txBody>
                  <a:tcPr/>
                </a:tc>
                <a:tc>
                  <a:txBody>
                    <a:bodyPr/>
                    <a:lstStyle/>
                    <a:p>
                      <a:pPr algn="ctr"/>
                      <a:r>
                        <a:rPr lang="en-US" sz="1200" dirty="0">
                          <a:latin typeface="Arial" panose="020B0604020202020204" pitchFamily="34" charset="0"/>
                          <a:cs typeface="Arial" panose="020B0604020202020204" pitchFamily="34" charset="0"/>
                        </a:rPr>
                        <a:t>6</a:t>
                      </a:r>
                    </a:p>
                  </a:txBody>
                  <a:tcPr/>
                </a:tc>
                <a:tc>
                  <a:txBody>
                    <a:bodyPr/>
                    <a:lstStyle/>
                    <a:p>
                      <a:pPr algn="ctr"/>
                      <a:r>
                        <a:rPr lang="en-US" sz="1200" dirty="0">
                          <a:latin typeface="Arial" panose="020B0604020202020204" pitchFamily="34" charset="0"/>
                          <a:cs typeface="Arial" panose="020B0604020202020204" pitchFamily="34" charset="0"/>
                        </a:rPr>
                        <a:t>2</a:t>
                      </a:r>
                    </a:p>
                  </a:txBody>
                  <a:tcPr/>
                </a:tc>
                <a:tc>
                  <a:txBody>
                    <a:bodyPr/>
                    <a:lstStyle/>
                    <a:p>
                      <a:pPr algn="ctr"/>
                      <a:r>
                        <a:rPr lang="en-US" sz="1200" dirty="0">
                          <a:latin typeface="Arial" panose="020B0604020202020204" pitchFamily="34" charset="0"/>
                          <a:cs typeface="Arial" panose="020B0604020202020204" pitchFamily="34" charset="0"/>
                        </a:rPr>
                        <a:t>-1 (</a:t>
                      </a:r>
                      <a:r>
                        <a:rPr lang="en-US" sz="1200" dirty="0">
                          <a:solidFill>
                            <a:srgbClr val="C0000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43331876"/>
                  </a:ext>
                </a:extLst>
              </a:tr>
            </a:tbl>
          </a:graphicData>
        </a:graphic>
      </p:graphicFrame>
      <p:graphicFrame>
        <p:nvGraphicFramePr>
          <p:cNvPr id="11" name="Table 10">
            <a:extLst>
              <a:ext uri="{FF2B5EF4-FFF2-40B4-BE49-F238E27FC236}">
                <a16:creationId xmlns:a16="http://schemas.microsoft.com/office/drawing/2014/main" id="{E827CB2C-6D54-B219-3BD5-16F645288CC2}"/>
              </a:ext>
            </a:extLst>
          </p:cNvPr>
          <p:cNvGraphicFramePr>
            <a:graphicFrameLocks noGrp="1"/>
          </p:cNvGraphicFramePr>
          <p:nvPr/>
        </p:nvGraphicFramePr>
        <p:xfrm>
          <a:off x="6823180" y="2468880"/>
          <a:ext cx="2286000" cy="1920240"/>
        </p:xfrm>
        <a:graphic>
          <a:graphicData uri="http://schemas.openxmlformats.org/drawingml/2006/table">
            <a:tbl>
              <a:tblPr firstRow="1" bandRow="1">
                <a:tableStyleId>{073A0DAA-6AF3-43AB-8588-CEC1D06C72B9}</a:tableStyleId>
              </a:tblPr>
              <a:tblGrid>
                <a:gridCol w="365760">
                  <a:extLst>
                    <a:ext uri="{9D8B030D-6E8A-4147-A177-3AD203B41FA5}">
                      <a16:colId xmlns:a16="http://schemas.microsoft.com/office/drawing/2014/main" val="392014626"/>
                    </a:ext>
                  </a:extLst>
                </a:gridCol>
                <a:gridCol w="640080">
                  <a:extLst>
                    <a:ext uri="{9D8B030D-6E8A-4147-A177-3AD203B41FA5}">
                      <a16:colId xmlns:a16="http://schemas.microsoft.com/office/drawing/2014/main" val="437014267"/>
                    </a:ext>
                  </a:extLst>
                </a:gridCol>
                <a:gridCol w="640080">
                  <a:extLst>
                    <a:ext uri="{9D8B030D-6E8A-4147-A177-3AD203B41FA5}">
                      <a16:colId xmlns:a16="http://schemas.microsoft.com/office/drawing/2014/main" val="4042802396"/>
                    </a:ext>
                  </a:extLst>
                </a:gridCol>
                <a:gridCol w="640080">
                  <a:extLst>
                    <a:ext uri="{9D8B030D-6E8A-4147-A177-3AD203B41FA5}">
                      <a16:colId xmlns:a16="http://schemas.microsoft.com/office/drawing/2014/main" val="958931348"/>
                    </a:ext>
                  </a:extLst>
                </a:gridCol>
              </a:tblGrid>
              <a:tr h="0">
                <a:tc>
                  <a:txBody>
                    <a:bodyPr/>
                    <a:lstStyle/>
                    <a:p>
                      <a:pPr algn="ctr"/>
                      <a:r>
                        <a:rPr lang="en-US" sz="1200" dirty="0">
                          <a:latin typeface="Arial" panose="020B0604020202020204" pitchFamily="34" charset="0"/>
                          <a:cs typeface="Arial" panose="020B0604020202020204" pitchFamily="34" charset="0"/>
                        </a:rPr>
                        <a:t>#</a:t>
                      </a:r>
                    </a:p>
                  </a:txBody>
                  <a:tcPr/>
                </a:tc>
                <a:tc>
                  <a:txBody>
                    <a:bodyPr/>
                    <a:lstStyle/>
                    <a:p>
                      <a:pPr algn="ctr"/>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1</a:t>
                      </a:r>
                    </a:p>
                  </a:txBody>
                  <a:tcPr/>
                </a:tc>
                <a:tc>
                  <a:txBody>
                    <a:bodyPr/>
                    <a:lstStyle/>
                    <a:p>
                      <a:pPr algn="ctr"/>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2</a:t>
                      </a:r>
                    </a:p>
                  </a:txBody>
                  <a:tcPr/>
                </a:tc>
                <a:tc>
                  <a:txBody>
                    <a:bodyPr/>
                    <a:lstStyle/>
                    <a:p>
                      <a:pPr algn="ctr"/>
                      <a:r>
                        <a:rPr lang="en-US" sz="1200" dirty="0">
                          <a:latin typeface="Arial" panose="020B0604020202020204" pitchFamily="34" charset="0"/>
                          <a:cs typeface="Arial" panose="020B0604020202020204" pitchFamily="34" charset="0"/>
                        </a:rPr>
                        <a:t>Label</a:t>
                      </a:r>
                    </a:p>
                  </a:txBody>
                  <a:tcPr/>
                </a:tc>
                <a:extLst>
                  <a:ext uri="{0D108BD9-81ED-4DB2-BD59-A6C34878D82A}">
                    <a16:rowId xmlns:a16="http://schemas.microsoft.com/office/drawing/2014/main" val="3281462437"/>
                  </a:ext>
                </a:extLst>
              </a:tr>
              <a:tr h="0">
                <a:tc>
                  <a:txBody>
                    <a:bodyPr/>
                    <a:lstStyle/>
                    <a:p>
                      <a:pPr algn="ctr"/>
                      <a:r>
                        <a:rPr lang="en-US" sz="1200" dirty="0">
                          <a:latin typeface="Arial" panose="020B0604020202020204" pitchFamily="34" charset="0"/>
                          <a:cs typeface="Arial" panose="020B0604020202020204" pitchFamily="34" charset="0"/>
                        </a:rPr>
                        <a:t>#3</a:t>
                      </a:r>
                    </a:p>
                  </a:txBody>
                  <a:tcPr/>
                </a:tc>
                <a:tc>
                  <a:txBody>
                    <a:bodyPr/>
                    <a:lstStyle/>
                    <a:p>
                      <a:pPr algn="ctr"/>
                      <a:r>
                        <a:rPr lang="en-US" sz="1200" dirty="0">
                          <a:latin typeface="Arial" panose="020B0604020202020204" pitchFamily="34" charset="0"/>
                          <a:cs typeface="Arial" panose="020B0604020202020204" pitchFamily="34" charset="0"/>
                        </a:rPr>
                        <a:t>0</a:t>
                      </a:r>
                    </a:p>
                  </a:txBody>
                  <a:tcPr/>
                </a:tc>
                <a:tc>
                  <a:txBody>
                    <a:bodyPr/>
                    <a:lstStyle/>
                    <a:p>
                      <a:pPr algn="ctr"/>
                      <a:r>
                        <a:rPr lang="en-US" sz="1200" dirty="0">
                          <a:latin typeface="Arial" panose="020B0604020202020204" pitchFamily="34" charset="0"/>
                          <a:cs typeface="Arial" panose="020B0604020202020204" pitchFamily="34" charset="0"/>
                        </a:rPr>
                        <a:t>-2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1 (</a:t>
                      </a:r>
                      <a:r>
                        <a:rPr lang="en-US" sz="1200" dirty="0">
                          <a:solidFill>
                            <a:srgbClr val="00B05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04868658"/>
                  </a:ext>
                </a:extLst>
              </a:tr>
              <a:tr h="0">
                <a:tc>
                  <a:txBody>
                    <a:bodyPr/>
                    <a:lstStyle/>
                    <a:p>
                      <a:pPr algn="ctr"/>
                      <a:r>
                        <a:rPr lang="en-US" sz="1200" dirty="0">
                          <a:latin typeface="Arial" panose="020B0604020202020204" pitchFamily="34" charset="0"/>
                          <a:cs typeface="Arial" panose="020B0604020202020204" pitchFamily="34" charset="0"/>
                        </a:rPr>
                        <a:t>#2</a:t>
                      </a:r>
                    </a:p>
                  </a:txBody>
                  <a:tcPr/>
                </a:tc>
                <a:tc>
                  <a:txBody>
                    <a:bodyPr/>
                    <a:lstStyle/>
                    <a:p>
                      <a:pPr algn="ctr"/>
                      <a:r>
                        <a:rPr lang="en-US" sz="1200" dirty="0">
                          <a:latin typeface="Arial" panose="020B0604020202020204" pitchFamily="34" charset="0"/>
                          <a:cs typeface="Arial" panose="020B0604020202020204" pitchFamily="34" charset="0"/>
                        </a:rPr>
                        <a:t>-6</a:t>
                      </a:r>
                    </a:p>
                  </a:txBody>
                  <a:tcPr/>
                </a:tc>
                <a:tc>
                  <a:txBody>
                    <a:bodyPr/>
                    <a:lstStyle/>
                    <a:p>
                      <a:pPr algn="ctr"/>
                      <a:r>
                        <a:rPr lang="en-US" sz="1200" dirty="0">
                          <a:latin typeface="Arial" panose="020B0604020202020204" pitchFamily="34" charset="0"/>
                          <a:cs typeface="Arial" panose="020B0604020202020204" pitchFamily="34" charset="0"/>
                        </a:rPr>
                        <a:t>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1 (</a:t>
                      </a:r>
                      <a:r>
                        <a:rPr lang="en-US" sz="1200" dirty="0">
                          <a:solidFill>
                            <a:srgbClr val="00B05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651165515"/>
                  </a:ext>
                </a:extLst>
              </a:tr>
              <a:tr h="0">
                <a:tc>
                  <a:txBody>
                    <a:bodyPr/>
                    <a:lstStyle/>
                    <a:p>
                      <a:pPr algn="ctr"/>
                      <a:r>
                        <a:rPr lang="en-US" sz="1200" dirty="0">
                          <a:latin typeface="Arial" panose="020B0604020202020204" pitchFamily="34" charset="0"/>
                          <a:cs typeface="Arial" panose="020B0604020202020204" pitchFamily="34" charset="0"/>
                        </a:rPr>
                        <a:t>#6</a:t>
                      </a:r>
                    </a:p>
                  </a:txBody>
                  <a:tcPr/>
                </a:tc>
                <a:tc>
                  <a:txBody>
                    <a:bodyPr/>
                    <a:lstStyle/>
                    <a:p>
                      <a:pPr algn="ctr"/>
                      <a:r>
                        <a:rPr lang="en-US" sz="1200" dirty="0">
                          <a:latin typeface="Arial" panose="020B0604020202020204" pitchFamily="34" charset="0"/>
                          <a:cs typeface="Arial" panose="020B0604020202020204" pitchFamily="34" charset="0"/>
                        </a:rPr>
                        <a:t>6</a:t>
                      </a:r>
                    </a:p>
                  </a:txBody>
                  <a:tcPr/>
                </a:tc>
                <a:tc>
                  <a:txBody>
                    <a:bodyPr/>
                    <a:lstStyle/>
                    <a:p>
                      <a:pPr algn="ctr"/>
                      <a:r>
                        <a:rPr lang="en-US" sz="1200" dirty="0">
                          <a:latin typeface="Arial" panose="020B0604020202020204" pitchFamily="34" charset="0"/>
                          <a:cs typeface="Arial" panose="020B0604020202020204" pitchFamily="34" charset="0"/>
                        </a:rPr>
                        <a:t>2</a:t>
                      </a:r>
                    </a:p>
                  </a:txBody>
                  <a:tcPr/>
                </a:tc>
                <a:tc>
                  <a:txBody>
                    <a:bodyPr/>
                    <a:lstStyle/>
                    <a:p>
                      <a:pPr algn="ctr"/>
                      <a:r>
                        <a:rPr lang="en-US" sz="1200" dirty="0">
                          <a:latin typeface="Arial" panose="020B0604020202020204" pitchFamily="34" charset="0"/>
                          <a:cs typeface="Arial" panose="020B0604020202020204" pitchFamily="34" charset="0"/>
                        </a:rPr>
                        <a:t>-1 (</a:t>
                      </a:r>
                      <a:r>
                        <a:rPr lang="en-US" sz="1200" dirty="0">
                          <a:solidFill>
                            <a:srgbClr val="C0000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906554913"/>
                  </a:ext>
                </a:extLst>
              </a:tr>
              <a:tr h="0">
                <a:tc>
                  <a:txBody>
                    <a:bodyPr/>
                    <a:lstStyle/>
                    <a:p>
                      <a:pPr algn="ctr"/>
                      <a:r>
                        <a:rPr lang="en-US" sz="1200" dirty="0">
                          <a:latin typeface="Arial" panose="020B0604020202020204" pitchFamily="34" charset="0"/>
                          <a:cs typeface="Arial" panose="020B0604020202020204" pitchFamily="34" charset="0"/>
                        </a:rPr>
                        <a:t>#5</a:t>
                      </a:r>
                    </a:p>
                  </a:txBody>
                  <a:tcPr/>
                </a:tc>
                <a:tc>
                  <a:txBody>
                    <a:bodyPr/>
                    <a:lstStyle/>
                    <a:p>
                      <a:pPr algn="ctr"/>
                      <a:r>
                        <a:rPr lang="en-US" sz="1200" dirty="0">
                          <a:latin typeface="Arial" panose="020B0604020202020204" pitchFamily="34" charset="0"/>
                          <a:cs typeface="Arial" panose="020B0604020202020204" pitchFamily="34" charset="0"/>
                        </a:rPr>
                        <a:t>-2</a:t>
                      </a:r>
                    </a:p>
                  </a:txBody>
                  <a:tcPr/>
                </a:tc>
                <a:tc>
                  <a:txBody>
                    <a:bodyPr/>
                    <a:lstStyle/>
                    <a:p>
                      <a:pPr algn="ctr"/>
                      <a:r>
                        <a:rPr lang="en-US" sz="1200" dirty="0">
                          <a:latin typeface="Arial" panose="020B0604020202020204" pitchFamily="34" charset="0"/>
                          <a:cs typeface="Arial" panose="020B0604020202020204" pitchFamily="34" charset="0"/>
                        </a:rPr>
                        <a:t>-6</a:t>
                      </a:r>
                    </a:p>
                  </a:txBody>
                  <a:tcPr/>
                </a:tc>
                <a:tc>
                  <a:txBody>
                    <a:bodyPr/>
                    <a:lstStyle/>
                    <a:p>
                      <a:pPr algn="ctr"/>
                      <a:r>
                        <a:rPr lang="en-US" sz="1200" dirty="0">
                          <a:latin typeface="Arial" panose="020B0604020202020204" pitchFamily="34" charset="0"/>
                          <a:cs typeface="Arial" panose="020B0604020202020204" pitchFamily="34" charset="0"/>
                        </a:rPr>
                        <a:t>-1 (</a:t>
                      </a:r>
                      <a:r>
                        <a:rPr lang="en-US" sz="1200" dirty="0">
                          <a:solidFill>
                            <a:srgbClr val="C0000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052881436"/>
                  </a:ext>
                </a:extLst>
              </a:tr>
              <a:tr h="0">
                <a:tc>
                  <a:txBody>
                    <a:bodyPr/>
                    <a:lstStyle/>
                    <a:p>
                      <a:pPr algn="ctr"/>
                      <a:r>
                        <a:rPr lang="en-US" sz="1200" dirty="0">
                          <a:latin typeface="Arial" panose="020B0604020202020204" pitchFamily="34" charset="0"/>
                          <a:cs typeface="Arial" panose="020B0604020202020204" pitchFamily="34" charset="0"/>
                        </a:rPr>
                        <a:t>#1</a:t>
                      </a:r>
                    </a:p>
                  </a:txBody>
                  <a:tcPr/>
                </a:tc>
                <a:tc>
                  <a:txBody>
                    <a:bodyPr/>
                    <a:lstStyle/>
                    <a:p>
                      <a:pPr algn="ctr"/>
                      <a:r>
                        <a:rPr lang="en-US" sz="1200" dirty="0">
                          <a:latin typeface="Arial" panose="020B0604020202020204" pitchFamily="34" charset="0"/>
                          <a:cs typeface="Arial" panose="020B0604020202020204" pitchFamily="34" charset="0"/>
                        </a:rPr>
                        <a:t>4</a:t>
                      </a:r>
                    </a:p>
                  </a:txBody>
                  <a:tcPr/>
                </a:tc>
                <a:tc>
                  <a:txBody>
                    <a:bodyPr/>
                    <a:lstStyle/>
                    <a:p>
                      <a:pPr algn="ctr"/>
                      <a:r>
                        <a:rPr lang="en-US" sz="1200" dirty="0">
                          <a:latin typeface="Arial" panose="020B0604020202020204" pitchFamily="34" charset="0"/>
                          <a:cs typeface="Arial" panose="020B0604020202020204" pitchFamily="34" charset="0"/>
                        </a:rPr>
                        <a:t>2</a:t>
                      </a:r>
                    </a:p>
                  </a:txBody>
                  <a:tcPr/>
                </a:tc>
                <a:tc>
                  <a:txBody>
                    <a:bodyPr/>
                    <a:lstStyle/>
                    <a:p>
                      <a:pPr algn="ctr"/>
                      <a:r>
                        <a:rPr lang="en-US" sz="1200" dirty="0">
                          <a:latin typeface="Arial" panose="020B0604020202020204" pitchFamily="34" charset="0"/>
                          <a:cs typeface="Arial" panose="020B0604020202020204" pitchFamily="34" charset="0"/>
                        </a:rPr>
                        <a:t>1 (</a:t>
                      </a:r>
                      <a:r>
                        <a:rPr lang="en-US" sz="1200" dirty="0">
                          <a:solidFill>
                            <a:srgbClr val="00B05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496509937"/>
                  </a:ext>
                </a:extLst>
              </a:tr>
              <a:tr h="0">
                <a:tc>
                  <a:txBody>
                    <a:bodyPr/>
                    <a:lstStyle/>
                    <a:p>
                      <a:pPr algn="ctr"/>
                      <a:r>
                        <a:rPr lang="en-US" sz="1200" dirty="0">
                          <a:latin typeface="Arial" panose="020B0604020202020204" pitchFamily="34" charset="0"/>
                          <a:cs typeface="Arial" panose="020B0604020202020204" pitchFamily="34" charset="0"/>
                        </a:rPr>
                        <a:t>#4</a:t>
                      </a:r>
                    </a:p>
                  </a:txBody>
                  <a:tcPr/>
                </a:tc>
                <a:tc>
                  <a:txBody>
                    <a:bodyPr/>
                    <a:lstStyle/>
                    <a:p>
                      <a:pPr algn="ctr"/>
                      <a:r>
                        <a:rPr lang="en-US" sz="1200" dirty="0">
                          <a:latin typeface="Arial" panose="020B0604020202020204" pitchFamily="34" charset="0"/>
                          <a:cs typeface="Arial" panose="020B0604020202020204" pitchFamily="34" charset="0"/>
                        </a:rPr>
                        <a:t>0</a:t>
                      </a:r>
                    </a:p>
                  </a:txBody>
                  <a:tcPr/>
                </a:tc>
                <a:tc>
                  <a:txBody>
                    <a:bodyPr/>
                    <a:lstStyle/>
                    <a:p>
                      <a:pPr algn="ctr"/>
                      <a:r>
                        <a:rPr lang="en-US" sz="1200" dirty="0">
                          <a:latin typeface="Arial" panose="020B0604020202020204" pitchFamily="34" charset="0"/>
                          <a:cs typeface="Arial" panose="020B0604020202020204" pitchFamily="34" charset="0"/>
                        </a:rPr>
                        <a:t>-4</a:t>
                      </a:r>
                    </a:p>
                  </a:txBody>
                  <a:tcPr/>
                </a:tc>
                <a:tc>
                  <a:txBody>
                    <a:bodyPr/>
                    <a:lstStyle/>
                    <a:p>
                      <a:pPr algn="ctr"/>
                      <a:r>
                        <a:rPr lang="en-US" sz="1200" dirty="0">
                          <a:latin typeface="Arial" panose="020B0604020202020204" pitchFamily="34" charset="0"/>
                          <a:cs typeface="Arial" panose="020B0604020202020204" pitchFamily="34" charset="0"/>
                        </a:rPr>
                        <a:t>-1 (</a:t>
                      </a:r>
                      <a:r>
                        <a:rPr lang="en-US" sz="1200" dirty="0">
                          <a:solidFill>
                            <a:srgbClr val="C0000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43331876"/>
                  </a:ext>
                </a:extLst>
              </a:tr>
            </a:tbl>
          </a:graphicData>
        </a:graphic>
      </p:graphicFrame>
      <p:graphicFrame>
        <p:nvGraphicFramePr>
          <p:cNvPr id="12" name="Table 11">
            <a:extLst>
              <a:ext uri="{FF2B5EF4-FFF2-40B4-BE49-F238E27FC236}">
                <a16:creationId xmlns:a16="http://schemas.microsoft.com/office/drawing/2014/main" id="{97F950E3-909D-F116-1977-21E08C08CAF1}"/>
              </a:ext>
            </a:extLst>
          </p:cNvPr>
          <p:cNvGraphicFramePr>
            <a:graphicFrameLocks noGrp="1"/>
          </p:cNvGraphicFramePr>
          <p:nvPr/>
        </p:nvGraphicFramePr>
        <p:xfrm>
          <a:off x="9359264" y="2468880"/>
          <a:ext cx="2286000" cy="1920240"/>
        </p:xfrm>
        <a:graphic>
          <a:graphicData uri="http://schemas.openxmlformats.org/drawingml/2006/table">
            <a:tbl>
              <a:tblPr firstRow="1" bandRow="1">
                <a:tableStyleId>{073A0DAA-6AF3-43AB-8588-CEC1D06C72B9}</a:tableStyleId>
              </a:tblPr>
              <a:tblGrid>
                <a:gridCol w="365760">
                  <a:extLst>
                    <a:ext uri="{9D8B030D-6E8A-4147-A177-3AD203B41FA5}">
                      <a16:colId xmlns:a16="http://schemas.microsoft.com/office/drawing/2014/main" val="392014626"/>
                    </a:ext>
                  </a:extLst>
                </a:gridCol>
                <a:gridCol w="640080">
                  <a:extLst>
                    <a:ext uri="{9D8B030D-6E8A-4147-A177-3AD203B41FA5}">
                      <a16:colId xmlns:a16="http://schemas.microsoft.com/office/drawing/2014/main" val="437014267"/>
                    </a:ext>
                  </a:extLst>
                </a:gridCol>
                <a:gridCol w="640080">
                  <a:extLst>
                    <a:ext uri="{9D8B030D-6E8A-4147-A177-3AD203B41FA5}">
                      <a16:colId xmlns:a16="http://schemas.microsoft.com/office/drawing/2014/main" val="4042802396"/>
                    </a:ext>
                  </a:extLst>
                </a:gridCol>
                <a:gridCol w="640080">
                  <a:extLst>
                    <a:ext uri="{9D8B030D-6E8A-4147-A177-3AD203B41FA5}">
                      <a16:colId xmlns:a16="http://schemas.microsoft.com/office/drawing/2014/main" val="958931348"/>
                    </a:ext>
                  </a:extLst>
                </a:gridCol>
              </a:tblGrid>
              <a:tr h="0">
                <a:tc>
                  <a:txBody>
                    <a:bodyPr/>
                    <a:lstStyle/>
                    <a:p>
                      <a:pPr algn="ctr"/>
                      <a:r>
                        <a:rPr lang="en-US" sz="1200" dirty="0">
                          <a:latin typeface="Arial" panose="020B0604020202020204" pitchFamily="34" charset="0"/>
                          <a:cs typeface="Arial" panose="020B0604020202020204" pitchFamily="34" charset="0"/>
                        </a:rPr>
                        <a:t>#</a:t>
                      </a:r>
                    </a:p>
                  </a:txBody>
                  <a:tcPr/>
                </a:tc>
                <a:tc>
                  <a:txBody>
                    <a:bodyPr/>
                    <a:lstStyle/>
                    <a:p>
                      <a:pPr algn="ctr"/>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1</a:t>
                      </a:r>
                    </a:p>
                  </a:txBody>
                  <a:tcPr/>
                </a:tc>
                <a:tc>
                  <a:txBody>
                    <a:bodyPr/>
                    <a:lstStyle/>
                    <a:p>
                      <a:pPr algn="ctr"/>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2</a:t>
                      </a:r>
                    </a:p>
                  </a:txBody>
                  <a:tcPr/>
                </a:tc>
                <a:tc>
                  <a:txBody>
                    <a:bodyPr/>
                    <a:lstStyle/>
                    <a:p>
                      <a:pPr algn="ctr"/>
                      <a:r>
                        <a:rPr lang="en-US" sz="1200" dirty="0">
                          <a:latin typeface="Arial" panose="020B0604020202020204" pitchFamily="34" charset="0"/>
                          <a:cs typeface="Arial" panose="020B0604020202020204" pitchFamily="34" charset="0"/>
                        </a:rPr>
                        <a:t>Label</a:t>
                      </a:r>
                    </a:p>
                  </a:txBody>
                  <a:tcPr/>
                </a:tc>
                <a:extLst>
                  <a:ext uri="{0D108BD9-81ED-4DB2-BD59-A6C34878D82A}">
                    <a16:rowId xmlns:a16="http://schemas.microsoft.com/office/drawing/2014/main" val="3281462437"/>
                  </a:ext>
                </a:extLst>
              </a:tr>
              <a:tr h="0">
                <a:tc>
                  <a:txBody>
                    <a:bodyPr/>
                    <a:lstStyle/>
                    <a:p>
                      <a:pPr algn="ctr"/>
                      <a:r>
                        <a:rPr lang="en-US" sz="1200" dirty="0">
                          <a:latin typeface="Arial" panose="020B0604020202020204" pitchFamily="34" charset="0"/>
                          <a:cs typeface="Arial" panose="020B0604020202020204" pitchFamily="34" charset="0"/>
                        </a:rPr>
                        <a:t>#5</a:t>
                      </a:r>
                    </a:p>
                  </a:txBody>
                  <a:tcPr/>
                </a:tc>
                <a:tc>
                  <a:txBody>
                    <a:bodyPr/>
                    <a:lstStyle/>
                    <a:p>
                      <a:pPr algn="ctr"/>
                      <a:r>
                        <a:rPr lang="en-US" sz="1200" dirty="0">
                          <a:latin typeface="Arial" panose="020B0604020202020204" pitchFamily="34" charset="0"/>
                          <a:cs typeface="Arial" panose="020B0604020202020204" pitchFamily="34" charset="0"/>
                        </a:rPr>
                        <a:t>-2</a:t>
                      </a:r>
                    </a:p>
                  </a:txBody>
                  <a:tcPr/>
                </a:tc>
                <a:tc>
                  <a:txBody>
                    <a:bodyPr/>
                    <a:lstStyle/>
                    <a:p>
                      <a:pPr algn="ctr"/>
                      <a:r>
                        <a:rPr lang="en-US" sz="1200" dirty="0">
                          <a:latin typeface="Arial" panose="020B0604020202020204" pitchFamily="34" charset="0"/>
                          <a:cs typeface="Arial" panose="020B0604020202020204" pitchFamily="34" charset="0"/>
                        </a:rPr>
                        <a:t>-6</a:t>
                      </a:r>
                    </a:p>
                  </a:txBody>
                  <a:tcPr/>
                </a:tc>
                <a:tc>
                  <a:txBody>
                    <a:bodyPr/>
                    <a:lstStyle/>
                    <a:p>
                      <a:pPr algn="ctr"/>
                      <a:r>
                        <a:rPr lang="en-US" sz="1200" dirty="0">
                          <a:latin typeface="Arial" panose="020B0604020202020204" pitchFamily="34" charset="0"/>
                          <a:cs typeface="Arial" panose="020B0604020202020204" pitchFamily="34" charset="0"/>
                        </a:rPr>
                        <a:t>-1 (</a:t>
                      </a:r>
                      <a:r>
                        <a:rPr lang="en-US" sz="1200" dirty="0">
                          <a:solidFill>
                            <a:srgbClr val="C0000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04868658"/>
                  </a:ext>
                </a:extLst>
              </a:tr>
              <a:tr h="0">
                <a:tc>
                  <a:txBody>
                    <a:bodyPr/>
                    <a:lstStyle/>
                    <a:p>
                      <a:pPr algn="ctr"/>
                      <a:r>
                        <a:rPr lang="en-US" sz="1200" dirty="0">
                          <a:latin typeface="Arial" panose="020B0604020202020204" pitchFamily="34" charset="0"/>
                          <a:cs typeface="Arial" panose="020B0604020202020204" pitchFamily="34" charset="0"/>
                        </a:rPr>
                        <a:t>#3</a:t>
                      </a:r>
                    </a:p>
                  </a:txBody>
                  <a:tcPr/>
                </a:tc>
                <a:tc>
                  <a:txBody>
                    <a:bodyPr/>
                    <a:lstStyle/>
                    <a:p>
                      <a:pPr algn="ctr"/>
                      <a:r>
                        <a:rPr lang="en-US" sz="1200" dirty="0">
                          <a:latin typeface="Arial" panose="020B0604020202020204" pitchFamily="34" charset="0"/>
                          <a:cs typeface="Arial" panose="020B0604020202020204" pitchFamily="34" charset="0"/>
                        </a:rPr>
                        <a:t>0</a:t>
                      </a:r>
                    </a:p>
                  </a:txBody>
                  <a:tcPr/>
                </a:tc>
                <a:tc>
                  <a:txBody>
                    <a:bodyPr/>
                    <a:lstStyle/>
                    <a:p>
                      <a:pPr algn="ctr"/>
                      <a:r>
                        <a:rPr lang="en-US" sz="1200" dirty="0">
                          <a:latin typeface="Arial" panose="020B0604020202020204" pitchFamily="34" charset="0"/>
                          <a:cs typeface="Arial" panose="020B0604020202020204" pitchFamily="34" charset="0"/>
                        </a:rPr>
                        <a:t>-2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1 (</a:t>
                      </a:r>
                      <a:r>
                        <a:rPr lang="en-US" sz="1200" dirty="0">
                          <a:solidFill>
                            <a:srgbClr val="00B05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651165515"/>
                  </a:ext>
                </a:extLst>
              </a:tr>
              <a:tr h="0">
                <a:tc>
                  <a:txBody>
                    <a:bodyPr/>
                    <a:lstStyle/>
                    <a:p>
                      <a:pPr algn="ctr"/>
                      <a:r>
                        <a:rPr lang="en-US" sz="1200" dirty="0">
                          <a:latin typeface="Arial" panose="020B0604020202020204" pitchFamily="34" charset="0"/>
                          <a:cs typeface="Arial" panose="020B0604020202020204" pitchFamily="34" charset="0"/>
                        </a:rPr>
                        <a:t>#2</a:t>
                      </a:r>
                    </a:p>
                  </a:txBody>
                  <a:tcPr/>
                </a:tc>
                <a:tc>
                  <a:txBody>
                    <a:bodyPr/>
                    <a:lstStyle/>
                    <a:p>
                      <a:pPr algn="ctr"/>
                      <a:r>
                        <a:rPr lang="en-US" sz="1200" dirty="0">
                          <a:latin typeface="Arial" panose="020B0604020202020204" pitchFamily="34" charset="0"/>
                          <a:cs typeface="Arial" panose="020B0604020202020204" pitchFamily="34" charset="0"/>
                        </a:rPr>
                        <a:t>-6</a:t>
                      </a:r>
                    </a:p>
                  </a:txBody>
                  <a:tcPr/>
                </a:tc>
                <a:tc>
                  <a:txBody>
                    <a:bodyPr/>
                    <a:lstStyle/>
                    <a:p>
                      <a:pPr algn="ctr"/>
                      <a:r>
                        <a:rPr lang="en-US" sz="1200" dirty="0">
                          <a:latin typeface="Arial" panose="020B0604020202020204" pitchFamily="34" charset="0"/>
                          <a:cs typeface="Arial" panose="020B0604020202020204" pitchFamily="34" charset="0"/>
                        </a:rPr>
                        <a:t>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1 (</a:t>
                      </a:r>
                      <a:r>
                        <a:rPr lang="en-US" sz="1200" dirty="0">
                          <a:solidFill>
                            <a:srgbClr val="00B05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906554913"/>
                  </a:ext>
                </a:extLst>
              </a:tr>
              <a:tr h="0">
                <a:tc>
                  <a:txBody>
                    <a:bodyPr/>
                    <a:lstStyle/>
                    <a:p>
                      <a:pPr algn="ctr"/>
                      <a:r>
                        <a:rPr lang="en-US" sz="1200" dirty="0">
                          <a:latin typeface="Arial" panose="020B0604020202020204" pitchFamily="34" charset="0"/>
                          <a:cs typeface="Arial" panose="020B0604020202020204" pitchFamily="34" charset="0"/>
                        </a:rPr>
                        <a:t>#1</a:t>
                      </a:r>
                    </a:p>
                  </a:txBody>
                  <a:tcPr/>
                </a:tc>
                <a:tc>
                  <a:txBody>
                    <a:bodyPr/>
                    <a:lstStyle/>
                    <a:p>
                      <a:pPr algn="ctr"/>
                      <a:r>
                        <a:rPr lang="en-US" sz="1200" dirty="0">
                          <a:latin typeface="Arial" panose="020B0604020202020204" pitchFamily="34" charset="0"/>
                          <a:cs typeface="Arial" panose="020B0604020202020204" pitchFamily="34" charset="0"/>
                        </a:rPr>
                        <a:t>4</a:t>
                      </a:r>
                    </a:p>
                  </a:txBody>
                  <a:tcPr/>
                </a:tc>
                <a:tc>
                  <a:txBody>
                    <a:bodyPr/>
                    <a:lstStyle/>
                    <a:p>
                      <a:pPr algn="ctr"/>
                      <a:r>
                        <a:rPr lang="en-US" sz="1200" dirty="0">
                          <a:latin typeface="Arial" panose="020B0604020202020204" pitchFamily="34" charset="0"/>
                          <a:cs typeface="Arial" panose="020B0604020202020204" pitchFamily="34" charset="0"/>
                        </a:rPr>
                        <a:t>2</a:t>
                      </a:r>
                    </a:p>
                  </a:txBody>
                  <a:tcPr/>
                </a:tc>
                <a:tc>
                  <a:txBody>
                    <a:bodyPr/>
                    <a:lstStyle/>
                    <a:p>
                      <a:pPr algn="ctr"/>
                      <a:r>
                        <a:rPr lang="en-US" sz="1200" dirty="0">
                          <a:latin typeface="Arial" panose="020B0604020202020204" pitchFamily="34" charset="0"/>
                          <a:cs typeface="Arial" panose="020B0604020202020204" pitchFamily="34" charset="0"/>
                        </a:rPr>
                        <a:t>1 (</a:t>
                      </a:r>
                      <a:r>
                        <a:rPr lang="en-US" sz="1200" dirty="0">
                          <a:solidFill>
                            <a:srgbClr val="00B05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052881436"/>
                  </a:ext>
                </a:extLst>
              </a:tr>
              <a:tr h="0">
                <a:tc>
                  <a:txBody>
                    <a:bodyPr/>
                    <a:lstStyle/>
                    <a:p>
                      <a:pPr algn="ctr"/>
                      <a:r>
                        <a:rPr lang="en-US" sz="1200" dirty="0">
                          <a:latin typeface="Arial" panose="020B0604020202020204" pitchFamily="34" charset="0"/>
                          <a:cs typeface="Arial" panose="020B0604020202020204" pitchFamily="34" charset="0"/>
                        </a:rPr>
                        <a:t>#6</a:t>
                      </a:r>
                    </a:p>
                  </a:txBody>
                  <a:tcPr/>
                </a:tc>
                <a:tc>
                  <a:txBody>
                    <a:bodyPr/>
                    <a:lstStyle/>
                    <a:p>
                      <a:pPr algn="ctr"/>
                      <a:r>
                        <a:rPr lang="en-US" sz="1200" dirty="0">
                          <a:latin typeface="Arial" panose="020B0604020202020204" pitchFamily="34" charset="0"/>
                          <a:cs typeface="Arial" panose="020B0604020202020204" pitchFamily="34" charset="0"/>
                        </a:rPr>
                        <a:t>6</a:t>
                      </a:r>
                    </a:p>
                  </a:txBody>
                  <a:tcPr/>
                </a:tc>
                <a:tc>
                  <a:txBody>
                    <a:bodyPr/>
                    <a:lstStyle/>
                    <a:p>
                      <a:pPr algn="ctr"/>
                      <a:r>
                        <a:rPr lang="en-US" sz="1200" dirty="0">
                          <a:latin typeface="Arial" panose="020B0604020202020204" pitchFamily="34" charset="0"/>
                          <a:cs typeface="Arial" panose="020B0604020202020204" pitchFamily="34" charset="0"/>
                        </a:rPr>
                        <a:t>2</a:t>
                      </a:r>
                    </a:p>
                  </a:txBody>
                  <a:tcPr/>
                </a:tc>
                <a:tc>
                  <a:txBody>
                    <a:bodyPr/>
                    <a:lstStyle/>
                    <a:p>
                      <a:pPr algn="ctr"/>
                      <a:r>
                        <a:rPr lang="en-US" sz="1200" dirty="0">
                          <a:latin typeface="Arial" panose="020B0604020202020204" pitchFamily="34" charset="0"/>
                          <a:cs typeface="Arial" panose="020B0604020202020204" pitchFamily="34" charset="0"/>
                        </a:rPr>
                        <a:t>-1 (</a:t>
                      </a:r>
                      <a:r>
                        <a:rPr lang="en-US" sz="1200" dirty="0">
                          <a:solidFill>
                            <a:srgbClr val="C0000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496509937"/>
                  </a:ext>
                </a:extLst>
              </a:tr>
              <a:tr h="0">
                <a:tc>
                  <a:txBody>
                    <a:bodyPr/>
                    <a:lstStyle/>
                    <a:p>
                      <a:pPr algn="ctr"/>
                      <a:r>
                        <a:rPr lang="en-US" sz="1200" dirty="0">
                          <a:latin typeface="Arial" panose="020B0604020202020204" pitchFamily="34" charset="0"/>
                          <a:cs typeface="Arial" panose="020B0604020202020204" pitchFamily="34" charset="0"/>
                        </a:rPr>
                        <a:t>#4</a:t>
                      </a:r>
                    </a:p>
                  </a:txBody>
                  <a:tcPr/>
                </a:tc>
                <a:tc>
                  <a:txBody>
                    <a:bodyPr/>
                    <a:lstStyle/>
                    <a:p>
                      <a:pPr algn="ctr"/>
                      <a:r>
                        <a:rPr lang="en-US" sz="1200" dirty="0">
                          <a:latin typeface="Arial" panose="020B0604020202020204" pitchFamily="34" charset="0"/>
                          <a:cs typeface="Arial" panose="020B0604020202020204" pitchFamily="34" charset="0"/>
                        </a:rPr>
                        <a:t>0</a:t>
                      </a:r>
                    </a:p>
                  </a:txBody>
                  <a:tcPr/>
                </a:tc>
                <a:tc>
                  <a:txBody>
                    <a:bodyPr/>
                    <a:lstStyle/>
                    <a:p>
                      <a:pPr algn="ctr"/>
                      <a:r>
                        <a:rPr lang="en-US" sz="1200" dirty="0">
                          <a:latin typeface="Arial" panose="020B0604020202020204" pitchFamily="34" charset="0"/>
                          <a:cs typeface="Arial" panose="020B0604020202020204" pitchFamily="34" charset="0"/>
                        </a:rPr>
                        <a:t>-4</a:t>
                      </a:r>
                    </a:p>
                  </a:txBody>
                  <a:tcPr/>
                </a:tc>
                <a:tc>
                  <a:txBody>
                    <a:bodyPr/>
                    <a:lstStyle/>
                    <a:p>
                      <a:pPr algn="ctr"/>
                      <a:r>
                        <a:rPr lang="en-US" sz="1200" dirty="0">
                          <a:latin typeface="Arial" panose="020B0604020202020204" pitchFamily="34" charset="0"/>
                          <a:cs typeface="Arial" panose="020B0604020202020204" pitchFamily="34" charset="0"/>
                        </a:rPr>
                        <a:t>-1 (</a:t>
                      </a:r>
                      <a:r>
                        <a:rPr lang="en-US" sz="1200" dirty="0">
                          <a:solidFill>
                            <a:srgbClr val="C0000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43331876"/>
                  </a:ext>
                </a:extLst>
              </a:tr>
            </a:tbl>
          </a:graphicData>
        </a:graphic>
      </p:graphicFrame>
    </p:spTree>
    <p:extLst>
      <p:ext uri="{BB962C8B-B14F-4D97-AF65-F5344CB8AC3E}">
        <p14:creationId xmlns:p14="http://schemas.microsoft.com/office/powerpoint/2010/main" val="3818357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6F4C326-A991-6E4A-B40C-E613F986848E}"/>
              </a:ext>
            </a:extLst>
          </p:cNvPr>
          <p:cNvSpPr>
            <a:spLocks noGrp="1"/>
          </p:cNvSpPr>
          <p:nvPr>
            <p:ph type="title"/>
          </p:nvPr>
        </p:nvSpPr>
        <p:spPr/>
        <p:txBody>
          <a:bodyPr/>
          <a:lstStyle/>
          <a:p>
            <a:r>
              <a:rPr lang="en-US" dirty="0"/>
              <a:t>Batch training</a:t>
            </a:r>
          </a:p>
        </p:txBody>
      </p:sp>
      <p:sp>
        <p:nvSpPr>
          <p:cNvPr id="5" name="Content Placeholder 4">
            <a:extLst>
              <a:ext uri="{FF2B5EF4-FFF2-40B4-BE49-F238E27FC236}">
                <a16:creationId xmlns:a16="http://schemas.microsoft.com/office/drawing/2014/main" id="{A3F51C36-2B58-87BF-492D-243B4AE5B6D1}"/>
              </a:ext>
            </a:extLst>
          </p:cNvPr>
          <p:cNvSpPr>
            <a:spLocks noGrp="1"/>
          </p:cNvSpPr>
          <p:nvPr>
            <p:ph idx="1"/>
          </p:nvPr>
        </p:nvSpPr>
        <p:spPr>
          <a:xfrm>
            <a:off x="1522414" y="1524000"/>
            <a:ext cx="9144000" cy="4267200"/>
          </a:xfrm>
        </p:spPr>
        <p:txBody>
          <a:bodyPr>
            <a:normAutofit/>
          </a:bodyPr>
          <a:lstStyle/>
          <a:p>
            <a:pPr marL="0" indent="0">
              <a:buNone/>
            </a:pPr>
            <a:r>
              <a:rPr lang="en-US" sz="2400" dirty="0"/>
              <a:t>Let’s consider the previous example, but with different arrangements of the order of the elements in the dataset.</a:t>
            </a:r>
          </a:p>
        </p:txBody>
      </p:sp>
      <p:graphicFrame>
        <p:nvGraphicFramePr>
          <p:cNvPr id="6" name="Table 5">
            <a:extLst>
              <a:ext uri="{FF2B5EF4-FFF2-40B4-BE49-F238E27FC236}">
                <a16:creationId xmlns:a16="http://schemas.microsoft.com/office/drawing/2014/main" id="{81896A8A-245A-2556-C7E3-1404C474346C}"/>
              </a:ext>
            </a:extLst>
          </p:cNvPr>
          <p:cNvGraphicFramePr>
            <a:graphicFrameLocks noGrp="1"/>
          </p:cNvGraphicFramePr>
          <p:nvPr/>
        </p:nvGraphicFramePr>
        <p:xfrm>
          <a:off x="1751012" y="2468880"/>
          <a:ext cx="2286000" cy="1920240"/>
        </p:xfrm>
        <a:graphic>
          <a:graphicData uri="http://schemas.openxmlformats.org/drawingml/2006/table">
            <a:tbl>
              <a:tblPr firstRow="1" bandRow="1">
                <a:tableStyleId>{073A0DAA-6AF3-43AB-8588-CEC1D06C72B9}</a:tableStyleId>
              </a:tblPr>
              <a:tblGrid>
                <a:gridCol w="365760">
                  <a:extLst>
                    <a:ext uri="{9D8B030D-6E8A-4147-A177-3AD203B41FA5}">
                      <a16:colId xmlns:a16="http://schemas.microsoft.com/office/drawing/2014/main" val="392014626"/>
                    </a:ext>
                  </a:extLst>
                </a:gridCol>
                <a:gridCol w="640080">
                  <a:extLst>
                    <a:ext uri="{9D8B030D-6E8A-4147-A177-3AD203B41FA5}">
                      <a16:colId xmlns:a16="http://schemas.microsoft.com/office/drawing/2014/main" val="437014267"/>
                    </a:ext>
                  </a:extLst>
                </a:gridCol>
                <a:gridCol w="640080">
                  <a:extLst>
                    <a:ext uri="{9D8B030D-6E8A-4147-A177-3AD203B41FA5}">
                      <a16:colId xmlns:a16="http://schemas.microsoft.com/office/drawing/2014/main" val="4042802396"/>
                    </a:ext>
                  </a:extLst>
                </a:gridCol>
                <a:gridCol w="640080">
                  <a:extLst>
                    <a:ext uri="{9D8B030D-6E8A-4147-A177-3AD203B41FA5}">
                      <a16:colId xmlns:a16="http://schemas.microsoft.com/office/drawing/2014/main" val="958931348"/>
                    </a:ext>
                  </a:extLst>
                </a:gridCol>
              </a:tblGrid>
              <a:tr h="0">
                <a:tc>
                  <a:txBody>
                    <a:bodyPr/>
                    <a:lstStyle/>
                    <a:p>
                      <a:pPr algn="ctr"/>
                      <a:r>
                        <a:rPr lang="en-US" sz="1200" dirty="0">
                          <a:latin typeface="Arial" panose="020B0604020202020204" pitchFamily="34" charset="0"/>
                          <a:cs typeface="Arial" panose="020B0604020202020204" pitchFamily="34" charset="0"/>
                        </a:rPr>
                        <a:t>#</a:t>
                      </a:r>
                    </a:p>
                  </a:txBody>
                  <a:tcPr/>
                </a:tc>
                <a:tc>
                  <a:txBody>
                    <a:bodyPr/>
                    <a:lstStyle/>
                    <a:p>
                      <a:pPr algn="ctr"/>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1</a:t>
                      </a:r>
                    </a:p>
                  </a:txBody>
                  <a:tcPr/>
                </a:tc>
                <a:tc>
                  <a:txBody>
                    <a:bodyPr/>
                    <a:lstStyle/>
                    <a:p>
                      <a:pPr algn="ctr"/>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2</a:t>
                      </a:r>
                    </a:p>
                  </a:txBody>
                  <a:tcPr/>
                </a:tc>
                <a:tc>
                  <a:txBody>
                    <a:bodyPr/>
                    <a:lstStyle/>
                    <a:p>
                      <a:pPr algn="ctr"/>
                      <a:r>
                        <a:rPr lang="en-US" sz="1200" dirty="0">
                          <a:latin typeface="Arial" panose="020B0604020202020204" pitchFamily="34" charset="0"/>
                          <a:cs typeface="Arial" panose="020B0604020202020204" pitchFamily="34" charset="0"/>
                        </a:rPr>
                        <a:t>Label</a:t>
                      </a:r>
                    </a:p>
                  </a:txBody>
                  <a:tcPr/>
                </a:tc>
                <a:extLst>
                  <a:ext uri="{0D108BD9-81ED-4DB2-BD59-A6C34878D82A}">
                    <a16:rowId xmlns:a16="http://schemas.microsoft.com/office/drawing/2014/main" val="3281462437"/>
                  </a:ext>
                </a:extLst>
              </a:tr>
              <a:tr h="0">
                <a:tc>
                  <a:txBody>
                    <a:bodyPr/>
                    <a:lstStyle/>
                    <a:p>
                      <a:pPr algn="ctr"/>
                      <a:r>
                        <a:rPr lang="en-US" sz="1200" dirty="0">
                          <a:latin typeface="Arial" panose="020B0604020202020204" pitchFamily="34" charset="0"/>
                          <a:cs typeface="Arial" panose="020B0604020202020204" pitchFamily="34" charset="0"/>
                        </a:rPr>
                        <a:t>#1</a:t>
                      </a:r>
                    </a:p>
                  </a:txBody>
                  <a:tcPr/>
                </a:tc>
                <a:tc>
                  <a:txBody>
                    <a:bodyPr/>
                    <a:lstStyle/>
                    <a:p>
                      <a:pPr algn="ctr"/>
                      <a:r>
                        <a:rPr lang="en-US" sz="1200" dirty="0">
                          <a:latin typeface="Arial" panose="020B0604020202020204" pitchFamily="34" charset="0"/>
                          <a:cs typeface="Arial" panose="020B0604020202020204" pitchFamily="34" charset="0"/>
                        </a:rPr>
                        <a:t>4</a:t>
                      </a:r>
                    </a:p>
                  </a:txBody>
                  <a:tcPr/>
                </a:tc>
                <a:tc>
                  <a:txBody>
                    <a:bodyPr/>
                    <a:lstStyle/>
                    <a:p>
                      <a:pPr algn="ctr"/>
                      <a:r>
                        <a:rPr lang="en-US" sz="1200" dirty="0">
                          <a:latin typeface="Arial" panose="020B0604020202020204" pitchFamily="34" charset="0"/>
                          <a:cs typeface="Arial" panose="020B0604020202020204" pitchFamily="34" charset="0"/>
                        </a:rPr>
                        <a:t>2</a:t>
                      </a:r>
                    </a:p>
                  </a:txBody>
                  <a:tcPr/>
                </a:tc>
                <a:tc>
                  <a:txBody>
                    <a:bodyPr/>
                    <a:lstStyle/>
                    <a:p>
                      <a:pPr algn="ctr"/>
                      <a:r>
                        <a:rPr lang="en-US" sz="1200" dirty="0">
                          <a:latin typeface="Arial" panose="020B0604020202020204" pitchFamily="34" charset="0"/>
                          <a:cs typeface="Arial" panose="020B0604020202020204" pitchFamily="34" charset="0"/>
                        </a:rPr>
                        <a:t>1 (</a:t>
                      </a:r>
                      <a:r>
                        <a:rPr lang="en-US" sz="1200" dirty="0">
                          <a:solidFill>
                            <a:srgbClr val="00B05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04868658"/>
                  </a:ext>
                </a:extLst>
              </a:tr>
              <a:tr h="0">
                <a:tc>
                  <a:txBody>
                    <a:bodyPr/>
                    <a:lstStyle/>
                    <a:p>
                      <a:pPr algn="ctr"/>
                      <a:r>
                        <a:rPr lang="en-US" sz="1200" dirty="0">
                          <a:latin typeface="Arial" panose="020B0604020202020204" pitchFamily="34" charset="0"/>
                          <a:cs typeface="Arial" panose="020B0604020202020204" pitchFamily="34" charset="0"/>
                        </a:rPr>
                        <a:t>#2</a:t>
                      </a:r>
                    </a:p>
                  </a:txBody>
                  <a:tcPr/>
                </a:tc>
                <a:tc>
                  <a:txBody>
                    <a:bodyPr/>
                    <a:lstStyle/>
                    <a:p>
                      <a:pPr algn="ctr"/>
                      <a:r>
                        <a:rPr lang="en-US" sz="1200" dirty="0">
                          <a:latin typeface="Arial" panose="020B0604020202020204" pitchFamily="34" charset="0"/>
                          <a:cs typeface="Arial" panose="020B0604020202020204" pitchFamily="34" charset="0"/>
                        </a:rPr>
                        <a:t>-6</a:t>
                      </a:r>
                    </a:p>
                  </a:txBody>
                  <a:tcPr/>
                </a:tc>
                <a:tc>
                  <a:txBody>
                    <a:bodyPr/>
                    <a:lstStyle/>
                    <a:p>
                      <a:pPr algn="ctr"/>
                      <a:r>
                        <a:rPr lang="en-US" sz="1200" dirty="0">
                          <a:latin typeface="Arial" panose="020B0604020202020204" pitchFamily="34" charset="0"/>
                          <a:cs typeface="Arial" panose="020B0604020202020204" pitchFamily="34" charset="0"/>
                        </a:rPr>
                        <a:t>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1 (</a:t>
                      </a:r>
                      <a:r>
                        <a:rPr lang="en-US" sz="1200" dirty="0">
                          <a:solidFill>
                            <a:srgbClr val="00B05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651165515"/>
                  </a:ext>
                </a:extLst>
              </a:tr>
              <a:tr h="0">
                <a:tc>
                  <a:txBody>
                    <a:bodyPr/>
                    <a:lstStyle/>
                    <a:p>
                      <a:pPr algn="ctr"/>
                      <a:r>
                        <a:rPr lang="en-US" sz="1200" dirty="0">
                          <a:latin typeface="Arial" panose="020B0604020202020204" pitchFamily="34" charset="0"/>
                          <a:cs typeface="Arial" panose="020B0604020202020204" pitchFamily="34" charset="0"/>
                        </a:rPr>
                        <a:t>#3</a:t>
                      </a:r>
                    </a:p>
                  </a:txBody>
                  <a:tcPr/>
                </a:tc>
                <a:tc>
                  <a:txBody>
                    <a:bodyPr/>
                    <a:lstStyle/>
                    <a:p>
                      <a:pPr algn="ctr"/>
                      <a:r>
                        <a:rPr lang="en-US" sz="1200" dirty="0">
                          <a:latin typeface="Arial" panose="020B0604020202020204" pitchFamily="34" charset="0"/>
                          <a:cs typeface="Arial" panose="020B0604020202020204" pitchFamily="34" charset="0"/>
                        </a:rPr>
                        <a:t>0</a:t>
                      </a:r>
                    </a:p>
                  </a:txBody>
                  <a:tcPr/>
                </a:tc>
                <a:tc>
                  <a:txBody>
                    <a:bodyPr/>
                    <a:lstStyle/>
                    <a:p>
                      <a:pPr algn="ctr"/>
                      <a:r>
                        <a:rPr lang="en-US" sz="1200" dirty="0">
                          <a:latin typeface="Arial" panose="020B0604020202020204" pitchFamily="34" charset="0"/>
                          <a:cs typeface="Arial" panose="020B0604020202020204" pitchFamily="34" charset="0"/>
                        </a:rPr>
                        <a:t>-2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1 (</a:t>
                      </a:r>
                      <a:r>
                        <a:rPr lang="en-US" sz="1200" dirty="0">
                          <a:solidFill>
                            <a:srgbClr val="00B05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906554913"/>
                  </a:ext>
                </a:extLst>
              </a:tr>
              <a:tr h="0">
                <a:tc>
                  <a:txBody>
                    <a:bodyPr/>
                    <a:lstStyle/>
                    <a:p>
                      <a:pPr algn="ctr"/>
                      <a:r>
                        <a:rPr lang="en-US" sz="1200" dirty="0">
                          <a:latin typeface="Arial" panose="020B0604020202020204" pitchFamily="34" charset="0"/>
                          <a:cs typeface="Arial" panose="020B0604020202020204" pitchFamily="34" charset="0"/>
                        </a:rPr>
                        <a:t>#4</a:t>
                      </a:r>
                    </a:p>
                  </a:txBody>
                  <a:tcPr/>
                </a:tc>
                <a:tc>
                  <a:txBody>
                    <a:bodyPr/>
                    <a:lstStyle/>
                    <a:p>
                      <a:pPr algn="ctr"/>
                      <a:r>
                        <a:rPr lang="en-US" sz="1200" dirty="0">
                          <a:latin typeface="Arial" panose="020B0604020202020204" pitchFamily="34" charset="0"/>
                          <a:cs typeface="Arial" panose="020B0604020202020204" pitchFamily="34" charset="0"/>
                        </a:rPr>
                        <a:t>0</a:t>
                      </a:r>
                    </a:p>
                  </a:txBody>
                  <a:tcPr/>
                </a:tc>
                <a:tc>
                  <a:txBody>
                    <a:bodyPr/>
                    <a:lstStyle/>
                    <a:p>
                      <a:pPr algn="ctr"/>
                      <a:r>
                        <a:rPr lang="en-US" sz="1200" dirty="0">
                          <a:latin typeface="Arial" panose="020B0604020202020204" pitchFamily="34" charset="0"/>
                          <a:cs typeface="Arial" panose="020B0604020202020204" pitchFamily="34" charset="0"/>
                        </a:rPr>
                        <a:t>-4</a:t>
                      </a:r>
                    </a:p>
                  </a:txBody>
                  <a:tcPr/>
                </a:tc>
                <a:tc>
                  <a:txBody>
                    <a:bodyPr/>
                    <a:lstStyle/>
                    <a:p>
                      <a:pPr algn="ctr"/>
                      <a:r>
                        <a:rPr lang="en-US" sz="1200" dirty="0">
                          <a:latin typeface="Arial" panose="020B0604020202020204" pitchFamily="34" charset="0"/>
                          <a:cs typeface="Arial" panose="020B0604020202020204" pitchFamily="34" charset="0"/>
                        </a:rPr>
                        <a:t>-1 (</a:t>
                      </a:r>
                      <a:r>
                        <a:rPr lang="en-US" sz="1200" dirty="0">
                          <a:solidFill>
                            <a:srgbClr val="C0000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052881436"/>
                  </a:ext>
                </a:extLst>
              </a:tr>
              <a:tr h="0">
                <a:tc>
                  <a:txBody>
                    <a:bodyPr/>
                    <a:lstStyle/>
                    <a:p>
                      <a:pPr algn="ctr"/>
                      <a:r>
                        <a:rPr lang="en-US" sz="1200" dirty="0">
                          <a:latin typeface="Arial" panose="020B0604020202020204" pitchFamily="34" charset="0"/>
                          <a:cs typeface="Arial" panose="020B0604020202020204" pitchFamily="34" charset="0"/>
                        </a:rPr>
                        <a:t>#5</a:t>
                      </a:r>
                    </a:p>
                  </a:txBody>
                  <a:tcPr/>
                </a:tc>
                <a:tc>
                  <a:txBody>
                    <a:bodyPr/>
                    <a:lstStyle/>
                    <a:p>
                      <a:pPr algn="ctr"/>
                      <a:r>
                        <a:rPr lang="en-US" sz="1200" dirty="0">
                          <a:latin typeface="Arial" panose="020B0604020202020204" pitchFamily="34" charset="0"/>
                          <a:cs typeface="Arial" panose="020B0604020202020204" pitchFamily="34" charset="0"/>
                        </a:rPr>
                        <a:t>-2</a:t>
                      </a:r>
                    </a:p>
                  </a:txBody>
                  <a:tcPr/>
                </a:tc>
                <a:tc>
                  <a:txBody>
                    <a:bodyPr/>
                    <a:lstStyle/>
                    <a:p>
                      <a:pPr algn="ctr"/>
                      <a:r>
                        <a:rPr lang="en-US" sz="1200" dirty="0">
                          <a:latin typeface="Arial" panose="020B0604020202020204" pitchFamily="34" charset="0"/>
                          <a:cs typeface="Arial" panose="020B0604020202020204" pitchFamily="34" charset="0"/>
                        </a:rPr>
                        <a:t>-6</a:t>
                      </a:r>
                    </a:p>
                  </a:txBody>
                  <a:tcPr/>
                </a:tc>
                <a:tc>
                  <a:txBody>
                    <a:bodyPr/>
                    <a:lstStyle/>
                    <a:p>
                      <a:pPr algn="ctr"/>
                      <a:r>
                        <a:rPr lang="en-US" sz="1200" dirty="0">
                          <a:latin typeface="Arial" panose="020B0604020202020204" pitchFamily="34" charset="0"/>
                          <a:cs typeface="Arial" panose="020B0604020202020204" pitchFamily="34" charset="0"/>
                        </a:rPr>
                        <a:t>-1 (</a:t>
                      </a:r>
                      <a:r>
                        <a:rPr lang="en-US" sz="1200" dirty="0">
                          <a:solidFill>
                            <a:srgbClr val="C0000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496509937"/>
                  </a:ext>
                </a:extLst>
              </a:tr>
              <a:tr h="0">
                <a:tc>
                  <a:txBody>
                    <a:bodyPr/>
                    <a:lstStyle/>
                    <a:p>
                      <a:pPr algn="ctr"/>
                      <a:r>
                        <a:rPr lang="en-US" sz="1200" dirty="0">
                          <a:latin typeface="Arial" panose="020B0604020202020204" pitchFamily="34" charset="0"/>
                          <a:cs typeface="Arial" panose="020B0604020202020204" pitchFamily="34" charset="0"/>
                        </a:rPr>
                        <a:t>#6</a:t>
                      </a:r>
                    </a:p>
                  </a:txBody>
                  <a:tcPr/>
                </a:tc>
                <a:tc>
                  <a:txBody>
                    <a:bodyPr/>
                    <a:lstStyle/>
                    <a:p>
                      <a:pPr algn="ctr"/>
                      <a:r>
                        <a:rPr lang="en-US" sz="1200" dirty="0">
                          <a:latin typeface="Arial" panose="020B0604020202020204" pitchFamily="34" charset="0"/>
                          <a:cs typeface="Arial" panose="020B0604020202020204" pitchFamily="34" charset="0"/>
                        </a:rPr>
                        <a:t>6</a:t>
                      </a:r>
                    </a:p>
                  </a:txBody>
                  <a:tcPr/>
                </a:tc>
                <a:tc>
                  <a:txBody>
                    <a:bodyPr/>
                    <a:lstStyle/>
                    <a:p>
                      <a:pPr algn="ctr"/>
                      <a:r>
                        <a:rPr lang="en-US" sz="1200" dirty="0">
                          <a:latin typeface="Arial" panose="020B0604020202020204" pitchFamily="34" charset="0"/>
                          <a:cs typeface="Arial" panose="020B0604020202020204" pitchFamily="34" charset="0"/>
                        </a:rPr>
                        <a:t>2</a:t>
                      </a:r>
                    </a:p>
                  </a:txBody>
                  <a:tcPr/>
                </a:tc>
                <a:tc>
                  <a:txBody>
                    <a:bodyPr/>
                    <a:lstStyle/>
                    <a:p>
                      <a:pPr algn="ctr"/>
                      <a:r>
                        <a:rPr lang="en-US" sz="1200" dirty="0">
                          <a:latin typeface="Arial" panose="020B0604020202020204" pitchFamily="34" charset="0"/>
                          <a:cs typeface="Arial" panose="020B0604020202020204" pitchFamily="34" charset="0"/>
                        </a:rPr>
                        <a:t>-1 (</a:t>
                      </a:r>
                      <a:r>
                        <a:rPr lang="en-US" sz="1200" dirty="0">
                          <a:solidFill>
                            <a:srgbClr val="C0000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43331876"/>
                  </a:ext>
                </a:extLst>
              </a:tr>
            </a:tbl>
          </a:graphicData>
        </a:graphic>
      </p:graphicFrame>
      <p:graphicFrame>
        <p:nvGraphicFramePr>
          <p:cNvPr id="2" name="Table 1">
            <a:extLst>
              <a:ext uri="{FF2B5EF4-FFF2-40B4-BE49-F238E27FC236}">
                <a16:creationId xmlns:a16="http://schemas.microsoft.com/office/drawing/2014/main" id="{9103C71F-4AB5-0999-A5EE-A355377CBE93}"/>
              </a:ext>
            </a:extLst>
          </p:cNvPr>
          <p:cNvGraphicFramePr>
            <a:graphicFrameLocks noGrp="1"/>
          </p:cNvGraphicFramePr>
          <p:nvPr/>
        </p:nvGraphicFramePr>
        <p:xfrm>
          <a:off x="4287096" y="2468880"/>
          <a:ext cx="2286000" cy="1920240"/>
        </p:xfrm>
        <a:graphic>
          <a:graphicData uri="http://schemas.openxmlformats.org/drawingml/2006/table">
            <a:tbl>
              <a:tblPr firstRow="1" bandRow="1">
                <a:tableStyleId>{073A0DAA-6AF3-43AB-8588-CEC1D06C72B9}</a:tableStyleId>
              </a:tblPr>
              <a:tblGrid>
                <a:gridCol w="365760">
                  <a:extLst>
                    <a:ext uri="{9D8B030D-6E8A-4147-A177-3AD203B41FA5}">
                      <a16:colId xmlns:a16="http://schemas.microsoft.com/office/drawing/2014/main" val="392014626"/>
                    </a:ext>
                  </a:extLst>
                </a:gridCol>
                <a:gridCol w="640080">
                  <a:extLst>
                    <a:ext uri="{9D8B030D-6E8A-4147-A177-3AD203B41FA5}">
                      <a16:colId xmlns:a16="http://schemas.microsoft.com/office/drawing/2014/main" val="437014267"/>
                    </a:ext>
                  </a:extLst>
                </a:gridCol>
                <a:gridCol w="640080">
                  <a:extLst>
                    <a:ext uri="{9D8B030D-6E8A-4147-A177-3AD203B41FA5}">
                      <a16:colId xmlns:a16="http://schemas.microsoft.com/office/drawing/2014/main" val="4042802396"/>
                    </a:ext>
                  </a:extLst>
                </a:gridCol>
                <a:gridCol w="640080">
                  <a:extLst>
                    <a:ext uri="{9D8B030D-6E8A-4147-A177-3AD203B41FA5}">
                      <a16:colId xmlns:a16="http://schemas.microsoft.com/office/drawing/2014/main" val="958931348"/>
                    </a:ext>
                  </a:extLst>
                </a:gridCol>
              </a:tblGrid>
              <a:tr h="0">
                <a:tc>
                  <a:txBody>
                    <a:bodyPr/>
                    <a:lstStyle/>
                    <a:p>
                      <a:pPr algn="ctr"/>
                      <a:r>
                        <a:rPr lang="en-US" sz="1200" dirty="0">
                          <a:latin typeface="Arial" panose="020B0604020202020204" pitchFamily="34" charset="0"/>
                          <a:cs typeface="Arial" panose="020B0604020202020204" pitchFamily="34" charset="0"/>
                        </a:rPr>
                        <a:t>#</a:t>
                      </a:r>
                    </a:p>
                  </a:txBody>
                  <a:tcPr/>
                </a:tc>
                <a:tc>
                  <a:txBody>
                    <a:bodyPr/>
                    <a:lstStyle/>
                    <a:p>
                      <a:pPr algn="ctr"/>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1</a:t>
                      </a:r>
                    </a:p>
                  </a:txBody>
                  <a:tcPr/>
                </a:tc>
                <a:tc>
                  <a:txBody>
                    <a:bodyPr/>
                    <a:lstStyle/>
                    <a:p>
                      <a:pPr algn="ctr"/>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2</a:t>
                      </a:r>
                    </a:p>
                  </a:txBody>
                  <a:tcPr/>
                </a:tc>
                <a:tc>
                  <a:txBody>
                    <a:bodyPr/>
                    <a:lstStyle/>
                    <a:p>
                      <a:pPr algn="ctr"/>
                      <a:r>
                        <a:rPr lang="en-US" sz="1200" dirty="0">
                          <a:latin typeface="Arial" panose="020B0604020202020204" pitchFamily="34" charset="0"/>
                          <a:cs typeface="Arial" panose="020B0604020202020204" pitchFamily="34" charset="0"/>
                        </a:rPr>
                        <a:t>Label</a:t>
                      </a:r>
                    </a:p>
                  </a:txBody>
                  <a:tcPr/>
                </a:tc>
                <a:extLst>
                  <a:ext uri="{0D108BD9-81ED-4DB2-BD59-A6C34878D82A}">
                    <a16:rowId xmlns:a16="http://schemas.microsoft.com/office/drawing/2014/main" val="3281462437"/>
                  </a:ext>
                </a:extLst>
              </a:tr>
              <a:tr h="0">
                <a:tc>
                  <a:txBody>
                    <a:bodyPr/>
                    <a:lstStyle/>
                    <a:p>
                      <a:pPr algn="ctr"/>
                      <a:r>
                        <a:rPr lang="en-US" sz="1200" dirty="0">
                          <a:latin typeface="Arial" panose="020B0604020202020204" pitchFamily="34" charset="0"/>
                          <a:cs typeface="Arial" panose="020B0604020202020204" pitchFamily="34" charset="0"/>
                        </a:rPr>
                        <a:t>#1</a:t>
                      </a:r>
                    </a:p>
                  </a:txBody>
                  <a:tcPr/>
                </a:tc>
                <a:tc>
                  <a:txBody>
                    <a:bodyPr/>
                    <a:lstStyle/>
                    <a:p>
                      <a:pPr algn="ctr"/>
                      <a:r>
                        <a:rPr lang="en-US" sz="1200" dirty="0">
                          <a:latin typeface="Arial" panose="020B0604020202020204" pitchFamily="34" charset="0"/>
                          <a:cs typeface="Arial" panose="020B0604020202020204" pitchFamily="34" charset="0"/>
                        </a:rPr>
                        <a:t>4</a:t>
                      </a:r>
                    </a:p>
                  </a:txBody>
                  <a:tcPr/>
                </a:tc>
                <a:tc>
                  <a:txBody>
                    <a:bodyPr/>
                    <a:lstStyle/>
                    <a:p>
                      <a:pPr algn="ctr"/>
                      <a:r>
                        <a:rPr lang="en-US" sz="1200" dirty="0">
                          <a:latin typeface="Arial" panose="020B0604020202020204" pitchFamily="34" charset="0"/>
                          <a:cs typeface="Arial" panose="020B0604020202020204" pitchFamily="34" charset="0"/>
                        </a:rPr>
                        <a:t>2</a:t>
                      </a:r>
                    </a:p>
                  </a:txBody>
                  <a:tcPr/>
                </a:tc>
                <a:tc>
                  <a:txBody>
                    <a:bodyPr/>
                    <a:lstStyle/>
                    <a:p>
                      <a:pPr algn="ctr"/>
                      <a:r>
                        <a:rPr lang="en-US" sz="1200" dirty="0">
                          <a:latin typeface="Arial" panose="020B0604020202020204" pitchFamily="34" charset="0"/>
                          <a:cs typeface="Arial" panose="020B0604020202020204" pitchFamily="34" charset="0"/>
                        </a:rPr>
                        <a:t>1 (</a:t>
                      </a:r>
                      <a:r>
                        <a:rPr lang="en-US" sz="1200" dirty="0">
                          <a:solidFill>
                            <a:srgbClr val="00B05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04868658"/>
                  </a:ext>
                </a:extLst>
              </a:tr>
              <a:tr h="0">
                <a:tc>
                  <a:txBody>
                    <a:bodyPr/>
                    <a:lstStyle/>
                    <a:p>
                      <a:pPr algn="ctr"/>
                      <a:r>
                        <a:rPr lang="en-US" sz="1200" dirty="0">
                          <a:latin typeface="Arial" panose="020B0604020202020204" pitchFamily="34" charset="0"/>
                          <a:cs typeface="Arial" panose="020B0604020202020204" pitchFamily="34" charset="0"/>
                        </a:rPr>
                        <a:t>#5</a:t>
                      </a:r>
                    </a:p>
                  </a:txBody>
                  <a:tcPr/>
                </a:tc>
                <a:tc>
                  <a:txBody>
                    <a:bodyPr/>
                    <a:lstStyle/>
                    <a:p>
                      <a:pPr algn="ctr"/>
                      <a:r>
                        <a:rPr lang="en-US" sz="1200" dirty="0">
                          <a:latin typeface="Arial" panose="020B0604020202020204" pitchFamily="34" charset="0"/>
                          <a:cs typeface="Arial" panose="020B0604020202020204" pitchFamily="34" charset="0"/>
                        </a:rPr>
                        <a:t>-2</a:t>
                      </a:r>
                    </a:p>
                  </a:txBody>
                  <a:tcPr/>
                </a:tc>
                <a:tc>
                  <a:txBody>
                    <a:bodyPr/>
                    <a:lstStyle/>
                    <a:p>
                      <a:pPr algn="ctr"/>
                      <a:r>
                        <a:rPr lang="en-US" sz="1200" dirty="0">
                          <a:latin typeface="Arial" panose="020B0604020202020204" pitchFamily="34" charset="0"/>
                          <a:cs typeface="Arial" panose="020B0604020202020204" pitchFamily="34" charset="0"/>
                        </a:rPr>
                        <a:t>-6</a:t>
                      </a:r>
                    </a:p>
                  </a:txBody>
                  <a:tcPr/>
                </a:tc>
                <a:tc>
                  <a:txBody>
                    <a:bodyPr/>
                    <a:lstStyle/>
                    <a:p>
                      <a:pPr algn="ctr"/>
                      <a:r>
                        <a:rPr lang="en-US" sz="1200" dirty="0">
                          <a:latin typeface="Arial" panose="020B0604020202020204" pitchFamily="34" charset="0"/>
                          <a:cs typeface="Arial" panose="020B0604020202020204" pitchFamily="34" charset="0"/>
                        </a:rPr>
                        <a:t>-1 (</a:t>
                      </a:r>
                      <a:r>
                        <a:rPr lang="en-US" sz="1200" dirty="0">
                          <a:solidFill>
                            <a:srgbClr val="C0000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651165515"/>
                  </a:ext>
                </a:extLst>
              </a:tr>
              <a:tr h="0">
                <a:tc>
                  <a:txBody>
                    <a:bodyPr/>
                    <a:lstStyle/>
                    <a:p>
                      <a:pPr algn="ctr"/>
                      <a:r>
                        <a:rPr lang="en-US" sz="1200" dirty="0">
                          <a:latin typeface="Arial" panose="020B0604020202020204" pitchFamily="34" charset="0"/>
                          <a:cs typeface="Arial" panose="020B0604020202020204" pitchFamily="34" charset="0"/>
                        </a:rPr>
                        <a:t>#3</a:t>
                      </a:r>
                    </a:p>
                  </a:txBody>
                  <a:tcPr/>
                </a:tc>
                <a:tc>
                  <a:txBody>
                    <a:bodyPr/>
                    <a:lstStyle/>
                    <a:p>
                      <a:pPr algn="ctr"/>
                      <a:r>
                        <a:rPr lang="en-US" sz="1200" dirty="0">
                          <a:latin typeface="Arial" panose="020B0604020202020204" pitchFamily="34" charset="0"/>
                          <a:cs typeface="Arial" panose="020B0604020202020204" pitchFamily="34" charset="0"/>
                        </a:rPr>
                        <a:t>0</a:t>
                      </a:r>
                    </a:p>
                  </a:txBody>
                  <a:tcPr/>
                </a:tc>
                <a:tc>
                  <a:txBody>
                    <a:bodyPr/>
                    <a:lstStyle/>
                    <a:p>
                      <a:pPr algn="ctr"/>
                      <a:r>
                        <a:rPr lang="en-US" sz="1200" dirty="0">
                          <a:latin typeface="Arial" panose="020B0604020202020204" pitchFamily="34" charset="0"/>
                          <a:cs typeface="Arial" panose="020B0604020202020204" pitchFamily="34" charset="0"/>
                        </a:rPr>
                        <a:t>-2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1 (</a:t>
                      </a:r>
                      <a:r>
                        <a:rPr lang="en-US" sz="1200" dirty="0">
                          <a:solidFill>
                            <a:srgbClr val="00B05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906554913"/>
                  </a:ext>
                </a:extLst>
              </a:tr>
              <a:tr h="0">
                <a:tc>
                  <a:txBody>
                    <a:bodyPr/>
                    <a:lstStyle/>
                    <a:p>
                      <a:pPr algn="ctr"/>
                      <a:r>
                        <a:rPr lang="en-US" sz="1200" dirty="0">
                          <a:latin typeface="Arial" panose="020B0604020202020204" pitchFamily="34" charset="0"/>
                          <a:cs typeface="Arial" panose="020B0604020202020204" pitchFamily="34" charset="0"/>
                        </a:rPr>
                        <a:t>#2</a:t>
                      </a:r>
                    </a:p>
                  </a:txBody>
                  <a:tcPr/>
                </a:tc>
                <a:tc>
                  <a:txBody>
                    <a:bodyPr/>
                    <a:lstStyle/>
                    <a:p>
                      <a:pPr algn="ctr"/>
                      <a:r>
                        <a:rPr lang="en-US" sz="1200" dirty="0">
                          <a:latin typeface="Arial" panose="020B0604020202020204" pitchFamily="34" charset="0"/>
                          <a:cs typeface="Arial" panose="020B0604020202020204" pitchFamily="34" charset="0"/>
                        </a:rPr>
                        <a:t>-6</a:t>
                      </a:r>
                    </a:p>
                  </a:txBody>
                  <a:tcPr/>
                </a:tc>
                <a:tc>
                  <a:txBody>
                    <a:bodyPr/>
                    <a:lstStyle/>
                    <a:p>
                      <a:pPr algn="ctr"/>
                      <a:r>
                        <a:rPr lang="en-US" sz="1200" dirty="0">
                          <a:latin typeface="Arial" panose="020B0604020202020204" pitchFamily="34" charset="0"/>
                          <a:cs typeface="Arial" panose="020B0604020202020204" pitchFamily="34" charset="0"/>
                        </a:rPr>
                        <a:t>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1 (</a:t>
                      </a:r>
                      <a:r>
                        <a:rPr lang="en-US" sz="1200" dirty="0">
                          <a:solidFill>
                            <a:srgbClr val="00B05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052881436"/>
                  </a:ext>
                </a:extLst>
              </a:tr>
              <a:tr h="0">
                <a:tc>
                  <a:txBody>
                    <a:bodyPr/>
                    <a:lstStyle/>
                    <a:p>
                      <a:pPr algn="ctr"/>
                      <a:r>
                        <a:rPr lang="en-US" sz="1200" dirty="0">
                          <a:latin typeface="Arial" panose="020B0604020202020204" pitchFamily="34" charset="0"/>
                          <a:cs typeface="Arial" panose="020B0604020202020204" pitchFamily="34" charset="0"/>
                        </a:rPr>
                        <a:t>#4</a:t>
                      </a:r>
                    </a:p>
                  </a:txBody>
                  <a:tcPr/>
                </a:tc>
                <a:tc>
                  <a:txBody>
                    <a:bodyPr/>
                    <a:lstStyle/>
                    <a:p>
                      <a:pPr algn="ctr"/>
                      <a:r>
                        <a:rPr lang="en-US" sz="1200" dirty="0">
                          <a:latin typeface="Arial" panose="020B0604020202020204" pitchFamily="34" charset="0"/>
                          <a:cs typeface="Arial" panose="020B0604020202020204" pitchFamily="34" charset="0"/>
                        </a:rPr>
                        <a:t>0</a:t>
                      </a:r>
                    </a:p>
                  </a:txBody>
                  <a:tcPr/>
                </a:tc>
                <a:tc>
                  <a:txBody>
                    <a:bodyPr/>
                    <a:lstStyle/>
                    <a:p>
                      <a:pPr algn="ctr"/>
                      <a:r>
                        <a:rPr lang="en-US" sz="1200" dirty="0">
                          <a:latin typeface="Arial" panose="020B0604020202020204" pitchFamily="34" charset="0"/>
                          <a:cs typeface="Arial" panose="020B0604020202020204" pitchFamily="34" charset="0"/>
                        </a:rPr>
                        <a:t>-4</a:t>
                      </a:r>
                    </a:p>
                  </a:txBody>
                  <a:tcPr/>
                </a:tc>
                <a:tc>
                  <a:txBody>
                    <a:bodyPr/>
                    <a:lstStyle/>
                    <a:p>
                      <a:pPr algn="ctr"/>
                      <a:r>
                        <a:rPr lang="en-US" sz="1200" dirty="0">
                          <a:latin typeface="Arial" panose="020B0604020202020204" pitchFamily="34" charset="0"/>
                          <a:cs typeface="Arial" panose="020B0604020202020204" pitchFamily="34" charset="0"/>
                        </a:rPr>
                        <a:t>-1 (</a:t>
                      </a:r>
                      <a:r>
                        <a:rPr lang="en-US" sz="1200" dirty="0">
                          <a:solidFill>
                            <a:srgbClr val="C0000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496509937"/>
                  </a:ext>
                </a:extLst>
              </a:tr>
              <a:tr h="0">
                <a:tc>
                  <a:txBody>
                    <a:bodyPr/>
                    <a:lstStyle/>
                    <a:p>
                      <a:pPr algn="ctr"/>
                      <a:r>
                        <a:rPr lang="en-US" sz="1200" dirty="0">
                          <a:latin typeface="Arial" panose="020B0604020202020204" pitchFamily="34" charset="0"/>
                          <a:cs typeface="Arial" panose="020B0604020202020204" pitchFamily="34" charset="0"/>
                        </a:rPr>
                        <a:t>#6</a:t>
                      </a:r>
                    </a:p>
                  </a:txBody>
                  <a:tcPr/>
                </a:tc>
                <a:tc>
                  <a:txBody>
                    <a:bodyPr/>
                    <a:lstStyle/>
                    <a:p>
                      <a:pPr algn="ctr"/>
                      <a:r>
                        <a:rPr lang="en-US" sz="1200" dirty="0">
                          <a:latin typeface="Arial" panose="020B0604020202020204" pitchFamily="34" charset="0"/>
                          <a:cs typeface="Arial" panose="020B0604020202020204" pitchFamily="34" charset="0"/>
                        </a:rPr>
                        <a:t>6</a:t>
                      </a:r>
                    </a:p>
                  </a:txBody>
                  <a:tcPr/>
                </a:tc>
                <a:tc>
                  <a:txBody>
                    <a:bodyPr/>
                    <a:lstStyle/>
                    <a:p>
                      <a:pPr algn="ctr"/>
                      <a:r>
                        <a:rPr lang="en-US" sz="1200" dirty="0">
                          <a:latin typeface="Arial" panose="020B0604020202020204" pitchFamily="34" charset="0"/>
                          <a:cs typeface="Arial" panose="020B0604020202020204" pitchFamily="34" charset="0"/>
                        </a:rPr>
                        <a:t>2</a:t>
                      </a:r>
                    </a:p>
                  </a:txBody>
                  <a:tcPr/>
                </a:tc>
                <a:tc>
                  <a:txBody>
                    <a:bodyPr/>
                    <a:lstStyle/>
                    <a:p>
                      <a:pPr algn="ctr"/>
                      <a:r>
                        <a:rPr lang="en-US" sz="1200" dirty="0">
                          <a:latin typeface="Arial" panose="020B0604020202020204" pitchFamily="34" charset="0"/>
                          <a:cs typeface="Arial" panose="020B0604020202020204" pitchFamily="34" charset="0"/>
                        </a:rPr>
                        <a:t>-1 (</a:t>
                      </a:r>
                      <a:r>
                        <a:rPr lang="en-US" sz="1200" dirty="0">
                          <a:solidFill>
                            <a:srgbClr val="C0000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43331876"/>
                  </a:ext>
                </a:extLst>
              </a:tr>
            </a:tbl>
          </a:graphicData>
        </a:graphic>
      </p:graphicFrame>
      <p:graphicFrame>
        <p:nvGraphicFramePr>
          <p:cNvPr id="3" name="Table 2">
            <a:extLst>
              <a:ext uri="{FF2B5EF4-FFF2-40B4-BE49-F238E27FC236}">
                <a16:creationId xmlns:a16="http://schemas.microsoft.com/office/drawing/2014/main" id="{B60B6628-1C8F-EC81-F4EB-6171528AA894}"/>
              </a:ext>
            </a:extLst>
          </p:cNvPr>
          <p:cNvGraphicFramePr>
            <a:graphicFrameLocks noGrp="1"/>
          </p:cNvGraphicFramePr>
          <p:nvPr/>
        </p:nvGraphicFramePr>
        <p:xfrm>
          <a:off x="6823180" y="2468880"/>
          <a:ext cx="2286000" cy="1920240"/>
        </p:xfrm>
        <a:graphic>
          <a:graphicData uri="http://schemas.openxmlformats.org/drawingml/2006/table">
            <a:tbl>
              <a:tblPr firstRow="1" bandRow="1">
                <a:tableStyleId>{073A0DAA-6AF3-43AB-8588-CEC1D06C72B9}</a:tableStyleId>
              </a:tblPr>
              <a:tblGrid>
                <a:gridCol w="365760">
                  <a:extLst>
                    <a:ext uri="{9D8B030D-6E8A-4147-A177-3AD203B41FA5}">
                      <a16:colId xmlns:a16="http://schemas.microsoft.com/office/drawing/2014/main" val="392014626"/>
                    </a:ext>
                  </a:extLst>
                </a:gridCol>
                <a:gridCol w="640080">
                  <a:extLst>
                    <a:ext uri="{9D8B030D-6E8A-4147-A177-3AD203B41FA5}">
                      <a16:colId xmlns:a16="http://schemas.microsoft.com/office/drawing/2014/main" val="437014267"/>
                    </a:ext>
                  </a:extLst>
                </a:gridCol>
                <a:gridCol w="640080">
                  <a:extLst>
                    <a:ext uri="{9D8B030D-6E8A-4147-A177-3AD203B41FA5}">
                      <a16:colId xmlns:a16="http://schemas.microsoft.com/office/drawing/2014/main" val="4042802396"/>
                    </a:ext>
                  </a:extLst>
                </a:gridCol>
                <a:gridCol w="640080">
                  <a:extLst>
                    <a:ext uri="{9D8B030D-6E8A-4147-A177-3AD203B41FA5}">
                      <a16:colId xmlns:a16="http://schemas.microsoft.com/office/drawing/2014/main" val="958931348"/>
                    </a:ext>
                  </a:extLst>
                </a:gridCol>
              </a:tblGrid>
              <a:tr h="0">
                <a:tc>
                  <a:txBody>
                    <a:bodyPr/>
                    <a:lstStyle/>
                    <a:p>
                      <a:pPr algn="ctr"/>
                      <a:r>
                        <a:rPr lang="en-US" sz="1200" dirty="0">
                          <a:latin typeface="Arial" panose="020B0604020202020204" pitchFamily="34" charset="0"/>
                          <a:cs typeface="Arial" panose="020B0604020202020204" pitchFamily="34" charset="0"/>
                        </a:rPr>
                        <a:t>#</a:t>
                      </a:r>
                    </a:p>
                  </a:txBody>
                  <a:tcPr/>
                </a:tc>
                <a:tc>
                  <a:txBody>
                    <a:bodyPr/>
                    <a:lstStyle/>
                    <a:p>
                      <a:pPr algn="ctr"/>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1</a:t>
                      </a:r>
                    </a:p>
                  </a:txBody>
                  <a:tcPr/>
                </a:tc>
                <a:tc>
                  <a:txBody>
                    <a:bodyPr/>
                    <a:lstStyle/>
                    <a:p>
                      <a:pPr algn="ctr"/>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2</a:t>
                      </a:r>
                    </a:p>
                  </a:txBody>
                  <a:tcPr/>
                </a:tc>
                <a:tc>
                  <a:txBody>
                    <a:bodyPr/>
                    <a:lstStyle/>
                    <a:p>
                      <a:pPr algn="ctr"/>
                      <a:r>
                        <a:rPr lang="en-US" sz="1200" dirty="0">
                          <a:latin typeface="Arial" panose="020B0604020202020204" pitchFamily="34" charset="0"/>
                          <a:cs typeface="Arial" panose="020B0604020202020204" pitchFamily="34" charset="0"/>
                        </a:rPr>
                        <a:t>Label</a:t>
                      </a:r>
                    </a:p>
                  </a:txBody>
                  <a:tcPr/>
                </a:tc>
                <a:extLst>
                  <a:ext uri="{0D108BD9-81ED-4DB2-BD59-A6C34878D82A}">
                    <a16:rowId xmlns:a16="http://schemas.microsoft.com/office/drawing/2014/main" val="3281462437"/>
                  </a:ext>
                </a:extLst>
              </a:tr>
              <a:tr h="0">
                <a:tc>
                  <a:txBody>
                    <a:bodyPr/>
                    <a:lstStyle/>
                    <a:p>
                      <a:pPr algn="ctr"/>
                      <a:r>
                        <a:rPr lang="en-US" sz="1200" dirty="0">
                          <a:latin typeface="Arial" panose="020B0604020202020204" pitchFamily="34" charset="0"/>
                          <a:cs typeface="Arial" panose="020B0604020202020204" pitchFamily="34" charset="0"/>
                        </a:rPr>
                        <a:t>#3</a:t>
                      </a:r>
                    </a:p>
                  </a:txBody>
                  <a:tcPr/>
                </a:tc>
                <a:tc>
                  <a:txBody>
                    <a:bodyPr/>
                    <a:lstStyle/>
                    <a:p>
                      <a:pPr algn="ctr"/>
                      <a:r>
                        <a:rPr lang="en-US" sz="1200" dirty="0">
                          <a:latin typeface="Arial" panose="020B0604020202020204" pitchFamily="34" charset="0"/>
                          <a:cs typeface="Arial" panose="020B0604020202020204" pitchFamily="34" charset="0"/>
                        </a:rPr>
                        <a:t>0</a:t>
                      </a:r>
                    </a:p>
                  </a:txBody>
                  <a:tcPr/>
                </a:tc>
                <a:tc>
                  <a:txBody>
                    <a:bodyPr/>
                    <a:lstStyle/>
                    <a:p>
                      <a:pPr algn="ctr"/>
                      <a:r>
                        <a:rPr lang="en-US" sz="1200" dirty="0">
                          <a:latin typeface="Arial" panose="020B0604020202020204" pitchFamily="34" charset="0"/>
                          <a:cs typeface="Arial" panose="020B0604020202020204" pitchFamily="34" charset="0"/>
                        </a:rPr>
                        <a:t>-2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1 (</a:t>
                      </a:r>
                      <a:r>
                        <a:rPr lang="en-US" sz="1200" dirty="0">
                          <a:solidFill>
                            <a:srgbClr val="00B05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04868658"/>
                  </a:ext>
                </a:extLst>
              </a:tr>
              <a:tr h="0">
                <a:tc>
                  <a:txBody>
                    <a:bodyPr/>
                    <a:lstStyle/>
                    <a:p>
                      <a:pPr algn="ctr"/>
                      <a:r>
                        <a:rPr lang="en-US" sz="1200" dirty="0">
                          <a:latin typeface="Arial" panose="020B0604020202020204" pitchFamily="34" charset="0"/>
                          <a:cs typeface="Arial" panose="020B0604020202020204" pitchFamily="34" charset="0"/>
                        </a:rPr>
                        <a:t>#2</a:t>
                      </a:r>
                    </a:p>
                  </a:txBody>
                  <a:tcPr/>
                </a:tc>
                <a:tc>
                  <a:txBody>
                    <a:bodyPr/>
                    <a:lstStyle/>
                    <a:p>
                      <a:pPr algn="ctr"/>
                      <a:r>
                        <a:rPr lang="en-US" sz="1200" dirty="0">
                          <a:latin typeface="Arial" panose="020B0604020202020204" pitchFamily="34" charset="0"/>
                          <a:cs typeface="Arial" panose="020B0604020202020204" pitchFamily="34" charset="0"/>
                        </a:rPr>
                        <a:t>-6</a:t>
                      </a:r>
                    </a:p>
                  </a:txBody>
                  <a:tcPr/>
                </a:tc>
                <a:tc>
                  <a:txBody>
                    <a:bodyPr/>
                    <a:lstStyle/>
                    <a:p>
                      <a:pPr algn="ctr"/>
                      <a:r>
                        <a:rPr lang="en-US" sz="1200" dirty="0">
                          <a:latin typeface="Arial" panose="020B0604020202020204" pitchFamily="34" charset="0"/>
                          <a:cs typeface="Arial" panose="020B0604020202020204" pitchFamily="34" charset="0"/>
                        </a:rPr>
                        <a:t>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1 (</a:t>
                      </a:r>
                      <a:r>
                        <a:rPr lang="en-US" sz="1200" dirty="0">
                          <a:solidFill>
                            <a:srgbClr val="00B05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651165515"/>
                  </a:ext>
                </a:extLst>
              </a:tr>
              <a:tr h="0">
                <a:tc>
                  <a:txBody>
                    <a:bodyPr/>
                    <a:lstStyle/>
                    <a:p>
                      <a:pPr algn="ctr"/>
                      <a:r>
                        <a:rPr lang="en-US" sz="1200" dirty="0">
                          <a:latin typeface="Arial" panose="020B0604020202020204" pitchFamily="34" charset="0"/>
                          <a:cs typeface="Arial" panose="020B0604020202020204" pitchFamily="34" charset="0"/>
                        </a:rPr>
                        <a:t>#6</a:t>
                      </a:r>
                    </a:p>
                  </a:txBody>
                  <a:tcPr/>
                </a:tc>
                <a:tc>
                  <a:txBody>
                    <a:bodyPr/>
                    <a:lstStyle/>
                    <a:p>
                      <a:pPr algn="ctr"/>
                      <a:r>
                        <a:rPr lang="en-US" sz="1200" dirty="0">
                          <a:latin typeface="Arial" panose="020B0604020202020204" pitchFamily="34" charset="0"/>
                          <a:cs typeface="Arial" panose="020B0604020202020204" pitchFamily="34" charset="0"/>
                        </a:rPr>
                        <a:t>6</a:t>
                      </a:r>
                    </a:p>
                  </a:txBody>
                  <a:tcPr/>
                </a:tc>
                <a:tc>
                  <a:txBody>
                    <a:bodyPr/>
                    <a:lstStyle/>
                    <a:p>
                      <a:pPr algn="ctr"/>
                      <a:r>
                        <a:rPr lang="en-US" sz="1200" dirty="0">
                          <a:latin typeface="Arial" panose="020B0604020202020204" pitchFamily="34" charset="0"/>
                          <a:cs typeface="Arial" panose="020B0604020202020204" pitchFamily="34" charset="0"/>
                        </a:rPr>
                        <a:t>2</a:t>
                      </a:r>
                    </a:p>
                  </a:txBody>
                  <a:tcPr/>
                </a:tc>
                <a:tc>
                  <a:txBody>
                    <a:bodyPr/>
                    <a:lstStyle/>
                    <a:p>
                      <a:pPr algn="ctr"/>
                      <a:r>
                        <a:rPr lang="en-US" sz="1200" dirty="0">
                          <a:latin typeface="Arial" panose="020B0604020202020204" pitchFamily="34" charset="0"/>
                          <a:cs typeface="Arial" panose="020B0604020202020204" pitchFamily="34" charset="0"/>
                        </a:rPr>
                        <a:t>-1 (</a:t>
                      </a:r>
                      <a:r>
                        <a:rPr lang="en-US" sz="1200" dirty="0">
                          <a:solidFill>
                            <a:srgbClr val="C0000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906554913"/>
                  </a:ext>
                </a:extLst>
              </a:tr>
              <a:tr h="0">
                <a:tc>
                  <a:txBody>
                    <a:bodyPr/>
                    <a:lstStyle/>
                    <a:p>
                      <a:pPr algn="ctr"/>
                      <a:r>
                        <a:rPr lang="en-US" sz="1200" dirty="0">
                          <a:latin typeface="Arial" panose="020B0604020202020204" pitchFamily="34" charset="0"/>
                          <a:cs typeface="Arial" panose="020B0604020202020204" pitchFamily="34" charset="0"/>
                        </a:rPr>
                        <a:t>#5</a:t>
                      </a:r>
                    </a:p>
                  </a:txBody>
                  <a:tcPr/>
                </a:tc>
                <a:tc>
                  <a:txBody>
                    <a:bodyPr/>
                    <a:lstStyle/>
                    <a:p>
                      <a:pPr algn="ctr"/>
                      <a:r>
                        <a:rPr lang="en-US" sz="1200" dirty="0">
                          <a:latin typeface="Arial" panose="020B0604020202020204" pitchFamily="34" charset="0"/>
                          <a:cs typeface="Arial" panose="020B0604020202020204" pitchFamily="34" charset="0"/>
                        </a:rPr>
                        <a:t>-2</a:t>
                      </a:r>
                    </a:p>
                  </a:txBody>
                  <a:tcPr/>
                </a:tc>
                <a:tc>
                  <a:txBody>
                    <a:bodyPr/>
                    <a:lstStyle/>
                    <a:p>
                      <a:pPr algn="ctr"/>
                      <a:r>
                        <a:rPr lang="en-US" sz="1200" dirty="0">
                          <a:latin typeface="Arial" panose="020B0604020202020204" pitchFamily="34" charset="0"/>
                          <a:cs typeface="Arial" panose="020B0604020202020204" pitchFamily="34" charset="0"/>
                        </a:rPr>
                        <a:t>-6</a:t>
                      </a:r>
                    </a:p>
                  </a:txBody>
                  <a:tcPr/>
                </a:tc>
                <a:tc>
                  <a:txBody>
                    <a:bodyPr/>
                    <a:lstStyle/>
                    <a:p>
                      <a:pPr algn="ctr"/>
                      <a:r>
                        <a:rPr lang="en-US" sz="1200" dirty="0">
                          <a:latin typeface="Arial" panose="020B0604020202020204" pitchFamily="34" charset="0"/>
                          <a:cs typeface="Arial" panose="020B0604020202020204" pitchFamily="34" charset="0"/>
                        </a:rPr>
                        <a:t>-1 (</a:t>
                      </a:r>
                      <a:r>
                        <a:rPr lang="en-US" sz="1200" dirty="0">
                          <a:solidFill>
                            <a:srgbClr val="C0000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052881436"/>
                  </a:ext>
                </a:extLst>
              </a:tr>
              <a:tr h="0">
                <a:tc>
                  <a:txBody>
                    <a:bodyPr/>
                    <a:lstStyle/>
                    <a:p>
                      <a:pPr algn="ctr"/>
                      <a:r>
                        <a:rPr lang="en-US" sz="1200" dirty="0">
                          <a:latin typeface="Arial" panose="020B0604020202020204" pitchFamily="34" charset="0"/>
                          <a:cs typeface="Arial" panose="020B0604020202020204" pitchFamily="34" charset="0"/>
                        </a:rPr>
                        <a:t>#1</a:t>
                      </a:r>
                    </a:p>
                  </a:txBody>
                  <a:tcPr/>
                </a:tc>
                <a:tc>
                  <a:txBody>
                    <a:bodyPr/>
                    <a:lstStyle/>
                    <a:p>
                      <a:pPr algn="ctr"/>
                      <a:r>
                        <a:rPr lang="en-US" sz="1200" dirty="0">
                          <a:latin typeface="Arial" panose="020B0604020202020204" pitchFamily="34" charset="0"/>
                          <a:cs typeface="Arial" panose="020B0604020202020204" pitchFamily="34" charset="0"/>
                        </a:rPr>
                        <a:t>4</a:t>
                      </a:r>
                    </a:p>
                  </a:txBody>
                  <a:tcPr/>
                </a:tc>
                <a:tc>
                  <a:txBody>
                    <a:bodyPr/>
                    <a:lstStyle/>
                    <a:p>
                      <a:pPr algn="ctr"/>
                      <a:r>
                        <a:rPr lang="en-US" sz="1200" dirty="0">
                          <a:latin typeface="Arial" panose="020B0604020202020204" pitchFamily="34" charset="0"/>
                          <a:cs typeface="Arial" panose="020B0604020202020204" pitchFamily="34" charset="0"/>
                        </a:rPr>
                        <a:t>2</a:t>
                      </a:r>
                    </a:p>
                  </a:txBody>
                  <a:tcPr/>
                </a:tc>
                <a:tc>
                  <a:txBody>
                    <a:bodyPr/>
                    <a:lstStyle/>
                    <a:p>
                      <a:pPr algn="ctr"/>
                      <a:r>
                        <a:rPr lang="en-US" sz="1200" dirty="0">
                          <a:latin typeface="Arial" panose="020B0604020202020204" pitchFamily="34" charset="0"/>
                          <a:cs typeface="Arial" panose="020B0604020202020204" pitchFamily="34" charset="0"/>
                        </a:rPr>
                        <a:t>1 (</a:t>
                      </a:r>
                      <a:r>
                        <a:rPr lang="en-US" sz="1200" dirty="0">
                          <a:solidFill>
                            <a:srgbClr val="00B05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496509937"/>
                  </a:ext>
                </a:extLst>
              </a:tr>
              <a:tr h="0">
                <a:tc>
                  <a:txBody>
                    <a:bodyPr/>
                    <a:lstStyle/>
                    <a:p>
                      <a:pPr algn="ctr"/>
                      <a:r>
                        <a:rPr lang="en-US" sz="1200" dirty="0">
                          <a:latin typeface="Arial" panose="020B0604020202020204" pitchFamily="34" charset="0"/>
                          <a:cs typeface="Arial" panose="020B0604020202020204" pitchFamily="34" charset="0"/>
                        </a:rPr>
                        <a:t>#4</a:t>
                      </a:r>
                    </a:p>
                  </a:txBody>
                  <a:tcPr/>
                </a:tc>
                <a:tc>
                  <a:txBody>
                    <a:bodyPr/>
                    <a:lstStyle/>
                    <a:p>
                      <a:pPr algn="ctr"/>
                      <a:r>
                        <a:rPr lang="en-US" sz="1200" dirty="0">
                          <a:latin typeface="Arial" panose="020B0604020202020204" pitchFamily="34" charset="0"/>
                          <a:cs typeface="Arial" panose="020B0604020202020204" pitchFamily="34" charset="0"/>
                        </a:rPr>
                        <a:t>0</a:t>
                      </a:r>
                    </a:p>
                  </a:txBody>
                  <a:tcPr/>
                </a:tc>
                <a:tc>
                  <a:txBody>
                    <a:bodyPr/>
                    <a:lstStyle/>
                    <a:p>
                      <a:pPr algn="ctr"/>
                      <a:r>
                        <a:rPr lang="en-US" sz="1200" dirty="0">
                          <a:latin typeface="Arial" panose="020B0604020202020204" pitchFamily="34" charset="0"/>
                          <a:cs typeface="Arial" panose="020B0604020202020204" pitchFamily="34" charset="0"/>
                        </a:rPr>
                        <a:t>-4</a:t>
                      </a:r>
                    </a:p>
                  </a:txBody>
                  <a:tcPr/>
                </a:tc>
                <a:tc>
                  <a:txBody>
                    <a:bodyPr/>
                    <a:lstStyle/>
                    <a:p>
                      <a:pPr algn="ctr"/>
                      <a:r>
                        <a:rPr lang="en-US" sz="1200" dirty="0">
                          <a:latin typeface="Arial" panose="020B0604020202020204" pitchFamily="34" charset="0"/>
                          <a:cs typeface="Arial" panose="020B0604020202020204" pitchFamily="34" charset="0"/>
                        </a:rPr>
                        <a:t>-1 (</a:t>
                      </a:r>
                      <a:r>
                        <a:rPr lang="en-US" sz="1200" dirty="0">
                          <a:solidFill>
                            <a:srgbClr val="C0000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43331876"/>
                  </a:ext>
                </a:extLst>
              </a:tr>
            </a:tbl>
          </a:graphicData>
        </a:graphic>
      </p:graphicFrame>
      <p:graphicFrame>
        <p:nvGraphicFramePr>
          <p:cNvPr id="7" name="Table 6">
            <a:extLst>
              <a:ext uri="{FF2B5EF4-FFF2-40B4-BE49-F238E27FC236}">
                <a16:creationId xmlns:a16="http://schemas.microsoft.com/office/drawing/2014/main" id="{4B24B06B-282C-F7DD-7112-2C8FC3BAF730}"/>
              </a:ext>
            </a:extLst>
          </p:cNvPr>
          <p:cNvGraphicFramePr>
            <a:graphicFrameLocks noGrp="1"/>
          </p:cNvGraphicFramePr>
          <p:nvPr/>
        </p:nvGraphicFramePr>
        <p:xfrm>
          <a:off x="9359264" y="2468880"/>
          <a:ext cx="2286000" cy="1920240"/>
        </p:xfrm>
        <a:graphic>
          <a:graphicData uri="http://schemas.openxmlformats.org/drawingml/2006/table">
            <a:tbl>
              <a:tblPr firstRow="1" bandRow="1">
                <a:tableStyleId>{073A0DAA-6AF3-43AB-8588-CEC1D06C72B9}</a:tableStyleId>
              </a:tblPr>
              <a:tblGrid>
                <a:gridCol w="365760">
                  <a:extLst>
                    <a:ext uri="{9D8B030D-6E8A-4147-A177-3AD203B41FA5}">
                      <a16:colId xmlns:a16="http://schemas.microsoft.com/office/drawing/2014/main" val="392014626"/>
                    </a:ext>
                  </a:extLst>
                </a:gridCol>
                <a:gridCol w="640080">
                  <a:extLst>
                    <a:ext uri="{9D8B030D-6E8A-4147-A177-3AD203B41FA5}">
                      <a16:colId xmlns:a16="http://schemas.microsoft.com/office/drawing/2014/main" val="437014267"/>
                    </a:ext>
                  </a:extLst>
                </a:gridCol>
                <a:gridCol w="640080">
                  <a:extLst>
                    <a:ext uri="{9D8B030D-6E8A-4147-A177-3AD203B41FA5}">
                      <a16:colId xmlns:a16="http://schemas.microsoft.com/office/drawing/2014/main" val="4042802396"/>
                    </a:ext>
                  </a:extLst>
                </a:gridCol>
                <a:gridCol w="640080">
                  <a:extLst>
                    <a:ext uri="{9D8B030D-6E8A-4147-A177-3AD203B41FA5}">
                      <a16:colId xmlns:a16="http://schemas.microsoft.com/office/drawing/2014/main" val="958931348"/>
                    </a:ext>
                  </a:extLst>
                </a:gridCol>
              </a:tblGrid>
              <a:tr h="0">
                <a:tc>
                  <a:txBody>
                    <a:bodyPr/>
                    <a:lstStyle/>
                    <a:p>
                      <a:pPr algn="ctr"/>
                      <a:r>
                        <a:rPr lang="en-US" sz="1200" dirty="0">
                          <a:latin typeface="Arial" panose="020B0604020202020204" pitchFamily="34" charset="0"/>
                          <a:cs typeface="Arial" panose="020B0604020202020204" pitchFamily="34" charset="0"/>
                        </a:rPr>
                        <a:t>#</a:t>
                      </a:r>
                    </a:p>
                  </a:txBody>
                  <a:tcPr/>
                </a:tc>
                <a:tc>
                  <a:txBody>
                    <a:bodyPr/>
                    <a:lstStyle/>
                    <a:p>
                      <a:pPr algn="ctr"/>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1</a:t>
                      </a:r>
                    </a:p>
                  </a:txBody>
                  <a:tcPr/>
                </a:tc>
                <a:tc>
                  <a:txBody>
                    <a:bodyPr/>
                    <a:lstStyle/>
                    <a:p>
                      <a:pPr algn="ctr"/>
                      <a:r>
                        <a:rPr lang="en-US" sz="1200" dirty="0">
                          <a:latin typeface="Arial" panose="020B0604020202020204" pitchFamily="34" charset="0"/>
                          <a:cs typeface="Arial" panose="020B0604020202020204" pitchFamily="34" charset="0"/>
                        </a:rPr>
                        <a:t>Input</a:t>
                      </a:r>
                      <a:r>
                        <a:rPr lang="en-US" sz="1200" baseline="-25000" dirty="0">
                          <a:latin typeface="Arial" panose="020B0604020202020204" pitchFamily="34" charset="0"/>
                          <a:cs typeface="Arial" panose="020B0604020202020204" pitchFamily="34" charset="0"/>
                        </a:rPr>
                        <a:t>2</a:t>
                      </a:r>
                    </a:p>
                  </a:txBody>
                  <a:tcPr/>
                </a:tc>
                <a:tc>
                  <a:txBody>
                    <a:bodyPr/>
                    <a:lstStyle/>
                    <a:p>
                      <a:pPr algn="ctr"/>
                      <a:r>
                        <a:rPr lang="en-US" sz="1200" dirty="0">
                          <a:latin typeface="Arial" panose="020B0604020202020204" pitchFamily="34" charset="0"/>
                          <a:cs typeface="Arial" panose="020B0604020202020204" pitchFamily="34" charset="0"/>
                        </a:rPr>
                        <a:t>Label</a:t>
                      </a:r>
                    </a:p>
                  </a:txBody>
                  <a:tcPr/>
                </a:tc>
                <a:extLst>
                  <a:ext uri="{0D108BD9-81ED-4DB2-BD59-A6C34878D82A}">
                    <a16:rowId xmlns:a16="http://schemas.microsoft.com/office/drawing/2014/main" val="3281462437"/>
                  </a:ext>
                </a:extLst>
              </a:tr>
              <a:tr h="0">
                <a:tc>
                  <a:txBody>
                    <a:bodyPr/>
                    <a:lstStyle/>
                    <a:p>
                      <a:pPr algn="ctr"/>
                      <a:r>
                        <a:rPr lang="en-US" sz="1200" dirty="0">
                          <a:latin typeface="Arial" panose="020B0604020202020204" pitchFamily="34" charset="0"/>
                          <a:cs typeface="Arial" panose="020B0604020202020204" pitchFamily="34" charset="0"/>
                        </a:rPr>
                        <a:t>#5</a:t>
                      </a:r>
                    </a:p>
                  </a:txBody>
                  <a:tcPr/>
                </a:tc>
                <a:tc>
                  <a:txBody>
                    <a:bodyPr/>
                    <a:lstStyle/>
                    <a:p>
                      <a:pPr algn="ctr"/>
                      <a:r>
                        <a:rPr lang="en-US" sz="1200" dirty="0">
                          <a:latin typeface="Arial" panose="020B0604020202020204" pitchFamily="34" charset="0"/>
                          <a:cs typeface="Arial" panose="020B0604020202020204" pitchFamily="34" charset="0"/>
                        </a:rPr>
                        <a:t>-2</a:t>
                      </a:r>
                    </a:p>
                  </a:txBody>
                  <a:tcPr/>
                </a:tc>
                <a:tc>
                  <a:txBody>
                    <a:bodyPr/>
                    <a:lstStyle/>
                    <a:p>
                      <a:pPr algn="ctr"/>
                      <a:r>
                        <a:rPr lang="en-US" sz="1200" dirty="0">
                          <a:latin typeface="Arial" panose="020B0604020202020204" pitchFamily="34" charset="0"/>
                          <a:cs typeface="Arial" panose="020B0604020202020204" pitchFamily="34" charset="0"/>
                        </a:rPr>
                        <a:t>-6</a:t>
                      </a:r>
                    </a:p>
                  </a:txBody>
                  <a:tcPr/>
                </a:tc>
                <a:tc>
                  <a:txBody>
                    <a:bodyPr/>
                    <a:lstStyle/>
                    <a:p>
                      <a:pPr algn="ctr"/>
                      <a:r>
                        <a:rPr lang="en-US" sz="1200" dirty="0">
                          <a:latin typeface="Arial" panose="020B0604020202020204" pitchFamily="34" charset="0"/>
                          <a:cs typeface="Arial" panose="020B0604020202020204" pitchFamily="34" charset="0"/>
                        </a:rPr>
                        <a:t>-1 (</a:t>
                      </a:r>
                      <a:r>
                        <a:rPr lang="en-US" sz="1200" dirty="0">
                          <a:solidFill>
                            <a:srgbClr val="C0000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04868658"/>
                  </a:ext>
                </a:extLst>
              </a:tr>
              <a:tr h="0">
                <a:tc>
                  <a:txBody>
                    <a:bodyPr/>
                    <a:lstStyle/>
                    <a:p>
                      <a:pPr algn="ctr"/>
                      <a:r>
                        <a:rPr lang="en-US" sz="1200" dirty="0">
                          <a:latin typeface="Arial" panose="020B0604020202020204" pitchFamily="34" charset="0"/>
                          <a:cs typeface="Arial" panose="020B0604020202020204" pitchFamily="34" charset="0"/>
                        </a:rPr>
                        <a:t>#3</a:t>
                      </a:r>
                    </a:p>
                  </a:txBody>
                  <a:tcPr/>
                </a:tc>
                <a:tc>
                  <a:txBody>
                    <a:bodyPr/>
                    <a:lstStyle/>
                    <a:p>
                      <a:pPr algn="ctr"/>
                      <a:r>
                        <a:rPr lang="en-US" sz="1200" dirty="0">
                          <a:latin typeface="Arial" panose="020B0604020202020204" pitchFamily="34" charset="0"/>
                          <a:cs typeface="Arial" panose="020B0604020202020204" pitchFamily="34" charset="0"/>
                        </a:rPr>
                        <a:t>0</a:t>
                      </a:r>
                    </a:p>
                  </a:txBody>
                  <a:tcPr/>
                </a:tc>
                <a:tc>
                  <a:txBody>
                    <a:bodyPr/>
                    <a:lstStyle/>
                    <a:p>
                      <a:pPr algn="ctr"/>
                      <a:r>
                        <a:rPr lang="en-US" sz="1200" dirty="0">
                          <a:latin typeface="Arial" panose="020B0604020202020204" pitchFamily="34" charset="0"/>
                          <a:cs typeface="Arial" panose="020B0604020202020204" pitchFamily="34" charset="0"/>
                        </a:rPr>
                        <a:t>-2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1 (</a:t>
                      </a:r>
                      <a:r>
                        <a:rPr lang="en-US" sz="1200" dirty="0">
                          <a:solidFill>
                            <a:srgbClr val="00B05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651165515"/>
                  </a:ext>
                </a:extLst>
              </a:tr>
              <a:tr h="0">
                <a:tc>
                  <a:txBody>
                    <a:bodyPr/>
                    <a:lstStyle/>
                    <a:p>
                      <a:pPr algn="ctr"/>
                      <a:r>
                        <a:rPr lang="en-US" sz="1200" dirty="0">
                          <a:latin typeface="Arial" panose="020B0604020202020204" pitchFamily="34" charset="0"/>
                          <a:cs typeface="Arial" panose="020B0604020202020204" pitchFamily="34" charset="0"/>
                        </a:rPr>
                        <a:t>#2</a:t>
                      </a:r>
                    </a:p>
                  </a:txBody>
                  <a:tcPr/>
                </a:tc>
                <a:tc>
                  <a:txBody>
                    <a:bodyPr/>
                    <a:lstStyle/>
                    <a:p>
                      <a:pPr algn="ctr"/>
                      <a:r>
                        <a:rPr lang="en-US" sz="1200" dirty="0">
                          <a:latin typeface="Arial" panose="020B0604020202020204" pitchFamily="34" charset="0"/>
                          <a:cs typeface="Arial" panose="020B0604020202020204" pitchFamily="34" charset="0"/>
                        </a:rPr>
                        <a:t>-6</a:t>
                      </a:r>
                    </a:p>
                  </a:txBody>
                  <a:tcPr/>
                </a:tc>
                <a:tc>
                  <a:txBody>
                    <a:bodyPr/>
                    <a:lstStyle/>
                    <a:p>
                      <a:pPr algn="ctr"/>
                      <a:r>
                        <a:rPr lang="en-US" sz="1200" dirty="0">
                          <a:latin typeface="Arial" panose="020B0604020202020204" pitchFamily="34" charset="0"/>
                          <a:cs typeface="Arial" panose="020B0604020202020204" pitchFamily="34" charset="0"/>
                        </a:rPr>
                        <a:t>6</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1 (</a:t>
                      </a:r>
                      <a:r>
                        <a:rPr lang="en-US" sz="1200" dirty="0">
                          <a:solidFill>
                            <a:srgbClr val="00B05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906554913"/>
                  </a:ext>
                </a:extLst>
              </a:tr>
              <a:tr h="0">
                <a:tc>
                  <a:txBody>
                    <a:bodyPr/>
                    <a:lstStyle/>
                    <a:p>
                      <a:pPr algn="ctr"/>
                      <a:r>
                        <a:rPr lang="en-US" sz="1200" dirty="0">
                          <a:latin typeface="Arial" panose="020B0604020202020204" pitchFamily="34" charset="0"/>
                          <a:cs typeface="Arial" panose="020B0604020202020204" pitchFamily="34" charset="0"/>
                        </a:rPr>
                        <a:t>#1</a:t>
                      </a:r>
                    </a:p>
                  </a:txBody>
                  <a:tcPr/>
                </a:tc>
                <a:tc>
                  <a:txBody>
                    <a:bodyPr/>
                    <a:lstStyle/>
                    <a:p>
                      <a:pPr algn="ctr"/>
                      <a:r>
                        <a:rPr lang="en-US" sz="1200" dirty="0">
                          <a:latin typeface="Arial" panose="020B0604020202020204" pitchFamily="34" charset="0"/>
                          <a:cs typeface="Arial" panose="020B0604020202020204" pitchFamily="34" charset="0"/>
                        </a:rPr>
                        <a:t>4</a:t>
                      </a:r>
                    </a:p>
                  </a:txBody>
                  <a:tcPr/>
                </a:tc>
                <a:tc>
                  <a:txBody>
                    <a:bodyPr/>
                    <a:lstStyle/>
                    <a:p>
                      <a:pPr algn="ctr"/>
                      <a:r>
                        <a:rPr lang="en-US" sz="1200" dirty="0">
                          <a:latin typeface="Arial" panose="020B0604020202020204" pitchFamily="34" charset="0"/>
                          <a:cs typeface="Arial" panose="020B0604020202020204" pitchFamily="34" charset="0"/>
                        </a:rPr>
                        <a:t>2</a:t>
                      </a:r>
                    </a:p>
                  </a:txBody>
                  <a:tcPr/>
                </a:tc>
                <a:tc>
                  <a:txBody>
                    <a:bodyPr/>
                    <a:lstStyle/>
                    <a:p>
                      <a:pPr algn="ctr"/>
                      <a:r>
                        <a:rPr lang="en-US" sz="1200" dirty="0">
                          <a:latin typeface="Arial" panose="020B0604020202020204" pitchFamily="34" charset="0"/>
                          <a:cs typeface="Arial" panose="020B0604020202020204" pitchFamily="34" charset="0"/>
                        </a:rPr>
                        <a:t>1 (</a:t>
                      </a:r>
                      <a:r>
                        <a:rPr lang="en-US" sz="1200" dirty="0">
                          <a:solidFill>
                            <a:srgbClr val="00B05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052881436"/>
                  </a:ext>
                </a:extLst>
              </a:tr>
              <a:tr h="0">
                <a:tc>
                  <a:txBody>
                    <a:bodyPr/>
                    <a:lstStyle/>
                    <a:p>
                      <a:pPr algn="ctr"/>
                      <a:r>
                        <a:rPr lang="en-US" sz="1200" dirty="0">
                          <a:latin typeface="Arial" panose="020B0604020202020204" pitchFamily="34" charset="0"/>
                          <a:cs typeface="Arial" panose="020B0604020202020204" pitchFamily="34" charset="0"/>
                        </a:rPr>
                        <a:t>#6</a:t>
                      </a:r>
                    </a:p>
                  </a:txBody>
                  <a:tcPr/>
                </a:tc>
                <a:tc>
                  <a:txBody>
                    <a:bodyPr/>
                    <a:lstStyle/>
                    <a:p>
                      <a:pPr algn="ctr"/>
                      <a:r>
                        <a:rPr lang="en-US" sz="1200" dirty="0">
                          <a:latin typeface="Arial" panose="020B0604020202020204" pitchFamily="34" charset="0"/>
                          <a:cs typeface="Arial" panose="020B0604020202020204" pitchFamily="34" charset="0"/>
                        </a:rPr>
                        <a:t>6</a:t>
                      </a:r>
                    </a:p>
                  </a:txBody>
                  <a:tcPr/>
                </a:tc>
                <a:tc>
                  <a:txBody>
                    <a:bodyPr/>
                    <a:lstStyle/>
                    <a:p>
                      <a:pPr algn="ctr"/>
                      <a:r>
                        <a:rPr lang="en-US" sz="1200" dirty="0">
                          <a:latin typeface="Arial" panose="020B0604020202020204" pitchFamily="34" charset="0"/>
                          <a:cs typeface="Arial" panose="020B0604020202020204" pitchFamily="34" charset="0"/>
                        </a:rPr>
                        <a:t>2</a:t>
                      </a:r>
                    </a:p>
                  </a:txBody>
                  <a:tcPr/>
                </a:tc>
                <a:tc>
                  <a:txBody>
                    <a:bodyPr/>
                    <a:lstStyle/>
                    <a:p>
                      <a:pPr algn="ctr"/>
                      <a:r>
                        <a:rPr lang="en-US" sz="1200" dirty="0">
                          <a:latin typeface="Arial" panose="020B0604020202020204" pitchFamily="34" charset="0"/>
                          <a:cs typeface="Arial" panose="020B0604020202020204" pitchFamily="34" charset="0"/>
                        </a:rPr>
                        <a:t>-1 (</a:t>
                      </a:r>
                      <a:r>
                        <a:rPr lang="en-US" sz="1200" dirty="0">
                          <a:solidFill>
                            <a:srgbClr val="C0000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2496509937"/>
                  </a:ext>
                </a:extLst>
              </a:tr>
              <a:tr h="0">
                <a:tc>
                  <a:txBody>
                    <a:bodyPr/>
                    <a:lstStyle/>
                    <a:p>
                      <a:pPr algn="ctr"/>
                      <a:r>
                        <a:rPr lang="en-US" sz="1200" dirty="0">
                          <a:latin typeface="Arial" panose="020B0604020202020204" pitchFamily="34" charset="0"/>
                          <a:cs typeface="Arial" panose="020B0604020202020204" pitchFamily="34" charset="0"/>
                        </a:rPr>
                        <a:t>#4</a:t>
                      </a:r>
                    </a:p>
                  </a:txBody>
                  <a:tcPr/>
                </a:tc>
                <a:tc>
                  <a:txBody>
                    <a:bodyPr/>
                    <a:lstStyle/>
                    <a:p>
                      <a:pPr algn="ctr"/>
                      <a:r>
                        <a:rPr lang="en-US" sz="1200" dirty="0">
                          <a:latin typeface="Arial" panose="020B0604020202020204" pitchFamily="34" charset="0"/>
                          <a:cs typeface="Arial" panose="020B0604020202020204" pitchFamily="34" charset="0"/>
                        </a:rPr>
                        <a:t>0</a:t>
                      </a:r>
                    </a:p>
                  </a:txBody>
                  <a:tcPr/>
                </a:tc>
                <a:tc>
                  <a:txBody>
                    <a:bodyPr/>
                    <a:lstStyle/>
                    <a:p>
                      <a:pPr algn="ctr"/>
                      <a:r>
                        <a:rPr lang="en-US" sz="1200" dirty="0">
                          <a:latin typeface="Arial" panose="020B0604020202020204" pitchFamily="34" charset="0"/>
                          <a:cs typeface="Arial" panose="020B0604020202020204" pitchFamily="34" charset="0"/>
                        </a:rPr>
                        <a:t>-4</a:t>
                      </a:r>
                    </a:p>
                  </a:txBody>
                  <a:tcPr/>
                </a:tc>
                <a:tc>
                  <a:txBody>
                    <a:bodyPr/>
                    <a:lstStyle/>
                    <a:p>
                      <a:pPr algn="ctr"/>
                      <a:r>
                        <a:rPr lang="en-US" sz="1200" dirty="0">
                          <a:latin typeface="Arial" panose="020B0604020202020204" pitchFamily="34" charset="0"/>
                          <a:cs typeface="Arial" panose="020B0604020202020204" pitchFamily="34" charset="0"/>
                        </a:rPr>
                        <a:t>-1 (</a:t>
                      </a:r>
                      <a:r>
                        <a:rPr lang="en-US" sz="1200" dirty="0">
                          <a:solidFill>
                            <a:srgbClr val="C00000"/>
                          </a:solidFill>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4043331876"/>
                  </a:ext>
                </a:extLst>
              </a:tr>
            </a:tbl>
          </a:graphicData>
        </a:graphic>
      </p:graphicFrame>
      <p:cxnSp>
        <p:nvCxnSpPr>
          <p:cNvPr id="10" name="Straight Connector 9">
            <a:extLst>
              <a:ext uri="{FF2B5EF4-FFF2-40B4-BE49-F238E27FC236}">
                <a16:creationId xmlns:a16="http://schemas.microsoft.com/office/drawing/2014/main" id="{FD9E0EE7-E491-2324-781B-CC90D6FF26D3}"/>
              </a:ext>
            </a:extLst>
          </p:cNvPr>
          <p:cNvCxnSpPr>
            <a:cxnSpLocks/>
          </p:cNvCxnSpPr>
          <p:nvPr/>
        </p:nvCxnSpPr>
        <p:spPr>
          <a:xfrm>
            <a:off x="1674812" y="4572000"/>
            <a:ext cx="10058400" cy="0"/>
          </a:xfrm>
          <a:prstGeom prst="line">
            <a:avLst/>
          </a:prstGeom>
        </p:spPr>
        <p:style>
          <a:lnRef idx="3">
            <a:schemeClr val="dk1"/>
          </a:lnRef>
          <a:fillRef idx="0">
            <a:schemeClr val="dk1"/>
          </a:fillRef>
          <a:effectRef idx="2">
            <a:schemeClr val="dk1"/>
          </a:effectRef>
          <a:fontRef idx="minor">
            <a:schemeClr val="tx1"/>
          </a:fontRef>
        </p:style>
      </p:cxnSp>
      <p:sp>
        <p:nvSpPr>
          <p:cNvPr id="11" name="Rectangle 10">
            <a:extLst>
              <a:ext uri="{FF2B5EF4-FFF2-40B4-BE49-F238E27FC236}">
                <a16:creationId xmlns:a16="http://schemas.microsoft.com/office/drawing/2014/main" id="{2F0FB084-8B40-8FC3-9DEE-D7CA76FEEB8E}"/>
              </a:ext>
            </a:extLst>
          </p:cNvPr>
          <p:cNvSpPr/>
          <p:nvPr/>
        </p:nvSpPr>
        <p:spPr>
          <a:xfrm>
            <a:off x="1751012" y="4648200"/>
            <a:ext cx="2286000" cy="3048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solidFill>
                  <a:schemeClr val="bg1"/>
                </a:solidFill>
                <a:latin typeface="Arial" panose="020B0604020202020204" pitchFamily="34" charset="0"/>
                <a:cs typeface="Arial" panose="020B0604020202020204" pitchFamily="34" charset="0"/>
              </a:rPr>
              <a:t>Epochs=2,Changes=4</a:t>
            </a:r>
          </a:p>
        </p:txBody>
      </p:sp>
      <p:sp>
        <p:nvSpPr>
          <p:cNvPr id="8" name="Rectangle 7">
            <a:extLst>
              <a:ext uri="{FF2B5EF4-FFF2-40B4-BE49-F238E27FC236}">
                <a16:creationId xmlns:a16="http://schemas.microsoft.com/office/drawing/2014/main" id="{7AF436ED-8196-AE3C-FCF3-960886071D7F}"/>
              </a:ext>
            </a:extLst>
          </p:cNvPr>
          <p:cNvSpPr/>
          <p:nvPr/>
        </p:nvSpPr>
        <p:spPr>
          <a:xfrm>
            <a:off x="4287096" y="4648200"/>
            <a:ext cx="2286000" cy="3048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solidFill>
                  <a:schemeClr val="bg1"/>
                </a:solidFill>
                <a:latin typeface="Arial" panose="020B0604020202020204" pitchFamily="34" charset="0"/>
                <a:cs typeface="Arial" panose="020B0604020202020204" pitchFamily="34" charset="0"/>
              </a:rPr>
              <a:t>Epochs=5,Changes=15</a:t>
            </a:r>
          </a:p>
        </p:txBody>
      </p:sp>
      <p:sp>
        <p:nvSpPr>
          <p:cNvPr id="9" name="Rectangle 8">
            <a:extLst>
              <a:ext uri="{FF2B5EF4-FFF2-40B4-BE49-F238E27FC236}">
                <a16:creationId xmlns:a16="http://schemas.microsoft.com/office/drawing/2014/main" id="{CBA3242F-4A87-B04A-8569-FB5E0E9BE51D}"/>
              </a:ext>
            </a:extLst>
          </p:cNvPr>
          <p:cNvSpPr/>
          <p:nvPr/>
        </p:nvSpPr>
        <p:spPr>
          <a:xfrm>
            <a:off x="6823180" y="4648200"/>
            <a:ext cx="2286000" cy="3048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solidFill>
                  <a:schemeClr val="bg1"/>
                </a:solidFill>
                <a:latin typeface="Arial" panose="020B0604020202020204" pitchFamily="34" charset="0"/>
                <a:cs typeface="Arial" panose="020B0604020202020204" pitchFamily="34" charset="0"/>
              </a:rPr>
              <a:t>Epochs=9,Changes=22</a:t>
            </a:r>
          </a:p>
        </p:txBody>
      </p:sp>
      <p:sp>
        <p:nvSpPr>
          <p:cNvPr id="12" name="Rectangle 11">
            <a:extLst>
              <a:ext uri="{FF2B5EF4-FFF2-40B4-BE49-F238E27FC236}">
                <a16:creationId xmlns:a16="http://schemas.microsoft.com/office/drawing/2014/main" id="{93429AA2-D87F-7AFA-C064-380641CA4B98}"/>
              </a:ext>
            </a:extLst>
          </p:cNvPr>
          <p:cNvSpPr/>
          <p:nvPr/>
        </p:nvSpPr>
        <p:spPr>
          <a:xfrm>
            <a:off x="9359264" y="4648200"/>
            <a:ext cx="2286000" cy="3048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dirty="0">
                <a:solidFill>
                  <a:schemeClr val="bg1"/>
                </a:solidFill>
                <a:latin typeface="Arial" panose="020B0604020202020204" pitchFamily="34" charset="0"/>
                <a:cs typeface="Arial" panose="020B0604020202020204" pitchFamily="34" charset="0"/>
              </a:rPr>
              <a:t>Epochs=10,Changes=28</a:t>
            </a:r>
          </a:p>
        </p:txBody>
      </p:sp>
      <p:cxnSp>
        <p:nvCxnSpPr>
          <p:cNvPr id="13" name="Straight Connector 12">
            <a:extLst>
              <a:ext uri="{FF2B5EF4-FFF2-40B4-BE49-F238E27FC236}">
                <a16:creationId xmlns:a16="http://schemas.microsoft.com/office/drawing/2014/main" id="{4B4E3416-BF0C-6C22-3B42-BCFBD034C207}"/>
              </a:ext>
            </a:extLst>
          </p:cNvPr>
          <p:cNvCxnSpPr>
            <a:cxnSpLocks/>
          </p:cNvCxnSpPr>
          <p:nvPr/>
        </p:nvCxnSpPr>
        <p:spPr>
          <a:xfrm>
            <a:off x="1674812" y="5029200"/>
            <a:ext cx="10058400" cy="0"/>
          </a:xfrm>
          <a:prstGeom prst="line">
            <a:avLst/>
          </a:prstGeom>
        </p:spPr>
        <p:style>
          <a:lnRef idx="3">
            <a:schemeClr val="dk1"/>
          </a:lnRef>
          <a:fillRef idx="0">
            <a:schemeClr val="dk1"/>
          </a:fillRef>
          <a:effectRef idx="2">
            <a:schemeClr val="dk1"/>
          </a:effectRef>
          <a:fontRef idx="minor">
            <a:schemeClr val="tx1"/>
          </a:fontRef>
        </p:style>
      </p:cxnSp>
      <p:sp>
        <p:nvSpPr>
          <p:cNvPr id="14" name="Callout: Up Arrow 13">
            <a:extLst>
              <a:ext uri="{FF2B5EF4-FFF2-40B4-BE49-F238E27FC236}">
                <a16:creationId xmlns:a16="http://schemas.microsoft.com/office/drawing/2014/main" id="{BEED6588-6C55-8866-0615-DA91C3F50511}"/>
              </a:ext>
            </a:extLst>
          </p:cNvPr>
          <p:cNvSpPr/>
          <p:nvPr/>
        </p:nvSpPr>
        <p:spPr>
          <a:xfrm>
            <a:off x="5256212" y="5105401"/>
            <a:ext cx="2895600" cy="1523999"/>
          </a:xfrm>
          <a:prstGeom prst="upArrowCallout">
            <a:avLst>
              <a:gd name="adj1" fmla="val 8925"/>
              <a:gd name="adj2" fmla="val 13037"/>
              <a:gd name="adj3" fmla="val 10607"/>
              <a:gd name="adj4" fmla="val 79266"/>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As seen, different shuffles of the same database produce different results.</a:t>
            </a:r>
          </a:p>
        </p:txBody>
      </p:sp>
    </p:spTree>
    <p:extLst>
      <p:ext uri="{BB962C8B-B14F-4D97-AF65-F5344CB8AC3E}">
        <p14:creationId xmlns:p14="http://schemas.microsoft.com/office/powerpoint/2010/main" val="3131179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additive="base">
                                        <p:cTn id="22" dur="500" fill="hold"/>
                                        <p:tgtEl>
                                          <p:spTgt spid="12"/>
                                        </p:tgtEl>
                                        <p:attrNameLst>
                                          <p:attrName>ppt_x</p:attrName>
                                        </p:attrNameLst>
                                      </p:cBhvr>
                                      <p:tavLst>
                                        <p:tav tm="0">
                                          <p:val>
                                            <p:strVal val="#ppt_x"/>
                                          </p:val>
                                        </p:tav>
                                        <p:tav tm="100000">
                                          <p:val>
                                            <p:strVal val="#ppt_x"/>
                                          </p:val>
                                        </p:tav>
                                      </p:tavLst>
                                    </p:anim>
                                    <p:anim calcmode="lin" valueType="num">
                                      <p:cBhvr additive="base">
                                        <p:cTn id="23" dur="500" fill="hold"/>
                                        <p:tgtEl>
                                          <p:spTgt spid="12"/>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grpId="0" nodeType="after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500" fill="hold"/>
                                        <p:tgtEl>
                                          <p:spTgt spid="14"/>
                                        </p:tgtEl>
                                        <p:attrNameLst>
                                          <p:attrName>ppt_x</p:attrName>
                                        </p:attrNameLst>
                                      </p:cBhvr>
                                      <p:tavLst>
                                        <p:tav tm="0">
                                          <p:val>
                                            <p:strVal val="#ppt_x"/>
                                          </p:val>
                                        </p:tav>
                                        <p:tav tm="100000">
                                          <p:val>
                                            <p:strVal val="#ppt_x"/>
                                          </p:val>
                                        </p:tav>
                                      </p:tavLst>
                                    </p:anim>
                                    <p:anim calcmode="lin" valueType="num">
                                      <p:cBhvr additive="base">
                                        <p:cTn id="2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8" grpId="0" animBg="1"/>
      <p:bldP spid="9" grpId="0" animBg="1"/>
      <p:bldP spid="12" grpId="0" animBg="1"/>
      <p:bldP spid="14"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Batch training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10087601" cy="5181600"/>
          </a:xfrm>
        </p:spPr>
        <p:txBody>
          <a:bodyPr>
            <a:normAutofit/>
          </a:bodyPr>
          <a:lstStyle/>
          <a:p>
            <a:pPr marL="0" indent="0">
              <a:buNone/>
            </a:pPr>
            <a:r>
              <a:rPr lang="en-US" dirty="0">
                <a:latin typeface="Cambria Math" panose="02040503050406030204" pitchFamily="18" charset="0"/>
                <a:cs typeface="Arial" panose="020B0604020202020204" pitchFamily="34" charset="0"/>
              </a:rPr>
              <a:t>Considering that:</a:t>
            </a:r>
          </a:p>
          <a:p>
            <a:pPr lvl="1"/>
            <a:r>
              <a:rPr lang="en-US" dirty="0">
                <a:latin typeface="Cambria Math" panose="02040503050406030204" pitchFamily="18" charset="0"/>
                <a:cs typeface="Arial" panose="020B0604020202020204" pitchFamily="34" charset="0"/>
              </a:rPr>
              <a:t>At sample “t” from the training we have a “</a:t>
            </a:r>
            <a:r>
              <a:rPr lang="en-US" dirty="0" err="1">
                <a:latin typeface="Cambria Math" panose="02040503050406030204" pitchFamily="18" charset="0"/>
                <a:cs typeface="Arial" panose="020B0604020202020204" pitchFamily="34" charset="0"/>
              </a:rPr>
              <a:t>w</a:t>
            </a:r>
            <a:r>
              <a:rPr lang="en-US" baseline="-25000" dirty="0" err="1">
                <a:latin typeface="Cambria Math" panose="02040503050406030204" pitchFamily="18" charset="0"/>
                <a:cs typeface="Arial" panose="020B0604020202020204" pitchFamily="34" charset="0"/>
              </a:rPr>
              <a:t>t</a:t>
            </a:r>
            <a:r>
              <a:rPr lang="en-US" dirty="0">
                <a:latin typeface="Cambria Math" panose="02040503050406030204" pitchFamily="18" charset="0"/>
                <a:cs typeface="Arial" panose="020B0604020202020204" pitchFamily="34" charset="0"/>
              </a:rPr>
              <a:t>” and that we need to change it because it is not correctly classified</a:t>
            </a:r>
          </a:p>
          <a:p>
            <a:pPr lvl="1"/>
            <a:endParaRPr lang="en-US" dirty="0">
              <a:latin typeface="Cambria Math" panose="02040503050406030204" pitchFamily="18" charset="0"/>
              <a:cs typeface="Arial" panose="020B0604020202020204" pitchFamily="34" charset="0"/>
            </a:endParaRPr>
          </a:p>
          <a:p>
            <a:pPr lvl="1"/>
            <a:r>
              <a:rPr lang="en-US" dirty="0">
                <a:latin typeface="Cambria Math" panose="02040503050406030204" pitchFamily="18" charset="0"/>
                <a:cs typeface="Arial" panose="020B0604020202020204" pitchFamily="34" charset="0"/>
              </a:rPr>
              <a:t>Then at sample “t+1” we will have:</a:t>
            </a:r>
          </a:p>
          <a:p>
            <a:pPr lvl="1"/>
            <a:endParaRPr lang="en-US" dirty="0">
              <a:latin typeface="Cambria Math" panose="02040503050406030204" pitchFamily="18" charset="0"/>
              <a:cs typeface="Arial" panose="020B0604020202020204" pitchFamily="34" charset="0"/>
            </a:endParaRPr>
          </a:p>
          <a:p>
            <a:pPr lvl="1"/>
            <a:endParaRPr lang="en-US" dirty="0">
              <a:latin typeface="Cambria Math" panose="02040503050406030204" pitchFamily="18" charset="0"/>
              <a:cs typeface="Arial" panose="020B0604020202020204" pitchFamily="34" charset="0"/>
            </a:endParaRPr>
          </a:p>
          <a:p>
            <a:pPr lvl="1"/>
            <a:endParaRPr lang="en-US" dirty="0">
              <a:latin typeface="Cambria Math" panose="02040503050406030204" pitchFamily="18" charset="0"/>
              <a:cs typeface="Arial" panose="020B0604020202020204" pitchFamily="34" charset="0"/>
            </a:endParaRPr>
          </a:p>
          <a:p>
            <a:pPr lvl="1"/>
            <a:r>
              <a:rPr lang="en-US" dirty="0">
                <a:latin typeface="Cambria Math" panose="02040503050406030204" pitchFamily="18" charset="0"/>
                <a:cs typeface="Arial" panose="020B0604020202020204" pitchFamily="34" charset="0"/>
              </a:rPr>
              <a:t>This means that the way current algorithm is, we can not know in advance what is the value of w</a:t>
            </a:r>
            <a:r>
              <a:rPr lang="en-US" baseline="-25000" dirty="0">
                <a:latin typeface="Cambria Math" panose="02040503050406030204" pitchFamily="18" charset="0"/>
                <a:cs typeface="Arial" panose="020B0604020202020204" pitchFamily="34" charset="0"/>
              </a:rPr>
              <a:t>t+1</a:t>
            </a:r>
            <a:r>
              <a:rPr lang="en-US" dirty="0">
                <a:latin typeface="Cambria Math" panose="02040503050406030204" pitchFamily="18" charset="0"/>
                <a:cs typeface="Arial" panose="020B0604020202020204" pitchFamily="34" charset="0"/>
              </a:rPr>
              <a:t> unless we have already computed w</a:t>
            </a:r>
            <a:r>
              <a:rPr lang="en-US" baseline="-25000" dirty="0">
                <a:latin typeface="Cambria Math" panose="02040503050406030204" pitchFamily="18" charset="0"/>
                <a:cs typeface="Arial" panose="020B0604020202020204" pitchFamily="34" charset="0"/>
              </a:rPr>
              <a:t>t</a:t>
            </a:r>
            <a:r>
              <a:rPr lang="en-US" dirty="0">
                <a:latin typeface="Cambria Math" panose="02040503050406030204" pitchFamily="18" charset="0"/>
                <a:cs typeface="Arial" panose="020B0604020202020204" pitchFamily="34" charset="0"/>
              </a:rPr>
              <a:t>. Furthermore, because of this, we can not parallelize the algorithm. </a:t>
            </a:r>
          </a:p>
          <a:p>
            <a:pPr lvl="1"/>
            <a:endParaRPr lang="en-US" dirty="0">
              <a:latin typeface="Cambria Math" panose="02040503050406030204" pitchFamily="18" charset="0"/>
              <a:cs typeface="Arial" panose="020B0604020202020204" pitchFamily="34"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473870B-F39B-400B-2483-A6771F9CC0ED}"/>
                  </a:ext>
                </a:extLst>
              </p:cNvPr>
              <p:cNvSpPr txBox="1"/>
              <p:nvPr/>
            </p:nvSpPr>
            <p:spPr>
              <a:xfrm>
                <a:off x="3884612" y="3633681"/>
                <a:ext cx="4492768" cy="4049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chemeClr val="bg1"/>
                              </a:solidFill>
                              <a:latin typeface="Cambria Math" panose="02040503050406030204" pitchFamily="18" charset="0"/>
                              <a:ea typeface="Cambria Math" panose="02040503050406030204" pitchFamily="18" charset="0"/>
                            </a:rPr>
                          </m:ctrlPr>
                        </m:sSubPr>
                        <m:e>
                          <m:r>
                            <a:rPr lang="en-US" sz="2400" i="1">
                              <a:solidFill>
                                <a:schemeClr val="bg1"/>
                              </a:solidFill>
                              <a:latin typeface="Cambria Math" panose="02040503050406030204" pitchFamily="18" charset="0"/>
                              <a:ea typeface="Cambria Math" panose="02040503050406030204" pitchFamily="18" charset="0"/>
                            </a:rPr>
                            <m:t>𝑤</m:t>
                          </m:r>
                        </m:e>
                        <m:sub>
                          <m:r>
                            <a:rPr lang="en-US" sz="2400" i="1">
                              <a:solidFill>
                                <a:schemeClr val="bg1"/>
                              </a:solidFill>
                              <a:latin typeface="Cambria Math" panose="02040503050406030204" pitchFamily="18" charset="0"/>
                              <a:ea typeface="Cambria Math" panose="02040503050406030204" pitchFamily="18" charset="0"/>
                            </a:rPr>
                            <m:t>(</m:t>
                          </m:r>
                          <m:r>
                            <a:rPr lang="en-US" sz="2400" i="1">
                              <a:solidFill>
                                <a:schemeClr val="bg1"/>
                              </a:solidFill>
                              <a:latin typeface="Cambria Math" panose="02040503050406030204" pitchFamily="18" charset="0"/>
                              <a:ea typeface="Cambria Math" panose="02040503050406030204" pitchFamily="18" charset="0"/>
                            </a:rPr>
                            <m:t>𝑡</m:t>
                          </m:r>
                          <m:r>
                            <a:rPr lang="en-US" sz="2400" b="0" i="1" smtClean="0">
                              <a:solidFill>
                                <a:schemeClr val="bg1"/>
                              </a:solidFill>
                              <a:latin typeface="Cambria Math" panose="02040503050406030204" pitchFamily="18" charset="0"/>
                              <a:ea typeface="Cambria Math" panose="02040503050406030204" pitchFamily="18" charset="0"/>
                            </a:rPr>
                            <m:t>+1</m:t>
                          </m:r>
                          <m:r>
                            <a:rPr lang="en-US" sz="2400" i="1">
                              <a:solidFill>
                                <a:schemeClr val="bg1"/>
                              </a:solidFill>
                              <a:latin typeface="Cambria Math" panose="02040503050406030204" pitchFamily="18" charset="0"/>
                              <a:ea typeface="Cambria Math" panose="02040503050406030204" pitchFamily="18" charset="0"/>
                            </a:rPr>
                            <m:t>)</m:t>
                          </m:r>
                        </m:sub>
                      </m:sSub>
                      <m:r>
                        <a:rPr lang="en-US" sz="2400" b="0" i="1" smtClean="0">
                          <a:solidFill>
                            <a:schemeClr val="bg1"/>
                          </a:solidFill>
                          <a:latin typeface="Cambria Math" panose="02040503050406030204" pitchFamily="18" charset="0"/>
                        </a:rPr>
                        <m:t>=</m:t>
                      </m:r>
                      <m:sSub>
                        <m:sSubPr>
                          <m:ctrlPr>
                            <a:rPr lang="en-US" sz="2400" i="1">
                              <a:solidFill>
                                <a:schemeClr val="bg1"/>
                              </a:solidFill>
                              <a:latin typeface="Cambria Math" panose="02040503050406030204" pitchFamily="18" charset="0"/>
                              <a:ea typeface="Cambria Math" panose="02040503050406030204" pitchFamily="18" charset="0"/>
                            </a:rPr>
                          </m:ctrlPr>
                        </m:sSubPr>
                        <m:e>
                          <m:r>
                            <a:rPr lang="en-US" sz="2400" i="1">
                              <a:solidFill>
                                <a:schemeClr val="bg1"/>
                              </a:solidFill>
                              <a:latin typeface="Cambria Math" panose="02040503050406030204" pitchFamily="18" charset="0"/>
                              <a:ea typeface="Cambria Math" panose="02040503050406030204" pitchFamily="18" charset="0"/>
                            </a:rPr>
                            <m:t>𝑤</m:t>
                          </m:r>
                        </m:e>
                        <m:sub>
                          <m:r>
                            <a:rPr lang="en-US" sz="2400" i="1">
                              <a:solidFill>
                                <a:schemeClr val="bg1"/>
                              </a:solidFill>
                              <a:latin typeface="Cambria Math" panose="02040503050406030204" pitchFamily="18" charset="0"/>
                              <a:ea typeface="Cambria Math" panose="02040503050406030204" pitchFamily="18" charset="0"/>
                            </a:rPr>
                            <m:t>(</m:t>
                          </m:r>
                          <m:r>
                            <a:rPr lang="en-US" sz="2400" i="1">
                              <a:solidFill>
                                <a:schemeClr val="bg1"/>
                              </a:solidFill>
                              <a:latin typeface="Cambria Math" panose="02040503050406030204" pitchFamily="18" charset="0"/>
                              <a:ea typeface="Cambria Math" panose="02040503050406030204" pitchFamily="18" charset="0"/>
                            </a:rPr>
                            <m:t>𝑡</m:t>
                          </m:r>
                          <m:r>
                            <a:rPr lang="en-US" sz="2400" i="1">
                              <a:solidFill>
                                <a:schemeClr val="bg1"/>
                              </a:solidFill>
                              <a:latin typeface="Cambria Math" panose="02040503050406030204" pitchFamily="18" charset="0"/>
                              <a:ea typeface="Cambria Math" panose="02040503050406030204" pitchFamily="18" charset="0"/>
                            </a:rPr>
                            <m:t>)</m:t>
                          </m:r>
                        </m:sub>
                      </m:sSub>
                      <m:r>
                        <a:rPr lang="en-US" sz="2400" b="0" i="1" smtClean="0">
                          <a:solidFill>
                            <a:schemeClr val="bg1"/>
                          </a:solidFill>
                          <a:latin typeface="Cambria Math" panose="02040503050406030204" pitchFamily="18" charset="0"/>
                        </a:rPr>
                        <m:t>+</m:t>
                      </m:r>
                      <m:sSub>
                        <m:sSubPr>
                          <m:ctrlPr>
                            <a:rPr lang="en-US" sz="2400" b="0" i="1" smtClean="0">
                              <a:solidFill>
                                <a:schemeClr val="bg1"/>
                              </a:solidFill>
                              <a:latin typeface="Cambria Math" panose="02040503050406030204" pitchFamily="18" charset="0"/>
                            </a:rPr>
                          </m:ctrlPr>
                        </m:sSubPr>
                        <m:e>
                          <m:r>
                            <a:rPr lang="en-US" sz="2400" b="0" i="1" smtClean="0">
                              <a:solidFill>
                                <a:schemeClr val="bg1"/>
                              </a:solidFill>
                              <a:latin typeface="Cambria Math" panose="02040503050406030204" pitchFamily="18" charset="0"/>
                            </a:rPr>
                            <m:t>𝐼</m:t>
                          </m:r>
                        </m:e>
                        <m:sub>
                          <m:r>
                            <a:rPr lang="en-US" sz="2400" b="0" i="1" smtClean="0">
                              <a:solidFill>
                                <a:schemeClr val="bg1"/>
                              </a:solidFill>
                              <a:latin typeface="Cambria Math" panose="02040503050406030204" pitchFamily="18" charset="0"/>
                            </a:rPr>
                            <m:t>𝑡</m:t>
                          </m:r>
                          <m:r>
                            <a:rPr lang="en-US" sz="2400" b="0" i="1" smtClean="0">
                              <a:solidFill>
                                <a:schemeClr val="bg1"/>
                              </a:solidFill>
                              <a:latin typeface="Cambria Math" panose="02040503050406030204" pitchFamily="18" charset="0"/>
                            </a:rPr>
                            <m:t>+1</m:t>
                          </m:r>
                        </m:sub>
                      </m:sSub>
                      <m:r>
                        <a:rPr lang="en-US" sz="2400" b="0" i="1" smtClean="0">
                          <a:solidFill>
                            <a:schemeClr val="bg1"/>
                          </a:solidFill>
                          <a:latin typeface="Cambria Math" panose="02040503050406030204" pitchFamily="18" charset="0"/>
                          <a:ea typeface="Cambria Math" panose="02040503050406030204" pitchFamily="18" charset="0"/>
                        </a:rPr>
                        <m:t>×</m:t>
                      </m:r>
                      <m:r>
                        <a:rPr lang="en-US" sz="2400" b="0" i="1" smtClean="0">
                          <a:solidFill>
                            <a:schemeClr val="bg1"/>
                          </a:solidFill>
                          <a:latin typeface="Cambria Math" panose="02040503050406030204" pitchFamily="18" charset="0"/>
                          <a:ea typeface="Cambria Math" panose="02040503050406030204" pitchFamily="18" charset="0"/>
                        </a:rPr>
                        <m:t>𝛼</m:t>
                      </m:r>
                      <m:r>
                        <a:rPr lang="en-US" sz="2400" b="0" i="1" smtClean="0">
                          <a:solidFill>
                            <a:schemeClr val="bg1"/>
                          </a:solidFill>
                          <a:latin typeface="Cambria Math" panose="02040503050406030204" pitchFamily="18" charset="0"/>
                          <a:ea typeface="Cambria Math" panose="02040503050406030204" pitchFamily="18" charset="0"/>
                        </a:rPr>
                        <m:t>×</m:t>
                      </m:r>
                      <m:sSub>
                        <m:sSubPr>
                          <m:ctrlPr>
                            <a:rPr lang="en-US" sz="2400" i="1">
                              <a:solidFill>
                                <a:schemeClr val="bg1"/>
                              </a:solidFill>
                              <a:latin typeface="Cambria Math" panose="02040503050406030204" pitchFamily="18" charset="0"/>
                            </a:rPr>
                          </m:ctrlPr>
                        </m:sSubPr>
                        <m:e>
                          <m:r>
                            <a:rPr lang="en-US" sz="2400" i="1">
                              <a:solidFill>
                                <a:schemeClr val="bg1"/>
                              </a:solidFill>
                              <a:latin typeface="Cambria Math" panose="02040503050406030204" pitchFamily="18" charset="0"/>
                            </a:rPr>
                            <m:t>𝐿𝑎𝑏𝑒𝑙</m:t>
                          </m:r>
                        </m:e>
                        <m:sub>
                          <m:r>
                            <a:rPr lang="en-US" sz="2400" b="0" i="1" smtClean="0">
                              <a:solidFill>
                                <a:schemeClr val="bg1"/>
                              </a:solidFill>
                              <a:latin typeface="Cambria Math" panose="02040503050406030204" pitchFamily="18" charset="0"/>
                            </a:rPr>
                            <m:t>𝑡</m:t>
                          </m:r>
                          <m:r>
                            <a:rPr lang="en-US" sz="2400" b="0" i="1" smtClean="0">
                              <a:solidFill>
                                <a:schemeClr val="bg1"/>
                              </a:solidFill>
                              <a:latin typeface="Cambria Math" panose="02040503050406030204" pitchFamily="18" charset="0"/>
                            </a:rPr>
                            <m:t>+1</m:t>
                          </m:r>
                        </m:sub>
                      </m:sSub>
                    </m:oMath>
                  </m:oMathPara>
                </a14:m>
                <a:endParaRPr lang="en-US" sz="2400" dirty="0"/>
              </a:p>
            </p:txBody>
          </p:sp>
        </mc:Choice>
        <mc:Fallback xmlns="">
          <p:sp>
            <p:nvSpPr>
              <p:cNvPr id="2" name="TextBox 1">
                <a:extLst>
                  <a:ext uri="{FF2B5EF4-FFF2-40B4-BE49-F238E27FC236}">
                    <a16:creationId xmlns:a16="http://schemas.microsoft.com/office/drawing/2014/main" id="{9473870B-F39B-400B-2483-A6771F9CC0ED}"/>
                  </a:ext>
                </a:extLst>
              </p:cNvPr>
              <p:cNvSpPr txBox="1">
                <a:spLocks noRot="1" noChangeAspect="1" noMove="1" noResize="1" noEditPoints="1" noAdjustHandles="1" noChangeArrowheads="1" noChangeShapeType="1" noTextEdit="1"/>
              </p:cNvSpPr>
              <p:nvPr/>
            </p:nvSpPr>
            <p:spPr>
              <a:xfrm>
                <a:off x="3884612" y="3633681"/>
                <a:ext cx="4492768" cy="404919"/>
              </a:xfrm>
              <a:prstGeom prst="rect">
                <a:avLst/>
              </a:prstGeom>
              <a:blipFill>
                <a:blip r:embed="rId2"/>
                <a:stretch>
                  <a:fillRect b="-24242"/>
                </a:stretch>
              </a:blipFill>
            </p:spPr>
            <p:txBody>
              <a:bodyPr/>
              <a:lstStyle/>
              <a:p>
                <a:r>
                  <a:rPr lang="en-US">
                    <a:noFill/>
                  </a:rPr>
                  <a:t> </a:t>
                </a:r>
              </a:p>
            </p:txBody>
          </p:sp>
        </mc:Fallback>
      </mc:AlternateContent>
    </p:spTree>
    <p:extLst>
      <p:ext uri="{BB962C8B-B14F-4D97-AF65-F5344CB8AC3E}">
        <p14:creationId xmlns:p14="http://schemas.microsoft.com/office/powerpoint/2010/main" val="3728282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Batch training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859001" cy="5181600"/>
          </a:xfrm>
        </p:spPr>
        <p:txBody>
          <a:bodyPr>
            <a:normAutofit/>
          </a:bodyPr>
          <a:lstStyle/>
          <a:p>
            <a:pPr marL="0" indent="0">
              <a:buNone/>
            </a:pPr>
            <a:r>
              <a:rPr lang="en-US" dirty="0">
                <a:latin typeface="Cambria Math" panose="02040503050406030204" pitchFamily="18" charset="0"/>
                <a:cs typeface="Arial" panose="020B0604020202020204" pitchFamily="34" charset="0"/>
              </a:rPr>
              <a:t>Let’s write the original algorithm (this time using threshold):</a:t>
            </a:r>
            <a:endParaRPr lang="en-US" sz="2400" dirty="0">
              <a:latin typeface="Cambria Math" panose="02040503050406030204" pitchFamily="18" charset="0"/>
              <a:cs typeface="Arial" panose="020B0604020202020204" pitchFamily="34" charset="0"/>
            </a:endParaRPr>
          </a:p>
          <a:p>
            <a:pPr marL="514350" indent="-514350">
              <a:buFont typeface="+mj-lt"/>
              <a:buAutoNum type="arabicPeriod"/>
            </a:pPr>
            <a:endParaRPr lang="en-US" sz="2400" dirty="0">
              <a:latin typeface="Cambria Math" panose="02040503050406030204" pitchFamily="18" charset="0"/>
              <a:cs typeface="Arial" panose="020B0604020202020204" pitchFamily="34" charset="0"/>
            </a:endParaRPr>
          </a:p>
          <a:p>
            <a:pPr marL="0" indent="0">
              <a:buNone/>
            </a:pPr>
            <a:endParaRPr lang="en-US" dirty="0">
              <a:latin typeface="Cambria Math" panose="02040503050406030204" pitchFamily="18" charset="0"/>
              <a:cs typeface="Arial" panose="020B0604020202020204" pitchFamily="34" charset="0"/>
            </a:endParaRPr>
          </a:p>
        </p:txBody>
      </p:sp>
      <p:graphicFrame>
        <p:nvGraphicFramePr>
          <p:cNvPr id="2" name="Table 1">
            <a:extLst>
              <a:ext uri="{FF2B5EF4-FFF2-40B4-BE49-F238E27FC236}">
                <a16:creationId xmlns:a16="http://schemas.microsoft.com/office/drawing/2014/main" id="{6E5F3772-A6C6-D365-F495-BB34F64E4967}"/>
              </a:ext>
            </a:extLst>
          </p:cNvPr>
          <p:cNvGraphicFramePr>
            <a:graphicFrameLocks noGrp="1"/>
          </p:cNvGraphicFramePr>
          <p:nvPr>
            <p:extLst>
              <p:ext uri="{D42A27DB-BD31-4B8C-83A1-F6EECF244321}">
                <p14:modId xmlns:p14="http://schemas.microsoft.com/office/powerpoint/2010/main" val="3188538025"/>
              </p:ext>
            </p:extLst>
          </p:nvPr>
        </p:nvGraphicFramePr>
        <p:xfrm>
          <a:off x="1751012" y="2133600"/>
          <a:ext cx="8869680" cy="3962400"/>
        </p:xfrm>
        <a:graphic>
          <a:graphicData uri="http://schemas.openxmlformats.org/drawingml/2006/table">
            <a:tbl>
              <a:tblPr firstRow="1" bandRow="1">
                <a:tableStyleId>{7E9639D4-E3E2-4D34-9284-5A2195B3D0D7}</a:tableStyleId>
              </a:tblPr>
              <a:tblGrid>
                <a:gridCol w="640080">
                  <a:extLst>
                    <a:ext uri="{9D8B030D-6E8A-4147-A177-3AD203B41FA5}">
                      <a16:colId xmlns:a16="http://schemas.microsoft.com/office/drawing/2014/main" val="3187280461"/>
                    </a:ext>
                  </a:extLst>
                </a:gridCol>
                <a:gridCol w="8229600">
                  <a:extLst>
                    <a:ext uri="{9D8B030D-6E8A-4147-A177-3AD203B41FA5}">
                      <a16:colId xmlns:a16="http://schemas.microsoft.com/office/drawing/2014/main" val="2007790319"/>
                    </a:ext>
                  </a:extLst>
                </a:gridCol>
              </a:tblGrid>
              <a:tr h="290945">
                <a:tc>
                  <a:txBody>
                    <a:bodyPr/>
                    <a:lstStyle/>
                    <a:p>
                      <a:r>
                        <a:rPr lang="en-US" sz="1400" dirty="0">
                          <a:solidFill>
                            <a:schemeClr val="tx1"/>
                          </a:solidFill>
                        </a:rPr>
                        <a:t>Line</a:t>
                      </a:r>
                    </a:p>
                  </a:txBody>
                  <a:tcPr>
                    <a:solidFill>
                      <a:schemeClr val="bg1"/>
                    </a:solidFill>
                  </a:tcPr>
                </a:tc>
                <a:tc>
                  <a:txBody>
                    <a:bodyPr/>
                    <a:lstStyle/>
                    <a:p>
                      <a:r>
                        <a:rPr lang="en-US" sz="1400" dirty="0">
                          <a:solidFill>
                            <a:schemeClr val="tx1"/>
                          </a:solidFill>
                        </a:rPr>
                        <a:t>Pseudocode</a:t>
                      </a:r>
                    </a:p>
                  </a:txBody>
                  <a:tcPr>
                    <a:solidFill>
                      <a:schemeClr val="bg1"/>
                    </a:solidFill>
                  </a:tcPr>
                </a:tc>
                <a:extLst>
                  <a:ext uri="{0D108BD9-81ED-4DB2-BD59-A6C34878D82A}">
                    <a16:rowId xmlns:a16="http://schemas.microsoft.com/office/drawing/2014/main" val="2508094747"/>
                  </a:ext>
                </a:extLst>
              </a:tr>
              <a:tr h="290945">
                <a:tc>
                  <a:txBody>
                    <a:bodyPr/>
                    <a:lstStyle/>
                    <a:p>
                      <a:pPr algn="r"/>
                      <a:r>
                        <a:rPr lang="en-US" sz="1400" dirty="0"/>
                        <a:t>1</a:t>
                      </a:r>
                    </a:p>
                  </a:txBody>
                  <a:tcPr>
                    <a:solidFill>
                      <a:schemeClr val="bg1"/>
                    </a:solidFill>
                  </a:tcPr>
                </a:tc>
                <a:tc>
                  <a:txBody>
                    <a:bodyPr/>
                    <a:lstStyle/>
                    <a:p>
                      <a:r>
                        <a:rPr lang="en-US" sz="1400" dirty="0">
                          <a:latin typeface="Consolas" panose="020B0609020204030204" pitchFamily="49" charset="0"/>
                        </a:rPr>
                        <a:t>w </a:t>
                      </a:r>
                      <a:r>
                        <a:rPr lang="en-US" sz="1400" dirty="0">
                          <a:latin typeface="Consolas" panose="020B0609020204030204" pitchFamily="49" charset="0"/>
                          <a:sym typeface="Wingdings" panose="05000000000000000000" pitchFamily="2" charset="2"/>
                        </a:rPr>
                        <a:t> a vector of “n” elements initialized randomly or with 0 </a:t>
                      </a:r>
                      <a:endParaRPr lang="en-US" sz="1400" dirty="0">
                        <a:latin typeface="Consolas" panose="020B0609020204030204" pitchFamily="49" charset="0"/>
                      </a:endParaRPr>
                    </a:p>
                  </a:txBody>
                  <a:tcPr>
                    <a:solidFill>
                      <a:schemeClr val="bg1"/>
                    </a:solidFill>
                  </a:tcPr>
                </a:tc>
                <a:extLst>
                  <a:ext uri="{0D108BD9-81ED-4DB2-BD59-A6C34878D82A}">
                    <a16:rowId xmlns:a16="http://schemas.microsoft.com/office/drawing/2014/main" val="1057160213"/>
                  </a:ext>
                </a:extLst>
              </a:tr>
              <a:tr h="290945">
                <a:tc>
                  <a:txBody>
                    <a:bodyPr/>
                    <a:lstStyle/>
                    <a:p>
                      <a:pPr algn="r"/>
                      <a:r>
                        <a:rPr lang="en-US" sz="1400" dirty="0"/>
                        <a:t>2</a:t>
                      </a:r>
                    </a:p>
                  </a:txBody>
                  <a:tcPr>
                    <a:solidFill>
                      <a:schemeClr val="bg1"/>
                    </a:solidFill>
                  </a:tcPr>
                </a:tc>
                <a:tc>
                  <a:txBody>
                    <a:bodyPr/>
                    <a:lstStyle/>
                    <a:p>
                      <a:r>
                        <a:rPr lang="en-US" sz="1400" dirty="0">
                          <a:latin typeface="Consolas" panose="020B0609020204030204" pitchFamily="49" charset="0"/>
                        </a:rPr>
                        <a:t>trainset </a:t>
                      </a:r>
                      <a:r>
                        <a:rPr lang="en-US" sz="1400" dirty="0">
                          <a:latin typeface="Consolas" panose="020B0609020204030204" pitchFamily="49" charset="0"/>
                          <a:sym typeface="Wingdings" panose="05000000000000000000" pitchFamily="2" charset="2"/>
                        </a:rPr>
                        <a:t> the training set</a:t>
                      </a:r>
                      <a:endParaRPr lang="en-US" sz="1400" dirty="0">
                        <a:latin typeface="Consolas" panose="020B0609020204030204" pitchFamily="49" charset="0"/>
                      </a:endParaRPr>
                    </a:p>
                  </a:txBody>
                  <a:tcPr>
                    <a:solidFill>
                      <a:schemeClr val="bg1"/>
                    </a:solidFill>
                  </a:tcPr>
                </a:tc>
                <a:extLst>
                  <a:ext uri="{0D108BD9-81ED-4DB2-BD59-A6C34878D82A}">
                    <a16:rowId xmlns:a16="http://schemas.microsoft.com/office/drawing/2014/main" val="2973704334"/>
                  </a:ext>
                </a:extLst>
              </a:tr>
              <a:tr h="290945">
                <a:tc>
                  <a:txBody>
                    <a:bodyPr/>
                    <a:lstStyle/>
                    <a:p>
                      <a:pPr algn="r"/>
                      <a:r>
                        <a:rPr lang="en-US" sz="1400" dirty="0"/>
                        <a:t>3</a:t>
                      </a:r>
                    </a:p>
                  </a:txBody>
                  <a:tcPr>
                    <a:solidFill>
                      <a:schemeClr val="bg1"/>
                    </a:solidFill>
                  </a:tcPr>
                </a:tc>
                <a:tc>
                  <a:txBody>
                    <a:bodyPr/>
                    <a:lstStyle/>
                    <a:p>
                      <a:r>
                        <a:rPr lang="el-GR" sz="1400" dirty="0">
                          <a:latin typeface="Consolas" panose="020B0609020204030204" pitchFamily="49" charset="0"/>
                        </a:rPr>
                        <a:t>α</a:t>
                      </a:r>
                      <a:r>
                        <a:rPr lang="en-US" sz="1400" dirty="0">
                          <a:latin typeface="Consolas" panose="020B0609020204030204" pitchFamily="49" charset="0"/>
                        </a:rPr>
                        <a:t> </a:t>
                      </a:r>
                      <a:r>
                        <a:rPr lang="en-US" sz="1400" dirty="0">
                          <a:latin typeface="Consolas" panose="020B0609020204030204" pitchFamily="49" charset="0"/>
                          <a:sym typeface="Wingdings" panose="05000000000000000000" pitchFamily="2" charset="2"/>
                        </a:rPr>
                        <a:t> 0.01 </a:t>
                      </a:r>
                      <a:r>
                        <a:rPr lang="en-US" sz="1400" dirty="0">
                          <a:solidFill>
                            <a:schemeClr val="tx1">
                              <a:lumMod val="40000"/>
                              <a:lumOff val="60000"/>
                            </a:schemeClr>
                          </a:solidFill>
                          <a:latin typeface="Consolas" panose="020B0609020204030204" pitchFamily="49" charset="0"/>
                          <a:sym typeface="Wingdings" panose="05000000000000000000" pitchFamily="2" charset="2"/>
                        </a:rPr>
                        <a:t>// learning rate</a:t>
                      </a:r>
                      <a:endParaRPr lang="en-US" sz="1400" dirty="0">
                        <a:solidFill>
                          <a:schemeClr val="tx1">
                            <a:lumMod val="40000"/>
                            <a:lumOff val="60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760439933"/>
                  </a:ext>
                </a:extLst>
              </a:tr>
              <a:tr h="290945">
                <a:tc>
                  <a:txBody>
                    <a:bodyPr/>
                    <a:lstStyle/>
                    <a:p>
                      <a:pPr algn="r"/>
                      <a:r>
                        <a:rPr lang="en-US" sz="1400" dirty="0"/>
                        <a:t>4</a:t>
                      </a:r>
                    </a:p>
                  </a:txBody>
                  <a:tcPr>
                    <a:solidFill>
                      <a:schemeClr val="bg1"/>
                    </a:solidFill>
                  </a:tcPr>
                </a:tc>
                <a:tc>
                  <a:txBody>
                    <a:bodyPr/>
                    <a:lstStyle/>
                    <a:p>
                      <a:r>
                        <a:rPr lang="el-GR" sz="1400" dirty="0">
                          <a:latin typeface="Arial" panose="020B0604020202020204" pitchFamily="34" charset="0"/>
                          <a:cs typeface="Arial" panose="020B0604020202020204" pitchFamily="34" charset="0"/>
                        </a:rPr>
                        <a:t>β</a:t>
                      </a:r>
                      <a:r>
                        <a:rPr lang="en-US" sz="1400" dirty="0">
                          <a:latin typeface="Consolas" panose="020B0609020204030204" pitchFamily="49" charset="0"/>
                        </a:rPr>
                        <a:t> </a:t>
                      </a:r>
                      <a:r>
                        <a:rPr lang="en-US" sz="1400" dirty="0">
                          <a:latin typeface="Consolas" panose="020B0609020204030204" pitchFamily="49" charset="0"/>
                          <a:sym typeface="Wingdings" panose="05000000000000000000" pitchFamily="2" charset="2"/>
                        </a:rPr>
                        <a:t> a random value or 0</a:t>
                      </a:r>
                      <a:endParaRPr lang="en-US" sz="1400" dirty="0">
                        <a:solidFill>
                          <a:schemeClr val="tx1">
                            <a:lumMod val="40000"/>
                            <a:lumOff val="60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1927517492"/>
                  </a:ext>
                </a:extLst>
              </a:tr>
              <a:tr h="290945">
                <a:tc>
                  <a:txBody>
                    <a:bodyPr/>
                    <a:lstStyle/>
                    <a:p>
                      <a:pPr algn="r"/>
                      <a:r>
                        <a:rPr lang="en-US" sz="1400" dirty="0"/>
                        <a:t>5</a:t>
                      </a:r>
                    </a:p>
                  </a:txBody>
                  <a:tcPr>
                    <a:solidFill>
                      <a:schemeClr val="bg1"/>
                    </a:solidFill>
                  </a:tcPr>
                </a:tc>
                <a:tc>
                  <a:txBody>
                    <a:bodyPr/>
                    <a:lstStyle/>
                    <a:p>
                      <a:r>
                        <a:rPr lang="en-US" sz="1400" b="1" dirty="0">
                          <a:solidFill>
                            <a:srgbClr val="0070C0"/>
                          </a:solidFill>
                          <a:latin typeface="Consolas" panose="020B0609020204030204" pitchFamily="49" charset="0"/>
                        </a:rPr>
                        <a:t>repeat</a:t>
                      </a:r>
                      <a:endParaRPr lang="en-US" sz="1400" dirty="0">
                        <a:latin typeface="Consolas" panose="020B0609020204030204" pitchFamily="49" charset="0"/>
                      </a:endParaRPr>
                    </a:p>
                  </a:txBody>
                  <a:tcPr>
                    <a:solidFill>
                      <a:schemeClr val="bg1"/>
                    </a:solidFill>
                  </a:tcPr>
                </a:tc>
                <a:extLst>
                  <a:ext uri="{0D108BD9-81ED-4DB2-BD59-A6C34878D82A}">
                    <a16:rowId xmlns:a16="http://schemas.microsoft.com/office/drawing/2014/main" val="1171392527"/>
                  </a:ext>
                </a:extLst>
              </a:tr>
              <a:tr h="290945">
                <a:tc>
                  <a:txBody>
                    <a:bodyPr/>
                    <a:lstStyle/>
                    <a:p>
                      <a:pPr algn="r"/>
                      <a:r>
                        <a:rPr lang="en-US" sz="1400" dirty="0"/>
                        <a:t>6</a:t>
                      </a:r>
                    </a:p>
                  </a:txBody>
                  <a:tcPr>
                    <a:solidFill>
                      <a:schemeClr val="bg1"/>
                    </a:solidFill>
                  </a:tcPr>
                </a:tc>
                <a:tc>
                  <a:txBody>
                    <a:bodyPr/>
                    <a:lstStyle/>
                    <a:p>
                      <a:r>
                        <a:rPr lang="en-US" sz="1400" b="1" dirty="0">
                          <a:solidFill>
                            <a:srgbClr val="0070C0"/>
                          </a:solidFill>
                          <a:latin typeface="Consolas" panose="020B0609020204030204" pitchFamily="49" charset="0"/>
                        </a:rPr>
                        <a:t>  foreach</a:t>
                      </a:r>
                      <a:r>
                        <a:rPr lang="en-US" sz="1400" dirty="0">
                          <a:latin typeface="Consolas" panose="020B0609020204030204" pitchFamily="49" charset="0"/>
                        </a:rPr>
                        <a:t> sample </a:t>
                      </a:r>
                      <a:r>
                        <a:rPr lang="en-US" sz="1400" b="1" dirty="0">
                          <a:solidFill>
                            <a:srgbClr val="0070C0"/>
                          </a:solidFill>
                          <a:latin typeface="Consolas" panose="020B0609020204030204" pitchFamily="49" charset="0"/>
                        </a:rPr>
                        <a:t>in</a:t>
                      </a:r>
                      <a:r>
                        <a:rPr lang="en-US" sz="1400" dirty="0">
                          <a:latin typeface="Consolas" panose="020B0609020204030204" pitchFamily="49" charset="0"/>
                        </a:rPr>
                        <a:t> trainset</a:t>
                      </a:r>
                    </a:p>
                  </a:txBody>
                  <a:tcPr>
                    <a:solidFill>
                      <a:schemeClr val="bg1"/>
                    </a:solidFill>
                  </a:tcPr>
                </a:tc>
                <a:extLst>
                  <a:ext uri="{0D108BD9-81ED-4DB2-BD59-A6C34878D82A}">
                    <a16:rowId xmlns:a16="http://schemas.microsoft.com/office/drawing/2014/main" val="130492628"/>
                  </a:ext>
                </a:extLst>
              </a:tr>
              <a:tr h="290945">
                <a:tc>
                  <a:txBody>
                    <a:bodyPr/>
                    <a:lstStyle/>
                    <a:p>
                      <a:pPr algn="r"/>
                      <a:r>
                        <a:rPr lang="en-US" sz="1400" dirty="0"/>
                        <a:t>7</a:t>
                      </a:r>
                    </a:p>
                  </a:txBody>
                  <a:tcPr>
                    <a:solidFill>
                      <a:schemeClr val="bg1"/>
                    </a:solidFill>
                  </a:tcPr>
                </a:tc>
                <a:tc>
                  <a:txBody>
                    <a:bodyPr/>
                    <a:lstStyle/>
                    <a:p>
                      <a:r>
                        <a:rPr lang="en-US" sz="1400" dirty="0">
                          <a:latin typeface="Consolas" panose="020B0609020204030204" pitchFamily="49" charset="0"/>
                        </a:rPr>
                        <a:t>    classified </a:t>
                      </a:r>
                      <a:r>
                        <a:rPr lang="en-US" sz="1400" dirty="0">
                          <a:latin typeface="Consolas" panose="020B0609020204030204" pitchFamily="49" charset="0"/>
                          <a:sym typeface="Wingdings" panose="05000000000000000000" pitchFamily="2" charset="2"/>
                        </a:rPr>
                        <a:t> (</a:t>
                      </a:r>
                      <a:r>
                        <a:rPr lang="en-US" sz="1400" dirty="0" err="1">
                          <a:latin typeface="Consolas" panose="020B0609020204030204" pitchFamily="49" charset="0"/>
                          <a:sym typeface="Wingdings" panose="05000000000000000000" pitchFamily="2" charset="2"/>
                        </a:rPr>
                        <a:t>sample.label</a:t>
                      </a:r>
                      <a:r>
                        <a:rPr lang="en-US" sz="1400" dirty="0">
                          <a:latin typeface="Consolas" panose="020B0609020204030204" pitchFamily="49" charset="0"/>
                          <a:sym typeface="Wingdings" panose="05000000000000000000" pitchFamily="2" charset="2"/>
                        </a:rPr>
                        <a:t> x (</a:t>
                      </a:r>
                      <a:r>
                        <a:rPr lang="en-US" sz="1400" b="1" dirty="0" err="1">
                          <a:solidFill>
                            <a:srgbClr val="7030A0"/>
                          </a:solidFill>
                          <a:latin typeface="Consolas" panose="020B0609020204030204" pitchFamily="49" charset="0"/>
                          <a:sym typeface="Wingdings" panose="05000000000000000000" pitchFamily="2" charset="2"/>
                        </a:rPr>
                        <a:t>dotproduct</a:t>
                      </a:r>
                      <a:r>
                        <a:rPr lang="en-US" sz="1400" dirty="0">
                          <a:latin typeface="Consolas" panose="020B0609020204030204" pitchFamily="49" charset="0"/>
                          <a:sym typeface="Wingdings" panose="05000000000000000000" pitchFamily="2" charset="2"/>
                        </a:rPr>
                        <a:t>(</a:t>
                      </a:r>
                      <a:r>
                        <a:rPr lang="en-US" sz="1400" dirty="0" err="1">
                          <a:latin typeface="Consolas" panose="020B0609020204030204" pitchFamily="49" charset="0"/>
                          <a:sym typeface="Wingdings" panose="05000000000000000000" pitchFamily="2" charset="2"/>
                        </a:rPr>
                        <a:t>sample.input,w</a:t>
                      </a:r>
                      <a:r>
                        <a:rPr lang="en-US" sz="1400" dirty="0">
                          <a:latin typeface="Consolas" panose="020B0609020204030204" pitchFamily="49" charset="0"/>
                          <a:sym typeface="Wingdings" panose="05000000000000000000" pitchFamily="2" charset="2"/>
                        </a:rPr>
                        <a:t>) + </a:t>
                      </a:r>
                      <a:r>
                        <a:rPr lang="el-GR" sz="1400" dirty="0">
                          <a:latin typeface="Arial" panose="020B0604020202020204" pitchFamily="34" charset="0"/>
                          <a:cs typeface="Arial" panose="020B0604020202020204" pitchFamily="34" charset="0"/>
                        </a:rPr>
                        <a:t>β</a:t>
                      </a:r>
                      <a:r>
                        <a:rPr lang="en-US" sz="1400" dirty="0">
                          <a:latin typeface="Consolas" panose="020B0609020204030204" pitchFamily="49" charset="0"/>
                          <a:sym typeface="Wingdings" panose="05000000000000000000" pitchFamily="2" charset="2"/>
                        </a:rPr>
                        <a:t>))&gt;0</a:t>
                      </a:r>
                      <a:endParaRPr lang="en-US" sz="1400" dirty="0">
                        <a:latin typeface="Consolas" panose="020B0609020204030204" pitchFamily="49" charset="0"/>
                      </a:endParaRPr>
                    </a:p>
                  </a:txBody>
                  <a:tcPr>
                    <a:solidFill>
                      <a:schemeClr val="bg1"/>
                    </a:solidFill>
                  </a:tcPr>
                </a:tc>
                <a:extLst>
                  <a:ext uri="{0D108BD9-81ED-4DB2-BD59-A6C34878D82A}">
                    <a16:rowId xmlns:a16="http://schemas.microsoft.com/office/drawing/2014/main" val="3691233306"/>
                  </a:ext>
                </a:extLst>
              </a:tr>
              <a:tr h="290945">
                <a:tc>
                  <a:txBody>
                    <a:bodyPr/>
                    <a:lstStyle/>
                    <a:p>
                      <a:pPr algn="r"/>
                      <a:r>
                        <a:rPr lang="en-US" sz="1400" dirty="0"/>
                        <a:t>8</a:t>
                      </a:r>
                    </a:p>
                  </a:txBody>
                  <a:tcPr>
                    <a:solidFill>
                      <a:schemeClr val="bg1"/>
                    </a:solidFill>
                  </a:tcPr>
                </a:tc>
                <a:tc>
                  <a:txBody>
                    <a:bodyPr/>
                    <a:lstStyle/>
                    <a:p>
                      <a:r>
                        <a:rPr lang="en-US" sz="1400" dirty="0">
                          <a:latin typeface="Consolas" panose="020B0609020204030204" pitchFamily="49" charset="0"/>
                        </a:rPr>
                        <a:t>    </a:t>
                      </a:r>
                      <a:r>
                        <a:rPr lang="en-US" sz="1400" b="1" dirty="0">
                          <a:solidFill>
                            <a:srgbClr val="0070C0"/>
                          </a:solidFill>
                          <a:latin typeface="Consolas" panose="020B0609020204030204" pitchFamily="49" charset="0"/>
                        </a:rPr>
                        <a:t>if</a:t>
                      </a:r>
                      <a:r>
                        <a:rPr lang="en-US" sz="1400" dirty="0">
                          <a:latin typeface="Consolas" panose="020B0609020204030204" pitchFamily="49" charset="0"/>
                        </a:rPr>
                        <a:t> classified </a:t>
                      </a:r>
                      <a:r>
                        <a:rPr lang="en-US" sz="1400" b="1" dirty="0">
                          <a:solidFill>
                            <a:srgbClr val="0070C0"/>
                          </a:solidFill>
                          <a:latin typeface="Consolas" panose="020B0609020204030204" pitchFamily="49" charset="0"/>
                        </a:rPr>
                        <a:t>then</a:t>
                      </a:r>
                      <a:r>
                        <a:rPr lang="en-US" sz="1400" dirty="0">
                          <a:latin typeface="Consolas" panose="020B0609020204030204" pitchFamily="49" charset="0"/>
                        </a:rPr>
                        <a:t> </a:t>
                      </a:r>
                      <a:r>
                        <a:rPr lang="en-US" sz="1400" b="1" dirty="0">
                          <a:solidFill>
                            <a:srgbClr val="0070C0"/>
                          </a:solidFill>
                          <a:latin typeface="Consolas" panose="020B0609020204030204" pitchFamily="49" charset="0"/>
                        </a:rPr>
                        <a:t>continue</a:t>
                      </a:r>
                    </a:p>
                  </a:txBody>
                  <a:tcPr>
                    <a:solidFill>
                      <a:schemeClr val="bg1"/>
                    </a:solidFill>
                  </a:tcPr>
                </a:tc>
                <a:extLst>
                  <a:ext uri="{0D108BD9-81ED-4DB2-BD59-A6C34878D82A}">
                    <a16:rowId xmlns:a16="http://schemas.microsoft.com/office/drawing/2014/main" val="4260882290"/>
                  </a:ext>
                </a:extLst>
              </a:tr>
              <a:tr h="290945">
                <a:tc>
                  <a:txBody>
                    <a:bodyPr/>
                    <a:lstStyle/>
                    <a:p>
                      <a:pPr algn="r"/>
                      <a:r>
                        <a:rPr lang="en-US" sz="1400" dirty="0"/>
                        <a:t>9</a:t>
                      </a:r>
                    </a:p>
                  </a:txBody>
                  <a:tcPr>
                    <a:solidFill>
                      <a:schemeClr val="bg1"/>
                    </a:solidFill>
                  </a:tcPr>
                </a:tc>
                <a:tc>
                  <a:txBody>
                    <a:bodyPr/>
                    <a:lstStyle/>
                    <a:p>
                      <a:r>
                        <a:rPr lang="en-US" sz="1400" dirty="0">
                          <a:latin typeface="Consolas" panose="020B0609020204030204" pitchFamily="49" charset="0"/>
                        </a:rPr>
                        <a:t>    w </a:t>
                      </a:r>
                      <a:r>
                        <a:rPr lang="en-US" sz="1400" dirty="0">
                          <a:latin typeface="Consolas" panose="020B0609020204030204" pitchFamily="49" charset="0"/>
                          <a:sym typeface="Wingdings" panose="05000000000000000000" pitchFamily="2" charset="2"/>
                        </a:rPr>
                        <a:t> w + </a:t>
                      </a:r>
                      <a:r>
                        <a:rPr lang="en-US" sz="1400" dirty="0" err="1">
                          <a:latin typeface="Consolas" panose="020B0609020204030204" pitchFamily="49" charset="0"/>
                          <a:sym typeface="Wingdings" panose="05000000000000000000" pitchFamily="2" charset="2"/>
                        </a:rPr>
                        <a:t>sample.input</a:t>
                      </a:r>
                      <a:r>
                        <a:rPr lang="en-US" sz="1400" dirty="0">
                          <a:latin typeface="Consolas" panose="020B0609020204030204" pitchFamily="49" charset="0"/>
                          <a:sym typeface="Wingdings" panose="05000000000000000000" pitchFamily="2" charset="2"/>
                        </a:rPr>
                        <a:t> x </a:t>
                      </a:r>
                      <a:r>
                        <a:rPr lang="el-GR" sz="1400" dirty="0">
                          <a:latin typeface="Consolas" panose="020B0609020204030204" pitchFamily="49" charset="0"/>
                        </a:rPr>
                        <a:t>α</a:t>
                      </a:r>
                      <a:r>
                        <a:rPr lang="en-US" sz="1400" dirty="0">
                          <a:latin typeface="Consolas" panose="020B0609020204030204" pitchFamily="49" charset="0"/>
                        </a:rPr>
                        <a:t> </a:t>
                      </a:r>
                      <a:r>
                        <a:rPr lang="en-US" sz="1400" dirty="0">
                          <a:latin typeface="Consolas" panose="020B0609020204030204" pitchFamily="49" charset="0"/>
                          <a:sym typeface="Wingdings" panose="05000000000000000000" pitchFamily="2" charset="2"/>
                        </a:rPr>
                        <a:t>x </a:t>
                      </a:r>
                      <a:r>
                        <a:rPr lang="en-US" sz="1400" dirty="0" err="1">
                          <a:latin typeface="Consolas" panose="020B0609020204030204" pitchFamily="49" charset="0"/>
                          <a:sym typeface="Wingdings" panose="05000000000000000000" pitchFamily="2" charset="2"/>
                        </a:rPr>
                        <a:t>sample.label</a:t>
                      </a:r>
                      <a:r>
                        <a:rPr lang="en-US" sz="1400" dirty="0">
                          <a:latin typeface="Consolas" panose="020B0609020204030204" pitchFamily="49" charset="0"/>
                          <a:sym typeface="Wingdings" panose="05000000000000000000" pitchFamily="2" charset="2"/>
                        </a:rPr>
                        <a:t> </a:t>
                      </a:r>
                      <a:endParaRPr lang="en-US" sz="1400" dirty="0">
                        <a:latin typeface="Consolas" panose="020B0609020204030204" pitchFamily="49" charset="0"/>
                      </a:endParaRPr>
                    </a:p>
                  </a:txBody>
                  <a:tcPr>
                    <a:solidFill>
                      <a:schemeClr val="bg1"/>
                    </a:solidFill>
                  </a:tcPr>
                </a:tc>
                <a:extLst>
                  <a:ext uri="{0D108BD9-81ED-4DB2-BD59-A6C34878D82A}">
                    <a16:rowId xmlns:a16="http://schemas.microsoft.com/office/drawing/2014/main" val="4287305410"/>
                  </a:ext>
                </a:extLst>
              </a:tr>
              <a:tr h="290945">
                <a:tc>
                  <a:txBody>
                    <a:bodyPr/>
                    <a:lstStyle/>
                    <a:p>
                      <a:pPr algn="r"/>
                      <a:r>
                        <a:rPr lang="en-US" sz="1400" dirty="0"/>
                        <a:t>10</a:t>
                      </a:r>
                    </a:p>
                  </a:txBody>
                  <a:tcPr>
                    <a:solidFill>
                      <a:schemeClr val="bg1"/>
                    </a:solidFill>
                  </a:tcPr>
                </a:tc>
                <a:tc>
                  <a:txBody>
                    <a:bodyPr/>
                    <a:lstStyle/>
                    <a:p>
                      <a:r>
                        <a:rPr lang="en-US" sz="1400" dirty="0">
                          <a:latin typeface="Consolas" panose="020B0609020204030204" pitchFamily="49" charset="0"/>
                        </a:rPr>
                        <a:t>    </a:t>
                      </a:r>
                      <a:r>
                        <a:rPr lang="el-GR" sz="1400" dirty="0">
                          <a:latin typeface="Arial" panose="020B0604020202020204" pitchFamily="34" charset="0"/>
                          <a:cs typeface="Arial" panose="020B0604020202020204" pitchFamily="34" charset="0"/>
                        </a:rPr>
                        <a:t>β</a:t>
                      </a:r>
                      <a:r>
                        <a:rPr lang="en-US" sz="1400" dirty="0">
                          <a:latin typeface="Consolas" panose="020B0609020204030204" pitchFamily="49" charset="0"/>
                        </a:rPr>
                        <a:t> </a:t>
                      </a:r>
                      <a:r>
                        <a:rPr lang="en-US" sz="1400" dirty="0">
                          <a:latin typeface="Consolas" panose="020B0609020204030204" pitchFamily="49" charset="0"/>
                          <a:sym typeface="Wingdings" panose="05000000000000000000" pitchFamily="2" charset="2"/>
                        </a:rPr>
                        <a:t> </a:t>
                      </a:r>
                      <a:r>
                        <a:rPr lang="el-GR" sz="1400" dirty="0">
                          <a:latin typeface="Arial" panose="020B0604020202020204" pitchFamily="34" charset="0"/>
                          <a:cs typeface="Arial" panose="020B0604020202020204" pitchFamily="34" charset="0"/>
                        </a:rPr>
                        <a:t>β</a:t>
                      </a:r>
                      <a:r>
                        <a:rPr lang="en-US" sz="1400" dirty="0">
                          <a:latin typeface="Consolas" panose="020B0609020204030204" pitchFamily="49" charset="0"/>
                          <a:sym typeface="Wingdings" panose="05000000000000000000" pitchFamily="2" charset="2"/>
                        </a:rPr>
                        <a:t> + </a:t>
                      </a:r>
                      <a:r>
                        <a:rPr lang="el-GR" sz="1400" dirty="0">
                          <a:latin typeface="Consolas" panose="020B0609020204030204" pitchFamily="49" charset="0"/>
                        </a:rPr>
                        <a:t>α</a:t>
                      </a:r>
                      <a:r>
                        <a:rPr lang="en-US" sz="1400" dirty="0">
                          <a:latin typeface="Consolas" panose="020B0609020204030204" pitchFamily="49" charset="0"/>
                        </a:rPr>
                        <a:t> </a:t>
                      </a:r>
                      <a:r>
                        <a:rPr lang="en-US" sz="1400" dirty="0">
                          <a:latin typeface="Consolas" panose="020B0609020204030204" pitchFamily="49" charset="0"/>
                          <a:sym typeface="Wingdings" panose="05000000000000000000" pitchFamily="2" charset="2"/>
                        </a:rPr>
                        <a:t>x </a:t>
                      </a:r>
                      <a:r>
                        <a:rPr lang="en-US" sz="1400" dirty="0" err="1">
                          <a:latin typeface="Consolas" panose="020B0609020204030204" pitchFamily="49" charset="0"/>
                          <a:sym typeface="Wingdings" panose="05000000000000000000" pitchFamily="2" charset="2"/>
                        </a:rPr>
                        <a:t>sample.label</a:t>
                      </a:r>
                      <a:r>
                        <a:rPr lang="en-US" sz="1400" dirty="0">
                          <a:latin typeface="Consolas" panose="020B0609020204030204" pitchFamily="49" charset="0"/>
                          <a:sym typeface="Wingdings" panose="05000000000000000000" pitchFamily="2" charset="2"/>
                        </a:rPr>
                        <a:t> </a:t>
                      </a:r>
                      <a:endParaRPr lang="en-US" sz="1400" dirty="0">
                        <a:latin typeface="Consolas" panose="020B0609020204030204" pitchFamily="49" charset="0"/>
                      </a:endParaRPr>
                    </a:p>
                  </a:txBody>
                  <a:tcPr>
                    <a:solidFill>
                      <a:schemeClr val="bg1"/>
                    </a:solidFill>
                  </a:tcPr>
                </a:tc>
                <a:extLst>
                  <a:ext uri="{0D108BD9-81ED-4DB2-BD59-A6C34878D82A}">
                    <a16:rowId xmlns:a16="http://schemas.microsoft.com/office/drawing/2014/main" val="2436614671"/>
                  </a:ext>
                </a:extLst>
              </a:tr>
              <a:tr h="290945">
                <a:tc>
                  <a:txBody>
                    <a:bodyPr/>
                    <a:lstStyle/>
                    <a:p>
                      <a:pPr algn="r"/>
                      <a:r>
                        <a:rPr lang="en-US" sz="1400" dirty="0"/>
                        <a:t>11</a:t>
                      </a:r>
                    </a:p>
                  </a:txBody>
                  <a:tcPr>
                    <a:solidFill>
                      <a:schemeClr val="bg1"/>
                    </a:solidFill>
                  </a:tcPr>
                </a:tc>
                <a:tc>
                  <a:txBody>
                    <a:bodyPr/>
                    <a:lstStyle/>
                    <a:p>
                      <a:r>
                        <a:rPr lang="en-US" sz="1400" b="1" dirty="0">
                          <a:solidFill>
                            <a:srgbClr val="0070C0"/>
                          </a:solidFill>
                          <a:latin typeface="Consolas" panose="020B0609020204030204" pitchFamily="49" charset="0"/>
                        </a:rPr>
                        <a:t>  end foreach</a:t>
                      </a:r>
                      <a:endParaRPr lang="en-US" sz="1400" dirty="0">
                        <a:latin typeface="Consolas" panose="020B0609020204030204" pitchFamily="49" charset="0"/>
                      </a:endParaRPr>
                    </a:p>
                  </a:txBody>
                  <a:tcPr>
                    <a:solidFill>
                      <a:schemeClr val="bg1"/>
                    </a:solidFill>
                  </a:tcPr>
                </a:tc>
                <a:extLst>
                  <a:ext uri="{0D108BD9-81ED-4DB2-BD59-A6C34878D82A}">
                    <a16:rowId xmlns:a16="http://schemas.microsoft.com/office/drawing/2014/main" val="2656897880"/>
                  </a:ext>
                </a:extLst>
              </a:tr>
              <a:tr h="290945">
                <a:tc>
                  <a:txBody>
                    <a:bodyPr/>
                    <a:lstStyle/>
                    <a:p>
                      <a:pPr algn="r"/>
                      <a:r>
                        <a:rPr lang="en-US" sz="1400" dirty="0"/>
                        <a:t>12</a:t>
                      </a:r>
                    </a:p>
                  </a:txBody>
                  <a:tcPr>
                    <a:solidFill>
                      <a:schemeClr val="bg1"/>
                    </a:solidFill>
                  </a:tcPr>
                </a:tc>
                <a:tc>
                  <a:txBody>
                    <a:bodyPr/>
                    <a:lstStyle/>
                    <a:p>
                      <a:r>
                        <a:rPr lang="en-US" sz="1400" b="1" dirty="0">
                          <a:solidFill>
                            <a:srgbClr val="0070C0"/>
                          </a:solidFill>
                          <a:latin typeface="Consolas" panose="020B0609020204030204" pitchFamily="49" charset="0"/>
                        </a:rPr>
                        <a:t>until</a:t>
                      </a:r>
                      <a:r>
                        <a:rPr lang="en-US" sz="1400" dirty="0">
                          <a:latin typeface="Consolas" panose="020B0609020204030204" pitchFamily="49" charset="0"/>
                        </a:rPr>
                        <a:t> </a:t>
                      </a:r>
                      <a:r>
                        <a:rPr lang="en-US" sz="1400" dirty="0" err="1">
                          <a:latin typeface="Consolas" panose="020B0609020204030204" pitchFamily="49" charset="0"/>
                        </a:rPr>
                        <a:t>exit_condition</a:t>
                      </a:r>
                      <a:endParaRPr lang="en-US" sz="1400" dirty="0">
                        <a:latin typeface="Consolas" panose="020B0609020204030204" pitchFamily="49" charset="0"/>
                      </a:endParaRPr>
                    </a:p>
                  </a:txBody>
                  <a:tcPr>
                    <a:solidFill>
                      <a:schemeClr val="bg1"/>
                    </a:solidFill>
                  </a:tcPr>
                </a:tc>
                <a:extLst>
                  <a:ext uri="{0D108BD9-81ED-4DB2-BD59-A6C34878D82A}">
                    <a16:rowId xmlns:a16="http://schemas.microsoft.com/office/drawing/2014/main" val="2569313450"/>
                  </a:ext>
                </a:extLst>
              </a:tr>
            </a:tbl>
          </a:graphicData>
        </a:graphic>
      </p:graphicFrame>
    </p:spTree>
    <p:extLst>
      <p:ext uri="{BB962C8B-B14F-4D97-AF65-F5344CB8AC3E}">
        <p14:creationId xmlns:p14="http://schemas.microsoft.com/office/powerpoint/2010/main" val="362031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Batch training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859001" cy="5181600"/>
          </a:xfrm>
        </p:spPr>
        <p:txBody>
          <a:bodyPr>
            <a:normAutofit/>
          </a:bodyPr>
          <a:lstStyle/>
          <a:p>
            <a:pPr marL="0" indent="0">
              <a:buNone/>
            </a:pPr>
            <a:r>
              <a:rPr lang="en-US" sz="2400" dirty="0">
                <a:latin typeface="Cambria Math" panose="02040503050406030204" pitchFamily="18" charset="0"/>
                <a:cs typeface="Arial" panose="020B0604020202020204" pitchFamily="34" charset="0"/>
              </a:rPr>
              <a:t>Now let’s see how we can modify it to work with a batch:</a:t>
            </a:r>
          </a:p>
          <a:p>
            <a:pPr marL="514350" indent="-514350">
              <a:buFont typeface="+mj-lt"/>
              <a:buAutoNum type="arabicPeriod"/>
            </a:pPr>
            <a:endParaRPr lang="en-US" sz="2400" dirty="0">
              <a:latin typeface="Cambria Math" panose="02040503050406030204" pitchFamily="18" charset="0"/>
              <a:cs typeface="Arial" panose="020B0604020202020204" pitchFamily="34" charset="0"/>
            </a:endParaRPr>
          </a:p>
          <a:p>
            <a:pPr marL="0" indent="0">
              <a:buNone/>
            </a:pPr>
            <a:endParaRPr lang="en-US" dirty="0">
              <a:latin typeface="Cambria Math" panose="02040503050406030204" pitchFamily="18" charset="0"/>
              <a:cs typeface="Arial" panose="020B0604020202020204" pitchFamily="34" charset="0"/>
            </a:endParaRPr>
          </a:p>
        </p:txBody>
      </p:sp>
      <p:graphicFrame>
        <p:nvGraphicFramePr>
          <p:cNvPr id="2" name="Table 1">
            <a:extLst>
              <a:ext uri="{FF2B5EF4-FFF2-40B4-BE49-F238E27FC236}">
                <a16:creationId xmlns:a16="http://schemas.microsoft.com/office/drawing/2014/main" id="{6E5F3772-A6C6-D365-F495-BB34F64E4967}"/>
              </a:ext>
            </a:extLst>
          </p:cNvPr>
          <p:cNvGraphicFramePr>
            <a:graphicFrameLocks noGrp="1"/>
          </p:cNvGraphicFramePr>
          <p:nvPr>
            <p:extLst>
              <p:ext uri="{D42A27DB-BD31-4B8C-83A1-F6EECF244321}">
                <p14:modId xmlns:p14="http://schemas.microsoft.com/office/powerpoint/2010/main" val="1464803326"/>
              </p:ext>
            </p:extLst>
          </p:nvPr>
        </p:nvGraphicFramePr>
        <p:xfrm>
          <a:off x="1751012" y="2057400"/>
          <a:ext cx="8778240" cy="4693920"/>
        </p:xfrm>
        <a:graphic>
          <a:graphicData uri="http://schemas.openxmlformats.org/drawingml/2006/table">
            <a:tbl>
              <a:tblPr firstRow="1" bandRow="1">
                <a:tableStyleId>{7E9639D4-E3E2-4D34-9284-5A2195B3D0D7}</a:tableStyleId>
              </a:tblPr>
              <a:tblGrid>
                <a:gridCol w="640080">
                  <a:extLst>
                    <a:ext uri="{9D8B030D-6E8A-4147-A177-3AD203B41FA5}">
                      <a16:colId xmlns:a16="http://schemas.microsoft.com/office/drawing/2014/main" val="3187280461"/>
                    </a:ext>
                  </a:extLst>
                </a:gridCol>
                <a:gridCol w="8138160">
                  <a:extLst>
                    <a:ext uri="{9D8B030D-6E8A-4147-A177-3AD203B41FA5}">
                      <a16:colId xmlns:a16="http://schemas.microsoft.com/office/drawing/2014/main" val="2007790319"/>
                    </a:ext>
                  </a:extLst>
                </a:gridCol>
              </a:tblGrid>
              <a:tr h="243500">
                <a:tc>
                  <a:txBody>
                    <a:bodyPr/>
                    <a:lstStyle/>
                    <a:p>
                      <a:r>
                        <a:rPr lang="en-US" sz="1400" dirty="0">
                          <a:solidFill>
                            <a:schemeClr val="tx1"/>
                          </a:solidFill>
                        </a:rPr>
                        <a:t>Line</a:t>
                      </a:r>
                    </a:p>
                  </a:txBody>
                  <a:tcPr>
                    <a:solidFill>
                      <a:schemeClr val="bg1"/>
                    </a:solidFill>
                  </a:tcPr>
                </a:tc>
                <a:tc>
                  <a:txBody>
                    <a:bodyPr/>
                    <a:lstStyle/>
                    <a:p>
                      <a:r>
                        <a:rPr lang="en-US" sz="1400" dirty="0">
                          <a:solidFill>
                            <a:schemeClr val="tx1"/>
                          </a:solidFill>
                        </a:rPr>
                        <a:t>Pseudocode</a:t>
                      </a:r>
                    </a:p>
                  </a:txBody>
                  <a:tcPr>
                    <a:solidFill>
                      <a:schemeClr val="bg1"/>
                    </a:solidFill>
                  </a:tcPr>
                </a:tc>
                <a:extLst>
                  <a:ext uri="{0D108BD9-81ED-4DB2-BD59-A6C34878D82A}">
                    <a16:rowId xmlns:a16="http://schemas.microsoft.com/office/drawing/2014/main" val="2508094747"/>
                  </a:ext>
                </a:extLst>
              </a:tr>
              <a:tr h="232431">
                <a:tc>
                  <a:txBody>
                    <a:bodyPr/>
                    <a:lstStyle/>
                    <a:p>
                      <a:pPr algn="r"/>
                      <a:r>
                        <a:rPr lang="en-US" sz="1200" dirty="0"/>
                        <a:t>1</a:t>
                      </a:r>
                    </a:p>
                  </a:txBody>
                  <a:tcPr>
                    <a:solidFill>
                      <a:schemeClr val="bg1"/>
                    </a:solidFill>
                  </a:tcPr>
                </a:tc>
                <a:tc>
                  <a:txBody>
                    <a:bodyPr/>
                    <a:lstStyle/>
                    <a:p>
                      <a:r>
                        <a:rPr lang="en-US" sz="1200" dirty="0">
                          <a:latin typeface="Consolas" panose="020B0609020204030204" pitchFamily="49" charset="0"/>
                        </a:rPr>
                        <a:t>w </a:t>
                      </a:r>
                      <a:r>
                        <a:rPr lang="en-US" sz="1200" dirty="0">
                          <a:latin typeface="Consolas" panose="020B0609020204030204" pitchFamily="49" charset="0"/>
                          <a:sym typeface="Wingdings" panose="05000000000000000000" pitchFamily="2" charset="2"/>
                        </a:rPr>
                        <a:t> a vector of “n” elements initialized randomly or with 0 </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1057160213"/>
                  </a:ext>
                </a:extLst>
              </a:tr>
              <a:tr h="232431">
                <a:tc>
                  <a:txBody>
                    <a:bodyPr/>
                    <a:lstStyle/>
                    <a:p>
                      <a:pPr algn="r"/>
                      <a:r>
                        <a:rPr lang="en-US" sz="1200" dirty="0"/>
                        <a:t>2</a:t>
                      </a:r>
                    </a:p>
                  </a:txBody>
                  <a:tcPr>
                    <a:solidFill>
                      <a:schemeClr val="bg1"/>
                    </a:solidFill>
                  </a:tcPr>
                </a:tc>
                <a:tc>
                  <a:txBody>
                    <a:bodyPr/>
                    <a:lstStyle/>
                    <a:p>
                      <a:r>
                        <a:rPr lang="en-US" sz="1200" dirty="0">
                          <a:latin typeface="Consolas" panose="020B0609020204030204" pitchFamily="49" charset="0"/>
                        </a:rPr>
                        <a:t>trainset </a:t>
                      </a:r>
                      <a:r>
                        <a:rPr lang="en-US" sz="1200" dirty="0">
                          <a:latin typeface="Consolas" panose="020B0609020204030204" pitchFamily="49" charset="0"/>
                          <a:sym typeface="Wingdings" panose="05000000000000000000" pitchFamily="2" charset="2"/>
                        </a:rPr>
                        <a:t> the training set</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2973704334"/>
                  </a:ext>
                </a:extLst>
              </a:tr>
              <a:tr h="232431">
                <a:tc>
                  <a:txBody>
                    <a:bodyPr/>
                    <a:lstStyle/>
                    <a:p>
                      <a:pPr algn="r"/>
                      <a:r>
                        <a:rPr lang="en-US" sz="1200" dirty="0"/>
                        <a:t>3</a:t>
                      </a:r>
                    </a:p>
                  </a:txBody>
                  <a:tcPr>
                    <a:solidFill>
                      <a:schemeClr val="bg1"/>
                    </a:solidFill>
                  </a:tcPr>
                </a:tc>
                <a:tc>
                  <a:txBody>
                    <a:bodyPr/>
                    <a:lstStyle/>
                    <a:p>
                      <a:r>
                        <a:rPr lang="el-GR" sz="1200" dirty="0">
                          <a:latin typeface="Consolas" panose="020B0609020204030204" pitchFamily="49" charset="0"/>
                        </a:rPr>
                        <a:t>α</a:t>
                      </a:r>
                      <a:r>
                        <a:rPr lang="en-US" sz="1200" dirty="0">
                          <a:latin typeface="Consolas" panose="020B0609020204030204" pitchFamily="49" charset="0"/>
                        </a:rPr>
                        <a:t> </a:t>
                      </a:r>
                      <a:r>
                        <a:rPr lang="en-US" sz="1200" dirty="0">
                          <a:latin typeface="Consolas" panose="020B0609020204030204" pitchFamily="49" charset="0"/>
                          <a:sym typeface="Wingdings" panose="05000000000000000000" pitchFamily="2" charset="2"/>
                        </a:rPr>
                        <a:t> 0.01 </a:t>
                      </a:r>
                      <a:r>
                        <a:rPr lang="en-US" sz="1200" dirty="0">
                          <a:solidFill>
                            <a:schemeClr val="tx1">
                              <a:lumMod val="40000"/>
                              <a:lumOff val="60000"/>
                            </a:schemeClr>
                          </a:solidFill>
                          <a:latin typeface="Consolas" panose="020B0609020204030204" pitchFamily="49" charset="0"/>
                          <a:sym typeface="Wingdings" panose="05000000000000000000" pitchFamily="2" charset="2"/>
                        </a:rPr>
                        <a:t>// learning rate</a:t>
                      </a:r>
                      <a:endParaRPr lang="en-US" sz="1200" dirty="0">
                        <a:solidFill>
                          <a:schemeClr val="tx1">
                            <a:lumMod val="40000"/>
                            <a:lumOff val="60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760439933"/>
                  </a:ext>
                </a:extLst>
              </a:tr>
              <a:tr h="232431">
                <a:tc>
                  <a:txBody>
                    <a:bodyPr/>
                    <a:lstStyle/>
                    <a:p>
                      <a:pPr algn="r"/>
                      <a:r>
                        <a:rPr lang="en-US" sz="1200" dirty="0"/>
                        <a:t>4</a:t>
                      </a:r>
                    </a:p>
                  </a:txBody>
                  <a:tcPr>
                    <a:solidFill>
                      <a:schemeClr val="bg1"/>
                    </a:solidFill>
                  </a:tcPr>
                </a:tc>
                <a:tc>
                  <a:txBody>
                    <a:bodyPr/>
                    <a:lstStyle/>
                    <a:p>
                      <a:r>
                        <a:rPr lang="el-GR" sz="1200" dirty="0">
                          <a:latin typeface="Arial" panose="020B0604020202020204" pitchFamily="34" charset="0"/>
                          <a:cs typeface="Arial" panose="020B0604020202020204" pitchFamily="34" charset="0"/>
                        </a:rPr>
                        <a:t>β</a:t>
                      </a:r>
                      <a:r>
                        <a:rPr lang="en-US" sz="1200" dirty="0">
                          <a:latin typeface="Consolas" panose="020B0609020204030204" pitchFamily="49" charset="0"/>
                        </a:rPr>
                        <a:t> </a:t>
                      </a:r>
                      <a:r>
                        <a:rPr lang="en-US" sz="1200" dirty="0">
                          <a:latin typeface="Consolas" panose="020B0609020204030204" pitchFamily="49" charset="0"/>
                          <a:sym typeface="Wingdings" panose="05000000000000000000" pitchFamily="2" charset="2"/>
                        </a:rPr>
                        <a:t> a random value or 0</a:t>
                      </a:r>
                      <a:endParaRPr lang="en-US" sz="1200" dirty="0">
                        <a:solidFill>
                          <a:schemeClr val="tx1">
                            <a:lumMod val="40000"/>
                            <a:lumOff val="60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1927517492"/>
                  </a:ext>
                </a:extLst>
              </a:tr>
              <a:tr h="232431">
                <a:tc>
                  <a:txBody>
                    <a:bodyPr/>
                    <a:lstStyle/>
                    <a:p>
                      <a:pPr algn="r"/>
                      <a:r>
                        <a:rPr lang="en-US" sz="1200" dirty="0"/>
                        <a:t>5</a:t>
                      </a:r>
                    </a:p>
                  </a:txBody>
                  <a:tcPr>
                    <a:solidFill>
                      <a:schemeClr val="bg1"/>
                    </a:solidFill>
                  </a:tcPr>
                </a:tc>
                <a:tc>
                  <a:txBody>
                    <a:bodyPr/>
                    <a:lstStyle/>
                    <a:p>
                      <a:r>
                        <a:rPr lang="en-US" sz="1200" b="1" dirty="0">
                          <a:solidFill>
                            <a:srgbClr val="0070C0"/>
                          </a:solidFill>
                          <a:latin typeface="Consolas" panose="020B0609020204030204" pitchFamily="49" charset="0"/>
                        </a:rPr>
                        <a:t>repeat</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1171392527"/>
                  </a:ext>
                </a:extLst>
              </a:tr>
              <a:tr h="232431">
                <a:tc>
                  <a:txBody>
                    <a:bodyPr/>
                    <a:lstStyle/>
                    <a:p>
                      <a:pPr algn="r"/>
                      <a:r>
                        <a:rPr lang="en-US" sz="1200" dirty="0"/>
                        <a:t>6</a:t>
                      </a:r>
                    </a:p>
                  </a:txBody>
                  <a:tcPr>
                    <a:solidFill>
                      <a:schemeClr val="bg1"/>
                    </a:solidFill>
                  </a:tcPr>
                </a:tc>
                <a:tc>
                  <a:txBody>
                    <a:bodyPr/>
                    <a:lstStyle/>
                    <a:p>
                      <a:r>
                        <a:rPr lang="en-US" sz="1200" dirty="0">
                          <a:latin typeface="Consolas" panose="020B0609020204030204" pitchFamily="49" charset="0"/>
                        </a:rPr>
                        <a:t>  </a:t>
                      </a:r>
                      <a:r>
                        <a:rPr lang="el-GR" sz="1200" dirty="0">
                          <a:latin typeface="Arial" panose="020B0604020202020204" pitchFamily="34" charset="0"/>
                          <a:cs typeface="Arial" panose="020B0604020202020204" pitchFamily="34" charset="0"/>
                        </a:rPr>
                        <a:t>Δ</a:t>
                      </a:r>
                      <a:r>
                        <a:rPr lang="en-US" sz="1200" dirty="0">
                          <a:latin typeface="Arial" panose="020B0604020202020204" pitchFamily="34" charset="0"/>
                          <a:cs typeface="Arial" panose="020B0604020202020204" pitchFamily="34" charset="0"/>
                        </a:rPr>
                        <a:t> </a:t>
                      </a:r>
                      <a:r>
                        <a:rPr lang="en-US" sz="1200" dirty="0">
                          <a:latin typeface="Consolas" panose="020B0609020204030204" pitchFamily="49" charset="0"/>
                          <a:sym typeface="Wingdings" panose="05000000000000000000" pitchFamily="2" charset="2"/>
                        </a:rPr>
                        <a:t> a vector filled with 0 (zeros) of size “n”</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3270777680"/>
                  </a:ext>
                </a:extLst>
              </a:tr>
              <a:tr h="232431">
                <a:tc>
                  <a:txBody>
                    <a:bodyPr/>
                    <a:lstStyle/>
                    <a:p>
                      <a:pPr algn="r"/>
                      <a:r>
                        <a:rPr lang="en-US" sz="1200" dirty="0"/>
                        <a:t>7</a:t>
                      </a:r>
                    </a:p>
                  </a:txBody>
                  <a:tcPr>
                    <a:solidFill>
                      <a:schemeClr val="bg1"/>
                    </a:solidFill>
                  </a:tcPr>
                </a:tc>
                <a:tc>
                  <a:txBody>
                    <a:bodyPr/>
                    <a:lstStyle/>
                    <a:p>
                      <a:r>
                        <a:rPr lang="en-US" sz="1200" dirty="0">
                          <a:latin typeface="Consolas" panose="020B0609020204030204" pitchFamily="49" charset="0"/>
                        </a:rPr>
                        <a:t>  </a:t>
                      </a:r>
                      <a:r>
                        <a:rPr lang="el-GR" sz="1200" dirty="0">
                          <a:latin typeface="Arial" panose="020B0604020202020204" pitchFamily="34" charset="0"/>
                          <a:cs typeface="Arial" panose="020B0604020202020204" pitchFamily="34" charset="0"/>
                        </a:rPr>
                        <a:t>Β</a:t>
                      </a:r>
                      <a:r>
                        <a:rPr lang="en-US" sz="1200" dirty="0">
                          <a:latin typeface="Arial" panose="020B0604020202020204" pitchFamily="34" charset="0"/>
                          <a:cs typeface="Arial" panose="020B0604020202020204" pitchFamily="34" charset="0"/>
                        </a:rPr>
                        <a:t> </a:t>
                      </a:r>
                      <a:r>
                        <a:rPr lang="en-US" sz="1200" dirty="0">
                          <a:latin typeface="Consolas" panose="020B0609020204030204" pitchFamily="49" charset="0"/>
                          <a:sym typeface="Wingdings" panose="05000000000000000000" pitchFamily="2" charset="2"/>
                        </a:rPr>
                        <a:t> 0 // a temporary threshold</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3465717620"/>
                  </a:ext>
                </a:extLst>
              </a:tr>
              <a:tr h="232431">
                <a:tc>
                  <a:txBody>
                    <a:bodyPr/>
                    <a:lstStyle/>
                    <a:p>
                      <a:pPr algn="r"/>
                      <a:r>
                        <a:rPr lang="en-US" sz="1200" dirty="0"/>
                        <a:t>8</a:t>
                      </a:r>
                    </a:p>
                  </a:txBody>
                  <a:tcPr>
                    <a:solidFill>
                      <a:schemeClr val="bg1"/>
                    </a:solidFill>
                  </a:tcPr>
                </a:tc>
                <a:tc>
                  <a:txBody>
                    <a:bodyPr/>
                    <a:lstStyle/>
                    <a:p>
                      <a:r>
                        <a:rPr lang="en-US" sz="1200" b="1" dirty="0">
                          <a:solidFill>
                            <a:srgbClr val="0070C0"/>
                          </a:solidFill>
                          <a:latin typeface="Consolas" panose="020B0609020204030204" pitchFamily="49" charset="0"/>
                        </a:rPr>
                        <a:t>  foreach</a:t>
                      </a:r>
                      <a:r>
                        <a:rPr lang="en-US" sz="1200" dirty="0">
                          <a:latin typeface="Consolas" panose="020B0609020204030204" pitchFamily="49" charset="0"/>
                        </a:rPr>
                        <a:t> sample </a:t>
                      </a:r>
                      <a:r>
                        <a:rPr lang="en-US" sz="1200" b="1" dirty="0">
                          <a:solidFill>
                            <a:srgbClr val="0070C0"/>
                          </a:solidFill>
                          <a:latin typeface="Consolas" panose="020B0609020204030204" pitchFamily="49" charset="0"/>
                        </a:rPr>
                        <a:t>in</a:t>
                      </a:r>
                      <a:r>
                        <a:rPr lang="en-US" sz="1200" dirty="0">
                          <a:latin typeface="Consolas" panose="020B0609020204030204" pitchFamily="49" charset="0"/>
                        </a:rPr>
                        <a:t> trainset</a:t>
                      </a:r>
                    </a:p>
                  </a:txBody>
                  <a:tcPr>
                    <a:solidFill>
                      <a:schemeClr val="bg1"/>
                    </a:solidFill>
                  </a:tcPr>
                </a:tc>
                <a:extLst>
                  <a:ext uri="{0D108BD9-81ED-4DB2-BD59-A6C34878D82A}">
                    <a16:rowId xmlns:a16="http://schemas.microsoft.com/office/drawing/2014/main" val="130492628"/>
                  </a:ext>
                </a:extLst>
              </a:tr>
              <a:tr h="232431">
                <a:tc>
                  <a:txBody>
                    <a:bodyPr/>
                    <a:lstStyle/>
                    <a:p>
                      <a:pPr algn="r"/>
                      <a:r>
                        <a:rPr lang="en-US" sz="1200" dirty="0"/>
                        <a:t>9</a:t>
                      </a:r>
                    </a:p>
                  </a:txBody>
                  <a:tcPr>
                    <a:solidFill>
                      <a:schemeClr val="bg1"/>
                    </a:solidFill>
                  </a:tcPr>
                </a:tc>
                <a:tc>
                  <a:txBody>
                    <a:bodyPr/>
                    <a:lstStyle/>
                    <a:p>
                      <a:r>
                        <a:rPr lang="en-US" sz="1200" dirty="0">
                          <a:latin typeface="Consolas" panose="020B0609020204030204" pitchFamily="49" charset="0"/>
                        </a:rPr>
                        <a:t>    classified </a:t>
                      </a:r>
                      <a:r>
                        <a:rPr lang="en-US" sz="1200" dirty="0">
                          <a:latin typeface="Consolas" panose="020B0609020204030204" pitchFamily="49" charset="0"/>
                          <a:sym typeface="Wingdings" panose="05000000000000000000" pitchFamily="2" charset="2"/>
                        </a:rPr>
                        <a:t> (</a:t>
                      </a:r>
                      <a:r>
                        <a:rPr lang="en-US" sz="1200" dirty="0" err="1">
                          <a:latin typeface="Consolas" panose="020B0609020204030204" pitchFamily="49" charset="0"/>
                          <a:sym typeface="Wingdings" panose="05000000000000000000" pitchFamily="2" charset="2"/>
                        </a:rPr>
                        <a:t>sample.label</a:t>
                      </a:r>
                      <a:r>
                        <a:rPr lang="en-US" sz="1200" dirty="0">
                          <a:latin typeface="Consolas" panose="020B0609020204030204" pitchFamily="49" charset="0"/>
                          <a:sym typeface="Wingdings" panose="05000000000000000000" pitchFamily="2" charset="2"/>
                        </a:rPr>
                        <a:t> x (</a:t>
                      </a:r>
                      <a:r>
                        <a:rPr lang="en-US" sz="1200" b="1" dirty="0" err="1">
                          <a:solidFill>
                            <a:srgbClr val="7030A0"/>
                          </a:solidFill>
                          <a:latin typeface="Consolas" panose="020B0609020204030204" pitchFamily="49" charset="0"/>
                          <a:sym typeface="Wingdings" panose="05000000000000000000" pitchFamily="2" charset="2"/>
                        </a:rPr>
                        <a:t>dotproduct</a:t>
                      </a:r>
                      <a:r>
                        <a:rPr lang="en-US" sz="1200" dirty="0">
                          <a:latin typeface="Consolas" panose="020B0609020204030204" pitchFamily="49" charset="0"/>
                          <a:sym typeface="Wingdings" panose="05000000000000000000" pitchFamily="2" charset="2"/>
                        </a:rPr>
                        <a:t>(</a:t>
                      </a:r>
                      <a:r>
                        <a:rPr lang="en-US" sz="1200" dirty="0" err="1">
                          <a:latin typeface="Consolas" panose="020B0609020204030204" pitchFamily="49" charset="0"/>
                          <a:sym typeface="Wingdings" panose="05000000000000000000" pitchFamily="2" charset="2"/>
                        </a:rPr>
                        <a:t>sample.input,w</a:t>
                      </a:r>
                      <a:r>
                        <a:rPr lang="en-US" sz="1200" dirty="0">
                          <a:latin typeface="Consolas" panose="020B0609020204030204" pitchFamily="49" charset="0"/>
                          <a:sym typeface="Wingdings" panose="05000000000000000000" pitchFamily="2" charset="2"/>
                        </a:rPr>
                        <a:t>) + </a:t>
                      </a:r>
                      <a:r>
                        <a:rPr lang="el-GR" sz="1200" dirty="0">
                          <a:latin typeface="Arial" panose="020B0604020202020204" pitchFamily="34" charset="0"/>
                          <a:cs typeface="Arial" panose="020B0604020202020204" pitchFamily="34" charset="0"/>
                        </a:rPr>
                        <a:t>β</a:t>
                      </a:r>
                      <a:r>
                        <a:rPr lang="en-US" sz="1200" dirty="0">
                          <a:latin typeface="Consolas" panose="020B0609020204030204" pitchFamily="49" charset="0"/>
                          <a:sym typeface="Wingdings" panose="05000000000000000000" pitchFamily="2" charset="2"/>
                        </a:rPr>
                        <a:t>))&gt;0</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3691233306"/>
                  </a:ext>
                </a:extLst>
              </a:tr>
              <a:tr h="232431">
                <a:tc>
                  <a:txBody>
                    <a:bodyPr/>
                    <a:lstStyle/>
                    <a:p>
                      <a:pPr algn="r"/>
                      <a:r>
                        <a:rPr lang="en-US" sz="1200" dirty="0"/>
                        <a:t>10</a:t>
                      </a:r>
                    </a:p>
                  </a:txBody>
                  <a:tcPr>
                    <a:solidFill>
                      <a:schemeClr val="bg1"/>
                    </a:solidFill>
                  </a:tcPr>
                </a:tc>
                <a:tc>
                  <a:txBody>
                    <a:bodyPr/>
                    <a:lstStyle/>
                    <a:p>
                      <a:r>
                        <a:rPr lang="en-US" sz="1200" dirty="0">
                          <a:latin typeface="Consolas" panose="020B0609020204030204" pitchFamily="49" charset="0"/>
                        </a:rPr>
                        <a:t>    </a:t>
                      </a:r>
                      <a:r>
                        <a:rPr lang="en-US" sz="1200" b="1" dirty="0">
                          <a:solidFill>
                            <a:srgbClr val="0070C0"/>
                          </a:solidFill>
                          <a:latin typeface="Consolas" panose="020B0609020204030204" pitchFamily="49" charset="0"/>
                        </a:rPr>
                        <a:t>if</a:t>
                      </a:r>
                      <a:r>
                        <a:rPr lang="en-US" sz="1200" dirty="0">
                          <a:latin typeface="Consolas" panose="020B0609020204030204" pitchFamily="49" charset="0"/>
                        </a:rPr>
                        <a:t> classified </a:t>
                      </a:r>
                      <a:r>
                        <a:rPr lang="en-US" sz="1200" b="1" dirty="0">
                          <a:solidFill>
                            <a:srgbClr val="0070C0"/>
                          </a:solidFill>
                          <a:latin typeface="Consolas" panose="020B0609020204030204" pitchFamily="49" charset="0"/>
                        </a:rPr>
                        <a:t>then</a:t>
                      </a:r>
                      <a:r>
                        <a:rPr lang="en-US" sz="1200" dirty="0">
                          <a:latin typeface="Consolas" panose="020B0609020204030204" pitchFamily="49" charset="0"/>
                        </a:rPr>
                        <a:t> </a:t>
                      </a:r>
                      <a:r>
                        <a:rPr lang="en-US" sz="1200" b="1" dirty="0">
                          <a:solidFill>
                            <a:srgbClr val="0070C0"/>
                          </a:solidFill>
                          <a:latin typeface="Consolas" panose="020B0609020204030204" pitchFamily="49" charset="0"/>
                        </a:rPr>
                        <a:t>continue</a:t>
                      </a:r>
                    </a:p>
                  </a:txBody>
                  <a:tcPr>
                    <a:solidFill>
                      <a:schemeClr val="bg1"/>
                    </a:solidFill>
                  </a:tcPr>
                </a:tc>
                <a:extLst>
                  <a:ext uri="{0D108BD9-81ED-4DB2-BD59-A6C34878D82A}">
                    <a16:rowId xmlns:a16="http://schemas.microsoft.com/office/drawing/2014/main" val="4260882290"/>
                  </a:ext>
                </a:extLst>
              </a:tr>
              <a:tr h="232431">
                <a:tc>
                  <a:txBody>
                    <a:bodyPr/>
                    <a:lstStyle/>
                    <a:p>
                      <a:pPr algn="r"/>
                      <a:r>
                        <a:rPr lang="en-US" sz="1200" dirty="0"/>
                        <a:t>11</a:t>
                      </a:r>
                    </a:p>
                  </a:txBody>
                  <a:tcPr>
                    <a:solidFill>
                      <a:schemeClr val="bg1"/>
                    </a:solidFill>
                  </a:tcPr>
                </a:tc>
                <a:tc>
                  <a:txBody>
                    <a:bodyPr/>
                    <a:lstStyle/>
                    <a:p>
                      <a:r>
                        <a:rPr lang="en-US" sz="1200" dirty="0">
                          <a:latin typeface="Consolas" panose="020B0609020204030204" pitchFamily="49" charset="0"/>
                        </a:rPr>
                        <a:t>    </a:t>
                      </a:r>
                      <a:r>
                        <a:rPr lang="el-GR" sz="1200" dirty="0">
                          <a:latin typeface="Arial" panose="020B0604020202020204" pitchFamily="34" charset="0"/>
                          <a:cs typeface="Arial" panose="020B0604020202020204" pitchFamily="34" charset="0"/>
                        </a:rPr>
                        <a:t>Δ</a:t>
                      </a:r>
                      <a:r>
                        <a:rPr lang="en-US" sz="1200" dirty="0">
                          <a:latin typeface="Consolas" panose="020B0609020204030204" pitchFamily="49" charset="0"/>
                        </a:rPr>
                        <a:t> </a:t>
                      </a:r>
                      <a:r>
                        <a:rPr lang="en-US" sz="1200" dirty="0">
                          <a:latin typeface="Consolas" panose="020B0609020204030204" pitchFamily="49" charset="0"/>
                          <a:sym typeface="Wingdings" panose="05000000000000000000" pitchFamily="2" charset="2"/>
                        </a:rPr>
                        <a:t> </a:t>
                      </a:r>
                      <a:r>
                        <a:rPr lang="el-GR" sz="1200" dirty="0">
                          <a:latin typeface="Arial" panose="020B0604020202020204" pitchFamily="34" charset="0"/>
                          <a:cs typeface="Arial" panose="020B0604020202020204" pitchFamily="34" charset="0"/>
                        </a:rPr>
                        <a:t>Δ</a:t>
                      </a:r>
                      <a:r>
                        <a:rPr lang="en-US" sz="1200" dirty="0">
                          <a:latin typeface="Consolas" panose="020B0609020204030204" pitchFamily="49" charset="0"/>
                          <a:sym typeface="Wingdings" panose="05000000000000000000" pitchFamily="2" charset="2"/>
                        </a:rPr>
                        <a:t> + </a:t>
                      </a:r>
                      <a:r>
                        <a:rPr lang="en-US" sz="1200" dirty="0" err="1">
                          <a:latin typeface="Consolas" panose="020B0609020204030204" pitchFamily="49" charset="0"/>
                          <a:sym typeface="Wingdings" panose="05000000000000000000" pitchFamily="2" charset="2"/>
                        </a:rPr>
                        <a:t>sample.input</a:t>
                      </a:r>
                      <a:r>
                        <a:rPr lang="en-US" sz="1200" dirty="0">
                          <a:latin typeface="Consolas" panose="020B0609020204030204" pitchFamily="49" charset="0"/>
                          <a:sym typeface="Wingdings" panose="05000000000000000000" pitchFamily="2" charset="2"/>
                        </a:rPr>
                        <a:t> x </a:t>
                      </a:r>
                      <a:r>
                        <a:rPr lang="el-GR" sz="1200" dirty="0">
                          <a:latin typeface="Consolas" panose="020B0609020204030204" pitchFamily="49" charset="0"/>
                        </a:rPr>
                        <a:t>α</a:t>
                      </a:r>
                      <a:r>
                        <a:rPr lang="en-US" sz="1200" dirty="0">
                          <a:latin typeface="Consolas" panose="020B0609020204030204" pitchFamily="49" charset="0"/>
                        </a:rPr>
                        <a:t> </a:t>
                      </a:r>
                      <a:r>
                        <a:rPr lang="en-US" sz="1200" dirty="0">
                          <a:latin typeface="Consolas" panose="020B0609020204030204" pitchFamily="49" charset="0"/>
                          <a:sym typeface="Wingdings" panose="05000000000000000000" pitchFamily="2" charset="2"/>
                        </a:rPr>
                        <a:t>x </a:t>
                      </a:r>
                      <a:r>
                        <a:rPr lang="en-US" sz="1200" dirty="0" err="1">
                          <a:latin typeface="Consolas" panose="020B0609020204030204" pitchFamily="49" charset="0"/>
                          <a:sym typeface="Wingdings" panose="05000000000000000000" pitchFamily="2" charset="2"/>
                        </a:rPr>
                        <a:t>sample.label</a:t>
                      </a:r>
                      <a:r>
                        <a:rPr lang="en-US" sz="1200" dirty="0">
                          <a:latin typeface="Consolas" panose="020B0609020204030204" pitchFamily="49" charset="0"/>
                          <a:sym typeface="Wingdings" panose="05000000000000000000" pitchFamily="2" charset="2"/>
                        </a:rPr>
                        <a:t> </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4287305410"/>
                  </a:ext>
                </a:extLst>
              </a:tr>
              <a:tr h="232431">
                <a:tc>
                  <a:txBody>
                    <a:bodyPr/>
                    <a:lstStyle/>
                    <a:p>
                      <a:pPr algn="r"/>
                      <a:r>
                        <a:rPr lang="en-US" sz="1200" dirty="0"/>
                        <a:t>12</a:t>
                      </a:r>
                    </a:p>
                  </a:txBody>
                  <a:tcPr>
                    <a:solidFill>
                      <a:schemeClr val="bg1"/>
                    </a:solidFill>
                  </a:tcPr>
                </a:tc>
                <a:tc>
                  <a:txBody>
                    <a:bodyPr/>
                    <a:lstStyle/>
                    <a:p>
                      <a:r>
                        <a:rPr lang="en-US" sz="1200" dirty="0">
                          <a:latin typeface="Consolas" panose="020B0609020204030204" pitchFamily="49" charset="0"/>
                        </a:rPr>
                        <a:t>    </a:t>
                      </a:r>
                      <a:r>
                        <a:rPr lang="el-GR" sz="1200" dirty="0">
                          <a:latin typeface="Arial" panose="020B0604020202020204" pitchFamily="34" charset="0"/>
                          <a:cs typeface="Arial" panose="020B0604020202020204" pitchFamily="34" charset="0"/>
                        </a:rPr>
                        <a:t>Β</a:t>
                      </a:r>
                      <a:r>
                        <a:rPr lang="en-US" sz="1200" dirty="0">
                          <a:latin typeface="Consolas" panose="020B0609020204030204" pitchFamily="49" charset="0"/>
                        </a:rPr>
                        <a:t> </a:t>
                      </a:r>
                      <a:r>
                        <a:rPr lang="en-US" sz="1200" dirty="0">
                          <a:latin typeface="Consolas" panose="020B0609020204030204" pitchFamily="49" charset="0"/>
                          <a:sym typeface="Wingdings" panose="05000000000000000000" pitchFamily="2" charset="2"/>
                        </a:rPr>
                        <a:t> </a:t>
                      </a:r>
                      <a:r>
                        <a:rPr lang="el-GR" sz="1200" dirty="0">
                          <a:latin typeface="Arial" panose="020B0604020202020204" pitchFamily="34" charset="0"/>
                          <a:cs typeface="Arial" panose="020B0604020202020204" pitchFamily="34" charset="0"/>
                        </a:rPr>
                        <a:t>Β</a:t>
                      </a:r>
                      <a:r>
                        <a:rPr lang="en-US" sz="1200" dirty="0">
                          <a:latin typeface="Consolas" panose="020B0609020204030204" pitchFamily="49" charset="0"/>
                          <a:sym typeface="Wingdings" panose="05000000000000000000" pitchFamily="2" charset="2"/>
                        </a:rPr>
                        <a:t> + </a:t>
                      </a:r>
                      <a:r>
                        <a:rPr lang="el-GR" sz="1200" dirty="0">
                          <a:latin typeface="Consolas" panose="020B0609020204030204" pitchFamily="49" charset="0"/>
                        </a:rPr>
                        <a:t>α</a:t>
                      </a:r>
                      <a:r>
                        <a:rPr lang="en-US" sz="1200" dirty="0">
                          <a:latin typeface="Consolas" panose="020B0609020204030204" pitchFamily="49" charset="0"/>
                        </a:rPr>
                        <a:t> </a:t>
                      </a:r>
                      <a:r>
                        <a:rPr lang="en-US" sz="1200" dirty="0">
                          <a:latin typeface="Consolas" panose="020B0609020204030204" pitchFamily="49" charset="0"/>
                          <a:sym typeface="Wingdings" panose="05000000000000000000" pitchFamily="2" charset="2"/>
                        </a:rPr>
                        <a:t>x </a:t>
                      </a:r>
                      <a:r>
                        <a:rPr lang="en-US" sz="1200" dirty="0" err="1">
                          <a:latin typeface="Consolas" panose="020B0609020204030204" pitchFamily="49" charset="0"/>
                          <a:sym typeface="Wingdings" panose="05000000000000000000" pitchFamily="2" charset="2"/>
                        </a:rPr>
                        <a:t>sample.label</a:t>
                      </a:r>
                      <a:r>
                        <a:rPr lang="en-US" sz="1200" dirty="0">
                          <a:latin typeface="Consolas" panose="020B0609020204030204" pitchFamily="49" charset="0"/>
                          <a:sym typeface="Wingdings" panose="05000000000000000000" pitchFamily="2" charset="2"/>
                        </a:rPr>
                        <a:t> </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2436614671"/>
                  </a:ext>
                </a:extLst>
              </a:tr>
              <a:tr h="232431">
                <a:tc>
                  <a:txBody>
                    <a:bodyPr/>
                    <a:lstStyle/>
                    <a:p>
                      <a:pPr algn="r"/>
                      <a:r>
                        <a:rPr lang="en-US" sz="1200" dirty="0"/>
                        <a:t>13</a:t>
                      </a:r>
                    </a:p>
                  </a:txBody>
                  <a:tcPr>
                    <a:solidFill>
                      <a:schemeClr val="bg1"/>
                    </a:solidFill>
                  </a:tcPr>
                </a:tc>
                <a:tc>
                  <a:txBody>
                    <a:bodyPr/>
                    <a:lstStyle/>
                    <a:p>
                      <a:r>
                        <a:rPr lang="en-US" sz="1200" b="1" dirty="0">
                          <a:solidFill>
                            <a:srgbClr val="0070C0"/>
                          </a:solidFill>
                          <a:latin typeface="Consolas" panose="020B0609020204030204" pitchFamily="49" charset="0"/>
                        </a:rPr>
                        <a:t>  end foreach</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2656897880"/>
                  </a:ext>
                </a:extLst>
              </a:tr>
              <a:tr h="232431">
                <a:tc>
                  <a:txBody>
                    <a:bodyPr/>
                    <a:lstStyle/>
                    <a:p>
                      <a:pPr algn="r"/>
                      <a:r>
                        <a:rPr lang="en-US" sz="1200" dirty="0"/>
                        <a:t>14</a:t>
                      </a:r>
                    </a:p>
                  </a:txBody>
                  <a:tcPr>
                    <a:solidFill>
                      <a:schemeClr val="bg1"/>
                    </a:solidFill>
                  </a:tcPr>
                </a:tc>
                <a:tc>
                  <a:txBody>
                    <a:bodyPr/>
                    <a:lstStyle/>
                    <a:p>
                      <a:r>
                        <a:rPr lang="en-US" sz="1200" dirty="0">
                          <a:latin typeface="Consolas" panose="020B0609020204030204" pitchFamily="49" charset="0"/>
                        </a:rPr>
                        <a:t>  w </a:t>
                      </a:r>
                      <a:r>
                        <a:rPr lang="en-US" sz="1200" dirty="0">
                          <a:latin typeface="Consolas" panose="020B0609020204030204" pitchFamily="49" charset="0"/>
                          <a:sym typeface="Wingdings" panose="05000000000000000000" pitchFamily="2" charset="2"/>
                        </a:rPr>
                        <a:t> w + </a:t>
                      </a:r>
                      <a:r>
                        <a:rPr lang="el-GR" sz="1200" dirty="0">
                          <a:latin typeface="Arial" panose="020B0604020202020204" pitchFamily="34" charset="0"/>
                          <a:cs typeface="Arial" panose="020B0604020202020204" pitchFamily="34" charset="0"/>
                        </a:rPr>
                        <a:t>Δ</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992461720"/>
                  </a:ext>
                </a:extLst>
              </a:tr>
              <a:tr h="232431">
                <a:tc>
                  <a:txBody>
                    <a:bodyPr/>
                    <a:lstStyle/>
                    <a:p>
                      <a:pPr algn="r"/>
                      <a:r>
                        <a:rPr lang="en-US" sz="1200" dirty="0"/>
                        <a:t>15</a:t>
                      </a:r>
                    </a:p>
                  </a:txBody>
                  <a:tcPr>
                    <a:solidFill>
                      <a:schemeClr val="bg1"/>
                    </a:solidFill>
                  </a:tcPr>
                </a:tc>
                <a:tc>
                  <a:txBody>
                    <a:bodyPr/>
                    <a:lstStyle/>
                    <a:p>
                      <a:r>
                        <a:rPr lang="en-US" sz="1200" dirty="0">
                          <a:latin typeface="Consolas" panose="020B0609020204030204" pitchFamily="49" charset="0"/>
                        </a:rPr>
                        <a:t>  </a:t>
                      </a:r>
                      <a:r>
                        <a:rPr lang="el-GR" sz="1200" dirty="0">
                          <a:latin typeface="Arial" panose="020B0604020202020204" pitchFamily="34" charset="0"/>
                          <a:cs typeface="Arial" panose="020B0604020202020204" pitchFamily="34" charset="0"/>
                        </a:rPr>
                        <a:t>β</a:t>
                      </a:r>
                      <a:r>
                        <a:rPr lang="en-US" sz="1200" dirty="0">
                          <a:latin typeface="Consolas" panose="020B0609020204030204" pitchFamily="49" charset="0"/>
                        </a:rPr>
                        <a:t> </a:t>
                      </a:r>
                      <a:r>
                        <a:rPr lang="en-US" sz="1200" dirty="0">
                          <a:latin typeface="Consolas" panose="020B0609020204030204" pitchFamily="49" charset="0"/>
                          <a:sym typeface="Wingdings" panose="05000000000000000000" pitchFamily="2" charset="2"/>
                        </a:rPr>
                        <a:t> </a:t>
                      </a:r>
                      <a:r>
                        <a:rPr lang="el-GR" sz="1200" dirty="0">
                          <a:latin typeface="Arial" panose="020B0604020202020204" pitchFamily="34" charset="0"/>
                          <a:cs typeface="Arial" panose="020B0604020202020204" pitchFamily="34" charset="0"/>
                        </a:rPr>
                        <a:t>β</a:t>
                      </a:r>
                      <a:r>
                        <a:rPr lang="en-US" sz="1200" dirty="0">
                          <a:latin typeface="Consolas" panose="020B0609020204030204" pitchFamily="49" charset="0"/>
                          <a:sym typeface="Wingdings" panose="05000000000000000000" pitchFamily="2" charset="2"/>
                        </a:rPr>
                        <a:t> + </a:t>
                      </a:r>
                      <a:r>
                        <a:rPr lang="el-GR" sz="1200" dirty="0">
                          <a:latin typeface="Arial" panose="020B0604020202020204" pitchFamily="34" charset="0"/>
                          <a:cs typeface="Arial" panose="020B0604020202020204" pitchFamily="34" charset="0"/>
                        </a:rPr>
                        <a:t>Β</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2938809267"/>
                  </a:ext>
                </a:extLst>
              </a:tr>
              <a:tr h="232431">
                <a:tc>
                  <a:txBody>
                    <a:bodyPr/>
                    <a:lstStyle/>
                    <a:p>
                      <a:pPr algn="r"/>
                      <a:r>
                        <a:rPr lang="en-US" sz="1200" dirty="0"/>
                        <a:t>16</a:t>
                      </a:r>
                    </a:p>
                  </a:txBody>
                  <a:tcPr>
                    <a:solidFill>
                      <a:schemeClr val="bg1"/>
                    </a:solidFill>
                  </a:tcPr>
                </a:tc>
                <a:tc>
                  <a:txBody>
                    <a:bodyPr/>
                    <a:lstStyle/>
                    <a:p>
                      <a:r>
                        <a:rPr lang="en-US" sz="1200" b="1" dirty="0">
                          <a:solidFill>
                            <a:srgbClr val="0070C0"/>
                          </a:solidFill>
                          <a:latin typeface="Consolas" panose="020B0609020204030204" pitchFamily="49" charset="0"/>
                        </a:rPr>
                        <a:t>until</a:t>
                      </a:r>
                      <a:r>
                        <a:rPr lang="en-US" sz="1200" dirty="0">
                          <a:latin typeface="Consolas" panose="020B0609020204030204" pitchFamily="49" charset="0"/>
                        </a:rPr>
                        <a:t> </a:t>
                      </a:r>
                      <a:r>
                        <a:rPr lang="en-US" sz="1200" dirty="0" err="1">
                          <a:latin typeface="Consolas" panose="020B0609020204030204" pitchFamily="49" charset="0"/>
                        </a:rPr>
                        <a:t>exit_condition</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2569313450"/>
                  </a:ext>
                </a:extLst>
              </a:tr>
            </a:tbl>
          </a:graphicData>
        </a:graphic>
      </p:graphicFrame>
    </p:spTree>
    <p:extLst>
      <p:ext uri="{BB962C8B-B14F-4D97-AF65-F5344CB8AC3E}">
        <p14:creationId xmlns:p14="http://schemas.microsoft.com/office/powerpoint/2010/main" val="2168497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Batch training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859001" cy="5181600"/>
          </a:xfrm>
        </p:spPr>
        <p:txBody>
          <a:bodyPr>
            <a:normAutofit/>
          </a:bodyPr>
          <a:lstStyle/>
          <a:p>
            <a:pPr marL="0" indent="0">
              <a:buNone/>
            </a:pPr>
            <a:r>
              <a:rPr lang="en-US" sz="2400" dirty="0">
                <a:latin typeface="Cambria Math" panose="02040503050406030204" pitchFamily="18" charset="0"/>
                <a:cs typeface="Arial" panose="020B0604020202020204" pitchFamily="34" charset="0"/>
              </a:rPr>
              <a:t>Now let’s see how we can modify it to work with a batch:</a:t>
            </a:r>
          </a:p>
          <a:p>
            <a:pPr marL="514350" indent="-514350">
              <a:buFont typeface="+mj-lt"/>
              <a:buAutoNum type="arabicPeriod"/>
            </a:pPr>
            <a:endParaRPr lang="en-US" sz="2400" dirty="0">
              <a:latin typeface="Cambria Math" panose="02040503050406030204" pitchFamily="18" charset="0"/>
              <a:cs typeface="Arial" panose="020B0604020202020204" pitchFamily="34" charset="0"/>
            </a:endParaRPr>
          </a:p>
          <a:p>
            <a:pPr marL="0" indent="0">
              <a:buNone/>
            </a:pPr>
            <a:endParaRPr lang="en-US" dirty="0">
              <a:latin typeface="Cambria Math" panose="02040503050406030204" pitchFamily="18" charset="0"/>
              <a:cs typeface="Arial" panose="020B0604020202020204" pitchFamily="34" charset="0"/>
            </a:endParaRPr>
          </a:p>
        </p:txBody>
      </p:sp>
      <p:graphicFrame>
        <p:nvGraphicFramePr>
          <p:cNvPr id="2" name="Table 1">
            <a:extLst>
              <a:ext uri="{FF2B5EF4-FFF2-40B4-BE49-F238E27FC236}">
                <a16:creationId xmlns:a16="http://schemas.microsoft.com/office/drawing/2014/main" id="{6E5F3772-A6C6-D365-F495-BB34F64E4967}"/>
              </a:ext>
            </a:extLst>
          </p:cNvPr>
          <p:cNvGraphicFramePr>
            <a:graphicFrameLocks noGrp="1"/>
          </p:cNvGraphicFramePr>
          <p:nvPr>
            <p:extLst>
              <p:ext uri="{D42A27DB-BD31-4B8C-83A1-F6EECF244321}">
                <p14:modId xmlns:p14="http://schemas.microsoft.com/office/powerpoint/2010/main" val="1456956848"/>
              </p:ext>
            </p:extLst>
          </p:nvPr>
        </p:nvGraphicFramePr>
        <p:xfrm>
          <a:off x="1751012" y="2057400"/>
          <a:ext cx="8869680" cy="4693920"/>
        </p:xfrm>
        <a:graphic>
          <a:graphicData uri="http://schemas.openxmlformats.org/drawingml/2006/table">
            <a:tbl>
              <a:tblPr firstRow="1" bandRow="1">
                <a:tableStyleId>{7E9639D4-E3E2-4D34-9284-5A2195B3D0D7}</a:tableStyleId>
              </a:tblPr>
              <a:tblGrid>
                <a:gridCol w="640080">
                  <a:extLst>
                    <a:ext uri="{9D8B030D-6E8A-4147-A177-3AD203B41FA5}">
                      <a16:colId xmlns:a16="http://schemas.microsoft.com/office/drawing/2014/main" val="3187280461"/>
                    </a:ext>
                  </a:extLst>
                </a:gridCol>
                <a:gridCol w="8229600">
                  <a:extLst>
                    <a:ext uri="{9D8B030D-6E8A-4147-A177-3AD203B41FA5}">
                      <a16:colId xmlns:a16="http://schemas.microsoft.com/office/drawing/2014/main" val="2007790319"/>
                    </a:ext>
                  </a:extLst>
                </a:gridCol>
              </a:tblGrid>
              <a:tr h="243500">
                <a:tc>
                  <a:txBody>
                    <a:bodyPr/>
                    <a:lstStyle/>
                    <a:p>
                      <a:r>
                        <a:rPr lang="en-US" sz="1400" dirty="0">
                          <a:solidFill>
                            <a:schemeClr val="tx1"/>
                          </a:solidFill>
                        </a:rPr>
                        <a:t>Line</a:t>
                      </a:r>
                    </a:p>
                  </a:txBody>
                  <a:tcPr>
                    <a:solidFill>
                      <a:schemeClr val="bg1"/>
                    </a:solidFill>
                  </a:tcPr>
                </a:tc>
                <a:tc>
                  <a:txBody>
                    <a:bodyPr/>
                    <a:lstStyle/>
                    <a:p>
                      <a:r>
                        <a:rPr lang="en-US" sz="1400" dirty="0">
                          <a:solidFill>
                            <a:schemeClr val="tx1"/>
                          </a:solidFill>
                        </a:rPr>
                        <a:t>Pseudocode</a:t>
                      </a:r>
                    </a:p>
                  </a:txBody>
                  <a:tcPr>
                    <a:solidFill>
                      <a:schemeClr val="bg1"/>
                    </a:solidFill>
                  </a:tcPr>
                </a:tc>
                <a:extLst>
                  <a:ext uri="{0D108BD9-81ED-4DB2-BD59-A6C34878D82A}">
                    <a16:rowId xmlns:a16="http://schemas.microsoft.com/office/drawing/2014/main" val="2508094747"/>
                  </a:ext>
                </a:extLst>
              </a:tr>
              <a:tr h="232431">
                <a:tc>
                  <a:txBody>
                    <a:bodyPr/>
                    <a:lstStyle/>
                    <a:p>
                      <a:pPr algn="r"/>
                      <a:r>
                        <a:rPr lang="en-US" sz="1200" dirty="0">
                          <a:solidFill>
                            <a:schemeClr val="bg1">
                              <a:lumMod val="75000"/>
                            </a:schemeClr>
                          </a:solidFill>
                        </a:rPr>
                        <a:t>1</a:t>
                      </a:r>
                    </a:p>
                  </a:txBody>
                  <a:tcPr>
                    <a:solidFill>
                      <a:schemeClr val="bg1"/>
                    </a:solidFill>
                  </a:tcPr>
                </a:tc>
                <a:tc>
                  <a:txBody>
                    <a:bodyPr/>
                    <a:lstStyle/>
                    <a:p>
                      <a:r>
                        <a:rPr lang="en-US" sz="1200" dirty="0">
                          <a:solidFill>
                            <a:schemeClr val="bg1">
                              <a:lumMod val="75000"/>
                            </a:schemeClr>
                          </a:solidFill>
                          <a:latin typeface="Consolas" panose="020B0609020204030204" pitchFamily="49" charset="0"/>
                        </a:rPr>
                        <a:t>w </a:t>
                      </a:r>
                      <a:r>
                        <a:rPr lang="en-US" sz="1200" dirty="0">
                          <a:solidFill>
                            <a:schemeClr val="bg1">
                              <a:lumMod val="75000"/>
                            </a:schemeClr>
                          </a:solidFill>
                          <a:latin typeface="Consolas" panose="020B0609020204030204" pitchFamily="49" charset="0"/>
                          <a:sym typeface="Wingdings" panose="05000000000000000000" pitchFamily="2" charset="2"/>
                        </a:rPr>
                        <a:t> a vector of “n” elements initialized randomly or with 0 </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1057160213"/>
                  </a:ext>
                </a:extLst>
              </a:tr>
              <a:tr h="232431">
                <a:tc>
                  <a:txBody>
                    <a:bodyPr/>
                    <a:lstStyle/>
                    <a:p>
                      <a:pPr algn="r"/>
                      <a:r>
                        <a:rPr lang="en-US" sz="1200" dirty="0">
                          <a:solidFill>
                            <a:schemeClr val="bg1">
                              <a:lumMod val="75000"/>
                            </a:schemeClr>
                          </a:solidFill>
                        </a:rPr>
                        <a:t>2</a:t>
                      </a:r>
                    </a:p>
                  </a:txBody>
                  <a:tcPr>
                    <a:solidFill>
                      <a:schemeClr val="bg1"/>
                    </a:solidFill>
                  </a:tcPr>
                </a:tc>
                <a:tc>
                  <a:txBody>
                    <a:bodyPr/>
                    <a:lstStyle/>
                    <a:p>
                      <a:r>
                        <a:rPr lang="en-US" sz="1200" dirty="0">
                          <a:solidFill>
                            <a:schemeClr val="bg1">
                              <a:lumMod val="75000"/>
                            </a:schemeClr>
                          </a:solidFill>
                          <a:latin typeface="Consolas" panose="020B0609020204030204" pitchFamily="49" charset="0"/>
                        </a:rPr>
                        <a:t>trainset </a:t>
                      </a:r>
                      <a:r>
                        <a:rPr lang="en-US" sz="1200" dirty="0">
                          <a:solidFill>
                            <a:schemeClr val="bg1">
                              <a:lumMod val="75000"/>
                            </a:schemeClr>
                          </a:solidFill>
                          <a:latin typeface="Consolas" panose="020B0609020204030204" pitchFamily="49" charset="0"/>
                          <a:sym typeface="Wingdings" panose="05000000000000000000" pitchFamily="2" charset="2"/>
                        </a:rPr>
                        <a:t> the training set</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2973704334"/>
                  </a:ext>
                </a:extLst>
              </a:tr>
              <a:tr h="232431">
                <a:tc>
                  <a:txBody>
                    <a:bodyPr/>
                    <a:lstStyle/>
                    <a:p>
                      <a:pPr algn="r"/>
                      <a:r>
                        <a:rPr lang="en-US" sz="1200" dirty="0">
                          <a:solidFill>
                            <a:schemeClr val="bg1">
                              <a:lumMod val="75000"/>
                            </a:schemeClr>
                          </a:solidFill>
                        </a:rPr>
                        <a:t>3</a:t>
                      </a:r>
                    </a:p>
                  </a:txBody>
                  <a:tcPr>
                    <a:solidFill>
                      <a:schemeClr val="bg1"/>
                    </a:solidFill>
                  </a:tcPr>
                </a:tc>
                <a:tc>
                  <a:txBody>
                    <a:bodyPr/>
                    <a:lstStyle/>
                    <a:p>
                      <a:r>
                        <a:rPr lang="el-GR" sz="1200" dirty="0">
                          <a:solidFill>
                            <a:schemeClr val="bg1">
                              <a:lumMod val="75000"/>
                            </a:schemeClr>
                          </a:solidFill>
                          <a:latin typeface="Consolas" panose="020B0609020204030204" pitchFamily="49" charset="0"/>
                        </a:rPr>
                        <a:t>α</a:t>
                      </a:r>
                      <a:r>
                        <a:rPr lang="en-US" sz="1200" dirty="0">
                          <a:solidFill>
                            <a:schemeClr val="bg1">
                              <a:lumMod val="75000"/>
                            </a:schemeClr>
                          </a:solidFill>
                          <a:latin typeface="Consolas" panose="020B0609020204030204" pitchFamily="49" charset="0"/>
                        </a:rPr>
                        <a:t> </a:t>
                      </a:r>
                      <a:r>
                        <a:rPr lang="en-US" sz="1200" dirty="0">
                          <a:solidFill>
                            <a:schemeClr val="bg1">
                              <a:lumMod val="75000"/>
                            </a:schemeClr>
                          </a:solidFill>
                          <a:latin typeface="Consolas" panose="020B0609020204030204" pitchFamily="49" charset="0"/>
                          <a:sym typeface="Wingdings" panose="05000000000000000000" pitchFamily="2" charset="2"/>
                        </a:rPr>
                        <a:t> 0.01 // learning rate</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760439933"/>
                  </a:ext>
                </a:extLst>
              </a:tr>
              <a:tr h="232431">
                <a:tc>
                  <a:txBody>
                    <a:bodyPr/>
                    <a:lstStyle/>
                    <a:p>
                      <a:pPr algn="r"/>
                      <a:r>
                        <a:rPr lang="en-US" sz="1200" dirty="0">
                          <a:solidFill>
                            <a:schemeClr val="bg1">
                              <a:lumMod val="75000"/>
                            </a:schemeClr>
                          </a:solidFill>
                        </a:rPr>
                        <a:t>4</a:t>
                      </a:r>
                    </a:p>
                  </a:txBody>
                  <a:tcPr>
                    <a:solidFill>
                      <a:schemeClr val="bg1"/>
                    </a:solidFill>
                  </a:tcPr>
                </a:tc>
                <a:tc>
                  <a:txBody>
                    <a:bodyPr/>
                    <a:lstStyle/>
                    <a:p>
                      <a:r>
                        <a:rPr lang="el-GR" sz="1200" dirty="0">
                          <a:solidFill>
                            <a:schemeClr val="bg1">
                              <a:lumMod val="75000"/>
                            </a:schemeClr>
                          </a:solidFill>
                          <a:latin typeface="Arial" panose="020B0604020202020204" pitchFamily="34" charset="0"/>
                          <a:cs typeface="Arial" panose="020B0604020202020204" pitchFamily="34" charset="0"/>
                        </a:rPr>
                        <a:t>β</a:t>
                      </a:r>
                      <a:r>
                        <a:rPr lang="en-US" sz="1200" dirty="0">
                          <a:solidFill>
                            <a:schemeClr val="bg1">
                              <a:lumMod val="75000"/>
                            </a:schemeClr>
                          </a:solidFill>
                          <a:latin typeface="Consolas" panose="020B0609020204030204" pitchFamily="49" charset="0"/>
                        </a:rPr>
                        <a:t> </a:t>
                      </a:r>
                      <a:r>
                        <a:rPr lang="en-US" sz="1200" dirty="0">
                          <a:solidFill>
                            <a:schemeClr val="bg1">
                              <a:lumMod val="75000"/>
                            </a:schemeClr>
                          </a:solidFill>
                          <a:latin typeface="Consolas" panose="020B0609020204030204" pitchFamily="49" charset="0"/>
                          <a:sym typeface="Wingdings" panose="05000000000000000000" pitchFamily="2" charset="2"/>
                        </a:rPr>
                        <a:t> a random value or 0</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1927517492"/>
                  </a:ext>
                </a:extLst>
              </a:tr>
              <a:tr h="232431">
                <a:tc>
                  <a:txBody>
                    <a:bodyPr/>
                    <a:lstStyle/>
                    <a:p>
                      <a:pPr algn="r"/>
                      <a:r>
                        <a:rPr lang="en-US" sz="1200" dirty="0">
                          <a:solidFill>
                            <a:schemeClr val="bg1">
                              <a:lumMod val="75000"/>
                            </a:schemeClr>
                          </a:solidFill>
                        </a:rPr>
                        <a:t>5</a:t>
                      </a:r>
                    </a:p>
                  </a:txBody>
                  <a:tcPr>
                    <a:solidFill>
                      <a:schemeClr val="bg1"/>
                    </a:solidFill>
                  </a:tcPr>
                </a:tc>
                <a:tc>
                  <a:txBody>
                    <a:bodyPr/>
                    <a:lstStyle/>
                    <a:p>
                      <a:r>
                        <a:rPr lang="en-US" sz="1200" b="1" dirty="0">
                          <a:solidFill>
                            <a:schemeClr val="bg1">
                              <a:lumMod val="75000"/>
                            </a:schemeClr>
                          </a:solidFill>
                          <a:latin typeface="Consolas" panose="020B0609020204030204" pitchFamily="49" charset="0"/>
                        </a:rPr>
                        <a:t>repeat</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1171392527"/>
                  </a:ext>
                </a:extLst>
              </a:tr>
              <a:tr h="232431">
                <a:tc>
                  <a:txBody>
                    <a:bodyPr/>
                    <a:lstStyle/>
                    <a:p>
                      <a:pPr algn="r"/>
                      <a:r>
                        <a:rPr lang="en-US" sz="1200" dirty="0"/>
                        <a:t>6</a:t>
                      </a:r>
                    </a:p>
                  </a:txBody>
                  <a:tcPr>
                    <a:solidFill>
                      <a:schemeClr val="bg1"/>
                    </a:solidFill>
                  </a:tcPr>
                </a:tc>
                <a:tc>
                  <a:txBody>
                    <a:bodyPr/>
                    <a:lstStyle/>
                    <a:p>
                      <a:r>
                        <a:rPr lang="en-US" sz="1200" dirty="0">
                          <a:latin typeface="Consolas" panose="020B0609020204030204" pitchFamily="49" charset="0"/>
                        </a:rPr>
                        <a:t>  </a:t>
                      </a:r>
                      <a:r>
                        <a:rPr lang="el-GR" sz="1200" dirty="0">
                          <a:latin typeface="Arial" panose="020B0604020202020204" pitchFamily="34" charset="0"/>
                          <a:cs typeface="Arial" panose="020B0604020202020204" pitchFamily="34" charset="0"/>
                        </a:rPr>
                        <a:t>Δ</a:t>
                      </a:r>
                      <a:r>
                        <a:rPr lang="en-US" sz="1200" dirty="0">
                          <a:latin typeface="Arial" panose="020B0604020202020204" pitchFamily="34" charset="0"/>
                          <a:cs typeface="Arial" panose="020B0604020202020204" pitchFamily="34" charset="0"/>
                        </a:rPr>
                        <a:t> </a:t>
                      </a:r>
                      <a:r>
                        <a:rPr lang="en-US" sz="1200" dirty="0">
                          <a:latin typeface="Consolas" panose="020B0609020204030204" pitchFamily="49" charset="0"/>
                          <a:sym typeface="Wingdings" panose="05000000000000000000" pitchFamily="2" charset="2"/>
                        </a:rPr>
                        <a:t> a vector filled with 0 (zeros) of size “n”</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3270777680"/>
                  </a:ext>
                </a:extLst>
              </a:tr>
              <a:tr h="232431">
                <a:tc>
                  <a:txBody>
                    <a:bodyPr/>
                    <a:lstStyle/>
                    <a:p>
                      <a:pPr algn="r"/>
                      <a:r>
                        <a:rPr lang="en-US" sz="1200" dirty="0"/>
                        <a:t>7</a:t>
                      </a:r>
                    </a:p>
                  </a:txBody>
                  <a:tcPr>
                    <a:solidFill>
                      <a:schemeClr val="bg1"/>
                    </a:solidFill>
                  </a:tcPr>
                </a:tc>
                <a:tc>
                  <a:txBody>
                    <a:bodyPr/>
                    <a:lstStyle/>
                    <a:p>
                      <a:r>
                        <a:rPr lang="en-US" sz="1200" dirty="0">
                          <a:latin typeface="Consolas" panose="020B0609020204030204" pitchFamily="49" charset="0"/>
                        </a:rPr>
                        <a:t>  </a:t>
                      </a:r>
                      <a:r>
                        <a:rPr lang="el-GR" sz="1200" dirty="0">
                          <a:latin typeface="Arial" panose="020B0604020202020204" pitchFamily="34" charset="0"/>
                          <a:cs typeface="Arial" panose="020B0604020202020204" pitchFamily="34" charset="0"/>
                        </a:rPr>
                        <a:t>Β</a:t>
                      </a:r>
                      <a:r>
                        <a:rPr lang="en-US" sz="1200" dirty="0">
                          <a:latin typeface="Arial" panose="020B0604020202020204" pitchFamily="34" charset="0"/>
                          <a:cs typeface="Arial" panose="020B0604020202020204" pitchFamily="34" charset="0"/>
                        </a:rPr>
                        <a:t> </a:t>
                      </a:r>
                      <a:r>
                        <a:rPr lang="en-US" sz="1200" dirty="0">
                          <a:latin typeface="Consolas" panose="020B0609020204030204" pitchFamily="49" charset="0"/>
                          <a:sym typeface="Wingdings" panose="05000000000000000000" pitchFamily="2" charset="2"/>
                        </a:rPr>
                        <a:t> 0 // a temporary threshold</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3465717620"/>
                  </a:ext>
                </a:extLst>
              </a:tr>
              <a:tr h="232431">
                <a:tc>
                  <a:txBody>
                    <a:bodyPr/>
                    <a:lstStyle/>
                    <a:p>
                      <a:pPr algn="r"/>
                      <a:r>
                        <a:rPr lang="en-US" sz="1200" dirty="0">
                          <a:solidFill>
                            <a:schemeClr val="bg1">
                              <a:lumMod val="75000"/>
                            </a:schemeClr>
                          </a:solidFill>
                        </a:rPr>
                        <a:t>8</a:t>
                      </a:r>
                    </a:p>
                  </a:txBody>
                  <a:tcPr>
                    <a:solidFill>
                      <a:schemeClr val="bg1"/>
                    </a:solidFill>
                  </a:tcPr>
                </a:tc>
                <a:tc>
                  <a:txBody>
                    <a:bodyPr/>
                    <a:lstStyle/>
                    <a:p>
                      <a:r>
                        <a:rPr lang="en-US" sz="1200" b="1" dirty="0">
                          <a:solidFill>
                            <a:schemeClr val="bg1">
                              <a:lumMod val="75000"/>
                            </a:schemeClr>
                          </a:solidFill>
                          <a:latin typeface="Consolas" panose="020B0609020204030204" pitchFamily="49" charset="0"/>
                        </a:rPr>
                        <a:t>  foreach</a:t>
                      </a:r>
                      <a:r>
                        <a:rPr lang="en-US" sz="1200" dirty="0">
                          <a:solidFill>
                            <a:schemeClr val="bg1">
                              <a:lumMod val="75000"/>
                            </a:schemeClr>
                          </a:solidFill>
                          <a:latin typeface="Consolas" panose="020B0609020204030204" pitchFamily="49" charset="0"/>
                        </a:rPr>
                        <a:t> sample </a:t>
                      </a:r>
                      <a:r>
                        <a:rPr lang="en-US" sz="1200" b="1" dirty="0">
                          <a:solidFill>
                            <a:schemeClr val="bg1">
                              <a:lumMod val="75000"/>
                            </a:schemeClr>
                          </a:solidFill>
                          <a:latin typeface="Consolas" panose="020B0609020204030204" pitchFamily="49" charset="0"/>
                        </a:rPr>
                        <a:t>in</a:t>
                      </a:r>
                      <a:r>
                        <a:rPr lang="en-US" sz="1200" dirty="0">
                          <a:solidFill>
                            <a:schemeClr val="bg1">
                              <a:lumMod val="75000"/>
                            </a:schemeClr>
                          </a:solidFill>
                          <a:latin typeface="Consolas" panose="020B0609020204030204" pitchFamily="49" charset="0"/>
                        </a:rPr>
                        <a:t> trainset</a:t>
                      </a:r>
                    </a:p>
                  </a:txBody>
                  <a:tcPr>
                    <a:solidFill>
                      <a:schemeClr val="bg1"/>
                    </a:solidFill>
                  </a:tcPr>
                </a:tc>
                <a:extLst>
                  <a:ext uri="{0D108BD9-81ED-4DB2-BD59-A6C34878D82A}">
                    <a16:rowId xmlns:a16="http://schemas.microsoft.com/office/drawing/2014/main" val="130492628"/>
                  </a:ext>
                </a:extLst>
              </a:tr>
              <a:tr h="232431">
                <a:tc>
                  <a:txBody>
                    <a:bodyPr/>
                    <a:lstStyle/>
                    <a:p>
                      <a:pPr algn="r"/>
                      <a:r>
                        <a:rPr lang="en-US" sz="1200" dirty="0">
                          <a:solidFill>
                            <a:schemeClr val="bg1">
                              <a:lumMod val="75000"/>
                            </a:schemeClr>
                          </a:solidFill>
                        </a:rPr>
                        <a:t>9</a:t>
                      </a:r>
                    </a:p>
                  </a:txBody>
                  <a:tcPr>
                    <a:solidFill>
                      <a:schemeClr val="bg1"/>
                    </a:solidFill>
                  </a:tcPr>
                </a:tc>
                <a:tc>
                  <a:txBody>
                    <a:bodyPr/>
                    <a:lstStyle/>
                    <a:p>
                      <a:r>
                        <a:rPr lang="en-US" sz="1200" dirty="0">
                          <a:solidFill>
                            <a:schemeClr val="bg1">
                              <a:lumMod val="75000"/>
                            </a:schemeClr>
                          </a:solidFill>
                          <a:latin typeface="Consolas" panose="020B0609020204030204" pitchFamily="49" charset="0"/>
                        </a:rPr>
                        <a:t>    classified </a:t>
                      </a:r>
                      <a:r>
                        <a:rPr lang="en-US" sz="1200" dirty="0">
                          <a:solidFill>
                            <a:schemeClr val="bg1">
                              <a:lumMod val="75000"/>
                            </a:schemeClr>
                          </a:solidFill>
                          <a:latin typeface="Consolas" panose="020B0609020204030204" pitchFamily="49" charset="0"/>
                          <a:sym typeface="Wingdings" panose="05000000000000000000" pitchFamily="2" charset="2"/>
                        </a:rPr>
                        <a:t> </a:t>
                      </a:r>
                      <a:r>
                        <a:rPr lang="en-US" sz="1200" b="1" dirty="0">
                          <a:solidFill>
                            <a:schemeClr val="bg1">
                              <a:lumMod val="75000"/>
                            </a:schemeClr>
                          </a:solidFill>
                          <a:latin typeface="Consolas" panose="020B0609020204030204" pitchFamily="49" charset="0"/>
                          <a:sym typeface="Wingdings" panose="05000000000000000000" pitchFamily="2" charset="2"/>
                        </a:rPr>
                        <a:t>positive</a:t>
                      </a:r>
                      <a:r>
                        <a:rPr lang="en-US" sz="1200" dirty="0">
                          <a:solidFill>
                            <a:schemeClr val="bg1">
                              <a:lumMod val="75000"/>
                            </a:schemeClr>
                          </a:solidFill>
                          <a:latin typeface="Consolas" panose="020B0609020204030204" pitchFamily="49" charset="0"/>
                          <a:sym typeface="Wingdings" panose="05000000000000000000" pitchFamily="2" charset="2"/>
                        </a:rPr>
                        <a:t>(</a:t>
                      </a:r>
                      <a:r>
                        <a:rPr lang="en-US" sz="1200" dirty="0" err="1">
                          <a:solidFill>
                            <a:schemeClr val="bg1">
                              <a:lumMod val="75000"/>
                            </a:schemeClr>
                          </a:solidFill>
                          <a:latin typeface="Consolas" panose="020B0609020204030204" pitchFamily="49" charset="0"/>
                          <a:sym typeface="Wingdings" panose="05000000000000000000" pitchFamily="2" charset="2"/>
                        </a:rPr>
                        <a:t>sample.label</a:t>
                      </a:r>
                      <a:r>
                        <a:rPr lang="en-US" sz="1200" dirty="0">
                          <a:solidFill>
                            <a:schemeClr val="bg1">
                              <a:lumMod val="75000"/>
                            </a:schemeClr>
                          </a:solidFill>
                          <a:latin typeface="Consolas" panose="020B0609020204030204" pitchFamily="49" charset="0"/>
                          <a:sym typeface="Wingdings" panose="05000000000000000000" pitchFamily="2" charset="2"/>
                        </a:rPr>
                        <a:t> x (</a:t>
                      </a:r>
                      <a:r>
                        <a:rPr lang="en-US" sz="1200" b="1" dirty="0" err="1">
                          <a:solidFill>
                            <a:schemeClr val="bg1">
                              <a:lumMod val="75000"/>
                            </a:schemeClr>
                          </a:solidFill>
                          <a:latin typeface="Consolas" panose="020B0609020204030204" pitchFamily="49" charset="0"/>
                          <a:sym typeface="Wingdings" panose="05000000000000000000" pitchFamily="2" charset="2"/>
                        </a:rPr>
                        <a:t>dotproduct</a:t>
                      </a:r>
                      <a:r>
                        <a:rPr lang="en-US" sz="1200" dirty="0">
                          <a:solidFill>
                            <a:schemeClr val="bg1">
                              <a:lumMod val="75000"/>
                            </a:schemeClr>
                          </a:solidFill>
                          <a:latin typeface="Consolas" panose="020B0609020204030204" pitchFamily="49" charset="0"/>
                          <a:sym typeface="Wingdings" panose="05000000000000000000" pitchFamily="2" charset="2"/>
                        </a:rPr>
                        <a:t>(</a:t>
                      </a:r>
                      <a:r>
                        <a:rPr lang="en-US" sz="1200" dirty="0" err="1">
                          <a:solidFill>
                            <a:schemeClr val="bg1">
                              <a:lumMod val="75000"/>
                            </a:schemeClr>
                          </a:solidFill>
                          <a:latin typeface="Consolas" panose="020B0609020204030204" pitchFamily="49" charset="0"/>
                          <a:sym typeface="Wingdings" panose="05000000000000000000" pitchFamily="2" charset="2"/>
                        </a:rPr>
                        <a:t>sample.input,w</a:t>
                      </a:r>
                      <a:r>
                        <a:rPr lang="en-US" sz="1200" dirty="0">
                          <a:solidFill>
                            <a:schemeClr val="bg1">
                              <a:lumMod val="75000"/>
                            </a:schemeClr>
                          </a:solidFill>
                          <a:latin typeface="Consolas" panose="020B0609020204030204" pitchFamily="49" charset="0"/>
                          <a:sym typeface="Wingdings" panose="05000000000000000000" pitchFamily="2" charset="2"/>
                        </a:rPr>
                        <a:t>) + </a:t>
                      </a:r>
                      <a:r>
                        <a:rPr lang="el-GR" sz="1200" dirty="0">
                          <a:solidFill>
                            <a:schemeClr val="bg1">
                              <a:lumMod val="75000"/>
                            </a:schemeClr>
                          </a:solidFill>
                          <a:latin typeface="Arial" panose="020B0604020202020204" pitchFamily="34" charset="0"/>
                          <a:cs typeface="Arial" panose="020B0604020202020204" pitchFamily="34" charset="0"/>
                        </a:rPr>
                        <a:t>β</a:t>
                      </a:r>
                      <a:r>
                        <a:rPr lang="en-US" sz="1200" dirty="0">
                          <a:solidFill>
                            <a:schemeClr val="bg1">
                              <a:lumMod val="75000"/>
                            </a:schemeClr>
                          </a:solidFill>
                          <a:latin typeface="Consolas" panose="020B0609020204030204" pitchFamily="49" charset="0"/>
                          <a:sym typeface="Wingdings" panose="05000000000000000000" pitchFamily="2" charset="2"/>
                        </a:rPr>
                        <a:t>))&gt;0</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3691233306"/>
                  </a:ext>
                </a:extLst>
              </a:tr>
              <a:tr h="232431">
                <a:tc>
                  <a:txBody>
                    <a:bodyPr/>
                    <a:lstStyle/>
                    <a:p>
                      <a:pPr algn="r"/>
                      <a:r>
                        <a:rPr lang="en-US" sz="1200" dirty="0">
                          <a:solidFill>
                            <a:schemeClr val="bg1">
                              <a:lumMod val="75000"/>
                            </a:schemeClr>
                          </a:solidFill>
                        </a:rPr>
                        <a:t>10</a:t>
                      </a:r>
                    </a:p>
                  </a:txBody>
                  <a:tcPr>
                    <a:solidFill>
                      <a:schemeClr val="bg1"/>
                    </a:solidFill>
                  </a:tcPr>
                </a:tc>
                <a:tc>
                  <a:txBody>
                    <a:bodyPr/>
                    <a:lstStyle/>
                    <a:p>
                      <a:r>
                        <a:rPr lang="en-US" sz="1200" dirty="0">
                          <a:solidFill>
                            <a:schemeClr val="bg1">
                              <a:lumMod val="75000"/>
                            </a:schemeClr>
                          </a:solidFill>
                          <a:latin typeface="Consolas" panose="020B0609020204030204" pitchFamily="49" charset="0"/>
                        </a:rPr>
                        <a:t>    </a:t>
                      </a:r>
                      <a:r>
                        <a:rPr lang="en-US" sz="1200" b="1" dirty="0">
                          <a:solidFill>
                            <a:schemeClr val="bg1">
                              <a:lumMod val="75000"/>
                            </a:schemeClr>
                          </a:solidFill>
                          <a:latin typeface="Consolas" panose="020B0609020204030204" pitchFamily="49" charset="0"/>
                        </a:rPr>
                        <a:t>if</a:t>
                      </a:r>
                      <a:r>
                        <a:rPr lang="en-US" sz="1200" dirty="0">
                          <a:solidFill>
                            <a:schemeClr val="bg1">
                              <a:lumMod val="75000"/>
                            </a:schemeClr>
                          </a:solidFill>
                          <a:latin typeface="Consolas" panose="020B0609020204030204" pitchFamily="49" charset="0"/>
                        </a:rPr>
                        <a:t> classified </a:t>
                      </a:r>
                      <a:r>
                        <a:rPr lang="en-US" sz="1200" b="1" dirty="0">
                          <a:solidFill>
                            <a:schemeClr val="bg1">
                              <a:lumMod val="75000"/>
                            </a:schemeClr>
                          </a:solidFill>
                          <a:latin typeface="Consolas" panose="020B0609020204030204" pitchFamily="49" charset="0"/>
                        </a:rPr>
                        <a:t>then</a:t>
                      </a:r>
                      <a:r>
                        <a:rPr lang="en-US" sz="1200" dirty="0">
                          <a:solidFill>
                            <a:schemeClr val="bg1">
                              <a:lumMod val="75000"/>
                            </a:schemeClr>
                          </a:solidFill>
                          <a:latin typeface="Consolas" panose="020B0609020204030204" pitchFamily="49" charset="0"/>
                        </a:rPr>
                        <a:t> </a:t>
                      </a:r>
                      <a:r>
                        <a:rPr lang="en-US" sz="1200" b="1" dirty="0">
                          <a:solidFill>
                            <a:schemeClr val="bg1">
                              <a:lumMod val="75000"/>
                            </a:schemeClr>
                          </a:solidFill>
                          <a:latin typeface="Consolas" panose="020B0609020204030204" pitchFamily="49" charset="0"/>
                        </a:rPr>
                        <a:t>continue</a:t>
                      </a:r>
                    </a:p>
                  </a:txBody>
                  <a:tcPr>
                    <a:solidFill>
                      <a:schemeClr val="bg1"/>
                    </a:solidFill>
                  </a:tcPr>
                </a:tc>
                <a:extLst>
                  <a:ext uri="{0D108BD9-81ED-4DB2-BD59-A6C34878D82A}">
                    <a16:rowId xmlns:a16="http://schemas.microsoft.com/office/drawing/2014/main" val="4260882290"/>
                  </a:ext>
                </a:extLst>
              </a:tr>
              <a:tr h="232431">
                <a:tc>
                  <a:txBody>
                    <a:bodyPr/>
                    <a:lstStyle/>
                    <a:p>
                      <a:pPr algn="r"/>
                      <a:r>
                        <a:rPr lang="en-US" sz="1200" dirty="0">
                          <a:solidFill>
                            <a:schemeClr val="bg1">
                              <a:lumMod val="75000"/>
                            </a:schemeClr>
                          </a:solidFill>
                        </a:rPr>
                        <a:t>11</a:t>
                      </a:r>
                    </a:p>
                  </a:txBody>
                  <a:tcPr>
                    <a:solidFill>
                      <a:schemeClr val="bg1"/>
                    </a:solidFill>
                  </a:tcPr>
                </a:tc>
                <a:tc>
                  <a:txBody>
                    <a:bodyPr/>
                    <a:lstStyle/>
                    <a:p>
                      <a:r>
                        <a:rPr lang="en-US" sz="1200" dirty="0">
                          <a:solidFill>
                            <a:schemeClr val="bg1">
                              <a:lumMod val="75000"/>
                            </a:schemeClr>
                          </a:solidFill>
                          <a:latin typeface="Consolas" panose="020B0609020204030204" pitchFamily="49" charset="0"/>
                        </a:rPr>
                        <a:t>    </a:t>
                      </a:r>
                      <a:r>
                        <a:rPr lang="el-GR" sz="1200" dirty="0">
                          <a:solidFill>
                            <a:schemeClr val="bg1">
                              <a:lumMod val="75000"/>
                            </a:schemeClr>
                          </a:solidFill>
                          <a:latin typeface="Arial" panose="020B0604020202020204" pitchFamily="34" charset="0"/>
                          <a:cs typeface="Arial" panose="020B0604020202020204" pitchFamily="34" charset="0"/>
                        </a:rPr>
                        <a:t>Δ</a:t>
                      </a:r>
                      <a:r>
                        <a:rPr lang="en-US" sz="1200" dirty="0">
                          <a:solidFill>
                            <a:schemeClr val="bg1">
                              <a:lumMod val="75000"/>
                            </a:schemeClr>
                          </a:solidFill>
                          <a:latin typeface="Consolas" panose="020B0609020204030204" pitchFamily="49" charset="0"/>
                        </a:rPr>
                        <a:t> </a:t>
                      </a:r>
                      <a:r>
                        <a:rPr lang="en-US" sz="1200" dirty="0">
                          <a:solidFill>
                            <a:schemeClr val="bg1">
                              <a:lumMod val="75000"/>
                            </a:schemeClr>
                          </a:solidFill>
                          <a:latin typeface="Consolas" panose="020B0609020204030204" pitchFamily="49" charset="0"/>
                          <a:sym typeface="Wingdings" panose="05000000000000000000" pitchFamily="2" charset="2"/>
                        </a:rPr>
                        <a:t> </a:t>
                      </a:r>
                      <a:r>
                        <a:rPr lang="el-GR" sz="1200" dirty="0">
                          <a:solidFill>
                            <a:schemeClr val="bg1">
                              <a:lumMod val="75000"/>
                            </a:schemeClr>
                          </a:solidFill>
                          <a:latin typeface="Arial" panose="020B0604020202020204" pitchFamily="34" charset="0"/>
                          <a:cs typeface="Arial" panose="020B0604020202020204" pitchFamily="34" charset="0"/>
                        </a:rPr>
                        <a:t>Δ</a:t>
                      </a:r>
                      <a:r>
                        <a:rPr lang="en-US" sz="1200" dirty="0">
                          <a:solidFill>
                            <a:schemeClr val="bg1">
                              <a:lumMod val="75000"/>
                            </a:schemeClr>
                          </a:solidFill>
                          <a:latin typeface="Consolas" panose="020B0609020204030204" pitchFamily="49" charset="0"/>
                          <a:sym typeface="Wingdings" panose="05000000000000000000" pitchFamily="2" charset="2"/>
                        </a:rPr>
                        <a:t> + </a:t>
                      </a:r>
                      <a:r>
                        <a:rPr lang="en-US" sz="1200" dirty="0" err="1">
                          <a:solidFill>
                            <a:schemeClr val="bg1">
                              <a:lumMod val="75000"/>
                            </a:schemeClr>
                          </a:solidFill>
                          <a:latin typeface="Consolas" panose="020B0609020204030204" pitchFamily="49" charset="0"/>
                          <a:sym typeface="Wingdings" panose="05000000000000000000" pitchFamily="2" charset="2"/>
                        </a:rPr>
                        <a:t>sample.input</a:t>
                      </a:r>
                      <a:r>
                        <a:rPr lang="en-US" sz="1200" dirty="0">
                          <a:solidFill>
                            <a:schemeClr val="bg1">
                              <a:lumMod val="75000"/>
                            </a:schemeClr>
                          </a:solidFill>
                          <a:latin typeface="Consolas" panose="020B0609020204030204" pitchFamily="49" charset="0"/>
                          <a:sym typeface="Wingdings" panose="05000000000000000000" pitchFamily="2" charset="2"/>
                        </a:rPr>
                        <a:t> x </a:t>
                      </a:r>
                      <a:r>
                        <a:rPr lang="el-GR" sz="1200" dirty="0">
                          <a:solidFill>
                            <a:schemeClr val="bg1">
                              <a:lumMod val="75000"/>
                            </a:schemeClr>
                          </a:solidFill>
                          <a:latin typeface="Consolas" panose="020B0609020204030204" pitchFamily="49" charset="0"/>
                        </a:rPr>
                        <a:t>α</a:t>
                      </a:r>
                      <a:r>
                        <a:rPr lang="en-US" sz="1200" dirty="0">
                          <a:solidFill>
                            <a:schemeClr val="bg1">
                              <a:lumMod val="75000"/>
                            </a:schemeClr>
                          </a:solidFill>
                          <a:latin typeface="Consolas" panose="020B0609020204030204" pitchFamily="49" charset="0"/>
                        </a:rPr>
                        <a:t> </a:t>
                      </a:r>
                      <a:r>
                        <a:rPr lang="en-US" sz="1200" dirty="0">
                          <a:solidFill>
                            <a:schemeClr val="bg1">
                              <a:lumMod val="75000"/>
                            </a:schemeClr>
                          </a:solidFill>
                          <a:latin typeface="Consolas" panose="020B0609020204030204" pitchFamily="49" charset="0"/>
                          <a:sym typeface="Wingdings" panose="05000000000000000000" pitchFamily="2" charset="2"/>
                        </a:rPr>
                        <a:t>x </a:t>
                      </a:r>
                      <a:r>
                        <a:rPr lang="en-US" sz="1200" dirty="0" err="1">
                          <a:solidFill>
                            <a:schemeClr val="bg1">
                              <a:lumMod val="75000"/>
                            </a:schemeClr>
                          </a:solidFill>
                          <a:latin typeface="Consolas" panose="020B0609020204030204" pitchFamily="49" charset="0"/>
                          <a:sym typeface="Wingdings" panose="05000000000000000000" pitchFamily="2" charset="2"/>
                        </a:rPr>
                        <a:t>sample.label</a:t>
                      </a:r>
                      <a:r>
                        <a:rPr lang="en-US" sz="1200" dirty="0">
                          <a:solidFill>
                            <a:schemeClr val="bg1">
                              <a:lumMod val="75000"/>
                            </a:schemeClr>
                          </a:solidFill>
                          <a:latin typeface="Consolas" panose="020B0609020204030204" pitchFamily="49" charset="0"/>
                          <a:sym typeface="Wingdings" panose="05000000000000000000" pitchFamily="2" charset="2"/>
                        </a:rPr>
                        <a:t> </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4287305410"/>
                  </a:ext>
                </a:extLst>
              </a:tr>
              <a:tr h="232431">
                <a:tc>
                  <a:txBody>
                    <a:bodyPr/>
                    <a:lstStyle/>
                    <a:p>
                      <a:pPr algn="r"/>
                      <a:r>
                        <a:rPr lang="en-US" sz="1200" dirty="0">
                          <a:solidFill>
                            <a:schemeClr val="bg1">
                              <a:lumMod val="75000"/>
                            </a:schemeClr>
                          </a:solidFill>
                        </a:rPr>
                        <a:t>12</a:t>
                      </a:r>
                    </a:p>
                  </a:txBody>
                  <a:tcPr>
                    <a:solidFill>
                      <a:schemeClr val="bg1"/>
                    </a:solidFill>
                  </a:tcPr>
                </a:tc>
                <a:tc>
                  <a:txBody>
                    <a:bodyPr/>
                    <a:lstStyle/>
                    <a:p>
                      <a:r>
                        <a:rPr lang="en-US" sz="1200" dirty="0">
                          <a:solidFill>
                            <a:schemeClr val="bg1">
                              <a:lumMod val="75000"/>
                            </a:schemeClr>
                          </a:solidFill>
                          <a:latin typeface="Consolas" panose="020B0609020204030204" pitchFamily="49" charset="0"/>
                        </a:rPr>
                        <a:t>    </a:t>
                      </a:r>
                      <a:r>
                        <a:rPr lang="el-GR" sz="1200" dirty="0">
                          <a:solidFill>
                            <a:schemeClr val="bg1">
                              <a:lumMod val="75000"/>
                            </a:schemeClr>
                          </a:solidFill>
                          <a:latin typeface="Arial" panose="020B0604020202020204" pitchFamily="34" charset="0"/>
                          <a:cs typeface="Arial" panose="020B0604020202020204" pitchFamily="34" charset="0"/>
                        </a:rPr>
                        <a:t>Β</a:t>
                      </a:r>
                      <a:r>
                        <a:rPr lang="en-US" sz="1200" dirty="0">
                          <a:solidFill>
                            <a:schemeClr val="bg1">
                              <a:lumMod val="75000"/>
                            </a:schemeClr>
                          </a:solidFill>
                          <a:latin typeface="Consolas" panose="020B0609020204030204" pitchFamily="49" charset="0"/>
                        </a:rPr>
                        <a:t> </a:t>
                      </a:r>
                      <a:r>
                        <a:rPr lang="en-US" sz="1200" dirty="0">
                          <a:solidFill>
                            <a:schemeClr val="bg1">
                              <a:lumMod val="75000"/>
                            </a:schemeClr>
                          </a:solidFill>
                          <a:latin typeface="Consolas" panose="020B0609020204030204" pitchFamily="49" charset="0"/>
                          <a:sym typeface="Wingdings" panose="05000000000000000000" pitchFamily="2" charset="2"/>
                        </a:rPr>
                        <a:t> </a:t>
                      </a:r>
                      <a:r>
                        <a:rPr lang="el-GR" sz="1200" dirty="0">
                          <a:solidFill>
                            <a:schemeClr val="bg1">
                              <a:lumMod val="75000"/>
                            </a:schemeClr>
                          </a:solidFill>
                          <a:latin typeface="Arial" panose="020B0604020202020204" pitchFamily="34" charset="0"/>
                          <a:cs typeface="Arial" panose="020B0604020202020204" pitchFamily="34" charset="0"/>
                        </a:rPr>
                        <a:t>Β</a:t>
                      </a:r>
                      <a:r>
                        <a:rPr lang="en-US" sz="1200" dirty="0">
                          <a:solidFill>
                            <a:schemeClr val="bg1">
                              <a:lumMod val="75000"/>
                            </a:schemeClr>
                          </a:solidFill>
                          <a:latin typeface="Consolas" panose="020B0609020204030204" pitchFamily="49" charset="0"/>
                          <a:sym typeface="Wingdings" panose="05000000000000000000" pitchFamily="2" charset="2"/>
                        </a:rPr>
                        <a:t> + </a:t>
                      </a:r>
                      <a:r>
                        <a:rPr lang="el-GR" sz="1200" dirty="0">
                          <a:solidFill>
                            <a:schemeClr val="bg1">
                              <a:lumMod val="75000"/>
                            </a:schemeClr>
                          </a:solidFill>
                          <a:latin typeface="Consolas" panose="020B0609020204030204" pitchFamily="49" charset="0"/>
                        </a:rPr>
                        <a:t>α</a:t>
                      </a:r>
                      <a:r>
                        <a:rPr lang="en-US" sz="1200" dirty="0">
                          <a:solidFill>
                            <a:schemeClr val="bg1">
                              <a:lumMod val="75000"/>
                            </a:schemeClr>
                          </a:solidFill>
                          <a:latin typeface="Consolas" panose="020B0609020204030204" pitchFamily="49" charset="0"/>
                        </a:rPr>
                        <a:t> </a:t>
                      </a:r>
                      <a:r>
                        <a:rPr lang="en-US" sz="1200" dirty="0">
                          <a:solidFill>
                            <a:schemeClr val="bg1">
                              <a:lumMod val="75000"/>
                            </a:schemeClr>
                          </a:solidFill>
                          <a:latin typeface="Consolas" panose="020B0609020204030204" pitchFamily="49" charset="0"/>
                          <a:sym typeface="Wingdings" panose="05000000000000000000" pitchFamily="2" charset="2"/>
                        </a:rPr>
                        <a:t>x </a:t>
                      </a:r>
                      <a:r>
                        <a:rPr lang="en-US" sz="1200" dirty="0" err="1">
                          <a:solidFill>
                            <a:schemeClr val="bg1">
                              <a:lumMod val="75000"/>
                            </a:schemeClr>
                          </a:solidFill>
                          <a:latin typeface="Consolas" panose="020B0609020204030204" pitchFamily="49" charset="0"/>
                          <a:sym typeface="Wingdings" panose="05000000000000000000" pitchFamily="2" charset="2"/>
                        </a:rPr>
                        <a:t>sample.label</a:t>
                      </a:r>
                      <a:r>
                        <a:rPr lang="en-US" sz="1200" dirty="0">
                          <a:solidFill>
                            <a:schemeClr val="bg1">
                              <a:lumMod val="75000"/>
                            </a:schemeClr>
                          </a:solidFill>
                          <a:latin typeface="Consolas" panose="020B0609020204030204" pitchFamily="49" charset="0"/>
                          <a:sym typeface="Wingdings" panose="05000000000000000000" pitchFamily="2" charset="2"/>
                        </a:rPr>
                        <a:t> </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2436614671"/>
                  </a:ext>
                </a:extLst>
              </a:tr>
              <a:tr h="232431">
                <a:tc>
                  <a:txBody>
                    <a:bodyPr/>
                    <a:lstStyle/>
                    <a:p>
                      <a:pPr algn="r"/>
                      <a:r>
                        <a:rPr lang="en-US" sz="1200" dirty="0">
                          <a:solidFill>
                            <a:schemeClr val="bg1">
                              <a:lumMod val="75000"/>
                            </a:schemeClr>
                          </a:solidFill>
                        </a:rPr>
                        <a:t>13</a:t>
                      </a:r>
                    </a:p>
                  </a:txBody>
                  <a:tcPr>
                    <a:solidFill>
                      <a:schemeClr val="bg1"/>
                    </a:solidFill>
                  </a:tcPr>
                </a:tc>
                <a:tc>
                  <a:txBody>
                    <a:bodyPr/>
                    <a:lstStyle/>
                    <a:p>
                      <a:r>
                        <a:rPr lang="en-US" sz="1200" b="1" dirty="0">
                          <a:solidFill>
                            <a:schemeClr val="bg1">
                              <a:lumMod val="75000"/>
                            </a:schemeClr>
                          </a:solidFill>
                          <a:latin typeface="Consolas" panose="020B0609020204030204" pitchFamily="49" charset="0"/>
                        </a:rPr>
                        <a:t>  end foreach</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2656897880"/>
                  </a:ext>
                </a:extLst>
              </a:tr>
              <a:tr h="232431">
                <a:tc>
                  <a:txBody>
                    <a:bodyPr/>
                    <a:lstStyle/>
                    <a:p>
                      <a:pPr algn="r"/>
                      <a:r>
                        <a:rPr lang="en-US" sz="1200" dirty="0">
                          <a:solidFill>
                            <a:schemeClr val="bg1">
                              <a:lumMod val="75000"/>
                            </a:schemeClr>
                          </a:solidFill>
                        </a:rPr>
                        <a:t>14</a:t>
                      </a:r>
                    </a:p>
                  </a:txBody>
                  <a:tcPr>
                    <a:solidFill>
                      <a:schemeClr val="bg1"/>
                    </a:solidFill>
                  </a:tcPr>
                </a:tc>
                <a:tc>
                  <a:txBody>
                    <a:bodyPr/>
                    <a:lstStyle/>
                    <a:p>
                      <a:r>
                        <a:rPr lang="en-US" sz="1200" dirty="0">
                          <a:solidFill>
                            <a:schemeClr val="bg1">
                              <a:lumMod val="75000"/>
                            </a:schemeClr>
                          </a:solidFill>
                          <a:latin typeface="Consolas" panose="020B0609020204030204" pitchFamily="49" charset="0"/>
                        </a:rPr>
                        <a:t>  w </a:t>
                      </a:r>
                      <a:r>
                        <a:rPr lang="en-US" sz="1200" dirty="0">
                          <a:solidFill>
                            <a:schemeClr val="bg1">
                              <a:lumMod val="75000"/>
                            </a:schemeClr>
                          </a:solidFill>
                          <a:latin typeface="Consolas" panose="020B0609020204030204" pitchFamily="49" charset="0"/>
                          <a:sym typeface="Wingdings" panose="05000000000000000000" pitchFamily="2" charset="2"/>
                        </a:rPr>
                        <a:t> w + </a:t>
                      </a:r>
                      <a:r>
                        <a:rPr lang="el-GR" sz="1200" dirty="0">
                          <a:solidFill>
                            <a:schemeClr val="bg1">
                              <a:lumMod val="75000"/>
                            </a:schemeClr>
                          </a:solidFill>
                          <a:latin typeface="Arial" panose="020B0604020202020204" pitchFamily="34" charset="0"/>
                          <a:cs typeface="Arial" panose="020B0604020202020204" pitchFamily="34" charset="0"/>
                        </a:rPr>
                        <a:t>Δ</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992461720"/>
                  </a:ext>
                </a:extLst>
              </a:tr>
              <a:tr h="232431">
                <a:tc>
                  <a:txBody>
                    <a:bodyPr/>
                    <a:lstStyle/>
                    <a:p>
                      <a:pPr algn="r"/>
                      <a:r>
                        <a:rPr lang="en-US" sz="1200" dirty="0">
                          <a:solidFill>
                            <a:schemeClr val="bg1">
                              <a:lumMod val="75000"/>
                            </a:schemeClr>
                          </a:solidFill>
                        </a:rPr>
                        <a:t>15</a:t>
                      </a:r>
                    </a:p>
                  </a:txBody>
                  <a:tcPr>
                    <a:solidFill>
                      <a:schemeClr val="bg1"/>
                    </a:solidFill>
                  </a:tcPr>
                </a:tc>
                <a:tc>
                  <a:txBody>
                    <a:bodyPr/>
                    <a:lstStyle/>
                    <a:p>
                      <a:r>
                        <a:rPr lang="en-US" sz="1200" dirty="0">
                          <a:solidFill>
                            <a:schemeClr val="bg1">
                              <a:lumMod val="75000"/>
                            </a:schemeClr>
                          </a:solidFill>
                          <a:latin typeface="Consolas" panose="020B0609020204030204" pitchFamily="49" charset="0"/>
                        </a:rPr>
                        <a:t>  </a:t>
                      </a:r>
                      <a:r>
                        <a:rPr lang="el-GR" sz="1200" dirty="0">
                          <a:solidFill>
                            <a:schemeClr val="bg1">
                              <a:lumMod val="75000"/>
                            </a:schemeClr>
                          </a:solidFill>
                          <a:latin typeface="Arial" panose="020B0604020202020204" pitchFamily="34" charset="0"/>
                          <a:cs typeface="Arial" panose="020B0604020202020204" pitchFamily="34" charset="0"/>
                        </a:rPr>
                        <a:t>β</a:t>
                      </a:r>
                      <a:r>
                        <a:rPr lang="en-US" sz="1200" dirty="0">
                          <a:solidFill>
                            <a:schemeClr val="bg1">
                              <a:lumMod val="75000"/>
                            </a:schemeClr>
                          </a:solidFill>
                          <a:latin typeface="Consolas" panose="020B0609020204030204" pitchFamily="49" charset="0"/>
                        </a:rPr>
                        <a:t> </a:t>
                      </a:r>
                      <a:r>
                        <a:rPr lang="en-US" sz="1200" dirty="0">
                          <a:solidFill>
                            <a:schemeClr val="bg1">
                              <a:lumMod val="75000"/>
                            </a:schemeClr>
                          </a:solidFill>
                          <a:latin typeface="Consolas" panose="020B0609020204030204" pitchFamily="49" charset="0"/>
                          <a:sym typeface="Wingdings" panose="05000000000000000000" pitchFamily="2" charset="2"/>
                        </a:rPr>
                        <a:t> </a:t>
                      </a:r>
                      <a:r>
                        <a:rPr lang="el-GR" sz="1200" dirty="0">
                          <a:solidFill>
                            <a:schemeClr val="bg1">
                              <a:lumMod val="75000"/>
                            </a:schemeClr>
                          </a:solidFill>
                          <a:latin typeface="Arial" panose="020B0604020202020204" pitchFamily="34" charset="0"/>
                          <a:cs typeface="Arial" panose="020B0604020202020204" pitchFamily="34" charset="0"/>
                        </a:rPr>
                        <a:t>β</a:t>
                      </a:r>
                      <a:r>
                        <a:rPr lang="en-US" sz="1200" dirty="0">
                          <a:solidFill>
                            <a:schemeClr val="bg1">
                              <a:lumMod val="75000"/>
                            </a:schemeClr>
                          </a:solidFill>
                          <a:latin typeface="Consolas" panose="020B0609020204030204" pitchFamily="49" charset="0"/>
                          <a:sym typeface="Wingdings" panose="05000000000000000000" pitchFamily="2" charset="2"/>
                        </a:rPr>
                        <a:t> + </a:t>
                      </a:r>
                      <a:r>
                        <a:rPr lang="el-GR" sz="1200" dirty="0">
                          <a:solidFill>
                            <a:schemeClr val="bg1">
                              <a:lumMod val="75000"/>
                            </a:schemeClr>
                          </a:solidFill>
                          <a:latin typeface="Arial" panose="020B0604020202020204" pitchFamily="34" charset="0"/>
                          <a:cs typeface="Arial" panose="020B0604020202020204" pitchFamily="34" charset="0"/>
                        </a:rPr>
                        <a:t>Β</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2938809267"/>
                  </a:ext>
                </a:extLst>
              </a:tr>
              <a:tr h="232431">
                <a:tc>
                  <a:txBody>
                    <a:bodyPr/>
                    <a:lstStyle/>
                    <a:p>
                      <a:pPr algn="r"/>
                      <a:r>
                        <a:rPr lang="en-US" sz="1200" dirty="0">
                          <a:solidFill>
                            <a:schemeClr val="bg1">
                              <a:lumMod val="75000"/>
                            </a:schemeClr>
                          </a:solidFill>
                        </a:rPr>
                        <a:t>16</a:t>
                      </a:r>
                    </a:p>
                  </a:txBody>
                  <a:tcPr>
                    <a:solidFill>
                      <a:schemeClr val="bg1"/>
                    </a:solidFill>
                  </a:tcPr>
                </a:tc>
                <a:tc>
                  <a:txBody>
                    <a:bodyPr/>
                    <a:lstStyle/>
                    <a:p>
                      <a:r>
                        <a:rPr lang="en-US" sz="1200" b="1" dirty="0">
                          <a:solidFill>
                            <a:schemeClr val="bg1">
                              <a:lumMod val="75000"/>
                            </a:schemeClr>
                          </a:solidFill>
                          <a:latin typeface="Consolas" panose="020B0609020204030204" pitchFamily="49" charset="0"/>
                        </a:rPr>
                        <a:t>until</a:t>
                      </a:r>
                      <a:r>
                        <a:rPr lang="en-US" sz="1200" dirty="0">
                          <a:solidFill>
                            <a:schemeClr val="bg1">
                              <a:lumMod val="75000"/>
                            </a:schemeClr>
                          </a:solidFill>
                          <a:latin typeface="Consolas" panose="020B0609020204030204" pitchFamily="49" charset="0"/>
                        </a:rPr>
                        <a:t> </a:t>
                      </a:r>
                      <a:r>
                        <a:rPr lang="en-US" sz="1200" dirty="0" err="1">
                          <a:solidFill>
                            <a:schemeClr val="bg1">
                              <a:lumMod val="75000"/>
                            </a:schemeClr>
                          </a:solidFill>
                          <a:latin typeface="Consolas" panose="020B0609020204030204" pitchFamily="49" charset="0"/>
                        </a:rPr>
                        <a:t>exit_condition</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2569313450"/>
                  </a:ext>
                </a:extLst>
              </a:tr>
            </a:tbl>
          </a:graphicData>
        </a:graphic>
      </p:graphicFrame>
      <p:sp>
        <p:nvSpPr>
          <p:cNvPr id="3" name="Rectangle 2">
            <a:extLst>
              <a:ext uri="{FF2B5EF4-FFF2-40B4-BE49-F238E27FC236}">
                <a16:creationId xmlns:a16="http://schemas.microsoft.com/office/drawing/2014/main" id="{438D073B-DDA3-B699-4F3A-2F112AD1CECA}"/>
              </a:ext>
            </a:extLst>
          </p:cNvPr>
          <p:cNvSpPr/>
          <p:nvPr/>
        </p:nvSpPr>
        <p:spPr>
          <a:xfrm>
            <a:off x="2055812" y="3733800"/>
            <a:ext cx="4572000" cy="533400"/>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allout: Up Arrow 3">
            <a:extLst>
              <a:ext uri="{FF2B5EF4-FFF2-40B4-BE49-F238E27FC236}">
                <a16:creationId xmlns:a16="http://schemas.microsoft.com/office/drawing/2014/main" id="{7A46053F-A6CF-BA11-66B0-077EDB5722EC}"/>
              </a:ext>
            </a:extLst>
          </p:cNvPr>
          <p:cNvSpPr/>
          <p:nvPr/>
        </p:nvSpPr>
        <p:spPr>
          <a:xfrm>
            <a:off x="1370012" y="4343400"/>
            <a:ext cx="5562600" cy="1523999"/>
          </a:xfrm>
          <a:prstGeom prst="upArrowCallout">
            <a:avLst>
              <a:gd name="adj1" fmla="val 8925"/>
              <a:gd name="adj2" fmla="val 13037"/>
              <a:gd name="adj3" fmla="val 10607"/>
              <a:gd name="adj4" fmla="val 79266"/>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Notice that we have introduced 2 new variables </a:t>
            </a:r>
            <a:br>
              <a:rPr lang="en-US" dirty="0"/>
            </a:br>
            <a:r>
              <a:rPr lang="en-US" dirty="0"/>
              <a:t>(</a:t>
            </a:r>
            <a:r>
              <a:rPr lang="el-GR" dirty="0">
                <a:highlight>
                  <a:srgbClr val="000000"/>
                </a:highlight>
                <a:latin typeface="Arial" panose="020B0604020202020204" pitchFamily="34" charset="0"/>
                <a:cs typeface="Arial" panose="020B0604020202020204" pitchFamily="34" charset="0"/>
              </a:rPr>
              <a:t>Δ</a:t>
            </a:r>
            <a:r>
              <a:rPr lang="en-US" dirty="0">
                <a:latin typeface="Arial" panose="020B0604020202020204" pitchFamily="34" charset="0"/>
                <a:cs typeface="Arial" panose="020B0604020202020204" pitchFamily="34" charset="0"/>
              </a:rPr>
              <a:t> and </a:t>
            </a:r>
            <a:r>
              <a:rPr lang="el-GR" dirty="0">
                <a:highlight>
                  <a:srgbClr val="000000"/>
                </a:highlight>
                <a:latin typeface="Arial" panose="020B0604020202020204" pitchFamily="34" charset="0"/>
                <a:cs typeface="Arial" panose="020B0604020202020204" pitchFamily="34" charset="0"/>
              </a:rPr>
              <a:t>Β</a:t>
            </a:r>
            <a:r>
              <a:rPr lang="en-US" dirty="0">
                <a:latin typeface="Arial" panose="020B0604020202020204" pitchFamily="34" charset="0"/>
                <a:cs typeface="Arial" panose="020B0604020202020204" pitchFamily="34" charset="0"/>
              </a:rPr>
              <a:t>) both of them initialized with 0. They store the relative change that needs to be applied to the hyperplane.</a:t>
            </a:r>
            <a:endParaRPr lang="en-US" dirty="0"/>
          </a:p>
        </p:txBody>
      </p:sp>
    </p:spTree>
    <p:extLst>
      <p:ext uri="{BB962C8B-B14F-4D97-AF65-F5344CB8AC3E}">
        <p14:creationId xmlns:p14="http://schemas.microsoft.com/office/powerpoint/2010/main" val="27039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Batch training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859001" cy="5181600"/>
          </a:xfrm>
        </p:spPr>
        <p:txBody>
          <a:bodyPr>
            <a:normAutofit/>
          </a:bodyPr>
          <a:lstStyle/>
          <a:p>
            <a:pPr marL="0" indent="0">
              <a:buNone/>
            </a:pPr>
            <a:r>
              <a:rPr lang="en-US" sz="2400" dirty="0">
                <a:latin typeface="Cambria Math" panose="02040503050406030204" pitchFamily="18" charset="0"/>
                <a:cs typeface="Arial" panose="020B0604020202020204" pitchFamily="34" charset="0"/>
              </a:rPr>
              <a:t>Now let’s see how we can modify it to work with a batch:</a:t>
            </a:r>
          </a:p>
          <a:p>
            <a:pPr marL="514350" indent="-514350">
              <a:buFont typeface="+mj-lt"/>
              <a:buAutoNum type="arabicPeriod"/>
            </a:pPr>
            <a:endParaRPr lang="en-US" sz="2400" dirty="0">
              <a:latin typeface="Cambria Math" panose="02040503050406030204" pitchFamily="18" charset="0"/>
              <a:cs typeface="Arial" panose="020B0604020202020204" pitchFamily="34" charset="0"/>
            </a:endParaRPr>
          </a:p>
          <a:p>
            <a:pPr marL="0" indent="0">
              <a:buNone/>
            </a:pPr>
            <a:endParaRPr lang="en-US" dirty="0">
              <a:latin typeface="Cambria Math" panose="02040503050406030204" pitchFamily="18" charset="0"/>
              <a:cs typeface="Arial" panose="020B0604020202020204" pitchFamily="34" charset="0"/>
            </a:endParaRPr>
          </a:p>
        </p:txBody>
      </p:sp>
      <p:graphicFrame>
        <p:nvGraphicFramePr>
          <p:cNvPr id="2" name="Table 1">
            <a:extLst>
              <a:ext uri="{FF2B5EF4-FFF2-40B4-BE49-F238E27FC236}">
                <a16:creationId xmlns:a16="http://schemas.microsoft.com/office/drawing/2014/main" id="{6E5F3772-A6C6-D365-F495-BB34F64E4967}"/>
              </a:ext>
            </a:extLst>
          </p:cNvPr>
          <p:cNvGraphicFramePr>
            <a:graphicFrameLocks noGrp="1"/>
          </p:cNvGraphicFramePr>
          <p:nvPr>
            <p:extLst>
              <p:ext uri="{D42A27DB-BD31-4B8C-83A1-F6EECF244321}">
                <p14:modId xmlns:p14="http://schemas.microsoft.com/office/powerpoint/2010/main" val="3990562192"/>
              </p:ext>
            </p:extLst>
          </p:nvPr>
        </p:nvGraphicFramePr>
        <p:xfrm>
          <a:off x="1751012" y="2057400"/>
          <a:ext cx="8778240" cy="4693920"/>
        </p:xfrm>
        <a:graphic>
          <a:graphicData uri="http://schemas.openxmlformats.org/drawingml/2006/table">
            <a:tbl>
              <a:tblPr firstRow="1" bandRow="1">
                <a:tableStyleId>{7E9639D4-E3E2-4D34-9284-5A2195B3D0D7}</a:tableStyleId>
              </a:tblPr>
              <a:tblGrid>
                <a:gridCol w="548640">
                  <a:extLst>
                    <a:ext uri="{9D8B030D-6E8A-4147-A177-3AD203B41FA5}">
                      <a16:colId xmlns:a16="http://schemas.microsoft.com/office/drawing/2014/main" val="3187280461"/>
                    </a:ext>
                  </a:extLst>
                </a:gridCol>
                <a:gridCol w="8229600">
                  <a:extLst>
                    <a:ext uri="{9D8B030D-6E8A-4147-A177-3AD203B41FA5}">
                      <a16:colId xmlns:a16="http://schemas.microsoft.com/office/drawing/2014/main" val="2007790319"/>
                    </a:ext>
                  </a:extLst>
                </a:gridCol>
              </a:tblGrid>
              <a:tr h="243500">
                <a:tc>
                  <a:txBody>
                    <a:bodyPr/>
                    <a:lstStyle/>
                    <a:p>
                      <a:r>
                        <a:rPr lang="en-US" sz="1400" dirty="0">
                          <a:solidFill>
                            <a:schemeClr val="tx1"/>
                          </a:solidFill>
                        </a:rPr>
                        <a:t>Line</a:t>
                      </a:r>
                    </a:p>
                  </a:txBody>
                  <a:tcPr>
                    <a:solidFill>
                      <a:schemeClr val="bg1"/>
                    </a:solidFill>
                  </a:tcPr>
                </a:tc>
                <a:tc>
                  <a:txBody>
                    <a:bodyPr/>
                    <a:lstStyle/>
                    <a:p>
                      <a:r>
                        <a:rPr lang="en-US" sz="1400" dirty="0">
                          <a:solidFill>
                            <a:schemeClr val="tx1"/>
                          </a:solidFill>
                        </a:rPr>
                        <a:t>Pseudocode</a:t>
                      </a:r>
                    </a:p>
                  </a:txBody>
                  <a:tcPr>
                    <a:solidFill>
                      <a:schemeClr val="bg1"/>
                    </a:solidFill>
                  </a:tcPr>
                </a:tc>
                <a:extLst>
                  <a:ext uri="{0D108BD9-81ED-4DB2-BD59-A6C34878D82A}">
                    <a16:rowId xmlns:a16="http://schemas.microsoft.com/office/drawing/2014/main" val="2508094747"/>
                  </a:ext>
                </a:extLst>
              </a:tr>
              <a:tr h="232431">
                <a:tc>
                  <a:txBody>
                    <a:bodyPr/>
                    <a:lstStyle/>
                    <a:p>
                      <a:pPr algn="r"/>
                      <a:r>
                        <a:rPr lang="en-US" sz="1200" dirty="0">
                          <a:solidFill>
                            <a:schemeClr val="bg1">
                              <a:lumMod val="75000"/>
                            </a:schemeClr>
                          </a:solidFill>
                        </a:rPr>
                        <a:t>1</a:t>
                      </a:r>
                    </a:p>
                  </a:txBody>
                  <a:tcPr>
                    <a:solidFill>
                      <a:schemeClr val="bg1"/>
                    </a:solidFill>
                  </a:tcPr>
                </a:tc>
                <a:tc>
                  <a:txBody>
                    <a:bodyPr/>
                    <a:lstStyle/>
                    <a:p>
                      <a:r>
                        <a:rPr lang="en-US" sz="1200" dirty="0">
                          <a:solidFill>
                            <a:schemeClr val="bg1">
                              <a:lumMod val="75000"/>
                            </a:schemeClr>
                          </a:solidFill>
                          <a:latin typeface="Consolas" panose="020B0609020204030204" pitchFamily="49" charset="0"/>
                        </a:rPr>
                        <a:t>w </a:t>
                      </a:r>
                      <a:r>
                        <a:rPr lang="en-US" sz="1200" dirty="0">
                          <a:solidFill>
                            <a:schemeClr val="bg1">
                              <a:lumMod val="75000"/>
                            </a:schemeClr>
                          </a:solidFill>
                          <a:latin typeface="Consolas" panose="020B0609020204030204" pitchFamily="49" charset="0"/>
                          <a:sym typeface="Wingdings" panose="05000000000000000000" pitchFamily="2" charset="2"/>
                        </a:rPr>
                        <a:t> a vector of “n” elements initialized randomly or with 0 </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1057160213"/>
                  </a:ext>
                </a:extLst>
              </a:tr>
              <a:tr h="232431">
                <a:tc>
                  <a:txBody>
                    <a:bodyPr/>
                    <a:lstStyle/>
                    <a:p>
                      <a:pPr algn="r"/>
                      <a:r>
                        <a:rPr lang="en-US" sz="1200" dirty="0">
                          <a:solidFill>
                            <a:schemeClr val="bg1">
                              <a:lumMod val="75000"/>
                            </a:schemeClr>
                          </a:solidFill>
                        </a:rPr>
                        <a:t>2</a:t>
                      </a:r>
                    </a:p>
                  </a:txBody>
                  <a:tcPr>
                    <a:solidFill>
                      <a:schemeClr val="bg1"/>
                    </a:solidFill>
                  </a:tcPr>
                </a:tc>
                <a:tc>
                  <a:txBody>
                    <a:bodyPr/>
                    <a:lstStyle/>
                    <a:p>
                      <a:r>
                        <a:rPr lang="en-US" sz="1200" dirty="0">
                          <a:solidFill>
                            <a:schemeClr val="bg1">
                              <a:lumMod val="75000"/>
                            </a:schemeClr>
                          </a:solidFill>
                          <a:latin typeface="Consolas" panose="020B0609020204030204" pitchFamily="49" charset="0"/>
                        </a:rPr>
                        <a:t>trainset </a:t>
                      </a:r>
                      <a:r>
                        <a:rPr lang="en-US" sz="1200" dirty="0">
                          <a:solidFill>
                            <a:schemeClr val="bg1">
                              <a:lumMod val="75000"/>
                            </a:schemeClr>
                          </a:solidFill>
                          <a:latin typeface="Consolas" panose="020B0609020204030204" pitchFamily="49" charset="0"/>
                          <a:sym typeface="Wingdings" panose="05000000000000000000" pitchFamily="2" charset="2"/>
                        </a:rPr>
                        <a:t> the training set</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2973704334"/>
                  </a:ext>
                </a:extLst>
              </a:tr>
              <a:tr h="232431">
                <a:tc>
                  <a:txBody>
                    <a:bodyPr/>
                    <a:lstStyle/>
                    <a:p>
                      <a:pPr algn="r"/>
                      <a:r>
                        <a:rPr lang="en-US" sz="1200" dirty="0">
                          <a:solidFill>
                            <a:schemeClr val="bg1">
                              <a:lumMod val="75000"/>
                            </a:schemeClr>
                          </a:solidFill>
                        </a:rPr>
                        <a:t>3</a:t>
                      </a:r>
                    </a:p>
                  </a:txBody>
                  <a:tcPr>
                    <a:solidFill>
                      <a:schemeClr val="bg1"/>
                    </a:solidFill>
                  </a:tcPr>
                </a:tc>
                <a:tc>
                  <a:txBody>
                    <a:bodyPr/>
                    <a:lstStyle/>
                    <a:p>
                      <a:r>
                        <a:rPr lang="el-GR" sz="1200" dirty="0">
                          <a:solidFill>
                            <a:schemeClr val="bg1">
                              <a:lumMod val="75000"/>
                            </a:schemeClr>
                          </a:solidFill>
                          <a:latin typeface="Consolas" panose="020B0609020204030204" pitchFamily="49" charset="0"/>
                        </a:rPr>
                        <a:t>α</a:t>
                      </a:r>
                      <a:r>
                        <a:rPr lang="en-US" sz="1200" dirty="0">
                          <a:solidFill>
                            <a:schemeClr val="bg1">
                              <a:lumMod val="75000"/>
                            </a:schemeClr>
                          </a:solidFill>
                          <a:latin typeface="Consolas" panose="020B0609020204030204" pitchFamily="49" charset="0"/>
                        </a:rPr>
                        <a:t> </a:t>
                      </a:r>
                      <a:r>
                        <a:rPr lang="en-US" sz="1200" dirty="0">
                          <a:solidFill>
                            <a:schemeClr val="bg1">
                              <a:lumMod val="75000"/>
                            </a:schemeClr>
                          </a:solidFill>
                          <a:latin typeface="Consolas" panose="020B0609020204030204" pitchFamily="49" charset="0"/>
                          <a:sym typeface="Wingdings" panose="05000000000000000000" pitchFamily="2" charset="2"/>
                        </a:rPr>
                        <a:t> 0.01 // learning rate</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760439933"/>
                  </a:ext>
                </a:extLst>
              </a:tr>
              <a:tr h="232431">
                <a:tc>
                  <a:txBody>
                    <a:bodyPr/>
                    <a:lstStyle/>
                    <a:p>
                      <a:pPr algn="r"/>
                      <a:r>
                        <a:rPr lang="en-US" sz="1200" dirty="0">
                          <a:solidFill>
                            <a:schemeClr val="bg1">
                              <a:lumMod val="75000"/>
                            </a:schemeClr>
                          </a:solidFill>
                        </a:rPr>
                        <a:t>4</a:t>
                      </a:r>
                    </a:p>
                  </a:txBody>
                  <a:tcPr>
                    <a:solidFill>
                      <a:schemeClr val="bg1"/>
                    </a:solidFill>
                  </a:tcPr>
                </a:tc>
                <a:tc>
                  <a:txBody>
                    <a:bodyPr/>
                    <a:lstStyle/>
                    <a:p>
                      <a:r>
                        <a:rPr lang="el-GR" sz="1200" dirty="0">
                          <a:solidFill>
                            <a:schemeClr val="bg1">
                              <a:lumMod val="75000"/>
                            </a:schemeClr>
                          </a:solidFill>
                          <a:latin typeface="Arial" panose="020B0604020202020204" pitchFamily="34" charset="0"/>
                          <a:cs typeface="Arial" panose="020B0604020202020204" pitchFamily="34" charset="0"/>
                        </a:rPr>
                        <a:t>β</a:t>
                      </a:r>
                      <a:r>
                        <a:rPr lang="en-US" sz="1200" dirty="0">
                          <a:solidFill>
                            <a:schemeClr val="bg1">
                              <a:lumMod val="75000"/>
                            </a:schemeClr>
                          </a:solidFill>
                          <a:latin typeface="Consolas" panose="020B0609020204030204" pitchFamily="49" charset="0"/>
                        </a:rPr>
                        <a:t> </a:t>
                      </a:r>
                      <a:r>
                        <a:rPr lang="en-US" sz="1200" dirty="0">
                          <a:solidFill>
                            <a:schemeClr val="bg1">
                              <a:lumMod val="75000"/>
                            </a:schemeClr>
                          </a:solidFill>
                          <a:latin typeface="Consolas" panose="020B0609020204030204" pitchFamily="49" charset="0"/>
                          <a:sym typeface="Wingdings" panose="05000000000000000000" pitchFamily="2" charset="2"/>
                        </a:rPr>
                        <a:t> a random value or 0</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1927517492"/>
                  </a:ext>
                </a:extLst>
              </a:tr>
              <a:tr h="232431">
                <a:tc>
                  <a:txBody>
                    <a:bodyPr/>
                    <a:lstStyle/>
                    <a:p>
                      <a:pPr algn="r"/>
                      <a:r>
                        <a:rPr lang="en-US" sz="1200" dirty="0">
                          <a:solidFill>
                            <a:schemeClr val="bg1">
                              <a:lumMod val="75000"/>
                            </a:schemeClr>
                          </a:solidFill>
                        </a:rPr>
                        <a:t>5</a:t>
                      </a:r>
                    </a:p>
                  </a:txBody>
                  <a:tcPr>
                    <a:solidFill>
                      <a:schemeClr val="bg1"/>
                    </a:solidFill>
                  </a:tcPr>
                </a:tc>
                <a:tc>
                  <a:txBody>
                    <a:bodyPr/>
                    <a:lstStyle/>
                    <a:p>
                      <a:r>
                        <a:rPr lang="en-US" sz="1200" b="1" dirty="0">
                          <a:solidFill>
                            <a:schemeClr val="bg1">
                              <a:lumMod val="75000"/>
                            </a:schemeClr>
                          </a:solidFill>
                          <a:latin typeface="Consolas" panose="020B0609020204030204" pitchFamily="49" charset="0"/>
                        </a:rPr>
                        <a:t>repeat</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1171392527"/>
                  </a:ext>
                </a:extLst>
              </a:tr>
              <a:tr h="232431">
                <a:tc>
                  <a:txBody>
                    <a:bodyPr/>
                    <a:lstStyle/>
                    <a:p>
                      <a:pPr algn="r"/>
                      <a:r>
                        <a:rPr lang="en-US" sz="1200" dirty="0">
                          <a:solidFill>
                            <a:schemeClr val="bg1">
                              <a:lumMod val="75000"/>
                            </a:schemeClr>
                          </a:solidFill>
                        </a:rPr>
                        <a:t>6</a:t>
                      </a:r>
                    </a:p>
                  </a:txBody>
                  <a:tcPr>
                    <a:solidFill>
                      <a:schemeClr val="bg1"/>
                    </a:solidFill>
                  </a:tcPr>
                </a:tc>
                <a:tc>
                  <a:txBody>
                    <a:bodyPr/>
                    <a:lstStyle/>
                    <a:p>
                      <a:r>
                        <a:rPr lang="en-US" sz="1200" dirty="0">
                          <a:solidFill>
                            <a:schemeClr val="bg1">
                              <a:lumMod val="75000"/>
                            </a:schemeClr>
                          </a:solidFill>
                          <a:latin typeface="Consolas" panose="020B0609020204030204" pitchFamily="49" charset="0"/>
                        </a:rPr>
                        <a:t>  </a:t>
                      </a:r>
                      <a:r>
                        <a:rPr lang="el-GR" sz="1200" dirty="0">
                          <a:solidFill>
                            <a:schemeClr val="bg1">
                              <a:lumMod val="75000"/>
                            </a:schemeClr>
                          </a:solidFill>
                          <a:latin typeface="Arial" panose="020B0604020202020204" pitchFamily="34" charset="0"/>
                          <a:cs typeface="Arial" panose="020B0604020202020204" pitchFamily="34" charset="0"/>
                        </a:rPr>
                        <a:t>Δ</a:t>
                      </a:r>
                      <a:r>
                        <a:rPr lang="en-US" sz="1200" dirty="0">
                          <a:solidFill>
                            <a:schemeClr val="bg1">
                              <a:lumMod val="75000"/>
                            </a:schemeClr>
                          </a:solidFill>
                          <a:latin typeface="Arial" panose="020B0604020202020204" pitchFamily="34" charset="0"/>
                          <a:cs typeface="Arial" panose="020B0604020202020204" pitchFamily="34" charset="0"/>
                        </a:rPr>
                        <a:t> </a:t>
                      </a:r>
                      <a:r>
                        <a:rPr lang="en-US" sz="1200" dirty="0">
                          <a:solidFill>
                            <a:schemeClr val="bg1">
                              <a:lumMod val="75000"/>
                            </a:schemeClr>
                          </a:solidFill>
                          <a:latin typeface="Consolas" panose="020B0609020204030204" pitchFamily="49" charset="0"/>
                          <a:sym typeface="Wingdings" panose="05000000000000000000" pitchFamily="2" charset="2"/>
                        </a:rPr>
                        <a:t> a vector filled with 0 (zeros) of size “n”</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3270777680"/>
                  </a:ext>
                </a:extLst>
              </a:tr>
              <a:tr h="232431">
                <a:tc>
                  <a:txBody>
                    <a:bodyPr/>
                    <a:lstStyle/>
                    <a:p>
                      <a:pPr algn="r"/>
                      <a:r>
                        <a:rPr lang="en-US" sz="1200" dirty="0">
                          <a:solidFill>
                            <a:schemeClr val="bg1">
                              <a:lumMod val="75000"/>
                            </a:schemeClr>
                          </a:solidFill>
                        </a:rPr>
                        <a:t>7</a:t>
                      </a:r>
                    </a:p>
                  </a:txBody>
                  <a:tcPr>
                    <a:solidFill>
                      <a:schemeClr val="bg1"/>
                    </a:solidFill>
                  </a:tcPr>
                </a:tc>
                <a:tc>
                  <a:txBody>
                    <a:bodyPr/>
                    <a:lstStyle/>
                    <a:p>
                      <a:r>
                        <a:rPr lang="en-US" sz="1200" dirty="0">
                          <a:solidFill>
                            <a:schemeClr val="bg1">
                              <a:lumMod val="75000"/>
                            </a:schemeClr>
                          </a:solidFill>
                          <a:latin typeface="Consolas" panose="020B0609020204030204" pitchFamily="49" charset="0"/>
                        </a:rPr>
                        <a:t>  </a:t>
                      </a:r>
                      <a:r>
                        <a:rPr lang="el-GR" sz="1200" dirty="0">
                          <a:solidFill>
                            <a:schemeClr val="bg1">
                              <a:lumMod val="75000"/>
                            </a:schemeClr>
                          </a:solidFill>
                          <a:latin typeface="Arial" panose="020B0604020202020204" pitchFamily="34" charset="0"/>
                          <a:cs typeface="Arial" panose="020B0604020202020204" pitchFamily="34" charset="0"/>
                        </a:rPr>
                        <a:t>Β</a:t>
                      </a:r>
                      <a:r>
                        <a:rPr lang="en-US" sz="1200" dirty="0">
                          <a:solidFill>
                            <a:schemeClr val="bg1">
                              <a:lumMod val="75000"/>
                            </a:schemeClr>
                          </a:solidFill>
                          <a:latin typeface="Arial" panose="020B0604020202020204" pitchFamily="34" charset="0"/>
                          <a:cs typeface="Arial" panose="020B0604020202020204" pitchFamily="34" charset="0"/>
                        </a:rPr>
                        <a:t> </a:t>
                      </a:r>
                      <a:r>
                        <a:rPr lang="en-US" sz="1200" dirty="0">
                          <a:solidFill>
                            <a:schemeClr val="bg1">
                              <a:lumMod val="75000"/>
                            </a:schemeClr>
                          </a:solidFill>
                          <a:latin typeface="Consolas" panose="020B0609020204030204" pitchFamily="49" charset="0"/>
                          <a:sym typeface="Wingdings" panose="05000000000000000000" pitchFamily="2" charset="2"/>
                        </a:rPr>
                        <a:t> 0 // a temporary threshold</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3465717620"/>
                  </a:ext>
                </a:extLst>
              </a:tr>
              <a:tr h="232431">
                <a:tc>
                  <a:txBody>
                    <a:bodyPr/>
                    <a:lstStyle/>
                    <a:p>
                      <a:pPr algn="r"/>
                      <a:r>
                        <a:rPr lang="en-US" sz="1200" dirty="0">
                          <a:solidFill>
                            <a:schemeClr val="bg1">
                              <a:lumMod val="75000"/>
                            </a:schemeClr>
                          </a:solidFill>
                        </a:rPr>
                        <a:t>8</a:t>
                      </a:r>
                    </a:p>
                  </a:txBody>
                  <a:tcPr>
                    <a:solidFill>
                      <a:schemeClr val="bg1"/>
                    </a:solidFill>
                  </a:tcPr>
                </a:tc>
                <a:tc>
                  <a:txBody>
                    <a:bodyPr/>
                    <a:lstStyle/>
                    <a:p>
                      <a:r>
                        <a:rPr lang="en-US" sz="1200" b="1" dirty="0">
                          <a:solidFill>
                            <a:schemeClr val="bg1">
                              <a:lumMod val="75000"/>
                            </a:schemeClr>
                          </a:solidFill>
                          <a:latin typeface="Consolas" panose="020B0609020204030204" pitchFamily="49" charset="0"/>
                        </a:rPr>
                        <a:t>  foreach</a:t>
                      </a:r>
                      <a:r>
                        <a:rPr lang="en-US" sz="1200" dirty="0">
                          <a:solidFill>
                            <a:schemeClr val="bg1">
                              <a:lumMod val="75000"/>
                            </a:schemeClr>
                          </a:solidFill>
                          <a:latin typeface="Consolas" panose="020B0609020204030204" pitchFamily="49" charset="0"/>
                        </a:rPr>
                        <a:t> sample </a:t>
                      </a:r>
                      <a:r>
                        <a:rPr lang="en-US" sz="1200" b="1" dirty="0">
                          <a:solidFill>
                            <a:schemeClr val="bg1">
                              <a:lumMod val="75000"/>
                            </a:schemeClr>
                          </a:solidFill>
                          <a:latin typeface="Consolas" panose="020B0609020204030204" pitchFamily="49" charset="0"/>
                        </a:rPr>
                        <a:t>in</a:t>
                      </a:r>
                      <a:r>
                        <a:rPr lang="en-US" sz="1200" dirty="0">
                          <a:solidFill>
                            <a:schemeClr val="bg1">
                              <a:lumMod val="75000"/>
                            </a:schemeClr>
                          </a:solidFill>
                          <a:latin typeface="Consolas" panose="020B0609020204030204" pitchFamily="49" charset="0"/>
                        </a:rPr>
                        <a:t> trainset</a:t>
                      </a:r>
                    </a:p>
                  </a:txBody>
                  <a:tcPr>
                    <a:solidFill>
                      <a:schemeClr val="bg1"/>
                    </a:solidFill>
                  </a:tcPr>
                </a:tc>
                <a:extLst>
                  <a:ext uri="{0D108BD9-81ED-4DB2-BD59-A6C34878D82A}">
                    <a16:rowId xmlns:a16="http://schemas.microsoft.com/office/drawing/2014/main" val="130492628"/>
                  </a:ext>
                </a:extLst>
              </a:tr>
              <a:tr h="232431">
                <a:tc>
                  <a:txBody>
                    <a:bodyPr/>
                    <a:lstStyle/>
                    <a:p>
                      <a:pPr algn="r"/>
                      <a:r>
                        <a:rPr lang="en-US" sz="1200" dirty="0"/>
                        <a:t>9</a:t>
                      </a:r>
                    </a:p>
                  </a:txBody>
                  <a:tcPr>
                    <a:solidFill>
                      <a:schemeClr val="bg1"/>
                    </a:solidFill>
                  </a:tcPr>
                </a:tc>
                <a:tc>
                  <a:txBody>
                    <a:bodyPr/>
                    <a:lstStyle/>
                    <a:p>
                      <a:r>
                        <a:rPr lang="en-US" sz="1200" dirty="0">
                          <a:latin typeface="Consolas" panose="020B0609020204030204" pitchFamily="49" charset="0"/>
                        </a:rPr>
                        <a:t>    classified </a:t>
                      </a:r>
                      <a:r>
                        <a:rPr lang="en-US" sz="1200" dirty="0">
                          <a:latin typeface="Consolas" panose="020B0609020204030204" pitchFamily="49" charset="0"/>
                          <a:sym typeface="Wingdings" panose="05000000000000000000" pitchFamily="2" charset="2"/>
                        </a:rPr>
                        <a:t> (</a:t>
                      </a:r>
                      <a:r>
                        <a:rPr lang="en-US" sz="1200" dirty="0" err="1">
                          <a:latin typeface="Consolas" panose="020B0609020204030204" pitchFamily="49" charset="0"/>
                          <a:sym typeface="Wingdings" panose="05000000000000000000" pitchFamily="2" charset="2"/>
                        </a:rPr>
                        <a:t>sample.label</a:t>
                      </a:r>
                      <a:r>
                        <a:rPr lang="en-US" sz="1200" dirty="0">
                          <a:latin typeface="Consolas" panose="020B0609020204030204" pitchFamily="49" charset="0"/>
                          <a:sym typeface="Wingdings" panose="05000000000000000000" pitchFamily="2" charset="2"/>
                        </a:rPr>
                        <a:t> x (</a:t>
                      </a:r>
                      <a:r>
                        <a:rPr lang="en-US" sz="1200" b="1" dirty="0" err="1">
                          <a:solidFill>
                            <a:srgbClr val="7030A0"/>
                          </a:solidFill>
                          <a:latin typeface="Consolas" panose="020B0609020204030204" pitchFamily="49" charset="0"/>
                          <a:sym typeface="Wingdings" panose="05000000000000000000" pitchFamily="2" charset="2"/>
                        </a:rPr>
                        <a:t>dotproduct</a:t>
                      </a:r>
                      <a:r>
                        <a:rPr lang="en-US" sz="1200" dirty="0">
                          <a:latin typeface="Consolas" panose="020B0609020204030204" pitchFamily="49" charset="0"/>
                          <a:sym typeface="Wingdings" panose="05000000000000000000" pitchFamily="2" charset="2"/>
                        </a:rPr>
                        <a:t>(</a:t>
                      </a:r>
                      <a:r>
                        <a:rPr lang="en-US" sz="1200" dirty="0" err="1">
                          <a:latin typeface="Consolas" panose="020B0609020204030204" pitchFamily="49" charset="0"/>
                          <a:sym typeface="Wingdings" panose="05000000000000000000" pitchFamily="2" charset="2"/>
                        </a:rPr>
                        <a:t>sample.input,w</a:t>
                      </a:r>
                      <a:r>
                        <a:rPr lang="en-US" sz="1200" dirty="0">
                          <a:latin typeface="Consolas" panose="020B0609020204030204" pitchFamily="49" charset="0"/>
                          <a:sym typeface="Wingdings" panose="05000000000000000000" pitchFamily="2" charset="2"/>
                        </a:rPr>
                        <a:t>) + </a:t>
                      </a:r>
                      <a:r>
                        <a:rPr lang="el-GR" sz="1200" dirty="0">
                          <a:latin typeface="Arial" panose="020B0604020202020204" pitchFamily="34" charset="0"/>
                          <a:cs typeface="Arial" panose="020B0604020202020204" pitchFamily="34" charset="0"/>
                        </a:rPr>
                        <a:t>β</a:t>
                      </a:r>
                      <a:r>
                        <a:rPr lang="en-US" sz="1200" dirty="0">
                          <a:latin typeface="Consolas" panose="020B0609020204030204" pitchFamily="49" charset="0"/>
                          <a:sym typeface="Wingdings" panose="05000000000000000000" pitchFamily="2" charset="2"/>
                        </a:rPr>
                        <a:t>))&gt;0</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3691233306"/>
                  </a:ext>
                </a:extLst>
              </a:tr>
              <a:tr h="232431">
                <a:tc>
                  <a:txBody>
                    <a:bodyPr/>
                    <a:lstStyle/>
                    <a:p>
                      <a:pPr algn="r"/>
                      <a:r>
                        <a:rPr lang="en-US" sz="1200" dirty="0"/>
                        <a:t>10</a:t>
                      </a:r>
                    </a:p>
                  </a:txBody>
                  <a:tcPr>
                    <a:solidFill>
                      <a:schemeClr val="bg1"/>
                    </a:solidFill>
                  </a:tcPr>
                </a:tc>
                <a:tc>
                  <a:txBody>
                    <a:bodyPr/>
                    <a:lstStyle/>
                    <a:p>
                      <a:r>
                        <a:rPr lang="en-US" sz="1200" dirty="0">
                          <a:latin typeface="Consolas" panose="020B0609020204030204" pitchFamily="49" charset="0"/>
                        </a:rPr>
                        <a:t>    </a:t>
                      </a:r>
                      <a:r>
                        <a:rPr lang="en-US" sz="1200" b="1" dirty="0">
                          <a:solidFill>
                            <a:srgbClr val="0070C0"/>
                          </a:solidFill>
                          <a:latin typeface="Consolas" panose="020B0609020204030204" pitchFamily="49" charset="0"/>
                        </a:rPr>
                        <a:t>if</a:t>
                      </a:r>
                      <a:r>
                        <a:rPr lang="en-US" sz="1200" dirty="0">
                          <a:latin typeface="Consolas" panose="020B0609020204030204" pitchFamily="49" charset="0"/>
                        </a:rPr>
                        <a:t> classified </a:t>
                      </a:r>
                      <a:r>
                        <a:rPr lang="en-US" sz="1200" b="1" dirty="0">
                          <a:solidFill>
                            <a:srgbClr val="0070C0"/>
                          </a:solidFill>
                          <a:latin typeface="Consolas" panose="020B0609020204030204" pitchFamily="49" charset="0"/>
                        </a:rPr>
                        <a:t>then</a:t>
                      </a:r>
                      <a:r>
                        <a:rPr lang="en-US" sz="1200" dirty="0">
                          <a:latin typeface="Consolas" panose="020B0609020204030204" pitchFamily="49" charset="0"/>
                        </a:rPr>
                        <a:t> </a:t>
                      </a:r>
                      <a:r>
                        <a:rPr lang="en-US" sz="1200" b="1" dirty="0">
                          <a:solidFill>
                            <a:srgbClr val="0070C0"/>
                          </a:solidFill>
                          <a:latin typeface="Consolas" panose="020B0609020204030204" pitchFamily="49" charset="0"/>
                        </a:rPr>
                        <a:t>continue</a:t>
                      </a:r>
                    </a:p>
                  </a:txBody>
                  <a:tcPr>
                    <a:solidFill>
                      <a:schemeClr val="bg1"/>
                    </a:solidFill>
                  </a:tcPr>
                </a:tc>
                <a:extLst>
                  <a:ext uri="{0D108BD9-81ED-4DB2-BD59-A6C34878D82A}">
                    <a16:rowId xmlns:a16="http://schemas.microsoft.com/office/drawing/2014/main" val="4260882290"/>
                  </a:ext>
                </a:extLst>
              </a:tr>
              <a:tr h="232431">
                <a:tc>
                  <a:txBody>
                    <a:bodyPr/>
                    <a:lstStyle/>
                    <a:p>
                      <a:pPr algn="r"/>
                      <a:r>
                        <a:rPr lang="en-US" sz="1200" dirty="0"/>
                        <a:t>11</a:t>
                      </a:r>
                    </a:p>
                  </a:txBody>
                  <a:tcPr>
                    <a:solidFill>
                      <a:schemeClr val="bg1"/>
                    </a:solidFill>
                  </a:tcPr>
                </a:tc>
                <a:tc>
                  <a:txBody>
                    <a:bodyPr/>
                    <a:lstStyle/>
                    <a:p>
                      <a:r>
                        <a:rPr lang="en-US" sz="1200" dirty="0">
                          <a:latin typeface="Consolas" panose="020B0609020204030204" pitchFamily="49" charset="0"/>
                        </a:rPr>
                        <a:t>    </a:t>
                      </a:r>
                      <a:r>
                        <a:rPr lang="el-GR" sz="1200" dirty="0">
                          <a:latin typeface="Arial" panose="020B0604020202020204" pitchFamily="34" charset="0"/>
                          <a:cs typeface="Arial" panose="020B0604020202020204" pitchFamily="34" charset="0"/>
                        </a:rPr>
                        <a:t>Δ</a:t>
                      </a:r>
                      <a:r>
                        <a:rPr lang="en-US" sz="1200" dirty="0">
                          <a:latin typeface="Consolas" panose="020B0609020204030204" pitchFamily="49" charset="0"/>
                        </a:rPr>
                        <a:t> </a:t>
                      </a:r>
                      <a:r>
                        <a:rPr lang="en-US" sz="1200" dirty="0">
                          <a:latin typeface="Consolas" panose="020B0609020204030204" pitchFamily="49" charset="0"/>
                          <a:sym typeface="Wingdings" panose="05000000000000000000" pitchFamily="2" charset="2"/>
                        </a:rPr>
                        <a:t> </a:t>
                      </a:r>
                      <a:r>
                        <a:rPr lang="el-GR" sz="1200" dirty="0">
                          <a:latin typeface="Arial" panose="020B0604020202020204" pitchFamily="34" charset="0"/>
                          <a:cs typeface="Arial" panose="020B0604020202020204" pitchFamily="34" charset="0"/>
                        </a:rPr>
                        <a:t>Δ</a:t>
                      </a:r>
                      <a:r>
                        <a:rPr lang="en-US" sz="1200" dirty="0">
                          <a:latin typeface="Consolas" panose="020B0609020204030204" pitchFamily="49" charset="0"/>
                          <a:sym typeface="Wingdings" panose="05000000000000000000" pitchFamily="2" charset="2"/>
                        </a:rPr>
                        <a:t> + </a:t>
                      </a:r>
                      <a:r>
                        <a:rPr lang="en-US" sz="1200" dirty="0" err="1">
                          <a:latin typeface="Consolas" panose="020B0609020204030204" pitchFamily="49" charset="0"/>
                          <a:sym typeface="Wingdings" panose="05000000000000000000" pitchFamily="2" charset="2"/>
                        </a:rPr>
                        <a:t>sample.input</a:t>
                      </a:r>
                      <a:r>
                        <a:rPr lang="en-US" sz="1200" dirty="0">
                          <a:latin typeface="Consolas" panose="020B0609020204030204" pitchFamily="49" charset="0"/>
                          <a:sym typeface="Wingdings" panose="05000000000000000000" pitchFamily="2" charset="2"/>
                        </a:rPr>
                        <a:t> x </a:t>
                      </a:r>
                      <a:r>
                        <a:rPr lang="el-GR" sz="1200" dirty="0">
                          <a:latin typeface="Consolas" panose="020B0609020204030204" pitchFamily="49" charset="0"/>
                        </a:rPr>
                        <a:t>α</a:t>
                      </a:r>
                      <a:r>
                        <a:rPr lang="en-US" sz="1200" dirty="0">
                          <a:latin typeface="Consolas" panose="020B0609020204030204" pitchFamily="49" charset="0"/>
                        </a:rPr>
                        <a:t> </a:t>
                      </a:r>
                      <a:r>
                        <a:rPr lang="en-US" sz="1200" dirty="0">
                          <a:latin typeface="Consolas" panose="020B0609020204030204" pitchFamily="49" charset="0"/>
                          <a:sym typeface="Wingdings" panose="05000000000000000000" pitchFamily="2" charset="2"/>
                        </a:rPr>
                        <a:t>x </a:t>
                      </a:r>
                      <a:r>
                        <a:rPr lang="en-US" sz="1200" dirty="0" err="1">
                          <a:latin typeface="Consolas" panose="020B0609020204030204" pitchFamily="49" charset="0"/>
                          <a:sym typeface="Wingdings" panose="05000000000000000000" pitchFamily="2" charset="2"/>
                        </a:rPr>
                        <a:t>sample.label</a:t>
                      </a:r>
                      <a:r>
                        <a:rPr lang="en-US" sz="1200" dirty="0">
                          <a:latin typeface="Consolas" panose="020B0609020204030204" pitchFamily="49" charset="0"/>
                          <a:sym typeface="Wingdings" panose="05000000000000000000" pitchFamily="2" charset="2"/>
                        </a:rPr>
                        <a:t> </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4287305410"/>
                  </a:ext>
                </a:extLst>
              </a:tr>
              <a:tr h="232431">
                <a:tc>
                  <a:txBody>
                    <a:bodyPr/>
                    <a:lstStyle/>
                    <a:p>
                      <a:pPr algn="r"/>
                      <a:r>
                        <a:rPr lang="en-US" sz="1200" dirty="0"/>
                        <a:t>12</a:t>
                      </a:r>
                    </a:p>
                  </a:txBody>
                  <a:tcPr>
                    <a:solidFill>
                      <a:schemeClr val="bg1"/>
                    </a:solidFill>
                  </a:tcPr>
                </a:tc>
                <a:tc>
                  <a:txBody>
                    <a:bodyPr/>
                    <a:lstStyle/>
                    <a:p>
                      <a:r>
                        <a:rPr lang="en-US" sz="1200" dirty="0">
                          <a:latin typeface="Consolas" panose="020B0609020204030204" pitchFamily="49" charset="0"/>
                        </a:rPr>
                        <a:t>    </a:t>
                      </a:r>
                      <a:r>
                        <a:rPr lang="el-GR" sz="1200" dirty="0">
                          <a:latin typeface="Arial" panose="020B0604020202020204" pitchFamily="34" charset="0"/>
                          <a:cs typeface="Arial" panose="020B0604020202020204" pitchFamily="34" charset="0"/>
                        </a:rPr>
                        <a:t>Β</a:t>
                      </a:r>
                      <a:r>
                        <a:rPr lang="en-US" sz="1200" dirty="0">
                          <a:latin typeface="Consolas" panose="020B0609020204030204" pitchFamily="49" charset="0"/>
                        </a:rPr>
                        <a:t> </a:t>
                      </a:r>
                      <a:r>
                        <a:rPr lang="en-US" sz="1200" dirty="0">
                          <a:latin typeface="Consolas" panose="020B0609020204030204" pitchFamily="49" charset="0"/>
                          <a:sym typeface="Wingdings" panose="05000000000000000000" pitchFamily="2" charset="2"/>
                        </a:rPr>
                        <a:t> </a:t>
                      </a:r>
                      <a:r>
                        <a:rPr lang="el-GR" sz="1200" dirty="0">
                          <a:latin typeface="Arial" panose="020B0604020202020204" pitchFamily="34" charset="0"/>
                          <a:cs typeface="Arial" panose="020B0604020202020204" pitchFamily="34" charset="0"/>
                        </a:rPr>
                        <a:t>Β</a:t>
                      </a:r>
                      <a:r>
                        <a:rPr lang="en-US" sz="1200" dirty="0">
                          <a:latin typeface="Consolas" panose="020B0609020204030204" pitchFamily="49" charset="0"/>
                          <a:sym typeface="Wingdings" panose="05000000000000000000" pitchFamily="2" charset="2"/>
                        </a:rPr>
                        <a:t> + </a:t>
                      </a:r>
                      <a:r>
                        <a:rPr lang="el-GR" sz="1200" dirty="0">
                          <a:latin typeface="Consolas" panose="020B0609020204030204" pitchFamily="49" charset="0"/>
                        </a:rPr>
                        <a:t>α</a:t>
                      </a:r>
                      <a:r>
                        <a:rPr lang="en-US" sz="1200" dirty="0">
                          <a:latin typeface="Consolas" panose="020B0609020204030204" pitchFamily="49" charset="0"/>
                        </a:rPr>
                        <a:t> </a:t>
                      </a:r>
                      <a:r>
                        <a:rPr lang="en-US" sz="1200" dirty="0">
                          <a:latin typeface="Consolas" panose="020B0609020204030204" pitchFamily="49" charset="0"/>
                          <a:sym typeface="Wingdings" panose="05000000000000000000" pitchFamily="2" charset="2"/>
                        </a:rPr>
                        <a:t>x </a:t>
                      </a:r>
                      <a:r>
                        <a:rPr lang="en-US" sz="1200" dirty="0" err="1">
                          <a:latin typeface="Consolas" panose="020B0609020204030204" pitchFamily="49" charset="0"/>
                          <a:sym typeface="Wingdings" panose="05000000000000000000" pitchFamily="2" charset="2"/>
                        </a:rPr>
                        <a:t>sample.label</a:t>
                      </a:r>
                      <a:r>
                        <a:rPr lang="en-US" sz="1200" dirty="0">
                          <a:latin typeface="Consolas" panose="020B0609020204030204" pitchFamily="49" charset="0"/>
                          <a:sym typeface="Wingdings" panose="05000000000000000000" pitchFamily="2" charset="2"/>
                        </a:rPr>
                        <a:t> </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2436614671"/>
                  </a:ext>
                </a:extLst>
              </a:tr>
              <a:tr h="232431">
                <a:tc>
                  <a:txBody>
                    <a:bodyPr/>
                    <a:lstStyle/>
                    <a:p>
                      <a:pPr algn="r"/>
                      <a:r>
                        <a:rPr lang="en-US" sz="1200" dirty="0">
                          <a:solidFill>
                            <a:schemeClr val="bg1">
                              <a:lumMod val="75000"/>
                            </a:schemeClr>
                          </a:solidFill>
                        </a:rPr>
                        <a:t>13</a:t>
                      </a:r>
                    </a:p>
                  </a:txBody>
                  <a:tcPr>
                    <a:solidFill>
                      <a:schemeClr val="bg1"/>
                    </a:solidFill>
                  </a:tcPr>
                </a:tc>
                <a:tc>
                  <a:txBody>
                    <a:bodyPr/>
                    <a:lstStyle/>
                    <a:p>
                      <a:r>
                        <a:rPr lang="en-US" sz="1200" b="1" dirty="0">
                          <a:solidFill>
                            <a:schemeClr val="bg1">
                              <a:lumMod val="75000"/>
                            </a:schemeClr>
                          </a:solidFill>
                          <a:latin typeface="Consolas" panose="020B0609020204030204" pitchFamily="49" charset="0"/>
                        </a:rPr>
                        <a:t>  end foreach</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2656897880"/>
                  </a:ext>
                </a:extLst>
              </a:tr>
              <a:tr h="232431">
                <a:tc>
                  <a:txBody>
                    <a:bodyPr/>
                    <a:lstStyle/>
                    <a:p>
                      <a:pPr algn="r"/>
                      <a:r>
                        <a:rPr lang="en-US" sz="1200" dirty="0">
                          <a:solidFill>
                            <a:schemeClr val="bg1">
                              <a:lumMod val="75000"/>
                            </a:schemeClr>
                          </a:solidFill>
                        </a:rPr>
                        <a:t>14</a:t>
                      </a:r>
                    </a:p>
                  </a:txBody>
                  <a:tcPr>
                    <a:solidFill>
                      <a:schemeClr val="bg1"/>
                    </a:solidFill>
                  </a:tcPr>
                </a:tc>
                <a:tc>
                  <a:txBody>
                    <a:bodyPr/>
                    <a:lstStyle/>
                    <a:p>
                      <a:r>
                        <a:rPr lang="en-US" sz="1200" dirty="0">
                          <a:solidFill>
                            <a:schemeClr val="bg1">
                              <a:lumMod val="75000"/>
                            </a:schemeClr>
                          </a:solidFill>
                          <a:latin typeface="Consolas" panose="020B0609020204030204" pitchFamily="49" charset="0"/>
                        </a:rPr>
                        <a:t>  w </a:t>
                      </a:r>
                      <a:r>
                        <a:rPr lang="en-US" sz="1200" dirty="0">
                          <a:solidFill>
                            <a:schemeClr val="bg1">
                              <a:lumMod val="75000"/>
                            </a:schemeClr>
                          </a:solidFill>
                          <a:latin typeface="Consolas" panose="020B0609020204030204" pitchFamily="49" charset="0"/>
                          <a:sym typeface="Wingdings" panose="05000000000000000000" pitchFamily="2" charset="2"/>
                        </a:rPr>
                        <a:t> w + </a:t>
                      </a:r>
                      <a:r>
                        <a:rPr lang="el-GR" sz="1200" dirty="0">
                          <a:solidFill>
                            <a:schemeClr val="bg1">
                              <a:lumMod val="75000"/>
                            </a:schemeClr>
                          </a:solidFill>
                          <a:latin typeface="Arial" panose="020B0604020202020204" pitchFamily="34" charset="0"/>
                          <a:cs typeface="Arial" panose="020B0604020202020204" pitchFamily="34" charset="0"/>
                        </a:rPr>
                        <a:t>Δ</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992461720"/>
                  </a:ext>
                </a:extLst>
              </a:tr>
              <a:tr h="232431">
                <a:tc>
                  <a:txBody>
                    <a:bodyPr/>
                    <a:lstStyle/>
                    <a:p>
                      <a:pPr algn="r"/>
                      <a:r>
                        <a:rPr lang="en-US" sz="1200" dirty="0">
                          <a:solidFill>
                            <a:schemeClr val="bg1">
                              <a:lumMod val="75000"/>
                            </a:schemeClr>
                          </a:solidFill>
                        </a:rPr>
                        <a:t>15</a:t>
                      </a:r>
                    </a:p>
                  </a:txBody>
                  <a:tcPr>
                    <a:solidFill>
                      <a:schemeClr val="bg1"/>
                    </a:solidFill>
                  </a:tcPr>
                </a:tc>
                <a:tc>
                  <a:txBody>
                    <a:bodyPr/>
                    <a:lstStyle/>
                    <a:p>
                      <a:r>
                        <a:rPr lang="en-US" sz="1200" dirty="0">
                          <a:solidFill>
                            <a:schemeClr val="bg1">
                              <a:lumMod val="75000"/>
                            </a:schemeClr>
                          </a:solidFill>
                          <a:latin typeface="Consolas" panose="020B0609020204030204" pitchFamily="49" charset="0"/>
                        </a:rPr>
                        <a:t>  </a:t>
                      </a:r>
                      <a:r>
                        <a:rPr lang="el-GR" sz="1200" dirty="0">
                          <a:solidFill>
                            <a:schemeClr val="bg1">
                              <a:lumMod val="75000"/>
                            </a:schemeClr>
                          </a:solidFill>
                          <a:latin typeface="Arial" panose="020B0604020202020204" pitchFamily="34" charset="0"/>
                          <a:cs typeface="Arial" panose="020B0604020202020204" pitchFamily="34" charset="0"/>
                        </a:rPr>
                        <a:t>β</a:t>
                      </a:r>
                      <a:r>
                        <a:rPr lang="en-US" sz="1200" dirty="0">
                          <a:solidFill>
                            <a:schemeClr val="bg1">
                              <a:lumMod val="75000"/>
                            </a:schemeClr>
                          </a:solidFill>
                          <a:latin typeface="Consolas" panose="020B0609020204030204" pitchFamily="49" charset="0"/>
                        </a:rPr>
                        <a:t> </a:t>
                      </a:r>
                      <a:r>
                        <a:rPr lang="en-US" sz="1200" dirty="0">
                          <a:solidFill>
                            <a:schemeClr val="bg1">
                              <a:lumMod val="75000"/>
                            </a:schemeClr>
                          </a:solidFill>
                          <a:latin typeface="Consolas" panose="020B0609020204030204" pitchFamily="49" charset="0"/>
                          <a:sym typeface="Wingdings" panose="05000000000000000000" pitchFamily="2" charset="2"/>
                        </a:rPr>
                        <a:t> </a:t>
                      </a:r>
                      <a:r>
                        <a:rPr lang="el-GR" sz="1200" dirty="0">
                          <a:solidFill>
                            <a:schemeClr val="bg1">
                              <a:lumMod val="75000"/>
                            </a:schemeClr>
                          </a:solidFill>
                          <a:latin typeface="Arial" panose="020B0604020202020204" pitchFamily="34" charset="0"/>
                          <a:cs typeface="Arial" panose="020B0604020202020204" pitchFamily="34" charset="0"/>
                        </a:rPr>
                        <a:t>β</a:t>
                      </a:r>
                      <a:r>
                        <a:rPr lang="en-US" sz="1200" dirty="0">
                          <a:solidFill>
                            <a:schemeClr val="bg1">
                              <a:lumMod val="75000"/>
                            </a:schemeClr>
                          </a:solidFill>
                          <a:latin typeface="Consolas" panose="020B0609020204030204" pitchFamily="49" charset="0"/>
                          <a:sym typeface="Wingdings" panose="05000000000000000000" pitchFamily="2" charset="2"/>
                        </a:rPr>
                        <a:t> + </a:t>
                      </a:r>
                      <a:r>
                        <a:rPr lang="el-GR" sz="1200" dirty="0">
                          <a:solidFill>
                            <a:schemeClr val="bg1">
                              <a:lumMod val="75000"/>
                            </a:schemeClr>
                          </a:solidFill>
                          <a:latin typeface="Arial" panose="020B0604020202020204" pitchFamily="34" charset="0"/>
                          <a:cs typeface="Arial" panose="020B0604020202020204" pitchFamily="34" charset="0"/>
                        </a:rPr>
                        <a:t>Β</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2938809267"/>
                  </a:ext>
                </a:extLst>
              </a:tr>
              <a:tr h="232431">
                <a:tc>
                  <a:txBody>
                    <a:bodyPr/>
                    <a:lstStyle/>
                    <a:p>
                      <a:pPr algn="r"/>
                      <a:r>
                        <a:rPr lang="en-US" sz="1200" dirty="0">
                          <a:solidFill>
                            <a:schemeClr val="bg1">
                              <a:lumMod val="75000"/>
                            </a:schemeClr>
                          </a:solidFill>
                        </a:rPr>
                        <a:t>16</a:t>
                      </a:r>
                    </a:p>
                  </a:txBody>
                  <a:tcPr>
                    <a:solidFill>
                      <a:schemeClr val="bg1"/>
                    </a:solidFill>
                  </a:tcPr>
                </a:tc>
                <a:tc>
                  <a:txBody>
                    <a:bodyPr/>
                    <a:lstStyle/>
                    <a:p>
                      <a:r>
                        <a:rPr lang="en-US" sz="1200" b="1" dirty="0">
                          <a:solidFill>
                            <a:schemeClr val="bg1">
                              <a:lumMod val="75000"/>
                            </a:schemeClr>
                          </a:solidFill>
                          <a:latin typeface="Consolas" panose="020B0609020204030204" pitchFamily="49" charset="0"/>
                        </a:rPr>
                        <a:t>until</a:t>
                      </a:r>
                      <a:r>
                        <a:rPr lang="en-US" sz="1200" dirty="0">
                          <a:solidFill>
                            <a:schemeClr val="bg1">
                              <a:lumMod val="75000"/>
                            </a:schemeClr>
                          </a:solidFill>
                          <a:latin typeface="Consolas" panose="020B0609020204030204" pitchFamily="49" charset="0"/>
                        </a:rPr>
                        <a:t> </a:t>
                      </a:r>
                      <a:r>
                        <a:rPr lang="en-US" sz="1200" dirty="0" err="1">
                          <a:solidFill>
                            <a:schemeClr val="bg1">
                              <a:lumMod val="75000"/>
                            </a:schemeClr>
                          </a:solidFill>
                          <a:latin typeface="Consolas" panose="020B0609020204030204" pitchFamily="49" charset="0"/>
                        </a:rPr>
                        <a:t>exit_condition</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2569313450"/>
                  </a:ext>
                </a:extLst>
              </a:tr>
            </a:tbl>
          </a:graphicData>
        </a:graphic>
      </p:graphicFrame>
      <p:sp>
        <p:nvSpPr>
          <p:cNvPr id="3" name="Rectangle 2">
            <a:extLst>
              <a:ext uri="{FF2B5EF4-FFF2-40B4-BE49-F238E27FC236}">
                <a16:creationId xmlns:a16="http://schemas.microsoft.com/office/drawing/2014/main" id="{01642E1B-2BD4-90B0-818F-0667DA21753B}"/>
              </a:ext>
            </a:extLst>
          </p:cNvPr>
          <p:cNvSpPr/>
          <p:nvPr/>
        </p:nvSpPr>
        <p:spPr>
          <a:xfrm>
            <a:off x="2589212" y="4516120"/>
            <a:ext cx="6400800" cy="1122680"/>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allout: Down Arrow 6">
            <a:extLst>
              <a:ext uri="{FF2B5EF4-FFF2-40B4-BE49-F238E27FC236}">
                <a16:creationId xmlns:a16="http://schemas.microsoft.com/office/drawing/2014/main" id="{398626A2-34D2-8D38-29CD-FDF20BF98434}"/>
              </a:ext>
            </a:extLst>
          </p:cNvPr>
          <p:cNvSpPr/>
          <p:nvPr/>
        </p:nvSpPr>
        <p:spPr>
          <a:xfrm>
            <a:off x="2589212" y="2590800"/>
            <a:ext cx="6172200" cy="1919224"/>
          </a:xfrm>
          <a:prstGeom prst="downArrowCallout">
            <a:avLst>
              <a:gd name="adj1" fmla="val 8356"/>
              <a:gd name="adj2" fmla="val 12651"/>
              <a:gd name="adj3" fmla="val 16946"/>
              <a:gd name="adj4" fmla="val 77594"/>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Arial" panose="020B0604020202020204" pitchFamily="34" charset="0"/>
                <a:cs typeface="Arial" panose="020B0604020202020204" pitchFamily="34" charset="0"/>
              </a:rPr>
              <a:t>For every sample, we check it against the current hyper-plane (</a:t>
            </a:r>
            <a:r>
              <a:rPr lang="en-US" dirty="0">
                <a:highlight>
                  <a:srgbClr val="000000"/>
                </a:highlight>
                <a:latin typeface="Arial" panose="020B0604020202020204" pitchFamily="34" charset="0"/>
                <a:cs typeface="Arial" panose="020B0604020202020204" pitchFamily="34" charset="0"/>
              </a:rPr>
              <a:t>w</a:t>
            </a:r>
            <a:r>
              <a:rPr lang="en-US" dirty="0">
                <a:latin typeface="Arial" panose="020B0604020202020204" pitchFamily="34" charset="0"/>
                <a:cs typeface="Arial" panose="020B0604020202020204" pitchFamily="34" charset="0"/>
              </a:rPr>
              <a:t> and </a:t>
            </a:r>
            <a:r>
              <a:rPr lang="el-GR" sz="1800" dirty="0">
                <a:highlight>
                  <a:srgbClr val="000000"/>
                </a:highlight>
                <a:latin typeface="Arial" panose="020B0604020202020204" pitchFamily="34" charset="0"/>
                <a:cs typeface="Arial" panose="020B0604020202020204" pitchFamily="34" charset="0"/>
              </a:rPr>
              <a:t>β</a:t>
            </a:r>
            <a:r>
              <a:rPr lang="en-US" dirty="0">
                <a:latin typeface="Arial" panose="020B0604020202020204" pitchFamily="34" charset="0"/>
                <a:cs typeface="Arial" panose="020B0604020202020204" pitchFamily="34" charset="0"/>
              </a:rPr>
              <a:t>). If the sample is not correctly classified, we modify the new parameters instead of the hyperplane. This makes the process be invariant to sample order. </a:t>
            </a:r>
          </a:p>
        </p:txBody>
      </p:sp>
    </p:spTree>
    <p:extLst>
      <p:ext uri="{BB962C8B-B14F-4D97-AF65-F5344CB8AC3E}">
        <p14:creationId xmlns:p14="http://schemas.microsoft.com/office/powerpoint/2010/main" val="3566091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Batch training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859001" cy="5181600"/>
          </a:xfrm>
        </p:spPr>
        <p:txBody>
          <a:bodyPr>
            <a:normAutofit/>
          </a:bodyPr>
          <a:lstStyle/>
          <a:p>
            <a:pPr marL="0" indent="0">
              <a:buNone/>
            </a:pPr>
            <a:r>
              <a:rPr lang="en-US" sz="2400" dirty="0">
                <a:latin typeface="Cambria Math" panose="02040503050406030204" pitchFamily="18" charset="0"/>
                <a:cs typeface="Arial" panose="020B0604020202020204" pitchFamily="34" charset="0"/>
              </a:rPr>
              <a:t>Now let’s see how we can modify it to work with a batch:</a:t>
            </a:r>
          </a:p>
          <a:p>
            <a:pPr marL="514350" indent="-514350">
              <a:buFont typeface="+mj-lt"/>
              <a:buAutoNum type="arabicPeriod"/>
            </a:pPr>
            <a:endParaRPr lang="en-US" sz="2400" dirty="0">
              <a:latin typeface="Cambria Math" panose="02040503050406030204" pitchFamily="18" charset="0"/>
              <a:cs typeface="Arial" panose="020B0604020202020204" pitchFamily="34" charset="0"/>
            </a:endParaRPr>
          </a:p>
          <a:p>
            <a:pPr marL="0" indent="0">
              <a:buNone/>
            </a:pPr>
            <a:endParaRPr lang="en-US" dirty="0">
              <a:latin typeface="Cambria Math" panose="02040503050406030204" pitchFamily="18" charset="0"/>
              <a:cs typeface="Arial" panose="020B0604020202020204" pitchFamily="34" charset="0"/>
            </a:endParaRPr>
          </a:p>
        </p:txBody>
      </p:sp>
      <p:graphicFrame>
        <p:nvGraphicFramePr>
          <p:cNvPr id="2" name="Table 1">
            <a:extLst>
              <a:ext uri="{FF2B5EF4-FFF2-40B4-BE49-F238E27FC236}">
                <a16:creationId xmlns:a16="http://schemas.microsoft.com/office/drawing/2014/main" id="{6E5F3772-A6C6-D365-F495-BB34F64E4967}"/>
              </a:ext>
            </a:extLst>
          </p:cNvPr>
          <p:cNvGraphicFramePr>
            <a:graphicFrameLocks noGrp="1"/>
          </p:cNvGraphicFramePr>
          <p:nvPr>
            <p:extLst>
              <p:ext uri="{D42A27DB-BD31-4B8C-83A1-F6EECF244321}">
                <p14:modId xmlns:p14="http://schemas.microsoft.com/office/powerpoint/2010/main" val="931305512"/>
              </p:ext>
            </p:extLst>
          </p:nvPr>
        </p:nvGraphicFramePr>
        <p:xfrm>
          <a:off x="1751012" y="2057400"/>
          <a:ext cx="8778240" cy="4693920"/>
        </p:xfrm>
        <a:graphic>
          <a:graphicData uri="http://schemas.openxmlformats.org/drawingml/2006/table">
            <a:tbl>
              <a:tblPr firstRow="1" bandRow="1">
                <a:tableStyleId>{7E9639D4-E3E2-4D34-9284-5A2195B3D0D7}</a:tableStyleId>
              </a:tblPr>
              <a:tblGrid>
                <a:gridCol w="640080">
                  <a:extLst>
                    <a:ext uri="{9D8B030D-6E8A-4147-A177-3AD203B41FA5}">
                      <a16:colId xmlns:a16="http://schemas.microsoft.com/office/drawing/2014/main" val="3187280461"/>
                    </a:ext>
                  </a:extLst>
                </a:gridCol>
                <a:gridCol w="8138160">
                  <a:extLst>
                    <a:ext uri="{9D8B030D-6E8A-4147-A177-3AD203B41FA5}">
                      <a16:colId xmlns:a16="http://schemas.microsoft.com/office/drawing/2014/main" val="2007790319"/>
                    </a:ext>
                  </a:extLst>
                </a:gridCol>
              </a:tblGrid>
              <a:tr h="243500">
                <a:tc>
                  <a:txBody>
                    <a:bodyPr/>
                    <a:lstStyle/>
                    <a:p>
                      <a:r>
                        <a:rPr lang="en-US" sz="1400" dirty="0">
                          <a:solidFill>
                            <a:schemeClr val="tx1"/>
                          </a:solidFill>
                        </a:rPr>
                        <a:t>Line</a:t>
                      </a:r>
                    </a:p>
                  </a:txBody>
                  <a:tcPr>
                    <a:solidFill>
                      <a:schemeClr val="bg1"/>
                    </a:solidFill>
                  </a:tcPr>
                </a:tc>
                <a:tc>
                  <a:txBody>
                    <a:bodyPr/>
                    <a:lstStyle/>
                    <a:p>
                      <a:r>
                        <a:rPr lang="en-US" sz="1400" dirty="0">
                          <a:solidFill>
                            <a:schemeClr val="tx1"/>
                          </a:solidFill>
                        </a:rPr>
                        <a:t>Pseudocode</a:t>
                      </a:r>
                    </a:p>
                  </a:txBody>
                  <a:tcPr>
                    <a:solidFill>
                      <a:schemeClr val="bg1"/>
                    </a:solidFill>
                  </a:tcPr>
                </a:tc>
                <a:extLst>
                  <a:ext uri="{0D108BD9-81ED-4DB2-BD59-A6C34878D82A}">
                    <a16:rowId xmlns:a16="http://schemas.microsoft.com/office/drawing/2014/main" val="2508094747"/>
                  </a:ext>
                </a:extLst>
              </a:tr>
              <a:tr h="232431">
                <a:tc>
                  <a:txBody>
                    <a:bodyPr/>
                    <a:lstStyle/>
                    <a:p>
                      <a:pPr algn="r"/>
                      <a:r>
                        <a:rPr lang="en-US" sz="1200" dirty="0">
                          <a:solidFill>
                            <a:schemeClr val="bg1">
                              <a:lumMod val="75000"/>
                            </a:schemeClr>
                          </a:solidFill>
                        </a:rPr>
                        <a:t>1</a:t>
                      </a:r>
                    </a:p>
                  </a:txBody>
                  <a:tcPr>
                    <a:solidFill>
                      <a:schemeClr val="bg1"/>
                    </a:solidFill>
                  </a:tcPr>
                </a:tc>
                <a:tc>
                  <a:txBody>
                    <a:bodyPr/>
                    <a:lstStyle/>
                    <a:p>
                      <a:r>
                        <a:rPr lang="en-US" sz="1200" dirty="0">
                          <a:solidFill>
                            <a:schemeClr val="bg1">
                              <a:lumMod val="75000"/>
                            </a:schemeClr>
                          </a:solidFill>
                          <a:latin typeface="Consolas" panose="020B0609020204030204" pitchFamily="49" charset="0"/>
                        </a:rPr>
                        <a:t>w </a:t>
                      </a:r>
                      <a:r>
                        <a:rPr lang="en-US" sz="1200" dirty="0">
                          <a:solidFill>
                            <a:schemeClr val="bg1">
                              <a:lumMod val="75000"/>
                            </a:schemeClr>
                          </a:solidFill>
                          <a:latin typeface="Consolas" panose="020B0609020204030204" pitchFamily="49" charset="0"/>
                          <a:sym typeface="Wingdings" panose="05000000000000000000" pitchFamily="2" charset="2"/>
                        </a:rPr>
                        <a:t> a vector of “n” elements initialized randomly or with 0 </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1057160213"/>
                  </a:ext>
                </a:extLst>
              </a:tr>
              <a:tr h="232431">
                <a:tc>
                  <a:txBody>
                    <a:bodyPr/>
                    <a:lstStyle/>
                    <a:p>
                      <a:pPr algn="r"/>
                      <a:r>
                        <a:rPr lang="en-US" sz="1200" dirty="0">
                          <a:solidFill>
                            <a:schemeClr val="bg1">
                              <a:lumMod val="75000"/>
                            </a:schemeClr>
                          </a:solidFill>
                        </a:rPr>
                        <a:t>2</a:t>
                      </a:r>
                    </a:p>
                  </a:txBody>
                  <a:tcPr>
                    <a:solidFill>
                      <a:schemeClr val="bg1"/>
                    </a:solidFill>
                  </a:tcPr>
                </a:tc>
                <a:tc>
                  <a:txBody>
                    <a:bodyPr/>
                    <a:lstStyle/>
                    <a:p>
                      <a:r>
                        <a:rPr lang="en-US" sz="1200" dirty="0">
                          <a:solidFill>
                            <a:schemeClr val="bg1">
                              <a:lumMod val="75000"/>
                            </a:schemeClr>
                          </a:solidFill>
                          <a:latin typeface="Consolas" panose="020B0609020204030204" pitchFamily="49" charset="0"/>
                        </a:rPr>
                        <a:t>trainset </a:t>
                      </a:r>
                      <a:r>
                        <a:rPr lang="en-US" sz="1200" dirty="0">
                          <a:solidFill>
                            <a:schemeClr val="bg1">
                              <a:lumMod val="75000"/>
                            </a:schemeClr>
                          </a:solidFill>
                          <a:latin typeface="Consolas" panose="020B0609020204030204" pitchFamily="49" charset="0"/>
                          <a:sym typeface="Wingdings" panose="05000000000000000000" pitchFamily="2" charset="2"/>
                        </a:rPr>
                        <a:t> the training set</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2973704334"/>
                  </a:ext>
                </a:extLst>
              </a:tr>
              <a:tr h="232431">
                <a:tc>
                  <a:txBody>
                    <a:bodyPr/>
                    <a:lstStyle/>
                    <a:p>
                      <a:pPr algn="r"/>
                      <a:r>
                        <a:rPr lang="en-US" sz="1200" dirty="0">
                          <a:solidFill>
                            <a:schemeClr val="bg1">
                              <a:lumMod val="75000"/>
                            </a:schemeClr>
                          </a:solidFill>
                        </a:rPr>
                        <a:t>3</a:t>
                      </a:r>
                    </a:p>
                  </a:txBody>
                  <a:tcPr>
                    <a:solidFill>
                      <a:schemeClr val="bg1"/>
                    </a:solidFill>
                  </a:tcPr>
                </a:tc>
                <a:tc>
                  <a:txBody>
                    <a:bodyPr/>
                    <a:lstStyle/>
                    <a:p>
                      <a:r>
                        <a:rPr lang="el-GR" sz="1200" dirty="0">
                          <a:solidFill>
                            <a:schemeClr val="bg1">
                              <a:lumMod val="75000"/>
                            </a:schemeClr>
                          </a:solidFill>
                          <a:latin typeface="Consolas" panose="020B0609020204030204" pitchFamily="49" charset="0"/>
                        </a:rPr>
                        <a:t>α</a:t>
                      </a:r>
                      <a:r>
                        <a:rPr lang="en-US" sz="1200" dirty="0">
                          <a:solidFill>
                            <a:schemeClr val="bg1">
                              <a:lumMod val="75000"/>
                            </a:schemeClr>
                          </a:solidFill>
                          <a:latin typeface="Consolas" panose="020B0609020204030204" pitchFamily="49" charset="0"/>
                        </a:rPr>
                        <a:t> </a:t>
                      </a:r>
                      <a:r>
                        <a:rPr lang="en-US" sz="1200" dirty="0">
                          <a:solidFill>
                            <a:schemeClr val="bg1">
                              <a:lumMod val="75000"/>
                            </a:schemeClr>
                          </a:solidFill>
                          <a:latin typeface="Consolas" panose="020B0609020204030204" pitchFamily="49" charset="0"/>
                          <a:sym typeface="Wingdings" panose="05000000000000000000" pitchFamily="2" charset="2"/>
                        </a:rPr>
                        <a:t> 0.01 // learning rate</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760439933"/>
                  </a:ext>
                </a:extLst>
              </a:tr>
              <a:tr h="232431">
                <a:tc>
                  <a:txBody>
                    <a:bodyPr/>
                    <a:lstStyle/>
                    <a:p>
                      <a:pPr algn="r"/>
                      <a:r>
                        <a:rPr lang="en-US" sz="1200" dirty="0">
                          <a:solidFill>
                            <a:schemeClr val="bg1">
                              <a:lumMod val="75000"/>
                            </a:schemeClr>
                          </a:solidFill>
                        </a:rPr>
                        <a:t>4</a:t>
                      </a:r>
                    </a:p>
                  </a:txBody>
                  <a:tcPr>
                    <a:solidFill>
                      <a:schemeClr val="bg1"/>
                    </a:solidFill>
                  </a:tcPr>
                </a:tc>
                <a:tc>
                  <a:txBody>
                    <a:bodyPr/>
                    <a:lstStyle/>
                    <a:p>
                      <a:r>
                        <a:rPr lang="el-GR" sz="1200" dirty="0">
                          <a:solidFill>
                            <a:schemeClr val="bg1">
                              <a:lumMod val="75000"/>
                            </a:schemeClr>
                          </a:solidFill>
                          <a:latin typeface="Arial" panose="020B0604020202020204" pitchFamily="34" charset="0"/>
                          <a:cs typeface="Arial" panose="020B0604020202020204" pitchFamily="34" charset="0"/>
                        </a:rPr>
                        <a:t>β</a:t>
                      </a:r>
                      <a:r>
                        <a:rPr lang="en-US" sz="1200" dirty="0">
                          <a:solidFill>
                            <a:schemeClr val="bg1">
                              <a:lumMod val="75000"/>
                            </a:schemeClr>
                          </a:solidFill>
                          <a:latin typeface="Consolas" panose="020B0609020204030204" pitchFamily="49" charset="0"/>
                        </a:rPr>
                        <a:t> </a:t>
                      </a:r>
                      <a:r>
                        <a:rPr lang="en-US" sz="1200" dirty="0">
                          <a:solidFill>
                            <a:schemeClr val="bg1">
                              <a:lumMod val="75000"/>
                            </a:schemeClr>
                          </a:solidFill>
                          <a:latin typeface="Consolas" panose="020B0609020204030204" pitchFamily="49" charset="0"/>
                          <a:sym typeface="Wingdings" panose="05000000000000000000" pitchFamily="2" charset="2"/>
                        </a:rPr>
                        <a:t> a random value or 0</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1927517492"/>
                  </a:ext>
                </a:extLst>
              </a:tr>
              <a:tr h="232431">
                <a:tc>
                  <a:txBody>
                    <a:bodyPr/>
                    <a:lstStyle/>
                    <a:p>
                      <a:pPr algn="r"/>
                      <a:r>
                        <a:rPr lang="en-US" sz="1200" dirty="0">
                          <a:solidFill>
                            <a:schemeClr val="bg1">
                              <a:lumMod val="75000"/>
                            </a:schemeClr>
                          </a:solidFill>
                        </a:rPr>
                        <a:t>5</a:t>
                      </a:r>
                    </a:p>
                  </a:txBody>
                  <a:tcPr>
                    <a:solidFill>
                      <a:schemeClr val="bg1"/>
                    </a:solidFill>
                  </a:tcPr>
                </a:tc>
                <a:tc>
                  <a:txBody>
                    <a:bodyPr/>
                    <a:lstStyle/>
                    <a:p>
                      <a:r>
                        <a:rPr lang="en-US" sz="1200" b="1" dirty="0">
                          <a:solidFill>
                            <a:schemeClr val="bg1">
                              <a:lumMod val="75000"/>
                            </a:schemeClr>
                          </a:solidFill>
                          <a:latin typeface="Consolas" panose="020B0609020204030204" pitchFamily="49" charset="0"/>
                        </a:rPr>
                        <a:t>repeat</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1171392527"/>
                  </a:ext>
                </a:extLst>
              </a:tr>
              <a:tr h="232431">
                <a:tc>
                  <a:txBody>
                    <a:bodyPr/>
                    <a:lstStyle/>
                    <a:p>
                      <a:pPr algn="r"/>
                      <a:r>
                        <a:rPr lang="en-US" sz="1200" dirty="0">
                          <a:solidFill>
                            <a:schemeClr val="bg1">
                              <a:lumMod val="75000"/>
                            </a:schemeClr>
                          </a:solidFill>
                        </a:rPr>
                        <a:t>6</a:t>
                      </a:r>
                    </a:p>
                  </a:txBody>
                  <a:tcPr>
                    <a:solidFill>
                      <a:schemeClr val="bg1"/>
                    </a:solidFill>
                  </a:tcPr>
                </a:tc>
                <a:tc>
                  <a:txBody>
                    <a:bodyPr/>
                    <a:lstStyle/>
                    <a:p>
                      <a:r>
                        <a:rPr lang="en-US" sz="1200" dirty="0">
                          <a:solidFill>
                            <a:schemeClr val="bg1">
                              <a:lumMod val="75000"/>
                            </a:schemeClr>
                          </a:solidFill>
                          <a:latin typeface="Consolas" panose="020B0609020204030204" pitchFamily="49" charset="0"/>
                        </a:rPr>
                        <a:t>  </a:t>
                      </a:r>
                      <a:r>
                        <a:rPr lang="el-GR" sz="1200" dirty="0">
                          <a:solidFill>
                            <a:schemeClr val="bg1">
                              <a:lumMod val="75000"/>
                            </a:schemeClr>
                          </a:solidFill>
                          <a:latin typeface="Arial" panose="020B0604020202020204" pitchFamily="34" charset="0"/>
                          <a:cs typeface="Arial" panose="020B0604020202020204" pitchFamily="34" charset="0"/>
                        </a:rPr>
                        <a:t>Δ</a:t>
                      </a:r>
                      <a:r>
                        <a:rPr lang="en-US" sz="1200" dirty="0">
                          <a:solidFill>
                            <a:schemeClr val="bg1">
                              <a:lumMod val="75000"/>
                            </a:schemeClr>
                          </a:solidFill>
                          <a:latin typeface="Arial" panose="020B0604020202020204" pitchFamily="34" charset="0"/>
                          <a:cs typeface="Arial" panose="020B0604020202020204" pitchFamily="34" charset="0"/>
                        </a:rPr>
                        <a:t> </a:t>
                      </a:r>
                      <a:r>
                        <a:rPr lang="en-US" sz="1200" dirty="0">
                          <a:solidFill>
                            <a:schemeClr val="bg1">
                              <a:lumMod val="75000"/>
                            </a:schemeClr>
                          </a:solidFill>
                          <a:latin typeface="Consolas" panose="020B0609020204030204" pitchFamily="49" charset="0"/>
                          <a:sym typeface="Wingdings" panose="05000000000000000000" pitchFamily="2" charset="2"/>
                        </a:rPr>
                        <a:t> a vector filled with 0 (zeros) of size “n”</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3270777680"/>
                  </a:ext>
                </a:extLst>
              </a:tr>
              <a:tr h="232431">
                <a:tc>
                  <a:txBody>
                    <a:bodyPr/>
                    <a:lstStyle/>
                    <a:p>
                      <a:pPr algn="r"/>
                      <a:r>
                        <a:rPr lang="en-US" sz="1200" dirty="0">
                          <a:solidFill>
                            <a:schemeClr val="bg1">
                              <a:lumMod val="75000"/>
                            </a:schemeClr>
                          </a:solidFill>
                        </a:rPr>
                        <a:t>7</a:t>
                      </a:r>
                    </a:p>
                  </a:txBody>
                  <a:tcPr>
                    <a:solidFill>
                      <a:schemeClr val="bg1"/>
                    </a:solidFill>
                  </a:tcPr>
                </a:tc>
                <a:tc>
                  <a:txBody>
                    <a:bodyPr/>
                    <a:lstStyle/>
                    <a:p>
                      <a:r>
                        <a:rPr lang="en-US" sz="1200" dirty="0">
                          <a:solidFill>
                            <a:schemeClr val="bg1">
                              <a:lumMod val="75000"/>
                            </a:schemeClr>
                          </a:solidFill>
                          <a:latin typeface="Consolas" panose="020B0609020204030204" pitchFamily="49" charset="0"/>
                        </a:rPr>
                        <a:t>  </a:t>
                      </a:r>
                      <a:r>
                        <a:rPr lang="el-GR" sz="1200" dirty="0">
                          <a:solidFill>
                            <a:schemeClr val="bg1">
                              <a:lumMod val="75000"/>
                            </a:schemeClr>
                          </a:solidFill>
                          <a:latin typeface="Arial" panose="020B0604020202020204" pitchFamily="34" charset="0"/>
                          <a:cs typeface="Arial" panose="020B0604020202020204" pitchFamily="34" charset="0"/>
                        </a:rPr>
                        <a:t>Β</a:t>
                      </a:r>
                      <a:r>
                        <a:rPr lang="en-US" sz="1200" dirty="0">
                          <a:solidFill>
                            <a:schemeClr val="bg1">
                              <a:lumMod val="75000"/>
                            </a:schemeClr>
                          </a:solidFill>
                          <a:latin typeface="Arial" panose="020B0604020202020204" pitchFamily="34" charset="0"/>
                          <a:cs typeface="Arial" panose="020B0604020202020204" pitchFamily="34" charset="0"/>
                        </a:rPr>
                        <a:t> </a:t>
                      </a:r>
                      <a:r>
                        <a:rPr lang="en-US" sz="1200" dirty="0">
                          <a:solidFill>
                            <a:schemeClr val="bg1">
                              <a:lumMod val="75000"/>
                            </a:schemeClr>
                          </a:solidFill>
                          <a:latin typeface="Consolas" panose="020B0609020204030204" pitchFamily="49" charset="0"/>
                          <a:sym typeface="Wingdings" panose="05000000000000000000" pitchFamily="2" charset="2"/>
                        </a:rPr>
                        <a:t> 0 // a temporary threshold</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3465717620"/>
                  </a:ext>
                </a:extLst>
              </a:tr>
              <a:tr h="232431">
                <a:tc>
                  <a:txBody>
                    <a:bodyPr/>
                    <a:lstStyle/>
                    <a:p>
                      <a:pPr algn="r"/>
                      <a:r>
                        <a:rPr lang="en-US" sz="1200" dirty="0">
                          <a:solidFill>
                            <a:schemeClr val="bg1">
                              <a:lumMod val="75000"/>
                            </a:schemeClr>
                          </a:solidFill>
                        </a:rPr>
                        <a:t>8</a:t>
                      </a:r>
                    </a:p>
                  </a:txBody>
                  <a:tcPr>
                    <a:solidFill>
                      <a:schemeClr val="bg1"/>
                    </a:solidFill>
                  </a:tcPr>
                </a:tc>
                <a:tc>
                  <a:txBody>
                    <a:bodyPr/>
                    <a:lstStyle/>
                    <a:p>
                      <a:r>
                        <a:rPr lang="en-US" sz="1200" b="1" dirty="0">
                          <a:solidFill>
                            <a:schemeClr val="bg1">
                              <a:lumMod val="75000"/>
                            </a:schemeClr>
                          </a:solidFill>
                          <a:latin typeface="Consolas" panose="020B0609020204030204" pitchFamily="49" charset="0"/>
                        </a:rPr>
                        <a:t>  foreach</a:t>
                      </a:r>
                      <a:r>
                        <a:rPr lang="en-US" sz="1200" dirty="0">
                          <a:solidFill>
                            <a:schemeClr val="bg1">
                              <a:lumMod val="75000"/>
                            </a:schemeClr>
                          </a:solidFill>
                          <a:latin typeface="Consolas" panose="020B0609020204030204" pitchFamily="49" charset="0"/>
                        </a:rPr>
                        <a:t> sample </a:t>
                      </a:r>
                      <a:r>
                        <a:rPr lang="en-US" sz="1200" b="1" dirty="0">
                          <a:solidFill>
                            <a:schemeClr val="bg1">
                              <a:lumMod val="75000"/>
                            </a:schemeClr>
                          </a:solidFill>
                          <a:latin typeface="Consolas" panose="020B0609020204030204" pitchFamily="49" charset="0"/>
                        </a:rPr>
                        <a:t>in</a:t>
                      </a:r>
                      <a:r>
                        <a:rPr lang="en-US" sz="1200" dirty="0">
                          <a:solidFill>
                            <a:schemeClr val="bg1">
                              <a:lumMod val="75000"/>
                            </a:schemeClr>
                          </a:solidFill>
                          <a:latin typeface="Consolas" panose="020B0609020204030204" pitchFamily="49" charset="0"/>
                        </a:rPr>
                        <a:t> trainset</a:t>
                      </a:r>
                    </a:p>
                  </a:txBody>
                  <a:tcPr>
                    <a:solidFill>
                      <a:schemeClr val="bg1"/>
                    </a:solidFill>
                  </a:tcPr>
                </a:tc>
                <a:extLst>
                  <a:ext uri="{0D108BD9-81ED-4DB2-BD59-A6C34878D82A}">
                    <a16:rowId xmlns:a16="http://schemas.microsoft.com/office/drawing/2014/main" val="130492628"/>
                  </a:ext>
                </a:extLst>
              </a:tr>
              <a:tr h="232431">
                <a:tc>
                  <a:txBody>
                    <a:bodyPr/>
                    <a:lstStyle/>
                    <a:p>
                      <a:pPr algn="r"/>
                      <a:r>
                        <a:rPr lang="en-US" sz="1200" dirty="0">
                          <a:solidFill>
                            <a:schemeClr val="bg1">
                              <a:lumMod val="75000"/>
                            </a:schemeClr>
                          </a:solidFill>
                        </a:rPr>
                        <a:t>9</a:t>
                      </a:r>
                    </a:p>
                  </a:txBody>
                  <a:tcPr>
                    <a:solidFill>
                      <a:schemeClr val="bg1"/>
                    </a:solidFill>
                  </a:tcPr>
                </a:tc>
                <a:tc>
                  <a:txBody>
                    <a:bodyPr/>
                    <a:lstStyle/>
                    <a:p>
                      <a:r>
                        <a:rPr lang="en-US" sz="1200" dirty="0">
                          <a:solidFill>
                            <a:schemeClr val="bg1">
                              <a:lumMod val="75000"/>
                            </a:schemeClr>
                          </a:solidFill>
                          <a:latin typeface="Consolas" panose="020B0609020204030204" pitchFamily="49" charset="0"/>
                        </a:rPr>
                        <a:t>    classified </a:t>
                      </a:r>
                      <a:r>
                        <a:rPr lang="en-US" sz="1200" dirty="0">
                          <a:solidFill>
                            <a:schemeClr val="bg1">
                              <a:lumMod val="75000"/>
                            </a:schemeClr>
                          </a:solidFill>
                          <a:latin typeface="Consolas" panose="020B0609020204030204" pitchFamily="49" charset="0"/>
                          <a:sym typeface="Wingdings" panose="05000000000000000000" pitchFamily="2" charset="2"/>
                        </a:rPr>
                        <a:t> </a:t>
                      </a:r>
                      <a:r>
                        <a:rPr lang="en-US" sz="1200" b="1" dirty="0">
                          <a:solidFill>
                            <a:schemeClr val="bg1">
                              <a:lumMod val="75000"/>
                            </a:schemeClr>
                          </a:solidFill>
                          <a:latin typeface="Consolas" panose="020B0609020204030204" pitchFamily="49" charset="0"/>
                          <a:sym typeface="Wingdings" panose="05000000000000000000" pitchFamily="2" charset="2"/>
                        </a:rPr>
                        <a:t>positive</a:t>
                      </a:r>
                      <a:r>
                        <a:rPr lang="en-US" sz="1200" dirty="0">
                          <a:solidFill>
                            <a:schemeClr val="bg1">
                              <a:lumMod val="75000"/>
                            </a:schemeClr>
                          </a:solidFill>
                          <a:latin typeface="Consolas" panose="020B0609020204030204" pitchFamily="49" charset="0"/>
                          <a:sym typeface="Wingdings" panose="05000000000000000000" pitchFamily="2" charset="2"/>
                        </a:rPr>
                        <a:t>(</a:t>
                      </a:r>
                      <a:r>
                        <a:rPr lang="en-US" sz="1200" dirty="0" err="1">
                          <a:solidFill>
                            <a:schemeClr val="bg1">
                              <a:lumMod val="75000"/>
                            </a:schemeClr>
                          </a:solidFill>
                          <a:latin typeface="Consolas" panose="020B0609020204030204" pitchFamily="49" charset="0"/>
                          <a:sym typeface="Wingdings" panose="05000000000000000000" pitchFamily="2" charset="2"/>
                        </a:rPr>
                        <a:t>sample.label</a:t>
                      </a:r>
                      <a:r>
                        <a:rPr lang="en-US" sz="1200" dirty="0">
                          <a:solidFill>
                            <a:schemeClr val="bg1">
                              <a:lumMod val="75000"/>
                            </a:schemeClr>
                          </a:solidFill>
                          <a:latin typeface="Consolas" panose="020B0609020204030204" pitchFamily="49" charset="0"/>
                          <a:sym typeface="Wingdings" panose="05000000000000000000" pitchFamily="2" charset="2"/>
                        </a:rPr>
                        <a:t> x (</a:t>
                      </a:r>
                      <a:r>
                        <a:rPr lang="en-US" sz="1200" b="1" dirty="0" err="1">
                          <a:solidFill>
                            <a:schemeClr val="bg1">
                              <a:lumMod val="75000"/>
                            </a:schemeClr>
                          </a:solidFill>
                          <a:latin typeface="Consolas" panose="020B0609020204030204" pitchFamily="49" charset="0"/>
                          <a:sym typeface="Wingdings" panose="05000000000000000000" pitchFamily="2" charset="2"/>
                        </a:rPr>
                        <a:t>dotproduct</a:t>
                      </a:r>
                      <a:r>
                        <a:rPr lang="en-US" sz="1200" dirty="0">
                          <a:solidFill>
                            <a:schemeClr val="bg1">
                              <a:lumMod val="75000"/>
                            </a:schemeClr>
                          </a:solidFill>
                          <a:latin typeface="Consolas" panose="020B0609020204030204" pitchFamily="49" charset="0"/>
                          <a:sym typeface="Wingdings" panose="05000000000000000000" pitchFamily="2" charset="2"/>
                        </a:rPr>
                        <a:t>(</a:t>
                      </a:r>
                      <a:r>
                        <a:rPr lang="en-US" sz="1200" dirty="0" err="1">
                          <a:solidFill>
                            <a:schemeClr val="bg1">
                              <a:lumMod val="75000"/>
                            </a:schemeClr>
                          </a:solidFill>
                          <a:latin typeface="Consolas" panose="020B0609020204030204" pitchFamily="49" charset="0"/>
                          <a:sym typeface="Wingdings" panose="05000000000000000000" pitchFamily="2" charset="2"/>
                        </a:rPr>
                        <a:t>sample.input,w</a:t>
                      </a:r>
                      <a:r>
                        <a:rPr lang="en-US" sz="1200" dirty="0">
                          <a:solidFill>
                            <a:schemeClr val="bg1">
                              <a:lumMod val="75000"/>
                            </a:schemeClr>
                          </a:solidFill>
                          <a:latin typeface="Consolas" panose="020B0609020204030204" pitchFamily="49" charset="0"/>
                          <a:sym typeface="Wingdings" panose="05000000000000000000" pitchFamily="2" charset="2"/>
                        </a:rPr>
                        <a:t>) + </a:t>
                      </a:r>
                      <a:r>
                        <a:rPr lang="el-GR" sz="1200" dirty="0">
                          <a:solidFill>
                            <a:schemeClr val="bg1">
                              <a:lumMod val="75000"/>
                            </a:schemeClr>
                          </a:solidFill>
                          <a:latin typeface="Arial" panose="020B0604020202020204" pitchFamily="34" charset="0"/>
                          <a:cs typeface="Arial" panose="020B0604020202020204" pitchFamily="34" charset="0"/>
                        </a:rPr>
                        <a:t>β</a:t>
                      </a:r>
                      <a:r>
                        <a:rPr lang="en-US" sz="1200" dirty="0">
                          <a:solidFill>
                            <a:schemeClr val="bg1">
                              <a:lumMod val="75000"/>
                            </a:schemeClr>
                          </a:solidFill>
                          <a:latin typeface="Consolas" panose="020B0609020204030204" pitchFamily="49" charset="0"/>
                          <a:sym typeface="Wingdings" panose="05000000000000000000" pitchFamily="2" charset="2"/>
                        </a:rPr>
                        <a:t>))&gt;0</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3691233306"/>
                  </a:ext>
                </a:extLst>
              </a:tr>
              <a:tr h="232431">
                <a:tc>
                  <a:txBody>
                    <a:bodyPr/>
                    <a:lstStyle/>
                    <a:p>
                      <a:pPr algn="r"/>
                      <a:r>
                        <a:rPr lang="en-US" sz="1200" dirty="0">
                          <a:solidFill>
                            <a:schemeClr val="bg1">
                              <a:lumMod val="75000"/>
                            </a:schemeClr>
                          </a:solidFill>
                        </a:rPr>
                        <a:t>10</a:t>
                      </a:r>
                    </a:p>
                  </a:txBody>
                  <a:tcPr>
                    <a:solidFill>
                      <a:schemeClr val="bg1"/>
                    </a:solidFill>
                  </a:tcPr>
                </a:tc>
                <a:tc>
                  <a:txBody>
                    <a:bodyPr/>
                    <a:lstStyle/>
                    <a:p>
                      <a:r>
                        <a:rPr lang="en-US" sz="1200" dirty="0">
                          <a:solidFill>
                            <a:schemeClr val="bg1">
                              <a:lumMod val="75000"/>
                            </a:schemeClr>
                          </a:solidFill>
                          <a:latin typeface="Consolas" panose="020B0609020204030204" pitchFamily="49" charset="0"/>
                        </a:rPr>
                        <a:t>    </a:t>
                      </a:r>
                      <a:r>
                        <a:rPr lang="en-US" sz="1200" b="1" dirty="0">
                          <a:solidFill>
                            <a:schemeClr val="bg1">
                              <a:lumMod val="75000"/>
                            </a:schemeClr>
                          </a:solidFill>
                          <a:latin typeface="Consolas" panose="020B0609020204030204" pitchFamily="49" charset="0"/>
                        </a:rPr>
                        <a:t>if</a:t>
                      </a:r>
                      <a:r>
                        <a:rPr lang="en-US" sz="1200" dirty="0">
                          <a:solidFill>
                            <a:schemeClr val="bg1">
                              <a:lumMod val="75000"/>
                            </a:schemeClr>
                          </a:solidFill>
                          <a:latin typeface="Consolas" panose="020B0609020204030204" pitchFamily="49" charset="0"/>
                        </a:rPr>
                        <a:t> classified </a:t>
                      </a:r>
                      <a:r>
                        <a:rPr lang="en-US" sz="1200" b="1" dirty="0">
                          <a:solidFill>
                            <a:schemeClr val="bg1">
                              <a:lumMod val="75000"/>
                            </a:schemeClr>
                          </a:solidFill>
                          <a:latin typeface="Consolas" panose="020B0609020204030204" pitchFamily="49" charset="0"/>
                        </a:rPr>
                        <a:t>then</a:t>
                      </a:r>
                      <a:r>
                        <a:rPr lang="en-US" sz="1200" dirty="0">
                          <a:solidFill>
                            <a:schemeClr val="bg1">
                              <a:lumMod val="75000"/>
                            </a:schemeClr>
                          </a:solidFill>
                          <a:latin typeface="Consolas" panose="020B0609020204030204" pitchFamily="49" charset="0"/>
                        </a:rPr>
                        <a:t> </a:t>
                      </a:r>
                      <a:r>
                        <a:rPr lang="en-US" sz="1200" b="1" dirty="0">
                          <a:solidFill>
                            <a:schemeClr val="bg1">
                              <a:lumMod val="75000"/>
                            </a:schemeClr>
                          </a:solidFill>
                          <a:latin typeface="Consolas" panose="020B0609020204030204" pitchFamily="49" charset="0"/>
                        </a:rPr>
                        <a:t>continue</a:t>
                      </a:r>
                    </a:p>
                  </a:txBody>
                  <a:tcPr>
                    <a:solidFill>
                      <a:schemeClr val="bg1"/>
                    </a:solidFill>
                  </a:tcPr>
                </a:tc>
                <a:extLst>
                  <a:ext uri="{0D108BD9-81ED-4DB2-BD59-A6C34878D82A}">
                    <a16:rowId xmlns:a16="http://schemas.microsoft.com/office/drawing/2014/main" val="4260882290"/>
                  </a:ext>
                </a:extLst>
              </a:tr>
              <a:tr h="232431">
                <a:tc>
                  <a:txBody>
                    <a:bodyPr/>
                    <a:lstStyle/>
                    <a:p>
                      <a:pPr algn="r"/>
                      <a:r>
                        <a:rPr lang="en-US" sz="1200" dirty="0">
                          <a:solidFill>
                            <a:schemeClr val="bg1">
                              <a:lumMod val="75000"/>
                            </a:schemeClr>
                          </a:solidFill>
                        </a:rPr>
                        <a:t>11</a:t>
                      </a:r>
                    </a:p>
                  </a:txBody>
                  <a:tcPr>
                    <a:solidFill>
                      <a:schemeClr val="bg1"/>
                    </a:solidFill>
                  </a:tcPr>
                </a:tc>
                <a:tc>
                  <a:txBody>
                    <a:bodyPr/>
                    <a:lstStyle/>
                    <a:p>
                      <a:r>
                        <a:rPr lang="en-US" sz="1200" dirty="0">
                          <a:solidFill>
                            <a:schemeClr val="bg1">
                              <a:lumMod val="75000"/>
                            </a:schemeClr>
                          </a:solidFill>
                          <a:latin typeface="Consolas" panose="020B0609020204030204" pitchFamily="49" charset="0"/>
                        </a:rPr>
                        <a:t>    </a:t>
                      </a:r>
                      <a:r>
                        <a:rPr lang="el-GR" sz="1200" dirty="0">
                          <a:solidFill>
                            <a:schemeClr val="bg1">
                              <a:lumMod val="75000"/>
                            </a:schemeClr>
                          </a:solidFill>
                          <a:latin typeface="Arial" panose="020B0604020202020204" pitchFamily="34" charset="0"/>
                          <a:cs typeface="Arial" panose="020B0604020202020204" pitchFamily="34" charset="0"/>
                        </a:rPr>
                        <a:t>Δ</a:t>
                      </a:r>
                      <a:r>
                        <a:rPr lang="en-US" sz="1200" dirty="0">
                          <a:solidFill>
                            <a:schemeClr val="bg1">
                              <a:lumMod val="75000"/>
                            </a:schemeClr>
                          </a:solidFill>
                          <a:latin typeface="Consolas" panose="020B0609020204030204" pitchFamily="49" charset="0"/>
                        </a:rPr>
                        <a:t> </a:t>
                      </a:r>
                      <a:r>
                        <a:rPr lang="en-US" sz="1200" dirty="0">
                          <a:solidFill>
                            <a:schemeClr val="bg1">
                              <a:lumMod val="75000"/>
                            </a:schemeClr>
                          </a:solidFill>
                          <a:latin typeface="Consolas" panose="020B0609020204030204" pitchFamily="49" charset="0"/>
                          <a:sym typeface="Wingdings" panose="05000000000000000000" pitchFamily="2" charset="2"/>
                        </a:rPr>
                        <a:t> </a:t>
                      </a:r>
                      <a:r>
                        <a:rPr lang="el-GR" sz="1200" dirty="0">
                          <a:solidFill>
                            <a:schemeClr val="bg1">
                              <a:lumMod val="75000"/>
                            </a:schemeClr>
                          </a:solidFill>
                          <a:latin typeface="Arial" panose="020B0604020202020204" pitchFamily="34" charset="0"/>
                          <a:cs typeface="Arial" panose="020B0604020202020204" pitchFamily="34" charset="0"/>
                        </a:rPr>
                        <a:t>Δ</a:t>
                      </a:r>
                      <a:r>
                        <a:rPr lang="en-US" sz="1200" dirty="0">
                          <a:solidFill>
                            <a:schemeClr val="bg1">
                              <a:lumMod val="75000"/>
                            </a:schemeClr>
                          </a:solidFill>
                          <a:latin typeface="Consolas" panose="020B0609020204030204" pitchFamily="49" charset="0"/>
                          <a:sym typeface="Wingdings" panose="05000000000000000000" pitchFamily="2" charset="2"/>
                        </a:rPr>
                        <a:t> + </a:t>
                      </a:r>
                      <a:r>
                        <a:rPr lang="en-US" sz="1200" dirty="0" err="1">
                          <a:solidFill>
                            <a:schemeClr val="bg1">
                              <a:lumMod val="75000"/>
                            </a:schemeClr>
                          </a:solidFill>
                          <a:latin typeface="Consolas" panose="020B0609020204030204" pitchFamily="49" charset="0"/>
                          <a:sym typeface="Wingdings" panose="05000000000000000000" pitchFamily="2" charset="2"/>
                        </a:rPr>
                        <a:t>sample.input</a:t>
                      </a:r>
                      <a:r>
                        <a:rPr lang="en-US" sz="1200" dirty="0">
                          <a:solidFill>
                            <a:schemeClr val="bg1">
                              <a:lumMod val="75000"/>
                            </a:schemeClr>
                          </a:solidFill>
                          <a:latin typeface="Consolas" panose="020B0609020204030204" pitchFamily="49" charset="0"/>
                          <a:sym typeface="Wingdings" panose="05000000000000000000" pitchFamily="2" charset="2"/>
                        </a:rPr>
                        <a:t> x </a:t>
                      </a:r>
                      <a:r>
                        <a:rPr lang="el-GR" sz="1200" dirty="0">
                          <a:solidFill>
                            <a:schemeClr val="bg1">
                              <a:lumMod val="75000"/>
                            </a:schemeClr>
                          </a:solidFill>
                          <a:latin typeface="Consolas" panose="020B0609020204030204" pitchFamily="49" charset="0"/>
                        </a:rPr>
                        <a:t>α</a:t>
                      </a:r>
                      <a:r>
                        <a:rPr lang="en-US" sz="1200" dirty="0">
                          <a:solidFill>
                            <a:schemeClr val="bg1">
                              <a:lumMod val="75000"/>
                            </a:schemeClr>
                          </a:solidFill>
                          <a:latin typeface="Consolas" panose="020B0609020204030204" pitchFamily="49" charset="0"/>
                        </a:rPr>
                        <a:t> </a:t>
                      </a:r>
                      <a:r>
                        <a:rPr lang="en-US" sz="1200" dirty="0">
                          <a:solidFill>
                            <a:schemeClr val="bg1">
                              <a:lumMod val="75000"/>
                            </a:schemeClr>
                          </a:solidFill>
                          <a:latin typeface="Consolas" panose="020B0609020204030204" pitchFamily="49" charset="0"/>
                          <a:sym typeface="Wingdings" panose="05000000000000000000" pitchFamily="2" charset="2"/>
                        </a:rPr>
                        <a:t>x </a:t>
                      </a:r>
                      <a:r>
                        <a:rPr lang="en-US" sz="1200" dirty="0" err="1">
                          <a:solidFill>
                            <a:schemeClr val="bg1">
                              <a:lumMod val="75000"/>
                            </a:schemeClr>
                          </a:solidFill>
                          <a:latin typeface="Consolas" panose="020B0609020204030204" pitchFamily="49" charset="0"/>
                          <a:sym typeface="Wingdings" panose="05000000000000000000" pitchFamily="2" charset="2"/>
                        </a:rPr>
                        <a:t>sample.label</a:t>
                      </a:r>
                      <a:r>
                        <a:rPr lang="en-US" sz="1200" dirty="0">
                          <a:solidFill>
                            <a:schemeClr val="bg1">
                              <a:lumMod val="75000"/>
                            </a:schemeClr>
                          </a:solidFill>
                          <a:latin typeface="Consolas" panose="020B0609020204030204" pitchFamily="49" charset="0"/>
                          <a:sym typeface="Wingdings" panose="05000000000000000000" pitchFamily="2" charset="2"/>
                        </a:rPr>
                        <a:t> </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4287305410"/>
                  </a:ext>
                </a:extLst>
              </a:tr>
              <a:tr h="232431">
                <a:tc>
                  <a:txBody>
                    <a:bodyPr/>
                    <a:lstStyle/>
                    <a:p>
                      <a:pPr algn="r"/>
                      <a:r>
                        <a:rPr lang="en-US" sz="1200" dirty="0">
                          <a:solidFill>
                            <a:schemeClr val="bg1">
                              <a:lumMod val="75000"/>
                            </a:schemeClr>
                          </a:solidFill>
                        </a:rPr>
                        <a:t>12</a:t>
                      </a:r>
                    </a:p>
                  </a:txBody>
                  <a:tcPr>
                    <a:solidFill>
                      <a:schemeClr val="bg1"/>
                    </a:solidFill>
                  </a:tcPr>
                </a:tc>
                <a:tc>
                  <a:txBody>
                    <a:bodyPr/>
                    <a:lstStyle/>
                    <a:p>
                      <a:r>
                        <a:rPr lang="en-US" sz="1200" dirty="0">
                          <a:solidFill>
                            <a:schemeClr val="bg1">
                              <a:lumMod val="75000"/>
                            </a:schemeClr>
                          </a:solidFill>
                          <a:latin typeface="Consolas" panose="020B0609020204030204" pitchFamily="49" charset="0"/>
                        </a:rPr>
                        <a:t>    </a:t>
                      </a:r>
                      <a:r>
                        <a:rPr lang="el-GR" sz="1200" dirty="0">
                          <a:solidFill>
                            <a:schemeClr val="bg1">
                              <a:lumMod val="75000"/>
                            </a:schemeClr>
                          </a:solidFill>
                          <a:latin typeface="Arial" panose="020B0604020202020204" pitchFamily="34" charset="0"/>
                          <a:cs typeface="Arial" panose="020B0604020202020204" pitchFamily="34" charset="0"/>
                        </a:rPr>
                        <a:t>Β</a:t>
                      </a:r>
                      <a:r>
                        <a:rPr lang="en-US" sz="1200" dirty="0">
                          <a:solidFill>
                            <a:schemeClr val="bg1">
                              <a:lumMod val="75000"/>
                            </a:schemeClr>
                          </a:solidFill>
                          <a:latin typeface="Consolas" panose="020B0609020204030204" pitchFamily="49" charset="0"/>
                        </a:rPr>
                        <a:t> </a:t>
                      </a:r>
                      <a:r>
                        <a:rPr lang="en-US" sz="1200" dirty="0">
                          <a:solidFill>
                            <a:schemeClr val="bg1">
                              <a:lumMod val="75000"/>
                            </a:schemeClr>
                          </a:solidFill>
                          <a:latin typeface="Consolas" panose="020B0609020204030204" pitchFamily="49" charset="0"/>
                          <a:sym typeface="Wingdings" panose="05000000000000000000" pitchFamily="2" charset="2"/>
                        </a:rPr>
                        <a:t> </a:t>
                      </a:r>
                      <a:r>
                        <a:rPr lang="el-GR" sz="1200" dirty="0">
                          <a:solidFill>
                            <a:schemeClr val="bg1">
                              <a:lumMod val="75000"/>
                            </a:schemeClr>
                          </a:solidFill>
                          <a:latin typeface="Arial" panose="020B0604020202020204" pitchFamily="34" charset="0"/>
                          <a:cs typeface="Arial" panose="020B0604020202020204" pitchFamily="34" charset="0"/>
                        </a:rPr>
                        <a:t>Β</a:t>
                      </a:r>
                      <a:r>
                        <a:rPr lang="en-US" sz="1200" dirty="0">
                          <a:solidFill>
                            <a:schemeClr val="bg1">
                              <a:lumMod val="75000"/>
                            </a:schemeClr>
                          </a:solidFill>
                          <a:latin typeface="Consolas" panose="020B0609020204030204" pitchFamily="49" charset="0"/>
                          <a:sym typeface="Wingdings" panose="05000000000000000000" pitchFamily="2" charset="2"/>
                        </a:rPr>
                        <a:t> + </a:t>
                      </a:r>
                      <a:r>
                        <a:rPr lang="el-GR" sz="1200" dirty="0">
                          <a:solidFill>
                            <a:schemeClr val="bg1">
                              <a:lumMod val="75000"/>
                            </a:schemeClr>
                          </a:solidFill>
                          <a:latin typeface="Consolas" panose="020B0609020204030204" pitchFamily="49" charset="0"/>
                        </a:rPr>
                        <a:t>α</a:t>
                      </a:r>
                      <a:r>
                        <a:rPr lang="en-US" sz="1200" dirty="0">
                          <a:solidFill>
                            <a:schemeClr val="bg1">
                              <a:lumMod val="75000"/>
                            </a:schemeClr>
                          </a:solidFill>
                          <a:latin typeface="Consolas" panose="020B0609020204030204" pitchFamily="49" charset="0"/>
                        </a:rPr>
                        <a:t> </a:t>
                      </a:r>
                      <a:r>
                        <a:rPr lang="en-US" sz="1200" dirty="0">
                          <a:solidFill>
                            <a:schemeClr val="bg1">
                              <a:lumMod val="75000"/>
                            </a:schemeClr>
                          </a:solidFill>
                          <a:latin typeface="Consolas" panose="020B0609020204030204" pitchFamily="49" charset="0"/>
                          <a:sym typeface="Wingdings" panose="05000000000000000000" pitchFamily="2" charset="2"/>
                        </a:rPr>
                        <a:t>x </a:t>
                      </a:r>
                      <a:r>
                        <a:rPr lang="en-US" sz="1200" dirty="0" err="1">
                          <a:solidFill>
                            <a:schemeClr val="bg1">
                              <a:lumMod val="75000"/>
                            </a:schemeClr>
                          </a:solidFill>
                          <a:latin typeface="Consolas" panose="020B0609020204030204" pitchFamily="49" charset="0"/>
                          <a:sym typeface="Wingdings" panose="05000000000000000000" pitchFamily="2" charset="2"/>
                        </a:rPr>
                        <a:t>sample.label</a:t>
                      </a:r>
                      <a:r>
                        <a:rPr lang="en-US" sz="1200" dirty="0">
                          <a:solidFill>
                            <a:schemeClr val="bg1">
                              <a:lumMod val="75000"/>
                            </a:schemeClr>
                          </a:solidFill>
                          <a:latin typeface="Consolas" panose="020B0609020204030204" pitchFamily="49" charset="0"/>
                          <a:sym typeface="Wingdings" panose="05000000000000000000" pitchFamily="2" charset="2"/>
                        </a:rPr>
                        <a:t> </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2436614671"/>
                  </a:ext>
                </a:extLst>
              </a:tr>
              <a:tr h="232431">
                <a:tc>
                  <a:txBody>
                    <a:bodyPr/>
                    <a:lstStyle/>
                    <a:p>
                      <a:pPr algn="r"/>
                      <a:r>
                        <a:rPr lang="en-US" sz="1200" dirty="0">
                          <a:solidFill>
                            <a:schemeClr val="bg1">
                              <a:lumMod val="75000"/>
                            </a:schemeClr>
                          </a:solidFill>
                        </a:rPr>
                        <a:t>13</a:t>
                      </a:r>
                    </a:p>
                  </a:txBody>
                  <a:tcPr>
                    <a:solidFill>
                      <a:schemeClr val="bg1"/>
                    </a:solidFill>
                  </a:tcPr>
                </a:tc>
                <a:tc>
                  <a:txBody>
                    <a:bodyPr/>
                    <a:lstStyle/>
                    <a:p>
                      <a:r>
                        <a:rPr lang="en-US" sz="1200" b="1" dirty="0">
                          <a:solidFill>
                            <a:schemeClr val="bg1">
                              <a:lumMod val="75000"/>
                            </a:schemeClr>
                          </a:solidFill>
                          <a:latin typeface="Consolas" panose="020B0609020204030204" pitchFamily="49" charset="0"/>
                        </a:rPr>
                        <a:t>  end foreach</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2656897880"/>
                  </a:ext>
                </a:extLst>
              </a:tr>
              <a:tr h="232431">
                <a:tc>
                  <a:txBody>
                    <a:bodyPr/>
                    <a:lstStyle/>
                    <a:p>
                      <a:pPr algn="r"/>
                      <a:r>
                        <a:rPr lang="en-US" sz="1200" dirty="0"/>
                        <a:t>14</a:t>
                      </a:r>
                    </a:p>
                  </a:txBody>
                  <a:tcPr>
                    <a:solidFill>
                      <a:schemeClr val="bg1"/>
                    </a:solidFill>
                  </a:tcPr>
                </a:tc>
                <a:tc>
                  <a:txBody>
                    <a:bodyPr/>
                    <a:lstStyle/>
                    <a:p>
                      <a:r>
                        <a:rPr lang="en-US" sz="1200" dirty="0">
                          <a:latin typeface="Consolas" panose="020B0609020204030204" pitchFamily="49" charset="0"/>
                        </a:rPr>
                        <a:t>  w </a:t>
                      </a:r>
                      <a:r>
                        <a:rPr lang="en-US" sz="1200" dirty="0">
                          <a:latin typeface="Consolas" panose="020B0609020204030204" pitchFamily="49" charset="0"/>
                          <a:sym typeface="Wingdings" panose="05000000000000000000" pitchFamily="2" charset="2"/>
                        </a:rPr>
                        <a:t> w + </a:t>
                      </a:r>
                      <a:r>
                        <a:rPr lang="el-GR" sz="1200" dirty="0">
                          <a:latin typeface="Arial" panose="020B0604020202020204" pitchFamily="34" charset="0"/>
                          <a:cs typeface="Arial" panose="020B0604020202020204" pitchFamily="34" charset="0"/>
                        </a:rPr>
                        <a:t>Δ</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992461720"/>
                  </a:ext>
                </a:extLst>
              </a:tr>
              <a:tr h="232431">
                <a:tc>
                  <a:txBody>
                    <a:bodyPr/>
                    <a:lstStyle/>
                    <a:p>
                      <a:pPr algn="r"/>
                      <a:r>
                        <a:rPr lang="en-US" sz="1200" dirty="0"/>
                        <a:t>15</a:t>
                      </a:r>
                    </a:p>
                  </a:txBody>
                  <a:tcPr>
                    <a:solidFill>
                      <a:schemeClr val="bg1"/>
                    </a:solidFill>
                  </a:tcPr>
                </a:tc>
                <a:tc>
                  <a:txBody>
                    <a:bodyPr/>
                    <a:lstStyle/>
                    <a:p>
                      <a:r>
                        <a:rPr lang="en-US" sz="1200" dirty="0">
                          <a:latin typeface="Consolas" panose="020B0609020204030204" pitchFamily="49" charset="0"/>
                        </a:rPr>
                        <a:t>  </a:t>
                      </a:r>
                      <a:r>
                        <a:rPr lang="el-GR" sz="1200" dirty="0">
                          <a:latin typeface="Arial" panose="020B0604020202020204" pitchFamily="34" charset="0"/>
                          <a:cs typeface="Arial" panose="020B0604020202020204" pitchFamily="34" charset="0"/>
                        </a:rPr>
                        <a:t>β</a:t>
                      </a:r>
                      <a:r>
                        <a:rPr lang="en-US" sz="1200" dirty="0">
                          <a:latin typeface="Consolas" panose="020B0609020204030204" pitchFamily="49" charset="0"/>
                        </a:rPr>
                        <a:t> </a:t>
                      </a:r>
                      <a:r>
                        <a:rPr lang="en-US" sz="1200" dirty="0">
                          <a:latin typeface="Consolas" panose="020B0609020204030204" pitchFamily="49" charset="0"/>
                          <a:sym typeface="Wingdings" panose="05000000000000000000" pitchFamily="2" charset="2"/>
                        </a:rPr>
                        <a:t> </a:t>
                      </a:r>
                      <a:r>
                        <a:rPr lang="el-GR" sz="1200" dirty="0">
                          <a:latin typeface="Arial" panose="020B0604020202020204" pitchFamily="34" charset="0"/>
                          <a:cs typeface="Arial" panose="020B0604020202020204" pitchFamily="34" charset="0"/>
                        </a:rPr>
                        <a:t>β</a:t>
                      </a:r>
                      <a:r>
                        <a:rPr lang="en-US" sz="1200" dirty="0">
                          <a:latin typeface="Consolas" panose="020B0609020204030204" pitchFamily="49" charset="0"/>
                          <a:sym typeface="Wingdings" panose="05000000000000000000" pitchFamily="2" charset="2"/>
                        </a:rPr>
                        <a:t> + </a:t>
                      </a:r>
                      <a:r>
                        <a:rPr lang="el-GR" sz="1200" dirty="0">
                          <a:latin typeface="Arial" panose="020B0604020202020204" pitchFamily="34" charset="0"/>
                          <a:cs typeface="Arial" panose="020B0604020202020204" pitchFamily="34" charset="0"/>
                        </a:rPr>
                        <a:t>Β</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2938809267"/>
                  </a:ext>
                </a:extLst>
              </a:tr>
              <a:tr h="232431">
                <a:tc>
                  <a:txBody>
                    <a:bodyPr/>
                    <a:lstStyle/>
                    <a:p>
                      <a:pPr algn="r"/>
                      <a:r>
                        <a:rPr lang="en-US" sz="1200" dirty="0">
                          <a:solidFill>
                            <a:schemeClr val="bg1">
                              <a:lumMod val="75000"/>
                            </a:schemeClr>
                          </a:solidFill>
                        </a:rPr>
                        <a:t>16</a:t>
                      </a:r>
                    </a:p>
                  </a:txBody>
                  <a:tcPr>
                    <a:solidFill>
                      <a:schemeClr val="bg1"/>
                    </a:solidFill>
                  </a:tcPr>
                </a:tc>
                <a:tc>
                  <a:txBody>
                    <a:bodyPr/>
                    <a:lstStyle/>
                    <a:p>
                      <a:r>
                        <a:rPr lang="en-US" sz="1200" b="1" dirty="0">
                          <a:solidFill>
                            <a:schemeClr val="bg1">
                              <a:lumMod val="75000"/>
                            </a:schemeClr>
                          </a:solidFill>
                          <a:latin typeface="Consolas" panose="020B0609020204030204" pitchFamily="49" charset="0"/>
                        </a:rPr>
                        <a:t>until</a:t>
                      </a:r>
                      <a:r>
                        <a:rPr lang="en-US" sz="1200" dirty="0">
                          <a:solidFill>
                            <a:schemeClr val="bg1">
                              <a:lumMod val="75000"/>
                            </a:schemeClr>
                          </a:solidFill>
                          <a:latin typeface="Consolas" panose="020B0609020204030204" pitchFamily="49" charset="0"/>
                        </a:rPr>
                        <a:t> </a:t>
                      </a:r>
                      <a:r>
                        <a:rPr lang="en-US" sz="1200" dirty="0" err="1">
                          <a:solidFill>
                            <a:schemeClr val="bg1">
                              <a:lumMod val="75000"/>
                            </a:schemeClr>
                          </a:solidFill>
                          <a:latin typeface="Consolas" panose="020B0609020204030204" pitchFamily="49" charset="0"/>
                        </a:rPr>
                        <a:t>exit_condition</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2569313450"/>
                  </a:ext>
                </a:extLst>
              </a:tr>
            </a:tbl>
          </a:graphicData>
        </a:graphic>
      </p:graphicFrame>
      <p:sp>
        <p:nvSpPr>
          <p:cNvPr id="3" name="Rectangle 2">
            <a:extLst>
              <a:ext uri="{FF2B5EF4-FFF2-40B4-BE49-F238E27FC236}">
                <a16:creationId xmlns:a16="http://schemas.microsoft.com/office/drawing/2014/main" id="{12AA0A02-20FD-D8F2-4370-20E652DF3BB6}"/>
              </a:ext>
            </a:extLst>
          </p:cNvPr>
          <p:cNvSpPr/>
          <p:nvPr/>
        </p:nvSpPr>
        <p:spPr>
          <a:xfrm>
            <a:off x="1903412" y="5943600"/>
            <a:ext cx="1828800" cy="533400"/>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allout: Down Arrow 3">
            <a:extLst>
              <a:ext uri="{FF2B5EF4-FFF2-40B4-BE49-F238E27FC236}">
                <a16:creationId xmlns:a16="http://schemas.microsoft.com/office/drawing/2014/main" id="{CE60FED4-7BEE-DCFF-AB41-1271B29CAD9A}"/>
              </a:ext>
            </a:extLst>
          </p:cNvPr>
          <p:cNvSpPr/>
          <p:nvPr/>
        </p:nvSpPr>
        <p:spPr>
          <a:xfrm>
            <a:off x="749680" y="3703320"/>
            <a:ext cx="4419600" cy="2147824"/>
          </a:xfrm>
          <a:prstGeom prst="downArrowCallout">
            <a:avLst>
              <a:gd name="adj1" fmla="val 8356"/>
              <a:gd name="adj2" fmla="val 12651"/>
              <a:gd name="adj3" fmla="val 16946"/>
              <a:gd name="adj4" fmla="val 77594"/>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Arial" panose="020B0604020202020204" pitchFamily="34" charset="0"/>
                <a:cs typeface="Arial" panose="020B0604020202020204" pitchFamily="34" charset="0"/>
              </a:rPr>
              <a:t>Finally, after every sample from the training set has been validated against the current hyperplane and we have computed the differences from all samples, we adjust the hyperplane and resume the process.</a:t>
            </a:r>
          </a:p>
        </p:txBody>
      </p:sp>
    </p:spTree>
    <p:extLst>
      <p:ext uri="{BB962C8B-B14F-4D97-AF65-F5344CB8AC3E}">
        <p14:creationId xmlns:p14="http://schemas.microsoft.com/office/powerpoint/2010/main" val="745472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Batch training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859001" cy="5181600"/>
          </a:xfrm>
        </p:spPr>
        <p:txBody>
          <a:bodyPr>
            <a:normAutofit/>
          </a:bodyPr>
          <a:lstStyle/>
          <a:p>
            <a:pPr marL="0" indent="0">
              <a:buNone/>
            </a:pPr>
            <a:r>
              <a:rPr lang="en-US" sz="2400" dirty="0">
                <a:latin typeface="Cambria Math" panose="02040503050406030204" pitchFamily="18" charset="0"/>
                <a:cs typeface="Arial" panose="020B0604020202020204" pitchFamily="34" charset="0"/>
              </a:rPr>
              <a:t>Now let’s see how we can modify it to work with a batch:</a:t>
            </a:r>
          </a:p>
          <a:p>
            <a:pPr marL="514350" indent="-514350">
              <a:buFont typeface="+mj-lt"/>
              <a:buAutoNum type="arabicPeriod"/>
            </a:pPr>
            <a:endParaRPr lang="en-US" sz="2400" dirty="0">
              <a:latin typeface="Cambria Math" panose="02040503050406030204" pitchFamily="18" charset="0"/>
              <a:cs typeface="Arial" panose="020B0604020202020204" pitchFamily="34" charset="0"/>
            </a:endParaRPr>
          </a:p>
          <a:p>
            <a:pPr marL="0" indent="0">
              <a:buNone/>
            </a:pPr>
            <a:endParaRPr lang="en-US" dirty="0">
              <a:latin typeface="Cambria Math" panose="02040503050406030204" pitchFamily="18" charset="0"/>
              <a:cs typeface="Arial" panose="020B0604020202020204" pitchFamily="34" charset="0"/>
            </a:endParaRPr>
          </a:p>
        </p:txBody>
      </p:sp>
      <p:graphicFrame>
        <p:nvGraphicFramePr>
          <p:cNvPr id="2" name="Table 1">
            <a:extLst>
              <a:ext uri="{FF2B5EF4-FFF2-40B4-BE49-F238E27FC236}">
                <a16:creationId xmlns:a16="http://schemas.microsoft.com/office/drawing/2014/main" id="{6E5F3772-A6C6-D365-F495-BB34F64E4967}"/>
              </a:ext>
            </a:extLst>
          </p:cNvPr>
          <p:cNvGraphicFramePr>
            <a:graphicFrameLocks noGrp="1"/>
          </p:cNvGraphicFramePr>
          <p:nvPr>
            <p:extLst>
              <p:ext uri="{D42A27DB-BD31-4B8C-83A1-F6EECF244321}">
                <p14:modId xmlns:p14="http://schemas.microsoft.com/office/powerpoint/2010/main" val="4262922425"/>
              </p:ext>
            </p:extLst>
          </p:nvPr>
        </p:nvGraphicFramePr>
        <p:xfrm>
          <a:off x="1751012" y="2057400"/>
          <a:ext cx="8869680" cy="4693920"/>
        </p:xfrm>
        <a:graphic>
          <a:graphicData uri="http://schemas.openxmlformats.org/drawingml/2006/table">
            <a:tbl>
              <a:tblPr firstRow="1" bandRow="1">
                <a:tableStyleId>{7E9639D4-E3E2-4D34-9284-5A2195B3D0D7}</a:tableStyleId>
              </a:tblPr>
              <a:tblGrid>
                <a:gridCol w="640080">
                  <a:extLst>
                    <a:ext uri="{9D8B030D-6E8A-4147-A177-3AD203B41FA5}">
                      <a16:colId xmlns:a16="http://schemas.microsoft.com/office/drawing/2014/main" val="3187280461"/>
                    </a:ext>
                  </a:extLst>
                </a:gridCol>
                <a:gridCol w="8229600">
                  <a:extLst>
                    <a:ext uri="{9D8B030D-6E8A-4147-A177-3AD203B41FA5}">
                      <a16:colId xmlns:a16="http://schemas.microsoft.com/office/drawing/2014/main" val="2007790319"/>
                    </a:ext>
                  </a:extLst>
                </a:gridCol>
              </a:tblGrid>
              <a:tr h="243500">
                <a:tc>
                  <a:txBody>
                    <a:bodyPr/>
                    <a:lstStyle/>
                    <a:p>
                      <a:r>
                        <a:rPr lang="en-US" sz="1400" dirty="0"/>
                        <a:t>Line</a:t>
                      </a:r>
                    </a:p>
                  </a:txBody>
                  <a:tcPr>
                    <a:solidFill>
                      <a:schemeClr val="bg1"/>
                    </a:solidFill>
                  </a:tcPr>
                </a:tc>
                <a:tc>
                  <a:txBody>
                    <a:bodyPr/>
                    <a:lstStyle/>
                    <a:p>
                      <a:r>
                        <a:rPr lang="en-US" sz="1400" dirty="0"/>
                        <a:t>Pseudocode</a:t>
                      </a:r>
                    </a:p>
                  </a:txBody>
                  <a:tcPr>
                    <a:solidFill>
                      <a:schemeClr val="bg1"/>
                    </a:solidFill>
                  </a:tcPr>
                </a:tc>
                <a:extLst>
                  <a:ext uri="{0D108BD9-81ED-4DB2-BD59-A6C34878D82A}">
                    <a16:rowId xmlns:a16="http://schemas.microsoft.com/office/drawing/2014/main" val="2508094747"/>
                  </a:ext>
                </a:extLst>
              </a:tr>
              <a:tr h="232431">
                <a:tc>
                  <a:txBody>
                    <a:bodyPr/>
                    <a:lstStyle/>
                    <a:p>
                      <a:pPr algn="r"/>
                      <a:r>
                        <a:rPr lang="en-US" sz="1200" dirty="0">
                          <a:solidFill>
                            <a:schemeClr val="bg1">
                              <a:lumMod val="75000"/>
                            </a:schemeClr>
                          </a:solidFill>
                        </a:rPr>
                        <a:t>1</a:t>
                      </a:r>
                    </a:p>
                  </a:txBody>
                  <a:tcPr>
                    <a:solidFill>
                      <a:schemeClr val="bg1"/>
                    </a:solidFill>
                  </a:tcPr>
                </a:tc>
                <a:tc>
                  <a:txBody>
                    <a:bodyPr/>
                    <a:lstStyle/>
                    <a:p>
                      <a:r>
                        <a:rPr lang="en-US" sz="1200" dirty="0">
                          <a:solidFill>
                            <a:schemeClr val="bg1">
                              <a:lumMod val="75000"/>
                            </a:schemeClr>
                          </a:solidFill>
                          <a:latin typeface="Consolas" panose="020B0609020204030204" pitchFamily="49" charset="0"/>
                        </a:rPr>
                        <a:t>w </a:t>
                      </a:r>
                      <a:r>
                        <a:rPr lang="en-US" sz="1200" dirty="0">
                          <a:solidFill>
                            <a:schemeClr val="bg1">
                              <a:lumMod val="75000"/>
                            </a:schemeClr>
                          </a:solidFill>
                          <a:latin typeface="Consolas" panose="020B0609020204030204" pitchFamily="49" charset="0"/>
                          <a:sym typeface="Wingdings" panose="05000000000000000000" pitchFamily="2" charset="2"/>
                        </a:rPr>
                        <a:t> a vector of “n” elements initialized randomly or with 0 </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1057160213"/>
                  </a:ext>
                </a:extLst>
              </a:tr>
              <a:tr h="232431">
                <a:tc>
                  <a:txBody>
                    <a:bodyPr/>
                    <a:lstStyle/>
                    <a:p>
                      <a:pPr algn="r"/>
                      <a:r>
                        <a:rPr lang="en-US" sz="1200" dirty="0">
                          <a:solidFill>
                            <a:schemeClr val="bg1">
                              <a:lumMod val="75000"/>
                            </a:schemeClr>
                          </a:solidFill>
                        </a:rPr>
                        <a:t>2</a:t>
                      </a:r>
                    </a:p>
                  </a:txBody>
                  <a:tcPr>
                    <a:solidFill>
                      <a:schemeClr val="bg1"/>
                    </a:solidFill>
                  </a:tcPr>
                </a:tc>
                <a:tc>
                  <a:txBody>
                    <a:bodyPr/>
                    <a:lstStyle/>
                    <a:p>
                      <a:r>
                        <a:rPr lang="en-US" sz="1200" dirty="0">
                          <a:solidFill>
                            <a:schemeClr val="bg1">
                              <a:lumMod val="75000"/>
                            </a:schemeClr>
                          </a:solidFill>
                          <a:latin typeface="Consolas" panose="020B0609020204030204" pitchFamily="49" charset="0"/>
                        </a:rPr>
                        <a:t>trainset </a:t>
                      </a:r>
                      <a:r>
                        <a:rPr lang="en-US" sz="1200" dirty="0">
                          <a:solidFill>
                            <a:schemeClr val="bg1">
                              <a:lumMod val="75000"/>
                            </a:schemeClr>
                          </a:solidFill>
                          <a:latin typeface="Consolas" panose="020B0609020204030204" pitchFamily="49" charset="0"/>
                          <a:sym typeface="Wingdings" panose="05000000000000000000" pitchFamily="2" charset="2"/>
                        </a:rPr>
                        <a:t> the training set</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2973704334"/>
                  </a:ext>
                </a:extLst>
              </a:tr>
              <a:tr h="232431">
                <a:tc>
                  <a:txBody>
                    <a:bodyPr/>
                    <a:lstStyle/>
                    <a:p>
                      <a:pPr algn="r"/>
                      <a:r>
                        <a:rPr lang="en-US" sz="1200" dirty="0">
                          <a:solidFill>
                            <a:schemeClr val="bg1">
                              <a:lumMod val="75000"/>
                            </a:schemeClr>
                          </a:solidFill>
                        </a:rPr>
                        <a:t>3</a:t>
                      </a:r>
                    </a:p>
                  </a:txBody>
                  <a:tcPr>
                    <a:solidFill>
                      <a:schemeClr val="bg1"/>
                    </a:solidFill>
                  </a:tcPr>
                </a:tc>
                <a:tc>
                  <a:txBody>
                    <a:bodyPr/>
                    <a:lstStyle/>
                    <a:p>
                      <a:r>
                        <a:rPr lang="el-GR" sz="1200" dirty="0">
                          <a:solidFill>
                            <a:schemeClr val="bg1">
                              <a:lumMod val="75000"/>
                            </a:schemeClr>
                          </a:solidFill>
                          <a:latin typeface="Consolas" panose="020B0609020204030204" pitchFamily="49" charset="0"/>
                        </a:rPr>
                        <a:t>α</a:t>
                      </a:r>
                      <a:r>
                        <a:rPr lang="en-US" sz="1200" dirty="0">
                          <a:solidFill>
                            <a:schemeClr val="bg1">
                              <a:lumMod val="75000"/>
                            </a:schemeClr>
                          </a:solidFill>
                          <a:latin typeface="Consolas" panose="020B0609020204030204" pitchFamily="49" charset="0"/>
                        </a:rPr>
                        <a:t> </a:t>
                      </a:r>
                      <a:r>
                        <a:rPr lang="en-US" sz="1200" dirty="0">
                          <a:solidFill>
                            <a:schemeClr val="bg1">
                              <a:lumMod val="75000"/>
                            </a:schemeClr>
                          </a:solidFill>
                          <a:latin typeface="Consolas" panose="020B0609020204030204" pitchFamily="49" charset="0"/>
                          <a:sym typeface="Wingdings" panose="05000000000000000000" pitchFamily="2" charset="2"/>
                        </a:rPr>
                        <a:t> 0.01 // learning rate</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760439933"/>
                  </a:ext>
                </a:extLst>
              </a:tr>
              <a:tr h="232431">
                <a:tc>
                  <a:txBody>
                    <a:bodyPr/>
                    <a:lstStyle/>
                    <a:p>
                      <a:pPr algn="r"/>
                      <a:r>
                        <a:rPr lang="en-US" sz="1200" dirty="0">
                          <a:solidFill>
                            <a:schemeClr val="bg1">
                              <a:lumMod val="75000"/>
                            </a:schemeClr>
                          </a:solidFill>
                        </a:rPr>
                        <a:t>4</a:t>
                      </a:r>
                    </a:p>
                  </a:txBody>
                  <a:tcPr>
                    <a:solidFill>
                      <a:schemeClr val="bg1"/>
                    </a:solidFill>
                  </a:tcPr>
                </a:tc>
                <a:tc>
                  <a:txBody>
                    <a:bodyPr/>
                    <a:lstStyle/>
                    <a:p>
                      <a:r>
                        <a:rPr lang="el-GR" sz="1200" dirty="0">
                          <a:solidFill>
                            <a:schemeClr val="bg1">
                              <a:lumMod val="75000"/>
                            </a:schemeClr>
                          </a:solidFill>
                          <a:latin typeface="Arial" panose="020B0604020202020204" pitchFamily="34" charset="0"/>
                          <a:cs typeface="Arial" panose="020B0604020202020204" pitchFamily="34" charset="0"/>
                        </a:rPr>
                        <a:t>β</a:t>
                      </a:r>
                      <a:r>
                        <a:rPr lang="en-US" sz="1200" dirty="0">
                          <a:solidFill>
                            <a:schemeClr val="bg1">
                              <a:lumMod val="75000"/>
                            </a:schemeClr>
                          </a:solidFill>
                          <a:latin typeface="Consolas" panose="020B0609020204030204" pitchFamily="49" charset="0"/>
                        </a:rPr>
                        <a:t> </a:t>
                      </a:r>
                      <a:r>
                        <a:rPr lang="en-US" sz="1200" dirty="0">
                          <a:solidFill>
                            <a:schemeClr val="bg1">
                              <a:lumMod val="75000"/>
                            </a:schemeClr>
                          </a:solidFill>
                          <a:latin typeface="Consolas" panose="020B0609020204030204" pitchFamily="49" charset="0"/>
                          <a:sym typeface="Wingdings" panose="05000000000000000000" pitchFamily="2" charset="2"/>
                        </a:rPr>
                        <a:t> a random value or 0</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1927517492"/>
                  </a:ext>
                </a:extLst>
              </a:tr>
              <a:tr h="232431">
                <a:tc>
                  <a:txBody>
                    <a:bodyPr/>
                    <a:lstStyle/>
                    <a:p>
                      <a:pPr algn="r"/>
                      <a:r>
                        <a:rPr lang="en-US" sz="1200" dirty="0">
                          <a:solidFill>
                            <a:schemeClr val="bg1">
                              <a:lumMod val="75000"/>
                            </a:schemeClr>
                          </a:solidFill>
                        </a:rPr>
                        <a:t>5</a:t>
                      </a:r>
                    </a:p>
                  </a:txBody>
                  <a:tcPr>
                    <a:solidFill>
                      <a:schemeClr val="bg1"/>
                    </a:solidFill>
                  </a:tcPr>
                </a:tc>
                <a:tc>
                  <a:txBody>
                    <a:bodyPr/>
                    <a:lstStyle/>
                    <a:p>
                      <a:r>
                        <a:rPr lang="en-US" sz="1200" b="1" dirty="0">
                          <a:solidFill>
                            <a:schemeClr val="bg1">
                              <a:lumMod val="75000"/>
                            </a:schemeClr>
                          </a:solidFill>
                          <a:latin typeface="Consolas" panose="020B0609020204030204" pitchFamily="49" charset="0"/>
                        </a:rPr>
                        <a:t>repeat</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1171392527"/>
                  </a:ext>
                </a:extLst>
              </a:tr>
              <a:tr h="232431">
                <a:tc>
                  <a:txBody>
                    <a:bodyPr/>
                    <a:lstStyle/>
                    <a:p>
                      <a:pPr algn="r"/>
                      <a:r>
                        <a:rPr lang="en-US" sz="1200" dirty="0">
                          <a:solidFill>
                            <a:schemeClr val="bg1">
                              <a:lumMod val="75000"/>
                            </a:schemeClr>
                          </a:solidFill>
                        </a:rPr>
                        <a:t>6</a:t>
                      </a:r>
                    </a:p>
                  </a:txBody>
                  <a:tcPr>
                    <a:solidFill>
                      <a:schemeClr val="bg1"/>
                    </a:solidFill>
                  </a:tcPr>
                </a:tc>
                <a:tc>
                  <a:txBody>
                    <a:bodyPr/>
                    <a:lstStyle/>
                    <a:p>
                      <a:r>
                        <a:rPr lang="en-US" sz="1200" dirty="0">
                          <a:solidFill>
                            <a:schemeClr val="bg1">
                              <a:lumMod val="75000"/>
                            </a:schemeClr>
                          </a:solidFill>
                          <a:latin typeface="Consolas" panose="020B0609020204030204" pitchFamily="49" charset="0"/>
                        </a:rPr>
                        <a:t>  </a:t>
                      </a:r>
                      <a:r>
                        <a:rPr lang="el-GR" sz="1200" dirty="0">
                          <a:solidFill>
                            <a:schemeClr val="bg1">
                              <a:lumMod val="75000"/>
                            </a:schemeClr>
                          </a:solidFill>
                          <a:latin typeface="Arial" panose="020B0604020202020204" pitchFamily="34" charset="0"/>
                          <a:cs typeface="Arial" panose="020B0604020202020204" pitchFamily="34" charset="0"/>
                        </a:rPr>
                        <a:t>Δ</a:t>
                      </a:r>
                      <a:r>
                        <a:rPr lang="en-US" sz="1200" dirty="0">
                          <a:solidFill>
                            <a:schemeClr val="bg1">
                              <a:lumMod val="75000"/>
                            </a:schemeClr>
                          </a:solidFill>
                          <a:latin typeface="Arial" panose="020B0604020202020204" pitchFamily="34" charset="0"/>
                          <a:cs typeface="Arial" panose="020B0604020202020204" pitchFamily="34" charset="0"/>
                        </a:rPr>
                        <a:t> </a:t>
                      </a:r>
                      <a:r>
                        <a:rPr lang="en-US" sz="1200" dirty="0">
                          <a:solidFill>
                            <a:schemeClr val="bg1">
                              <a:lumMod val="75000"/>
                            </a:schemeClr>
                          </a:solidFill>
                          <a:latin typeface="Consolas" panose="020B0609020204030204" pitchFamily="49" charset="0"/>
                          <a:sym typeface="Wingdings" panose="05000000000000000000" pitchFamily="2" charset="2"/>
                        </a:rPr>
                        <a:t> a vector filled with 0 (zeros) of size “n”</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3270777680"/>
                  </a:ext>
                </a:extLst>
              </a:tr>
              <a:tr h="232431">
                <a:tc>
                  <a:txBody>
                    <a:bodyPr/>
                    <a:lstStyle/>
                    <a:p>
                      <a:pPr algn="r"/>
                      <a:r>
                        <a:rPr lang="en-US" sz="1200" dirty="0">
                          <a:solidFill>
                            <a:schemeClr val="bg1">
                              <a:lumMod val="75000"/>
                            </a:schemeClr>
                          </a:solidFill>
                        </a:rPr>
                        <a:t>7</a:t>
                      </a:r>
                    </a:p>
                  </a:txBody>
                  <a:tcPr>
                    <a:solidFill>
                      <a:schemeClr val="bg1"/>
                    </a:solidFill>
                  </a:tcPr>
                </a:tc>
                <a:tc>
                  <a:txBody>
                    <a:bodyPr/>
                    <a:lstStyle/>
                    <a:p>
                      <a:r>
                        <a:rPr lang="en-US" sz="1200" dirty="0">
                          <a:solidFill>
                            <a:schemeClr val="bg1">
                              <a:lumMod val="75000"/>
                            </a:schemeClr>
                          </a:solidFill>
                          <a:latin typeface="Consolas" panose="020B0609020204030204" pitchFamily="49" charset="0"/>
                        </a:rPr>
                        <a:t>  </a:t>
                      </a:r>
                      <a:r>
                        <a:rPr lang="el-GR" sz="1200" dirty="0">
                          <a:solidFill>
                            <a:schemeClr val="bg1">
                              <a:lumMod val="75000"/>
                            </a:schemeClr>
                          </a:solidFill>
                          <a:latin typeface="Arial" panose="020B0604020202020204" pitchFamily="34" charset="0"/>
                          <a:cs typeface="Arial" panose="020B0604020202020204" pitchFamily="34" charset="0"/>
                        </a:rPr>
                        <a:t>Β</a:t>
                      </a:r>
                      <a:r>
                        <a:rPr lang="en-US" sz="1200" dirty="0">
                          <a:solidFill>
                            <a:schemeClr val="bg1">
                              <a:lumMod val="75000"/>
                            </a:schemeClr>
                          </a:solidFill>
                          <a:latin typeface="Arial" panose="020B0604020202020204" pitchFamily="34" charset="0"/>
                          <a:cs typeface="Arial" panose="020B0604020202020204" pitchFamily="34" charset="0"/>
                        </a:rPr>
                        <a:t> </a:t>
                      </a:r>
                      <a:r>
                        <a:rPr lang="en-US" sz="1200" dirty="0">
                          <a:solidFill>
                            <a:schemeClr val="bg1">
                              <a:lumMod val="75000"/>
                            </a:schemeClr>
                          </a:solidFill>
                          <a:latin typeface="Consolas" panose="020B0609020204030204" pitchFamily="49" charset="0"/>
                          <a:sym typeface="Wingdings" panose="05000000000000000000" pitchFamily="2" charset="2"/>
                        </a:rPr>
                        <a:t> 0 // a temporary threshold</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3465717620"/>
                  </a:ext>
                </a:extLst>
              </a:tr>
              <a:tr h="232431">
                <a:tc>
                  <a:txBody>
                    <a:bodyPr/>
                    <a:lstStyle/>
                    <a:p>
                      <a:pPr algn="r"/>
                      <a:r>
                        <a:rPr lang="en-US" sz="1200" dirty="0"/>
                        <a:t>8</a:t>
                      </a:r>
                    </a:p>
                  </a:txBody>
                  <a:tcPr>
                    <a:solidFill>
                      <a:schemeClr val="bg1"/>
                    </a:solidFill>
                  </a:tcPr>
                </a:tc>
                <a:tc>
                  <a:txBody>
                    <a:bodyPr/>
                    <a:lstStyle/>
                    <a:p>
                      <a:r>
                        <a:rPr lang="en-US" sz="1200" b="1" dirty="0">
                          <a:solidFill>
                            <a:srgbClr val="0070C0"/>
                          </a:solidFill>
                          <a:latin typeface="Consolas" panose="020B0609020204030204" pitchFamily="49" charset="0"/>
                        </a:rPr>
                        <a:t>  foreach</a:t>
                      </a:r>
                      <a:r>
                        <a:rPr lang="en-US" sz="1200" dirty="0">
                          <a:latin typeface="Consolas" panose="020B0609020204030204" pitchFamily="49" charset="0"/>
                        </a:rPr>
                        <a:t> sample </a:t>
                      </a:r>
                      <a:r>
                        <a:rPr lang="en-US" sz="1200" b="1" dirty="0">
                          <a:solidFill>
                            <a:srgbClr val="0070C0"/>
                          </a:solidFill>
                          <a:latin typeface="Consolas" panose="020B0609020204030204" pitchFamily="49" charset="0"/>
                        </a:rPr>
                        <a:t>in</a:t>
                      </a:r>
                      <a:r>
                        <a:rPr lang="en-US" sz="1200" dirty="0">
                          <a:latin typeface="Consolas" panose="020B0609020204030204" pitchFamily="49" charset="0"/>
                        </a:rPr>
                        <a:t> trainset</a:t>
                      </a:r>
                    </a:p>
                  </a:txBody>
                  <a:tcPr>
                    <a:solidFill>
                      <a:schemeClr val="bg1"/>
                    </a:solidFill>
                  </a:tcPr>
                </a:tc>
                <a:extLst>
                  <a:ext uri="{0D108BD9-81ED-4DB2-BD59-A6C34878D82A}">
                    <a16:rowId xmlns:a16="http://schemas.microsoft.com/office/drawing/2014/main" val="130492628"/>
                  </a:ext>
                </a:extLst>
              </a:tr>
              <a:tr h="232431">
                <a:tc>
                  <a:txBody>
                    <a:bodyPr/>
                    <a:lstStyle/>
                    <a:p>
                      <a:pPr algn="r"/>
                      <a:r>
                        <a:rPr lang="en-US" sz="1200" dirty="0"/>
                        <a:t>9</a:t>
                      </a:r>
                    </a:p>
                  </a:txBody>
                  <a:tcPr>
                    <a:solidFill>
                      <a:schemeClr val="bg1"/>
                    </a:solidFill>
                  </a:tcPr>
                </a:tc>
                <a:tc>
                  <a:txBody>
                    <a:bodyPr/>
                    <a:lstStyle/>
                    <a:p>
                      <a:r>
                        <a:rPr lang="en-US" sz="1200" dirty="0">
                          <a:latin typeface="Consolas" panose="020B0609020204030204" pitchFamily="49" charset="0"/>
                        </a:rPr>
                        <a:t>    classified </a:t>
                      </a:r>
                      <a:r>
                        <a:rPr lang="en-US" sz="1200" dirty="0">
                          <a:latin typeface="Consolas" panose="020B0609020204030204" pitchFamily="49" charset="0"/>
                          <a:sym typeface="Wingdings" panose="05000000000000000000" pitchFamily="2" charset="2"/>
                        </a:rPr>
                        <a:t> (</a:t>
                      </a:r>
                      <a:r>
                        <a:rPr lang="en-US" sz="1200" dirty="0" err="1">
                          <a:latin typeface="Consolas" panose="020B0609020204030204" pitchFamily="49" charset="0"/>
                          <a:sym typeface="Wingdings" panose="05000000000000000000" pitchFamily="2" charset="2"/>
                        </a:rPr>
                        <a:t>sample.label</a:t>
                      </a:r>
                      <a:r>
                        <a:rPr lang="en-US" sz="1200" dirty="0">
                          <a:latin typeface="Consolas" panose="020B0609020204030204" pitchFamily="49" charset="0"/>
                          <a:sym typeface="Wingdings" panose="05000000000000000000" pitchFamily="2" charset="2"/>
                        </a:rPr>
                        <a:t> x (</a:t>
                      </a:r>
                      <a:r>
                        <a:rPr lang="en-US" sz="1200" b="1" dirty="0" err="1">
                          <a:solidFill>
                            <a:srgbClr val="7030A0"/>
                          </a:solidFill>
                          <a:latin typeface="Consolas" panose="020B0609020204030204" pitchFamily="49" charset="0"/>
                          <a:sym typeface="Wingdings" panose="05000000000000000000" pitchFamily="2" charset="2"/>
                        </a:rPr>
                        <a:t>dotproduct</a:t>
                      </a:r>
                      <a:r>
                        <a:rPr lang="en-US" sz="1200" dirty="0">
                          <a:latin typeface="Consolas" panose="020B0609020204030204" pitchFamily="49" charset="0"/>
                          <a:sym typeface="Wingdings" panose="05000000000000000000" pitchFamily="2" charset="2"/>
                        </a:rPr>
                        <a:t>(</a:t>
                      </a:r>
                      <a:r>
                        <a:rPr lang="en-US" sz="1200" dirty="0" err="1">
                          <a:latin typeface="Consolas" panose="020B0609020204030204" pitchFamily="49" charset="0"/>
                          <a:sym typeface="Wingdings" panose="05000000000000000000" pitchFamily="2" charset="2"/>
                        </a:rPr>
                        <a:t>sample.input,w</a:t>
                      </a:r>
                      <a:r>
                        <a:rPr lang="en-US" sz="1200" dirty="0">
                          <a:latin typeface="Consolas" panose="020B0609020204030204" pitchFamily="49" charset="0"/>
                          <a:sym typeface="Wingdings" panose="05000000000000000000" pitchFamily="2" charset="2"/>
                        </a:rPr>
                        <a:t>) + </a:t>
                      </a:r>
                      <a:r>
                        <a:rPr lang="el-GR" sz="1200" dirty="0">
                          <a:latin typeface="Arial" panose="020B0604020202020204" pitchFamily="34" charset="0"/>
                          <a:cs typeface="Arial" panose="020B0604020202020204" pitchFamily="34" charset="0"/>
                        </a:rPr>
                        <a:t>β</a:t>
                      </a:r>
                      <a:r>
                        <a:rPr lang="en-US" sz="1200" dirty="0">
                          <a:latin typeface="Consolas" panose="020B0609020204030204" pitchFamily="49" charset="0"/>
                          <a:sym typeface="Wingdings" panose="05000000000000000000" pitchFamily="2" charset="2"/>
                        </a:rPr>
                        <a:t>))&gt;0</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3691233306"/>
                  </a:ext>
                </a:extLst>
              </a:tr>
              <a:tr h="232431">
                <a:tc>
                  <a:txBody>
                    <a:bodyPr/>
                    <a:lstStyle/>
                    <a:p>
                      <a:pPr algn="r"/>
                      <a:r>
                        <a:rPr lang="en-US" sz="1200" dirty="0"/>
                        <a:t>10</a:t>
                      </a:r>
                    </a:p>
                  </a:txBody>
                  <a:tcPr>
                    <a:solidFill>
                      <a:schemeClr val="bg1"/>
                    </a:solidFill>
                  </a:tcPr>
                </a:tc>
                <a:tc>
                  <a:txBody>
                    <a:bodyPr/>
                    <a:lstStyle/>
                    <a:p>
                      <a:r>
                        <a:rPr lang="en-US" sz="1200" dirty="0">
                          <a:latin typeface="Consolas" panose="020B0609020204030204" pitchFamily="49" charset="0"/>
                        </a:rPr>
                        <a:t>    </a:t>
                      </a:r>
                      <a:r>
                        <a:rPr lang="en-US" sz="1200" b="1" dirty="0">
                          <a:solidFill>
                            <a:srgbClr val="0070C0"/>
                          </a:solidFill>
                          <a:latin typeface="Consolas" panose="020B0609020204030204" pitchFamily="49" charset="0"/>
                        </a:rPr>
                        <a:t>if</a:t>
                      </a:r>
                      <a:r>
                        <a:rPr lang="en-US" sz="1200" dirty="0">
                          <a:latin typeface="Consolas" panose="020B0609020204030204" pitchFamily="49" charset="0"/>
                        </a:rPr>
                        <a:t> classified </a:t>
                      </a:r>
                      <a:r>
                        <a:rPr lang="en-US" sz="1200" b="1" dirty="0">
                          <a:solidFill>
                            <a:srgbClr val="0070C0"/>
                          </a:solidFill>
                          <a:latin typeface="Consolas" panose="020B0609020204030204" pitchFamily="49" charset="0"/>
                        </a:rPr>
                        <a:t>then</a:t>
                      </a:r>
                      <a:r>
                        <a:rPr lang="en-US" sz="1200" dirty="0">
                          <a:latin typeface="Consolas" panose="020B0609020204030204" pitchFamily="49" charset="0"/>
                        </a:rPr>
                        <a:t> </a:t>
                      </a:r>
                      <a:r>
                        <a:rPr lang="en-US" sz="1200" b="1" dirty="0">
                          <a:solidFill>
                            <a:srgbClr val="0070C0"/>
                          </a:solidFill>
                          <a:latin typeface="Consolas" panose="020B0609020204030204" pitchFamily="49" charset="0"/>
                        </a:rPr>
                        <a:t>continue</a:t>
                      </a:r>
                    </a:p>
                  </a:txBody>
                  <a:tcPr>
                    <a:solidFill>
                      <a:schemeClr val="bg1"/>
                    </a:solidFill>
                  </a:tcPr>
                </a:tc>
                <a:extLst>
                  <a:ext uri="{0D108BD9-81ED-4DB2-BD59-A6C34878D82A}">
                    <a16:rowId xmlns:a16="http://schemas.microsoft.com/office/drawing/2014/main" val="4260882290"/>
                  </a:ext>
                </a:extLst>
              </a:tr>
              <a:tr h="232431">
                <a:tc>
                  <a:txBody>
                    <a:bodyPr/>
                    <a:lstStyle/>
                    <a:p>
                      <a:pPr algn="r"/>
                      <a:r>
                        <a:rPr lang="en-US" sz="1200" dirty="0"/>
                        <a:t>11</a:t>
                      </a:r>
                    </a:p>
                  </a:txBody>
                  <a:tcPr>
                    <a:solidFill>
                      <a:schemeClr val="bg1"/>
                    </a:solidFill>
                  </a:tcPr>
                </a:tc>
                <a:tc>
                  <a:txBody>
                    <a:bodyPr/>
                    <a:lstStyle/>
                    <a:p>
                      <a:r>
                        <a:rPr lang="en-US" sz="1200" dirty="0">
                          <a:latin typeface="Consolas" panose="020B0609020204030204" pitchFamily="49" charset="0"/>
                        </a:rPr>
                        <a:t>    </a:t>
                      </a:r>
                      <a:r>
                        <a:rPr lang="el-GR" sz="1200" dirty="0">
                          <a:latin typeface="Arial" panose="020B0604020202020204" pitchFamily="34" charset="0"/>
                          <a:cs typeface="Arial" panose="020B0604020202020204" pitchFamily="34" charset="0"/>
                        </a:rPr>
                        <a:t>Δ</a:t>
                      </a:r>
                      <a:r>
                        <a:rPr lang="en-US" sz="1200" dirty="0">
                          <a:latin typeface="Consolas" panose="020B0609020204030204" pitchFamily="49" charset="0"/>
                        </a:rPr>
                        <a:t> </a:t>
                      </a:r>
                      <a:r>
                        <a:rPr lang="en-US" sz="1200" dirty="0">
                          <a:latin typeface="Consolas" panose="020B0609020204030204" pitchFamily="49" charset="0"/>
                          <a:sym typeface="Wingdings" panose="05000000000000000000" pitchFamily="2" charset="2"/>
                        </a:rPr>
                        <a:t> </a:t>
                      </a:r>
                      <a:r>
                        <a:rPr lang="el-GR" sz="1200" dirty="0">
                          <a:latin typeface="Arial" panose="020B0604020202020204" pitchFamily="34" charset="0"/>
                          <a:cs typeface="Arial" panose="020B0604020202020204" pitchFamily="34" charset="0"/>
                        </a:rPr>
                        <a:t>Δ</a:t>
                      </a:r>
                      <a:r>
                        <a:rPr lang="en-US" sz="1200" dirty="0">
                          <a:latin typeface="Consolas" panose="020B0609020204030204" pitchFamily="49" charset="0"/>
                          <a:sym typeface="Wingdings" panose="05000000000000000000" pitchFamily="2" charset="2"/>
                        </a:rPr>
                        <a:t> + </a:t>
                      </a:r>
                      <a:r>
                        <a:rPr lang="en-US" sz="1200" dirty="0" err="1">
                          <a:latin typeface="Consolas" panose="020B0609020204030204" pitchFamily="49" charset="0"/>
                          <a:sym typeface="Wingdings" panose="05000000000000000000" pitchFamily="2" charset="2"/>
                        </a:rPr>
                        <a:t>sample.input</a:t>
                      </a:r>
                      <a:r>
                        <a:rPr lang="en-US" sz="1200" dirty="0">
                          <a:latin typeface="Consolas" panose="020B0609020204030204" pitchFamily="49" charset="0"/>
                          <a:sym typeface="Wingdings" panose="05000000000000000000" pitchFamily="2" charset="2"/>
                        </a:rPr>
                        <a:t> x </a:t>
                      </a:r>
                      <a:r>
                        <a:rPr lang="el-GR" sz="1200" dirty="0">
                          <a:latin typeface="Consolas" panose="020B0609020204030204" pitchFamily="49" charset="0"/>
                        </a:rPr>
                        <a:t>α</a:t>
                      </a:r>
                      <a:r>
                        <a:rPr lang="en-US" sz="1200" dirty="0">
                          <a:latin typeface="Consolas" panose="020B0609020204030204" pitchFamily="49" charset="0"/>
                        </a:rPr>
                        <a:t> </a:t>
                      </a:r>
                      <a:r>
                        <a:rPr lang="en-US" sz="1200" dirty="0">
                          <a:latin typeface="Consolas" panose="020B0609020204030204" pitchFamily="49" charset="0"/>
                          <a:sym typeface="Wingdings" panose="05000000000000000000" pitchFamily="2" charset="2"/>
                        </a:rPr>
                        <a:t>x </a:t>
                      </a:r>
                      <a:r>
                        <a:rPr lang="en-US" sz="1200" dirty="0" err="1">
                          <a:latin typeface="Consolas" panose="020B0609020204030204" pitchFamily="49" charset="0"/>
                          <a:sym typeface="Wingdings" panose="05000000000000000000" pitchFamily="2" charset="2"/>
                        </a:rPr>
                        <a:t>sample.label</a:t>
                      </a:r>
                      <a:r>
                        <a:rPr lang="en-US" sz="1200" dirty="0">
                          <a:latin typeface="Consolas" panose="020B0609020204030204" pitchFamily="49" charset="0"/>
                          <a:sym typeface="Wingdings" panose="05000000000000000000" pitchFamily="2" charset="2"/>
                        </a:rPr>
                        <a:t> </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4287305410"/>
                  </a:ext>
                </a:extLst>
              </a:tr>
              <a:tr h="232431">
                <a:tc>
                  <a:txBody>
                    <a:bodyPr/>
                    <a:lstStyle/>
                    <a:p>
                      <a:pPr algn="r"/>
                      <a:r>
                        <a:rPr lang="en-US" sz="1200" dirty="0"/>
                        <a:t>12</a:t>
                      </a:r>
                    </a:p>
                  </a:txBody>
                  <a:tcPr>
                    <a:solidFill>
                      <a:schemeClr val="bg1"/>
                    </a:solidFill>
                  </a:tcPr>
                </a:tc>
                <a:tc>
                  <a:txBody>
                    <a:bodyPr/>
                    <a:lstStyle/>
                    <a:p>
                      <a:r>
                        <a:rPr lang="en-US" sz="1200" dirty="0">
                          <a:latin typeface="Consolas" panose="020B0609020204030204" pitchFamily="49" charset="0"/>
                        </a:rPr>
                        <a:t>    </a:t>
                      </a:r>
                      <a:r>
                        <a:rPr lang="el-GR" sz="1200" dirty="0">
                          <a:latin typeface="Arial" panose="020B0604020202020204" pitchFamily="34" charset="0"/>
                          <a:cs typeface="Arial" panose="020B0604020202020204" pitchFamily="34" charset="0"/>
                        </a:rPr>
                        <a:t>Β</a:t>
                      </a:r>
                      <a:r>
                        <a:rPr lang="en-US" sz="1200" dirty="0">
                          <a:latin typeface="Consolas" panose="020B0609020204030204" pitchFamily="49" charset="0"/>
                        </a:rPr>
                        <a:t> </a:t>
                      </a:r>
                      <a:r>
                        <a:rPr lang="en-US" sz="1200" dirty="0">
                          <a:latin typeface="Consolas" panose="020B0609020204030204" pitchFamily="49" charset="0"/>
                          <a:sym typeface="Wingdings" panose="05000000000000000000" pitchFamily="2" charset="2"/>
                        </a:rPr>
                        <a:t> </a:t>
                      </a:r>
                      <a:r>
                        <a:rPr lang="el-GR" sz="1200" dirty="0">
                          <a:latin typeface="Arial" panose="020B0604020202020204" pitchFamily="34" charset="0"/>
                          <a:cs typeface="Arial" panose="020B0604020202020204" pitchFamily="34" charset="0"/>
                        </a:rPr>
                        <a:t>Β</a:t>
                      </a:r>
                      <a:r>
                        <a:rPr lang="en-US" sz="1200" dirty="0">
                          <a:latin typeface="Consolas" panose="020B0609020204030204" pitchFamily="49" charset="0"/>
                          <a:sym typeface="Wingdings" panose="05000000000000000000" pitchFamily="2" charset="2"/>
                        </a:rPr>
                        <a:t> + </a:t>
                      </a:r>
                      <a:r>
                        <a:rPr lang="el-GR" sz="1200" dirty="0">
                          <a:latin typeface="Consolas" panose="020B0609020204030204" pitchFamily="49" charset="0"/>
                        </a:rPr>
                        <a:t>α</a:t>
                      </a:r>
                      <a:r>
                        <a:rPr lang="en-US" sz="1200" dirty="0">
                          <a:latin typeface="Consolas" panose="020B0609020204030204" pitchFamily="49" charset="0"/>
                        </a:rPr>
                        <a:t> </a:t>
                      </a:r>
                      <a:r>
                        <a:rPr lang="en-US" sz="1200" dirty="0">
                          <a:latin typeface="Consolas" panose="020B0609020204030204" pitchFamily="49" charset="0"/>
                          <a:sym typeface="Wingdings" panose="05000000000000000000" pitchFamily="2" charset="2"/>
                        </a:rPr>
                        <a:t>x </a:t>
                      </a:r>
                      <a:r>
                        <a:rPr lang="en-US" sz="1200" dirty="0" err="1">
                          <a:latin typeface="Consolas" panose="020B0609020204030204" pitchFamily="49" charset="0"/>
                          <a:sym typeface="Wingdings" panose="05000000000000000000" pitchFamily="2" charset="2"/>
                        </a:rPr>
                        <a:t>sample.label</a:t>
                      </a:r>
                      <a:r>
                        <a:rPr lang="en-US" sz="1200" dirty="0">
                          <a:latin typeface="Consolas" panose="020B0609020204030204" pitchFamily="49" charset="0"/>
                          <a:sym typeface="Wingdings" panose="05000000000000000000" pitchFamily="2" charset="2"/>
                        </a:rPr>
                        <a:t> </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2436614671"/>
                  </a:ext>
                </a:extLst>
              </a:tr>
              <a:tr h="232431">
                <a:tc>
                  <a:txBody>
                    <a:bodyPr/>
                    <a:lstStyle/>
                    <a:p>
                      <a:pPr algn="r"/>
                      <a:r>
                        <a:rPr lang="en-US" sz="1200" dirty="0"/>
                        <a:t>13</a:t>
                      </a:r>
                    </a:p>
                  </a:txBody>
                  <a:tcPr>
                    <a:solidFill>
                      <a:schemeClr val="bg1"/>
                    </a:solidFill>
                  </a:tcPr>
                </a:tc>
                <a:tc>
                  <a:txBody>
                    <a:bodyPr/>
                    <a:lstStyle/>
                    <a:p>
                      <a:r>
                        <a:rPr lang="en-US" sz="1200" b="1" dirty="0">
                          <a:solidFill>
                            <a:srgbClr val="0070C0"/>
                          </a:solidFill>
                          <a:latin typeface="Consolas" panose="020B0609020204030204" pitchFamily="49" charset="0"/>
                        </a:rPr>
                        <a:t>  end foreach</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2656897880"/>
                  </a:ext>
                </a:extLst>
              </a:tr>
              <a:tr h="232431">
                <a:tc>
                  <a:txBody>
                    <a:bodyPr/>
                    <a:lstStyle/>
                    <a:p>
                      <a:pPr algn="r"/>
                      <a:r>
                        <a:rPr lang="en-US" sz="1200" dirty="0">
                          <a:solidFill>
                            <a:schemeClr val="bg1">
                              <a:lumMod val="75000"/>
                            </a:schemeClr>
                          </a:solidFill>
                        </a:rPr>
                        <a:t>14</a:t>
                      </a:r>
                    </a:p>
                  </a:txBody>
                  <a:tcPr>
                    <a:solidFill>
                      <a:schemeClr val="bg1"/>
                    </a:solidFill>
                  </a:tcPr>
                </a:tc>
                <a:tc>
                  <a:txBody>
                    <a:bodyPr/>
                    <a:lstStyle/>
                    <a:p>
                      <a:r>
                        <a:rPr lang="en-US" sz="1200" dirty="0">
                          <a:solidFill>
                            <a:schemeClr val="bg1">
                              <a:lumMod val="75000"/>
                            </a:schemeClr>
                          </a:solidFill>
                          <a:latin typeface="Consolas" panose="020B0609020204030204" pitchFamily="49" charset="0"/>
                        </a:rPr>
                        <a:t>  w </a:t>
                      </a:r>
                      <a:r>
                        <a:rPr lang="en-US" sz="1200" dirty="0">
                          <a:solidFill>
                            <a:schemeClr val="bg1">
                              <a:lumMod val="75000"/>
                            </a:schemeClr>
                          </a:solidFill>
                          <a:latin typeface="Consolas" panose="020B0609020204030204" pitchFamily="49" charset="0"/>
                          <a:sym typeface="Wingdings" panose="05000000000000000000" pitchFamily="2" charset="2"/>
                        </a:rPr>
                        <a:t> w + </a:t>
                      </a:r>
                      <a:r>
                        <a:rPr lang="el-GR" sz="1200" dirty="0">
                          <a:solidFill>
                            <a:schemeClr val="bg1">
                              <a:lumMod val="75000"/>
                            </a:schemeClr>
                          </a:solidFill>
                          <a:latin typeface="Arial" panose="020B0604020202020204" pitchFamily="34" charset="0"/>
                          <a:cs typeface="Arial" panose="020B0604020202020204" pitchFamily="34" charset="0"/>
                        </a:rPr>
                        <a:t>Δ</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992461720"/>
                  </a:ext>
                </a:extLst>
              </a:tr>
              <a:tr h="232431">
                <a:tc>
                  <a:txBody>
                    <a:bodyPr/>
                    <a:lstStyle/>
                    <a:p>
                      <a:pPr algn="r"/>
                      <a:r>
                        <a:rPr lang="en-US" sz="1200" dirty="0">
                          <a:solidFill>
                            <a:schemeClr val="bg1">
                              <a:lumMod val="75000"/>
                            </a:schemeClr>
                          </a:solidFill>
                        </a:rPr>
                        <a:t>15</a:t>
                      </a:r>
                    </a:p>
                  </a:txBody>
                  <a:tcPr>
                    <a:solidFill>
                      <a:schemeClr val="bg1"/>
                    </a:solidFill>
                  </a:tcPr>
                </a:tc>
                <a:tc>
                  <a:txBody>
                    <a:bodyPr/>
                    <a:lstStyle/>
                    <a:p>
                      <a:r>
                        <a:rPr lang="en-US" sz="1200" dirty="0">
                          <a:solidFill>
                            <a:schemeClr val="bg1">
                              <a:lumMod val="75000"/>
                            </a:schemeClr>
                          </a:solidFill>
                          <a:latin typeface="Consolas" panose="020B0609020204030204" pitchFamily="49" charset="0"/>
                        </a:rPr>
                        <a:t>  </a:t>
                      </a:r>
                      <a:r>
                        <a:rPr lang="el-GR" sz="1200" dirty="0">
                          <a:solidFill>
                            <a:schemeClr val="bg1">
                              <a:lumMod val="75000"/>
                            </a:schemeClr>
                          </a:solidFill>
                          <a:latin typeface="Arial" panose="020B0604020202020204" pitchFamily="34" charset="0"/>
                          <a:cs typeface="Arial" panose="020B0604020202020204" pitchFamily="34" charset="0"/>
                        </a:rPr>
                        <a:t>β</a:t>
                      </a:r>
                      <a:r>
                        <a:rPr lang="en-US" sz="1200" dirty="0">
                          <a:solidFill>
                            <a:schemeClr val="bg1">
                              <a:lumMod val="75000"/>
                            </a:schemeClr>
                          </a:solidFill>
                          <a:latin typeface="Consolas" panose="020B0609020204030204" pitchFamily="49" charset="0"/>
                        </a:rPr>
                        <a:t> </a:t>
                      </a:r>
                      <a:r>
                        <a:rPr lang="en-US" sz="1200" dirty="0">
                          <a:solidFill>
                            <a:schemeClr val="bg1">
                              <a:lumMod val="75000"/>
                            </a:schemeClr>
                          </a:solidFill>
                          <a:latin typeface="Consolas" panose="020B0609020204030204" pitchFamily="49" charset="0"/>
                          <a:sym typeface="Wingdings" panose="05000000000000000000" pitchFamily="2" charset="2"/>
                        </a:rPr>
                        <a:t> </a:t>
                      </a:r>
                      <a:r>
                        <a:rPr lang="el-GR" sz="1200" dirty="0">
                          <a:solidFill>
                            <a:schemeClr val="bg1">
                              <a:lumMod val="75000"/>
                            </a:schemeClr>
                          </a:solidFill>
                          <a:latin typeface="Arial" panose="020B0604020202020204" pitchFamily="34" charset="0"/>
                          <a:cs typeface="Arial" panose="020B0604020202020204" pitchFamily="34" charset="0"/>
                        </a:rPr>
                        <a:t>β</a:t>
                      </a:r>
                      <a:r>
                        <a:rPr lang="en-US" sz="1200" dirty="0">
                          <a:solidFill>
                            <a:schemeClr val="bg1">
                              <a:lumMod val="75000"/>
                            </a:schemeClr>
                          </a:solidFill>
                          <a:latin typeface="Consolas" panose="020B0609020204030204" pitchFamily="49" charset="0"/>
                          <a:sym typeface="Wingdings" panose="05000000000000000000" pitchFamily="2" charset="2"/>
                        </a:rPr>
                        <a:t> + </a:t>
                      </a:r>
                      <a:r>
                        <a:rPr lang="el-GR" sz="1200" dirty="0">
                          <a:solidFill>
                            <a:schemeClr val="bg1">
                              <a:lumMod val="75000"/>
                            </a:schemeClr>
                          </a:solidFill>
                          <a:latin typeface="Arial" panose="020B0604020202020204" pitchFamily="34" charset="0"/>
                          <a:cs typeface="Arial" panose="020B0604020202020204" pitchFamily="34" charset="0"/>
                        </a:rPr>
                        <a:t>Β</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2938809267"/>
                  </a:ext>
                </a:extLst>
              </a:tr>
              <a:tr h="232431">
                <a:tc>
                  <a:txBody>
                    <a:bodyPr/>
                    <a:lstStyle/>
                    <a:p>
                      <a:pPr algn="r"/>
                      <a:r>
                        <a:rPr lang="en-US" sz="1200" dirty="0">
                          <a:solidFill>
                            <a:schemeClr val="bg1">
                              <a:lumMod val="75000"/>
                            </a:schemeClr>
                          </a:solidFill>
                        </a:rPr>
                        <a:t>16</a:t>
                      </a:r>
                    </a:p>
                  </a:txBody>
                  <a:tcPr>
                    <a:solidFill>
                      <a:schemeClr val="bg1"/>
                    </a:solidFill>
                  </a:tcPr>
                </a:tc>
                <a:tc>
                  <a:txBody>
                    <a:bodyPr/>
                    <a:lstStyle/>
                    <a:p>
                      <a:r>
                        <a:rPr lang="en-US" sz="1200" b="1" dirty="0">
                          <a:solidFill>
                            <a:schemeClr val="bg1">
                              <a:lumMod val="75000"/>
                            </a:schemeClr>
                          </a:solidFill>
                          <a:latin typeface="Consolas" panose="020B0609020204030204" pitchFamily="49" charset="0"/>
                        </a:rPr>
                        <a:t>until</a:t>
                      </a:r>
                      <a:r>
                        <a:rPr lang="en-US" sz="1200" dirty="0">
                          <a:solidFill>
                            <a:schemeClr val="bg1">
                              <a:lumMod val="75000"/>
                            </a:schemeClr>
                          </a:solidFill>
                          <a:latin typeface="Consolas" panose="020B0609020204030204" pitchFamily="49" charset="0"/>
                        </a:rPr>
                        <a:t> </a:t>
                      </a:r>
                      <a:r>
                        <a:rPr lang="en-US" sz="1200" dirty="0" err="1">
                          <a:solidFill>
                            <a:schemeClr val="bg1">
                              <a:lumMod val="75000"/>
                            </a:schemeClr>
                          </a:solidFill>
                          <a:latin typeface="Consolas" panose="020B0609020204030204" pitchFamily="49" charset="0"/>
                        </a:rPr>
                        <a:t>exit_condition</a:t>
                      </a:r>
                      <a:endParaRPr lang="en-US" sz="1200" dirty="0">
                        <a:solidFill>
                          <a:schemeClr val="bg1">
                            <a:lumMod val="75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2569313450"/>
                  </a:ext>
                </a:extLst>
              </a:tr>
            </a:tbl>
          </a:graphicData>
        </a:graphic>
      </p:graphicFrame>
      <p:sp>
        <p:nvSpPr>
          <p:cNvPr id="3" name="Callout: Down Arrow 2">
            <a:extLst>
              <a:ext uri="{FF2B5EF4-FFF2-40B4-BE49-F238E27FC236}">
                <a16:creationId xmlns:a16="http://schemas.microsoft.com/office/drawing/2014/main" id="{B0E64729-EB9B-76A8-CA8A-9046635EB6C4}"/>
              </a:ext>
            </a:extLst>
          </p:cNvPr>
          <p:cNvSpPr/>
          <p:nvPr/>
        </p:nvSpPr>
        <p:spPr>
          <a:xfrm>
            <a:off x="2513012" y="2895600"/>
            <a:ext cx="6172200" cy="1295400"/>
          </a:xfrm>
          <a:prstGeom prst="downArrowCallout">
            <a:avLst>
              <a:gd name="adj1" fmla="val 8356"/>
              <a:gd name="adj2" fmla="val 12651"/>
              <a:gd name="adj3" fmla="val 16946"/>
              <a:gd name="adj4" fmla="val 77594"/>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latin typeface="Arial" panose="020B0604020202020204" pitchFamily="34" charset="0"/>
                <a:cs typeface="Arial" panose="020B0604020202020204" pitchFamily="34" charset="0"/>
              </a:rPr>
              <a:t>To simplify the process, let’s consider the following code as a separate function defined as follows:</a:t>
            </a:r>
          </a:p>
          <a:p>
            <a:pPr algn="ctr"/>
            <a:r>
              <a:rPr lang="en-US" b="1" dirty="0">
                <a:solidFill>
                  <a:srgbClr val="FFC000"/>
                </a:solidFill>
                <a:highlight>
                  <a:srgbClr val="000000"/>
                </a:highlight>
                <a:latin typeface="Consolas" panose="020B0609020204030204" pitchFamily="49" charset="0"/>
                <a:cs typeface="Arial" panose="020B0604020202020204" pitchFamily="34" charset="0"/>
              </a:rPr>
              <a:t>train</a:t>
            </a:r>
            <a:r>
              <a:rPr lang="en-US" dirty="0">
                <a:highlight>
                  <a:srgbClr val="000000"/>
                </a:highlight>
                <a:latin typeface="Consolas" panose="020B0609020204030204" pitchFamily="49" charset="0"/>
                <a:cs typeface="Arial" panose="020B0604020202020204" pitchFamily="34" charset="0"/>
              </a:rPr>
              <a:t>(</a:t>
            </a:r>
            <a:r>
              <a:rPr lang="en-US" dirty="0" err="1">
                <a:highlight>
                  <a:srgbClr val="000000"/>
                </a:highlight>
                <a:latin typeface="Consolas" panose="020B0609020204030204" pitchFamily="49" charset="0"/>
                <a:cs typeface="Arial" panose="020B0604020202020204" pitchFamily="34" charset="0"/>
              </a:rPr>
              <a:t>trainingSet</a:t>
            </a:r>
            <a:r>
              <a:rPr lang="en-US" dirty="0">
                <a:highlight>
                  <a:srgbClr val="000000"/>
                </a:highlight>
                <a:latin typeface="Consolas" panose="020B0609020204030204" pitchFamily="49" charset="0"/>
                <a:cs typeface="Arial" panose="020B0604020202020204" pitchFamily="34" charset="0"/>
              </a:rPr>
              <a:t>, weights, beta) </a:t>
            </a:r>
            <a:r>
              <a:rPr lang="en-US" dirty="0">
                <a:highlight>
                  <a:srgbClr val="000000"/>
                </a:highlight>
                <a:latin typeface="Consolas" panose="020B0609020204030204" pitchFamily="49" charset="0"/>
                <a:cs typeface="Arial" panose="020B0604020202020204" pitchFamily="34" charset="0"/>
                <a:sym typeface="Wingdings" panose="05000000000000000000" pitchFamily="2" charset="2"/>
              </a:rPr>
              <a:t> (</a:t>
            </a:r>
            <a:r>
              <a:rPr lang="el-GR" dirty="0">
                <a:highlight>
                  <a:srgbClr val="000000"/>
                </a:highlight>
                <a:latin typeface="Consolas" panose="020B0609020204030204" pitchFamily="49" charset="0"/>
                <a:cs typeface="Arial" panose="020B0604020202020204" pitchFamily="34" charset="0"/>
              </a:rPr>
              <a:t>Δ</a:t>
            </a:r>
            <a:r>
              <a:rPr lang="en-US" dirty="0">
                <a:highlight>
                  <a:srgbClr val="000000"/>
                </a:highlight>
                <a:latin typeface="Consolas" panose="020B0609020204030204" pitchFamily="49" charset="0"/>
                <a:cs typeface="Arial" panose="020B0604020202020204" pitchFamily="34" charset="0"/>
              </a:rPr>
              <a:t>,</a:t>
            </a:r>
            <a:r>
              <a:rPr lang="en-US" dirty="0">
                <a:highlight>
                  <a:srgbClr val="000000"/>
                </a:highlight>
                <a:latin typeface="Consolas" panose="020B0609020204030204" pitchFamily="49" charset="0"/>
                <a:cs typeface="Arial" panose="020B0604020202020204" pitchFamily="34" charset="0"/>
                <a:sym typeface="Wingdings" panose="05000000000000000000" pitchFamily="2" charset="2"/>
              </a:rPr>
              <a:t> </a:t>
            </a:r>
            <a:r>
              <a:rPr lang="el-GR" dirty="0">
                <a:highlight>
                  <a:srgbClr val="000000"/>
                </a:highlight>
                <a:latin typeface="Consolas" panose="020B0609020204030204" pitchFamily="49" charset="0"/>
                <a:cs typeface="Arial" panose="020B0604020202020204" pitchFamily="34" charset="0"/>
              </a:rPr>
              <a:t>Β</a:t>
            </a:r>
            <a:r>
              <a:rPr lang="en-US" dirty="0">
                <a:highlight>
                  <a:srgbClr val="000000"/>
                </a:highlight>
                <a:latin typeface="Consolas" panose="020B0609020204030204" pitchFamily="49" charset="0"/>
                <a:cs typeface="Arial" panose="020B0604020202020204" pitchFamily="34" charset="0"/>
              </a:rPr>
              <a:t>)</a:t>
            </a:r>
          </a:p>
        </p:txBody>
      </p:sp>
      <p:sp>
        <p:nvSpPr>
          <p:cNvPr id="4" name="Rectangle 3">
            <a:extLst>
              <a:ext uri="{FF2B5EF4-FFF2-40B4-BE49-F238E27FC236}">
                <a16:creationId xmlns:a16="http://schemas.microsoft.com/office/drawing/2014/main" id="{B40DD7C0-732F-F012-2951-E4B7D650FD1E}"/>
              </a:ext>
            </a:extLst>
          </p:cNvPr>
          <p:cNvSpPr/>
          <p:nvPr/>
        </p:nvSpPr>
        <p:spPr>
          <a:xfrm>
            <a:off x="2589212" y="4267200"/>
            <a:ext cx="6477000" cy="1676400"/>
          </a:xfrm>
          <a:prstGeom prst="rect">
            <a:avLst/>
          </a:prstGeom>
          <a:noFill/>
          <a:ln w="76200">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27246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Batch training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859001" cy="5181600"/>
          </a:xfrm>
        </p:spPr>
        <p:txBody>
          <a:bodyPr>
            <a:normAutofit/>
          </a:bodyPr>
          <a:lstStyle/>
          <a:p>
            <a:pPr marL="0" indent="0">
              <a:buNone/>
            </a:pPr>
            <a:r>
              <a:rPr lang="en-US" sz="2400" dirty="0">
                <a:latin typeface="Cambria Math" panose="02040503050406030204" pitchFamily="18" charset="0"/>
                <a:cs typeface="Arial" panose="020B0604020202020204" pitchFamily="34" charset="0"/>
              </a:rPr>
              <a:t>This is how the train function looks like:</a:t>
            </a:r>
          </a:p>
          <a:p>
            <a:pPr marL="514350" indent="-514350">
              <a:buFont typeface="+mj-lt"/>
              <a:buAutoNum type="arabicPeriod"/>
            </a:pPr>
            <a:endParaRPr lang="en-US" sz="2400" dirty="0">
              <a:latin typeface="Cambria Math" panose="02040503050406030204" pitchFamily="18" charset="0"/>
              <a:cs typeface="Arial" panose="020B0604020202020204" pitchFamily="34" charset="0"/>
            </a:endParaRPr>
          </a:p>
          <a:p>
            <a:pPr marL="0" indent="0">
              <a:buNone/>
            </a:pPr>
            <a:endParaRPr lang="en-US" dirty="0">
              <a:latin typeface="Cambria Math" panose="02040503050406030204" pitchFamily="18" charset="0"/>
              <a:cs typeface="Arial" panose="020B0604020202020204" pitchFamily="34" charset="0"/>
            </a:endParaRPr>
          </a:p>
        </p:txBody>
      </p:sp>
      <p:graphicFrame>
        <p:nvGraphicFramePr>
          <p:cNvPr id="9" name="Table 8">
            <a:extLst>
              <a:ext uri="{FF2B5EF4-FFF2-40B4-BE49-F238E27FC236}">
                <a16:creationId xmlns:a16="http://schemas.microsoft.com/office/drawing/2014/main" id="{C7A00F35-58FA-2387-4BF8-5FDF8E03D896}"/>
              </a:ext>
            </a:extLst>
          </p:cNvPr>
          <p:cNvGraphicFramePr>
            <a:graphicFrameLocks noGrp="1"/>
          </p:cNvGraphicFramePr>
          <p:nvPr>
            <p:extLst>
              <p:ext uri="{D42A27DB-BD31-4B8C-83A1-F6EECF244321}">
                <p14:modId xmlns:p14="http://schemas.microsoft.com/office/powerpoint/2010/main" val="899718731"/>
              </p:ext>
            </p:extLst>
          </p:nvPr>
        </p:nvGraphicFramePr>
        <p:xfrm>
          <a:off x="1751012" y="2057400"/>
          <a:ext cx="8869680" cy="3596640"/>
        </p:xfrm>
        <a:graphic>
          <a:graphicData uri="http://schemas.openxmlformats.org/drawingml/2006/table">
            <a:tbl>
              <a:tblPr firstRow="1" bandRow="1">
                <a:tableStyleId>{7E9639D4-E3E2-4D34-9284-5A2195B3D0D7}</a:tableStyleId>
              </a:tblPr>
              <a:tblGrid>
                <a:gridCol w="640080">
                  <a:extLst>
                    <a:ext uri="{9D8B030D-6E8A-4147-A177-3AD203B41FA5}">
                      <a16:colId xmlns:a16="http://schemas.microsoft.com/office/drawing/2014/main" val="3187280461"/>
                    </a:ext>
                  </a:extLst>
                </a:gridCol>
                <a:gridCol w="8229600">
                  <a:extLst>
                    <a:ext uri="{9D8B030D-6E8A-4147-A177-3AD203B41FA5}">
                      <a16:colId xmlns:a16="http://schemas.microsoft.com/office/drawing/2014/main" val="2007790319"/>
                    </a:ext>
                  </a:extLst>
                </a:gridCol>
              </a:tblGrid>
              <a:tr h="243500">
                <a:tc>
                  <a:txBody>
                    <a:bodyPr/>
                    <a:lstStyle/>
                    <a:p>
                      <a:r>
                        <a:rPr lang="en-US" sz="1400" dirty="0">
                          <a:solidFill>
                            <a:schemeClr val="tx1"/>
                          </a:solidFill>
                        </a:rPr>
                        <a:t>Line</a:t>
                      </a:r>
                    </a:p>
                  </a:txBody>
                  <a:tcPr>
                    <a:solidFill>
                      <a:schemeClr val="bg1"/>
                    </a:solidFill>
                  </a:tcPr>
                </a:tc>
                <a:tc>
                  <a:txBody>
                    <a:bodyPr/>
                    <a:lstStyle/>
                    <a:p>
                      <a:r>
                        <a:rPr lang="en-US" sz="1400" dirty="0">
                          <a:solidFill>
                            <a:schemeClr val="tx1"/>
                          </a:solidFill>
                        </a:rPr>
                        <a:t>Train function:</a:t>
                      </a:r>
                    </a:p>
                  </a:txBody>
                  <a:tcPr>
                    <a:solidFill>
                      <a:schemeClr val="bg1"/>
                    </a:solidFill>
                  </a:tcPr>
                </a:tc>
                <a:extLst>
                  <a:ext uri="{0D108BD9-81ED-4DB2-BD59-A6C34878D82A}">
                    <a16:rowId xmlns:a16="http://schemas.microsoft.com/office/drawing/2014/main" val="2508094747"/>
                  </a:ext>
                </a:extLst>
              </a:tr>
              <a:tr h="232431">
                <a:tc>
                  <a:txBody>
                    <a:bodyPr/>
                    <a:lstStyle/>
                    <a:p>
                      <a:pPr algn="r"/>
                      <a:r>
                        <a:rPr lang="en-US" sz="1200" dirty="0"/>
                        <a:t>1</a:t>
                      </a:r>
                    </a:p>
                  </a:txBody>
                  <a:tcPr>
                    <a:solidFill>
                      <a:schemeClr val="bg1"/>
                    </a:solidFill>
                  </a:tcPr>
                </a:tc>
                <a:tc>
                  <a:txBody>
                    <a:bodyPr/>
                    <a:lstStyle/>
                    <a:p>
                      <a:r>
                        <a:rPr lang="en-US" sz="1200" b="1" dirty="0">
                          <a:solidFill>
                            <a:srgbClr val="0070C0"/>
                          </a:solidFill>
                          <a:latin typeface="Consolas" panose="020B0609020204030204" pitchFamily="49" charset="0"/>
                        </a:rPr>
                        <a:t>function</a:t>
                      </a:r>
                      <a:r>
                        <a:rPr lang="en-US" sz="1200" dirty="0">
                          <a:latin typeface="Consolas" panose="020B0609020204030204" pitchFamily="49" charset="0"/>
                        </a:rPr>
                        <a:t> </a:t>
                      </a:r>
                      <a:r>
                        <a:rPr lang="en-US" sz="1200" b="1" i="0" dirty="0">
                          <a:latin typeface="Consolas" panose="020B0609020204030204" pitchFamily="49" charset="0"/>
                        </a:rPr>
                        <a:t>train</a:t>
                      </a:r>
                      <a:r>
                        <a:rPr lang="en-US" sz="1200" dirty="0">
                          <a:latin typeface="Consolas" panose="020B0609020204030204" pitchFamily="49" charset="0"/>
                        </a:rPr>
                        <a:t>(trainset, w, </a:t>
                      </a:r>
                      <a:r>
                        <a:rPr lang="el-GR" sz="1200" dirty="0">
                          <a:latin typeface="Arial" panose="020B0604020202020204" pitchFamily="34" charset="0"/>
                          <a:cs typeface="Arial" panose="020B0604020202020204" pitchFamily="34" charset="0"/>
                        </a:rPr>
                        <a:t>β</a:t>
                      </a:r>
                      <a:r>
                        <a:rPr lang="en-US" sz="1200" dirty="0">
                          <a:latin typeface="Arial" panose="020B0604020202020204" pitchFamily="34" charset="0"/>
                          <a:cs typeface="Arial" panose="020B0604020202020204" pitchFamily="34" charset="0"/>
                        </a:rPr>
                        <a:t>)</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1057160213"/>
                  </a:ext>
                </a:extLst>
              </a:tr>
              <a:tr h="232431">
                <a:tc>
                  <a:txBody>
                    <a:bodyPr/>
                    <a:lstStyle/>
                    <a:p>
                      <a:pPr algn="r"/>
                      <a:r>
                        <a:rPr lang="en-US" sz="1200" dirty="0"/>
                        <a:t>2</a:t>
                      </a:r>
                    </a:p>
                  </a:txBody>
                  <a:tcPr>
                    <a:solidFill>
                      <a:schemeClr val="bg1"/>
                    </a:solidFill>
                  </a:tcPr>
                </a:tc>
                <a:tc>
                  <a:txBody>
                    <a:bodyPr/>
                    <a:lstStyle/>
                    <a:p>
                      <a:r>
                        <a:rPr lang="en-US" sz="1200" dirty="0">
                          <a:latin typeface="Consolas" panose="020B0609020204030204" pitchFamily="49" charset="0"/>
                        </a:rPr>
                        <a:t>  </a:t>
                      </a:r>
                      <a:r>
                        <a:rPr lang="el-GR" sz="1200" dirty="0">
                          <a:latin typeface="Consolas" panose="020B0609020204030204" pitchFamily="49" charset="0"/>
                        </a:rPr>
                        <a:t>α</a:t>
                      </a:r>
                      <a:r>
                        <a:rPr lang="en-US" sz="1200" dirty="0">
                          <a:latin typeface="Consolas" panose="020B0609020204030204" pitchFamily="49" charset="0"/>
                        </a:rPr>
                        <a:t> </a:t>
                      </a:r>
                      <a:r>
                        <a:rPr lang="en-US" sz="1200" dirty="0">
                          <a:latin typeface="Consolas" panose="020B0609020204030204" pitchFamily="49" charset="0"/>
                          <a:sym typeface="Wingdings" panose="05000000000000000000" pitchFamily="2" charset="2"/>
                        </a:rPr>
                        <a:t> 0.01 </a:t>
                      </a:r>
                      <a:r>
                        <a:rPr lang="en-US" sz="1200" dirty="0">
                          <a:solidFill>
                            <a:schemeClr val="tx1">
                              <a:lumMod val="40000"/>
                              <a:lumOff val="60000"/>
                            </a:schemeClr>
                          </a:solidFill>
                          <a:latin typeface="Consolas" panose="020B0609020204030204" pitchFamily="49" charset="0"/>
                          <a:sym typeface="Wingdings" panose="05000000000000000000" pitchFamily="2" charset="2"/>
                        </a:rPr>
                        <a:t>// learning rate</a:t>
                      </a:r>
                      <a:endParaRPr lang="en-US" sz="1200" dirty="0">
                        <a:solidFill>
                          <a:schemeClr val="tx1">
                            <a:lumMod val="40000"/>
                            <a:lumOff val="60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760439933"/>
                  </a:ext>
                </a:extLst>
              </a:tr>
              <a:tr h="232431">
                <a:tc>
                  <a:txBody>
                    <a:bodyPr/>
                    <a:lstStyle/>
                    <a:p>
                      <a:pPr algn="r"/>
                      <a:r>
                        <a:rPr lang="en-US" sz="1200" dirty="0"/>
                        <a:t>3</a:t>
                      </a:r>
                    </a:p>
                  </a:txBody>
                  <a:tcPr>
                    <a:solidFill>
                      <a:schemeClr val="bg1"/>
                    </a:solidFill>
                  </a:tcPr>
                </a:tc>
                <a:tc>
                  <a:txBody>
                    <a:bodyPr/>
                    <a:lstStyle/>
                    <a:p>
                      <a:r>
                        <a:rPr lang="en-US" sz="1200" dirty="0">
                          <a:latin typeface="Consolas" panose="020B0609020204030204" pitchFamily="49" charset="0"/>
                        </a:rPr>
                        <a:t>  </a:t>
                      </a:r>
                      <a:r>
                        <a:rPr lang="el-GR" sz="1200" dirty="0">
                          <a:latin typeface="Arial" panose="020B0604020202020204" pitchFamily="34" charset="0"/>
                          <a:cs typeface="Arial" panose="020B0604020202020204" pitchFamily="34" charset="0"/>
                        </a:rPr>
                        <a:t>Δ</a:t>
                      </a:r>
                      <a:r>
                        <a:rPr lang="en-US" sz="1200" dirty="0">
                          <a:latin typeface="Arial" panose="020B0604020202020204" pitchFamily="34" charset="0"/>
                          <a:cs typeface="Arial" panose="020B0604020202020204" pitchFamily="34" charset="0"/>
                        </a:rPr>
                        <a:t> </a:t>
                      </a:r>
                      <a:r>
                        <a:rPr lang="en-US" sz="1200" dirty="0">
                          <a:latin typeface="Consolas" panose="020B0609020204030204" pitchFamily="49" charset="0"/>
                          <a:sym typeface="Wingdings" panose="05000000000000000000" pitchFamily="2" charset="2"/>
                        </a:rPr>
                        <a:t> a vector filled with 0 (zeros) of same size of w</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3270777680"/>
                  </a:ext>
                </a:extLst>
              </a:tr>
              <a:tr h="232431">
                <a:tc>
                  <a:txBody>
                    <a:bodyPr/>
                    <a:lstStyle/>
                    <a:p>
                      <a:pPr algn="r"/>
                      <a:r>
                        <a:rPr lang="en-US" sz="1200" dirty="0"/>
                        <a:t>4</a:t>
                      </a:r>
                    </a:p>
                  </a:txBody>
                  <a:tcPr>
                    <a:solidFill>
                      <a:schemeClr val="bg1"/>
                    </a:solidFill>
                  </a:tcPr>
                </a:tc>
                <a:tc>
                  <a:txBody>
                    <a:bodyPr/>
                    <a:lstStyle/>
                    <a:p>
                      <a:r>
                        <a:rPr lang="en-US" sz="1200" dirty="0">
                          <a:latin typeface="Consolas" panose="020B0609020204030204" pitchFamily="49" charset="0"/>
                        </a:rPr>
                        <a:t>  </a:t>
                      </a:r>
                      <a:r>
                        <a:rPr lang="el-GR" sz="1200" dirty="0">
                          <a:latin typeface="Arial" panose="020B0604020202020204" pitchFamily="34" charset="0"/>
                          <a:cs typeface="Arial" panose="020B0604020202020204" pitchFamily="34" charset="0"/>
                        </a:rPr>
                        <a:t>Β</a:t>
                      </a:r>
                      <a:r>
                        <a:rPr lang="en-US" sz="1200" dirty="0">
                          <a:latin typeface="Arial" panose="020B0604020202020204" pitchFamily="34" charset="0"/>
                          <a:cs typeface="Arial" panose="020B0604020202020204" pitchFamily="34" charset="0"/>
                        </a:rPr>
                        <a:t> </a:t>
                      </a:r>
                      <a:r>
                        <a:rPr lang="en-US" sz="1200" dirty="0">
                          <a:latin typeface="Consolas" panose="020B0609020204030204" pitchFamily="49" charset="0"/>
                          <a:sym typeface="Wingdings" panose="05000000000000000000" pitchFamily="2" charset="2"/>
                        </a:rPr>
                        <a:t> 0 // a temporary threshold</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3465717620"/>
                  </a:ext>
                </a:extLst>
              </a:tr>
              <a:tr h="232431">
                <a:tc>
                  <a:txBody>
                    <a:bodyPr/>
                    <a:lstStyle/>
                    <a:p>
                      <a:pPr algn="r"/>
                      <a:r>
                        <a:rPr lang="en-US" sz="1200" dirty="0"/>
                        <a:t>5</a:t>
                      </a:r>
                    </a:p>
                  </a:txBody>
                  <a:tcPr>
                    <a:solidFill>
                      <a:schemeClr val="bg1"/>
                    </a:solidFill>
                  </a:tcPr>
                </a:tc>
                <a:tc>
                  <a:txBody>
                    <a:bodyPr/>
                    <a:lstStyle/>
                    <a:p>
                      <a:r>
                        <a:rPr lang="en-US" sz="1200" b="1" dirty="0">
                          <a:solidFill>
                            <a:srgbClr val="0070C0"/>
                          </a:solidFill>
                          <a:latin typeface="Consolas" panose="020B0609020204030204" pitchFamily="49" charset="0"/>
                        </a:rPr>
                        <a:t>  foreach</a:t>
                      </a:r>
                      <a:r>
                        <a:rPr lang="en-US" sz="1200" dirty="0">
                          <a:latin typeface="Consolas" panose="020B0609020204030204" pitchFamily="49" charset="0"/>
                        </a:rPr>
                        <a:t> sample </a:t>
                      </a:r>
                      <a:r>
                        <a:rPr lang="en-US" sz="1200" b="1" dirty="0">
                          <a:solidFill>
                            <a:srgbClr val="0070C0"/>
                          </a:solidFill>
                          <a:latin typeface="Consolas" panose="020B0609020204030204" pitchFamily="49" charset="0"/>
                        </a:rPr>
                        <a:t>in</a:t>
                      </a:r>
                      <a:r>
                        <a:rPr lang="en-US" sz="1200" dirty="0">
                          <a:latin typeface="Consolas" panose="020B0609020204030204" pitchFamily="49" charset="0"/>
                        </a:rPr>
                        <a:t> trainset</a:t>
                      </a:r>
                    </a:p>
                  </a:txBody>
                  <a:tcPr>
                    <a:solidFill>
                      <a:schemeClr val="bg1"/>
                    </a:solidFill>
                  </a:tcPr>
                </a:tc>
                <a:extLst>
                  <a:ext uri="{0D108BD9-81ED-4DB2-BD59-A6C34878D82A}">
                    <a16:rowId xmlns:a16="http://schemas.microsoft.com/office/drawing/2014/main" val="130492628"/>
                  </a:ext>
                </a:extLst>
              </a:tr>
              <a:tr h="232431">
                <a:tc>
                  <a:txBody>
                    <a:bodyPr/>
                    <a:lstStyle/>
                    <a:p>
                      <a:pPr algn="r"/>
                      <a:r>
                        <a:rPr lang="en-US" sz="1200" dirty="0"/>
                        <a:t>6</a:t>
                      </a:r>
                    </a:p>
                  </a:txBody>
                  <a:tcPr>
                    <a:solidFill>
                      <a:schemeClr val="bg1"/>
                    </a:solidFill>
                  </a:tcPr>
                </a:tc>
                <a:tc>
                  <a:txBody>
                    <a:bodyPr/>
                    <a:lstStyle/>
                    <a:p>
                      <a:r>
                        <a:rPr lang="en-US" sz="1200" dirty="0">
                          <a:latin typeface="Consolas" panose="020B0609020204030204" pitchFamily="49" charset="0"/>
                        </a:rPr>
                        <a:t>    classified </a:t>
                      </a:r>
                      <a:r>
                        <a:rPr lang="en-US" sz="1200" dirty="0">
                          <a:latin typeface="Consolas" panose="020B0609020204030204" pitchFamily="49" charset="0"/>
                          <a:sym typeface="Wingdings" panose="05000000000000000000" pitchFamily="2" charset="2"/>
                        </a:rPr>
                        <a:t> (</a:t>
                      </a:r>
                      <a:r>
                        <a:rPr lang="en-US" sz="1200" dirty="0" err="1">
                          <a:latin typeface="Consolas" panose="020B0609020204030204" pitchFamily="49" charset="0"/>
                          <a:sym typeface="Wingdings" panose="05000000000000000000" pitchFamily="2" charset="2"/>
                        </a:rPr>
                        <a:t>sample.label</a:t>
                      </a:r>
                      <a:r>
                        <a:rPr lang="en-US" sz="1200" dirty="0">
                          <a:latin typeface="Consolas" panose="020B0609020204030204" pitchFamily="49" charset="0"/>
                          <a:sym typeface="Wingdings" panose="05000000000000000000" pitchFamily="2" charset="2"/>
                        </a:rPr>
                        <a:t> x (</a:t>
                      </a:r>
                      <a:r>
                        <a:rPr lang="en-US" sz="1200" b="1" dirty="0" err="1">
                          <a:solidFill>
                            <a:srgbClr val="7030A0"/>
                          </a:solidFill>
                          <a:latin typeface="Consolas" panose="020B0609020204030204" pitchFamily="49" charset="0"/>
                          <a:sym typeface="Wingdings" panose="05000000000000000000" pitchFamily="2" charset="2"/>
                        </a:rPr>
                        <a:t>dotproduct</a:t>
                      </a:r>
                      <a:r>
                        <a:rPr lang="en-US" sz="1200" dirty="0">
                          <a:latin typeface="Consolas" panose="020B0609020204030204" pitchFamily="49" charset="0"/>
                          <a:sym typeface="Wingdings" panose="05000000000000000000" pitchFamily="2" charset="2"/>
                        </a:rPr>
                        <a:t>(</a:t>
                      </a:r>
                      <a:r>
                        <a:rPr lang="en-US" sz="1200" dirty="0" err="1">
                          <a:latin typeface="Consolas" panose="020B0609020204030204" pitchFamily="49" charset="0"/>
                          <a:sym typeface="Wingdings" panose="05000000000000000000" pitchFamily="2" charset="2"/>
                        </a:rPr>
                        <a:t>sample.input,w</a:t>
                      </a:r>
                      <a:r>
                        <a:rPr lang="en-US" sz="1200" dirty="0">
                          <a:latin typeface="Consolas" panose="020B0609020204030204" pitchFamily="49" charset="0"/>
                          <a:sym typeface="Wingdings" panose="05000000000000000000" pitchFamily="2" charset="2"/>
                        </a:rPr>
                        <a:t>) + </a:t>
                      </a:r>
                      <a:r>
                        <a:rPr lang="el-GR" sz="1200" dirty="0">
                          <a:latin typeface="Arial" panose="020B0604020202020204" pitchFamily="34" charset="0"/>
                          <a:cs typeface="Arial" panose="020B0604020202020204" pitchFamily="34" charset="0"/>
                        </a:rPr>
                        <a:t>β</a:t>
                      </a:r>
                      <a:r>
                        <a:rPr lang="en-US" sz="1200" dirty="0">
                          <a:latin typeface="Consolas" panose="020B0609020204030204" pitchFamily="49" charset="0"/>
                          <a:sym typeface="Wingdings" panose="05000000000000000000" pitchFamily="2" charset="2"/>
                        </a:rPr>
                        <a:t>))&gt;0</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3691233306"/>
                  </a:ext>
                </a:extLst>
              </a:tr>
              <a:tr h="232431">
                <a:tc>
                  <a:txBody>
                    <a:bodyPr/>
                    <a:lstStyle/>
                    <a:p>
                      <a:pPr algn="r"/>
                      <a:r>
                        <a:rPr lang="en-US" sz="1200" dirty="0"/>
                        <a:t>7</a:t>
                      </a:r>
                    </a:p>
                  </a:txBody>
                  <a:tcPr>
                    <a:solidFill>
                      <a:schemeClr val="bg1"/>
                    </a:solidFill>
                  </a:tcPr>
                </a:tc>
                <a:tc>
                  <a:txBody>
                    <a:bodyPr/>
                    <a:lstStyle/>
                    <a:p>
                      <a:r>
                        <a:rPr lang="en-US" sz="1200" dirty="0">
                          <a:latin typeface="Consolas" panose="020B0609020204030204" pitchFamily="49" charset="0"/>
                        </a:rPr>
                        <a:t>    </a:t>
                      </a:r>
                      <a:r>
                        <a:rPr lang="en-US" sz="1200" b="1" dirty="0">
                          <a:solidFill>
                            <a:srgbClr val="0070C0"/>
                          </a:solidFill>
                          <a:latin typeface="Consolas" panose="020B0609020204030204" pitchFamily="49" charset="0"/>
                        </a:rPr>
                        <a:t>if</a:t>
                      </a:r>
                      <a:r>
                        <a:rPr lang="en-US" sz="1200" dirty="0">
                          <a:latin typeface="Consolas" panose="020B0609020204030204" pitchFamily="49" charset="0"/>
                        </a:rPr>
                        <a:t> classified </a:t>
                      </a:r>
                      <a:r>
                        <a:rPr lang="en-US" sz="1200" b="1" dirty="0">
                          <a:solidFill>
                            <a:srgbClr val="0070C0"/>
                          </a:solidFill>
                          <a:latin typeface="Consolas" panose="020B0609020204030204" pitchFamily="49" charset="0"/>
                        </a:rPr>
                        <a:t>then</a:t>
                      </a:r>
                      <a:r>
                        <a:rPr lang="en-US" sz="1200" dirty="0">
                          <a:latin typeface="Consolas" panose="020B0609020204030204" pitchFamily="49" charset="0"/>
                        </a:rPr>
                        <a:t> </a:t>
                      </a:r>
                      <a:r>
                        <a:rPr lang="en-US" sz="1200" b="1" dirty="0">
                          <a:solidFill>
                            <a:srgbClr val="0070C0"/>
                          </a:solidFill>
                          <a:latin typeface="Consolas" panose="020B0609020204030204" pitchFamily="49" charset="0"/>
                        </a:rPr>
                        <a:t>continue</a:t>
                      </a:r>
                    </a:p>
                  </a:txBody>
                  <a:tcPr>
                    <a:solidFill>
                      <a:schemeClr val="bg1"/>
                    </a:solidFill>
                  </a:tcPr>
                </a:tc>
                <a:extLst>
                  <a:ext uri="{0D108BD9-81ED-4DB2-BD59-A6C34878D82A}">
                    <a16:rowId xmlns:a16="http://schemas.microsoft.com/office/drawing/2014/main" val="4260882290"/>
                  </a:ext>
                </a:extLst>
              </a:tr>
              <a:tr h="232431">
                <a:tc>
                  <a:txBody>
                    <a:bodyPr/>
                    <a:lstStyle/>
                    <a:p>
                      <a:pPr algn="r"/>
                      <a:r>
                        <a:rPr lang="en-US" sz="1200" dirty="0"/>
                        <a:t>8</a:t>
                      </a:r>
                    </a:p>
                  </a:txBody>
                  <a:tcPr>
                    <a:solidFill>
                      <a:schemeClr val="bg1"/>
                    </a:solidFill>
                  </a:tcPr>
                </a:tc>
                <a:tc>
                  <a:txBody>
                    <a:bodyPr/>
                    <a:lstStyle/>
                    <a:p>
                      <a:r>
                        <a:rPr lang="en-US" sz="1200" dirty="0">
                          <a:latin typeface="Consolas" panose="020B0609020204030204" pitchFamily="49" charset="0"/>
                        </a:rPr>
                        <a:t>    </a:t>
                      </a:r>
                      <a:r>
                        <a:rPr lang="el-GR" sz="1200" dirty="0">
                          <a:latin typeface="Arial" panose="020B0604020202020204" pitchFamily="34" charset="0"/>
                          <a:cs typeface="Arial" panose="020B0604020202020204" pitchFamily="34" charset="0"/>
                        </a:rPr>
                        <a:t>Δ</a:t>
                      </a:r>
                      <a:r>
                        <a:rPr lang="en-US" sz="1200" dirty="0">
                          <a:latin typeface="Consolas" panose="020B0609020204030204" pitchFamily="49" charset="0"/>
                        </a:rPr>
                        <a:t> </a:t>
                      </a:r>
                      <a:r>
                        <a:rPr lang="en-US" sz="1200" dirty="0">
                          <a:latin typeface="Consolas" panose="020B0609020204030204" pitchFamily="49" charset="0"/>
                          <a:sym typeface="Wingdings" panose="05000000000000000000" pitchFamily="2" charset="2"/>
                        </a:rPr>
                        <a:t> </a:t>
                      </a:r>
                      <a:r>
                        <a:rPr lang="el-GR" sz="1200" dirty="0">
                          <a:latin typeface="Arial" panose="020B0604020202020204" pitchFamily="34" charset="0"/>
                          <a:cs typeface="Arial" panose="020B0604020202020204" pitchFamily="34" charset="0"/>
                        </a:rPr>
                        <a:t>Δ</a:t>
                      </a:r>
                      <a:r>
                        <a:rPr lang="en-US" sz="1200" dirty="0">
                          <a:latin typeface="Consolas" panose="020B0609020204030204" pitchFamily="49" charset="0"/>
                          <a:sym typeface="Wingdings" panose="05000000000000000000" pitchFamily="2" charset="2"/>
                        </a:rPr>
                        <a:t> + </a:t>
                      </a:r>
                      <a:r>
                        <a:rPr lang="en-US" sz="1200" dirty="0" err="1">
                          <a:latin typeface="Consolas" panose="020B0609020204030204" pitchFamily="49" charset="0"/>
                          <a:sym typeface="Wingdings" panose="05000000000000000000" pitchFamily="2" charset="2"/>
                        </a:rPr>
                        <a:t>sample.input</a:t>
                      </a:r>
                      <a:r>
                        <a:rPr lang="en-US" sz="1200" dirty="0">
                          <a:latin typeface="Consolas" panose="020B0609020204030204" pitchFamily="49" charset="0"/>
                          <a:sym typeface="Wingdings" panose="05000000000000000000" pitchFamily="2" charset="2"/>
                        </a:rPr>
                        <a:t> x </a:t>
                      </a:r>
                      <a:r>
                        <a:rPr lang="el-GR" sz="1200" dirty="0">
                          <a:latin typeface="Consolas" panose="020B0609020204030204" pitchFamily="49" charset="0"/>
                        </a:rPr>
                        <a:t>α</a:t>
                      </a:r>
                      <a:r>
                        <a:rPr lang="en-US" sz="1200" dirty="0">
                          <a:latin typeface="Consolas" panose="020B0609020204030204" pitchFamily="49" charset="0"/>
                        </a:rPr>
                        <a:t> </a:t>
                      </a:r>
                      <a:r>
                        <a:rPr lang="en-US" sz="1200" dirty="0">
                          <a:latin typeface="Consolas" panose="020B0609020204030204" pitchFamily="49" charset="0"/>
                          <a:sym typeface="Wingdings" panose="05000000000000000000" pitchFamily="2" charset="2"/>
                        </a:rPr>
                        <a:t>x </a:t>
                      </a:r>
                      <a:r>
                        <a:rPr lang="en-US" sz="1200" dirty="0" err="1">
                          <a:latin typeface="Consolas" panose="020B0609020204030204" pitchFamily="49" charset="0"/>
                          <a:sym typeface="Wingdings" panose="05000000000000000000" pitchFamily="2" charset="2"/>
                        </a:rPr>
                        <a:t>sample.label</a:t>
                      </a:r>
                      <a:r>
                        <a:rPr lang="en-US" sz="1200" dirty="0">
                          <a:latin typeface="Consolas" panose="020B0609020204030204" pitchFamily="49" charset="0"/>
                          <a:sym typeface="Wingdings" panose="05000000000000000000" pitchFamily="2" charset="2"/>
                        </a:rPr>
                        <a:t> </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4287305410"/>
                  </a:ext>
                </a:extLst>
              </a:tr>
              <a:tr h="232431">
                <a:tc>
                  <a:txBody>
                    <a:bodyPr/>
                    <a:lstStyle/>
                    <a:p>
                      <a:pPr algn="r"/>
                      <a:r>
                        <a:rPr lang="en-US" sz="1200" dirty="0"/>
                        <a:t>9</a:t>
                      </a:r>
                    </a:p>
                  </a:txBody>
                  <a:tcPr>
                    <a:solidFill>
                      <a:schemeClr val="bg1"/>
                    </a:solidFill>
                  </a:tcPr>
                </a:tc>
                <a:tc>
                  <a:txBody>
                    <a:bodyPr/>
                    <a:lstStyle/>
                    <a:p>
                      <a:r>
                        <a:rPr lang="en-US" sz="1200" dirty="0">
                          <a:latin typeface="Consolas" panose="020B0609020204030204" pitchFamily="49" charset="0"/>
                        </a:rPr>
                        <a:t>    </a:t>
                      </a:r>
                      <a:r>
                        <a:rPr lang="el-GR" sz="1200" dirty="0">
                          <a:latin typeface="Arial" panose="020B0604020202020204" pitchFamily="34" charset="0"/>
                          <a:cs typeface="Arial" panose="020B0604020202020204" pitchFamily="34" charset="0"/>
                        </a:rPr>
                        <a:t>Β</a:t>
                      </a:r>
                      <a:r>
                        <a:rPr lang="en-US" sz="1200" dirty="0">
                          <a:latin typeface="Consolas" panose="020B0609020204030204" pitchFamily="49" charset="0"/>
                        </a:rPr>
                        <a:t> </a:t>
                      </a:r>
                      <a:r>
                        <a:rPr lang="en-US" sz="1200" dirty="0">
                          <a:latin typeface="Consolas" panose="020B0609020204030204" pitchFamily="49" charset="0"/>
                          <a:sym typeface="Wingdings" panose="05000000000000000000" pitchFamily="2" charset="2"/>
                        </a:rPr>
                        <a:t> </a:t>
                      </a:r>
                      <a:r>
                        <a:rPr lang="el-GR" sz="1200" dirty="0">
                          <a:latin typeface="Arial" panose="020B0604020202020204" pitchFamily="34" charset="0"/>
                          <a:cs typeface="Arial" panose="020B0604020202020204" pitchFamily="34" charset="0"/>
                        </a:rPr>
                        <a:t>Β</a:t>
                      </a:r>
                      <a:r>
                        <a:rPr lang="en-US" sz="1200" dirty="0">
                          <a:latin typeface="Consolas" panose="020B0609020204030204" pitchFamily="49" charset="0"/>
                          <a:sym typeface="Wingdings" panose="05000000000000000000" pitchFamily="2" charset="2"/>
                        </a:rPr>
                        <a:t> + </a:t>
                      </a:r>
                      <a:r>
                        <a:rPr lang="el-GR" sz="1200" dirty="0">
                          <a:latin typeface="Consolas" panose="020B0609020204030204" pitchFamily="49" charset="0"/>
                        </a:rPr>
                        <a:t>α</a:t>
                      </a:r>
                      <a:r>
                        <a:rPr lang="en-US" sz="1200" dirty="0">
                          <a:latin typeface="Consolas" panose="020B0609020204030204" pitchFamily="49" charset="0"/>
                        </a:rPr>
                        <a:t> </a:t>
                      </a:r>
                      <a:r>
                        <a:rPr lang="en-US" sz="1200" dirty="0">
                          <a:latin typeface="Consolas" panose="020B0609020204030204" pitchFamily="49" charset="0"/>
                          <a:sym typeface="Wingdings" panose="05000000000000000000" pitchFamily="2" charset="2"/>
                        </a:rPr>
                        <a:t>x </a:t>
                      </a:r>
                      <a:r>
                        <a:rPr lang="en-US" sz="1200" dirty="0" err="1">
                          <a:latin typeface="Consolas" panose="020B0609020204030204" pitchFamily="49" charset="0"/>
                          <a:sym typeface="Wingdings" panose="05000000000000000000" pitchFamily="2" charset="2"/>
                        </a:rPr>
                        <a:t>sample.label</a:t>
                      </a:r>
                      <a:r>
                        <a:rPr lang="en-US" sz="1200" dirty="0">
                          <a:latin typeface="Consolas" panose="020B0609020204030204" pitchFamily="49" charset="0"/>
                          <a:sym typeface="Wingdings" panose="05000000000000000000" pitchFamily="2" charset="2"/>
                        </a:rPr>
                        <a:t> </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2436614671"/>
                  </a:ext>
                </a:extLst>
              </a:tr>
              <a:tr h="232431">
                <a:tc>
                  <a:txBody>
                    <a:bodyPr/>
                    <a:lstStyle/>
                    <a:p>
                      <a:pPr algn="r"/>
                      <a:r>
                        <a:rPr lang="en-US" sz="1200" dirty="0"/>
                        <a:t>10</a:t>
                      </a:r>
                    </a:p>
                  </a:txBody>
                  <a:tcPr>
                    <a:solidFill>
                      <a:schemeClr val="bg1"/>
                    </a:solidFill>
                  </a:tcPr>
                </a:tc>
                <a:tc>
                  <a:txBody>
                    <a:bodyPr/>
                    <a:lstStyle/>
                    <a:p>
                      <a:r>
                        <a:rPr lang="en-US" sz="1200" b="1" dirty="0">
                          <a:solidFill>
                            <a:srgbClr val="0070C0"/>
                          </a:solidFill>
                          <a:latin typeface="Consolas" panose="020B0609020204030204" pitchFamily="49" charset="0"/>
                        </a:rPr>
                        <a:t>  end foreach</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2656897880"/>
                  </a:ext>
                </a:extLst>
              </a:tr>
              <a:tr h="262911">
                <a:tc>
                  <a:txBody>
                    <a:bodyPr/>
                    <a:lstStyle/>
                    <a:p>
                      <a:pPr algn="r"/>
                      <a:r>
                        <a:rPr lang="en-US" sz="1200" dirty="0"/>
                        <a:t>11</a:t>
                      </a:r>
                    </a:p>
                  </a:txBody>
                  <a:tcPr>
                    <a:solidFill>
                      <a:schemeClr val="bg1"/>
                    </a:solidFill>
                  </a:tcPr>
                </a:tc>
                <a:tc>
                  <a:txBody>
                    <a:bodyPr/>
                    <a:lstStyle/>
                    <a:p>
                      <a:r>
                        <a:rPr lang="en-US" sz="1200" dirty="0">
                          <a:latin typeface="Consolas" panose="020B0609020204030204" pitchFamily="49" charset="0"/>
                        </a:rPr>
                        <a:t>  </a:t>
                      </a:r>
                      <a:r>
                        <a:rPr lang="en-US" sz="1200" b="1" dirty="0">
                          <a:solidFill>
                            <a:srgbClr val="0070C0"/>
                          </a:solidFill>
                          <a:latin typeface="Consolas" panose="020B0609020204030204" pitchFamily="49" charset="0"/>
                        </a:rPr>
                        <a:t>return</a:t>
                      </a:r>
                      <a:r>
                        <a:rPr lang="en-US" sz="1200" dirty="0">
                          <a:latin typeface="Consolas" panose="020B0609020204030204" pitchFamily="49" charset="0"/>
                        </a:rPr>
                        <a:t> (</a:t>
                      </a:r>
                      <a:r>
                        <a:rPr lang="el-GR" sz="1200" dirty="0">
                          <a:latin typeface="Arial" panose="020B0604020202020204" pitchFamily="34" charset="0"/>
                          <a:cs typeface="Arial" panose="020B0604020202020204" pitchFamily="34" charset="0"/>
                        </a:rPr>
                        <a:t>Δ</a:t>
                      </a:r>
                      <a:r>
                        <a:rPr lang="en-US" sz="1200" dirty="0">
                          <a:latin typeface="Arial" panose="020B0604020202020204" pitchFamily="34" charset="0"/>
                          <a:cs typeface="Arial" panose="020B0604020202020204" pitchFamily="34" charset="0"/>
                        </a:rPr>
                        <a:t>, </a:t>
                      </a:r>
                      <a:r>
                        <a:rPr lang="el-GR" sz="1200" dirty="0">
                          <a:latin typeface="Arial" panose="020B0604020202020204" pitchFamily="34" charset="0"/>
                          <a:cs typeface="Arial" panose="020B0604020202020204" pitchFamily="34" charset="0"/>
                        </a:rPr>
                        <a:t>Β</a:t>
                      </a:r>
                      <a:r>
                        <a:rPr lang="en-US" sz="1200" dirty="0">
                          <a:latin typeface="Arial" panose="020B0604020202020204" pitchFamily="34" charset="0"/>
                          <a:cs typeface="Arial" panose="020B0604020202020204" pitchFamily="34" charset="0"/>
                        </a:rPr>
                        <a:t>)</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992461720"/>
                  </a:ext>
                </a:extLst>
              </a:tr>
              <a:tr h="232431">
                <a:tc>
                  <a:txBody>
                    <a:bodyPr/>
                    <a:lstStyle/>
                    <a:p>
                      <a:pPr algn="r"/>
                      <a:r>
                        <a:rPr lang="en-US" sz="1200" dirty="0"/>
                        <a:t>12</a:t>
                      </a:r>
                    </a:p>
                  </a:txBody>
                  <a:tcPr>
                    <a:solidFill>
                      <a:schemeClr val="bg1"/>
                    </a:solidFill>
                  </a:tcPr>
                </a:tc>
                <a:tc>
                  <a:txBody>
                    <a:bodyPr/>
                    <a:lstStyle/>
                    <a:p>
                      <a:r>
                        <a:rPr lang="en-US" sz="1200" b="1" dirty="0">
                          <a:solidFill>
                            <a:srgbClr val="0070C0"/>
                          </a:solidFill>
                          <a:latin typeface="Consolas" panose="020B0609020204030204" pitchFamily="49" charset="0"/>
                        </a:rPr>
                        <a:t>end function</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2569313450"/>
                  </a:ext>
                </a:extLst>
              </a:tr>
            </a:tbl>
          </a:graphicData>
        </a:graphic>
      </p:graphicFrame>
    </p:spTree>
    <p:extLst>
      <p:ext uri="{BB962C8B-B14F-4D97-AF65-F5344CB8AC3E}">
        <p14:creationId xmlns:p14="http://schemas.microsoft.com/office/powerpoint/2010/main" val="2100515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Batch training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859001" cy="5181600"/>
          </a:xfrm>
        </p:spPr>
        <p:txBody>
          <a:bodyPr>
            <a:normAutofit lnSpcReduction="10000"/>
          </a:bodyPr>
          <a:lstStyle/>
          <a:p>
            <a:pPr marL="0" indent="0">
              <a:buNone/>
            </a:pPr>
            <a:r>
              <a:rPr lang="en-US" sz="2400" dirty="0">
                <a:latin typeface="Cambria Math" panose="02040503050406030204" pitchFamily="18" charset="0"/>
                <a:cs typeface="Arial" panose="020B0604020202020204" pitchFamily="34" charset="0"/>
              </a:rPr>
              <a:t>With this in mind we can modify the original algorithm as follows:</a:t>
            </a:r>
          </a:p>
          <a:p>
            <a:pPr marL="0" indent="0">
              <a:buNone/>
            </a:pPr>
            <a:endParaRPr lang="en-US" sz="2400" dirty="0">
              <a:latin typeface="Cambria Math" panose="02040503050406030204" pitchFamily="18" charset="0"/>
              <a:cs typeface="Arial" panose="020B0604020202020204" pitchFamily="34" charset="0"/>
            </a:endParaRPr>
          </a:p>
          <a:p>
            <a:pPr marL="0" indent="0">
              <a:buNone/>
            </a:pPr>
            <a:endParaRPr lang="en-US" sz="2400" dirty="0">
              <a:latin typeface="Cambria Math" panose="02040503050406030204" pitchFamily="18" charset="0"/>
              <a:cs typeface="Arial" panose="020B0604020202020204" pitchFamily="34" charset="0"/>
            </a:endParaRPr>
          </a:p>
          <a:p>
            <a:pPr marL="0" indent="0">
              <a:buNone/>
            </a:pPr>
            <a:endParaRPr lang="en-US" sz="2400" dirty="0">
              <a:latin typeface="Cambria Math" panose="02040503050406030204" pitchFamily="18" charset="0"/>
              <a:cs typeface="Arial" panose="020B0604020202020204" pitchFamily="34" charset="0"/>
            </a:endParaRPr>
          </a:p>
          <a:p>
            <a:pPr marL="0" indent="0">
              <a:buNone/>
            </a:pPr>
            <a:endParaRPr lang="en-US" sz="2400" dirty="0">
              <a:latin typeface="Cambria Math" panose="02040503050406030204" pitchFamily="18" charset="0"/>
              <a:cs typeface="Arial" panose="020B0604020202020204" pitchFamily="34" charset="0"/>
            </a:endParaRPr>
          </a:p>
          <a:p>
            <a:pPr marL="0" indent="0">
              <a:buNone/>
            </a:pPr>
            <a:endParaRPr lang="en-US" sz="2400" dirty="0">
              <a:latin typeface="Cambria Math" panose="02040503050406030204" pitchFamily="18" charset="0"/>
              <a:cs typeface="Arial" panose="020B0604020202020204" pitchFamily="34" charset="0"/>
            </a:endParaRPr>
          </a:p>
          <a:p>
            <a:pPr marL="0" indent="0">
              <a:buNone/>
            </a:pPr>
            <a:endParaRPr lang="en-US" sz="2400" dirty="0">
              <a:latin typeface="Cambria Math" panose="02040503050406030204" pitchFamily="18" charset="0"/>
              <a:cs typeface="Arial" panose="020B0604020202020204" pitchFamily="34" charset="0"/>
            </a:endParaRPr>
          </a:p>
          <a:p>
            <a:pPr marL="0" indent="0">
              <a:buNone/>
            </a:pPr>
            <a:r>
              <a:rPr lang="en-US" sz="2400" dirty="0">
                <a:latin typeface="Cambria Math" panose="02040503050406030204" pitchFamily="18" charset="0"/>
                <a:cs typeface="Arial" panose="020B0604020202020204" pitchFamily="34" charset="0"/>
              </a:rPr>
              <a:t>Now that we have changed the code in this way we can do some other things as well:</a:t>
            </a:r>
          </a:p>
          <a:p>
            <a:pPr lvl="1"/>
            <a:r>
              <a:rPr lang="en-US" sz="2000">
                <a:latin typeface="Cambria Math" panose="02040503050406030204" pitchFamily="18" charset="0"/>
                <a:cs typeface="Arial" panose="020B0604020202020204" pitchFamily="34" charset="0"/>
              </a:rPr>
              <a:t>Mini </a:t>
            </a:r>
            <a:r>
              <a:rPr lang="en-US" sz="2000" dirty="0">
                <a:latin typeface="Cambria Math" panose="02040503050406030204" pitchFamily="18" charset="0"/>
                <a:cs typeface="Arial" panose="020B0604020202020204" pitchFamily="34" charset="0"/>
              </a:rPr>
              <a:t>batch</a:t>
            </a:r>
          </a:p>
          <a:p>
            <a:pPr lvl="1"/>
            <a:r>
              <a:rPr lang="en-US" sz="2000" dirty="0">
                <a:latin typeface="Cambria Math" panose="02040503050406030204" pitchFamily="18" charset="0"/>
                <a:cs typeface="Arial" panose="020B0604020202020204" pitchFamily="34" charset="0"/>
              </a:rPr>
              <a:t>Parallel training</a:t>
            </a:r>
          </a:p>
          <a:p>
            <a:pPr marL="0" indent="0">
              <a:buNone/>
            </a:pPr>
            <a:endParaRPr lang="en-US" sz="2400" dirty="0">
              <a:latin typeface="Cambria Math" panose="02040503050406030204" pitchFamily="18" charset="0"/>
              <a:cs typeface="Arial" panose="020B0604020202020204" pitchFamily="34" charset="0"/>
            </a:endParaRPr>
          </a:p>
          <a:p>
            <a:pPr marL="514350" indent="-514350">
              <a:buFont typeface="+mj-lt"/>
              <a:buAutoNum type="arabicPeriod"/>
            </a:pPr>
            <a:endParaRPr lang="en-US" sz="2400" dirty="0">
              <a:latin typeface="Cambria Math" panose="02040503050406030204" pitchFamily="18" charset="0"/>
              <a:cs typeface="Arial" panose="020B0604020202020204" pitchFamily="34" charset="0"/>
            </a:endParaRPr>
          </a:p>
          <a:p>
            <a:pPr marL="0" indent="0">
              <a:buNone/>
            </a:pPr>
            <a:endParaRPr lang="en-US" dirty="0">
              <a:latin typeface="Cambria Math" panose="02040503050406030204" pitchFamily="18" charset="0"/>
              <a:cs typeface="Arial" panose="020B0604020202020204" pitchFamily="34" charset="0"/>
            </a:endParaRPr>
          </a:p>
        </p:txBody>
      </p:sp>
      <p:graphicFrame>
        <p:nvGraphicFramePr>
          <p:cNvPr id="2" name="Table 1">
            <a:extLst>
              <a:ext uri="{FF2B5EF4-FFF2-40B4-BE49-F238E27FC236}">
                <a16:creationId xmlns:a16="http://schemas.microsoft.com/office/drawing/2014/main" id="{6E5F3772-A6C6-D365-F495-BB34F64E4967}"/>
              </a:ext>
            </a:extLst>
          </p:cNvPr>
          <p:cNvGraphicFramePr>
            <a:graphicFrameLocks noGrp="1"/>
          </p:cNvGraphicFramePr>
          <p:nvPr>
            <p:extLst>
              <p:ext uri="{D42A27DB-BD31-4B8C-83A1-F6EECF244321}">
                <p14:modId xmlns:p14="http://schemas.microsoft.com/office/powerpoint/2010/main" val="2710382348"/>
              </p:ext>
            </p:extLst>
          </p:nvPr>
        </p:nvGraphicFramePr>
        <p:xfrm>
          <a:off x="1751012" y="2042160"/>
          <a:ext cx="8305800" cy="2773680"/>
        </p:xfrm>
        <a:graphic>
          <a:graphicData uri="http://schemas.openxmlformats.org/drawingml/2006/table">
            <a:tbl>
              <a:tblPr firstRow="1" bandRow="1">
                <a:tableStyleId>{7E9639D4-E3E2-4D34-9284-5A2195B3D0D7}</a:tableStyleId>
              </a:tblPr>
              <a:tblGrid>
                <a:gridCol w="602841">
                  <a:extLst>
                    <a:ext uri="{9D8B030D-6E8A-4147-A177-3AD203B41FA5}">
                      <a16:colId xmlns:a16="http://schemas.microsoft.com/office/drawing/2014/main" val="3187280461"/>
                    </a:ext>
                  </a:extLst>
                </a:gridCol>
                <a:gridCol w="7702959">
                  <a:extLst>
                    <a:ext uri="{9D8B030D-6E8A-4147-A177-3AD203B41FA5}">
                      <a16:colId xmlns:a16="http://schemas.microsoft.com/office/drawing/2014/main" val="2007790319"/>
                    </a:ext>
                  </a:extLst>
                </a:gridCol>
              </a:tblGrid>
              <a:tr h="0">
                <a:tc>
                  <a:txBody>
                    <a:bodyPr/>
                    <a:lstStyle/>
                    <a:p>
                      <a:r>
                        <a:rPr lang="en-US" sz="1400" dirty="0"/>
                        <a:t>Line</a:t>
                      </a:r>
                    </a:p>
                  </a:txBody>
                  <a:tcPr/>
                </a:tc>
                <a:tc>
                  <a:txBody>
                    <a:bodyPr/>
                    <a:lstStyle/>
                    <a:p>
                      <a:r>
                        <a:rPr lang="en-US" sz="1400" dirty="0"/>
                        <a:t>Pseudocode</a:t>
                      </a:r>
                    </a:p>
                  </a:txBody>
                  <a:tcPr/>
                </a:tc>
                <a:extLst>
                  <a:ext uri="{0D108BD9-81ED-4DB2-BD59-A6C34878D82A}">
                    <a16:rowId xmlns:a16="http://schemas.microsoft.com/office/drawing/2014/main" val="2508094747"/>
                  </a:ext>
                </a:extLst>
              </a:tr>
              <a:tr h="232431">
                <a:tc>
                  <a:txBody>
                    <a:bodyPr/>
                    <a:lstStyle/>
                    <a:p>
                      <a:pPr algn="r"/>
                      <a:r>
                        <a:rPr lang="en-US" sz="1200" dirty="0"/>
                        <a:t>1</a:t>
                      </a:r>
                    </a:p>
                  </a:txBody>
                  <a:tcPr>
                    <a:solidFill>
                      <a:schemeClr val="bg1"/>
                    </a:solidFill>
                  </a:tcPr>
                </a:tc>
                <a:tc>
                  <a:txBody>
                    <a:bodyPr/>
                    <a:lstStyle/>
                    <a:p>
                      <a:r>
                        <a:rPr lang="en-US" sz="1200" dirty="0">
                          <a:latin typeface="Consolas" panose="020B0609020204030204" pitchFamily="49" charset="0"/>
                        </a:rPr>
                        <a:t>w </a:t>
                      </a:r>
                      <a:r>
                        <a:rPr lang="en-US" sz="1200" dirty="0">
                          <a:latin typeface="Consolas" panose="020B0609020204030204" pitchFamily="49" charset="0"/>
                          <a:sym typeface="Wingdings" panose="05000000000000000000" pitchFamily="2" charset="2"/>
                        </a:rPr>
                        <a:t> a vector of “n” elements initialized randomly or with 0 </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1057160213"/>
                  </a:ext>
                </a:extLst>
              </a:tr>
              <a:tr h="232431">
                <a:tc>
                  <a:txBody>
                    <a:bodyPr/>
                    <a:lstStyle/>
                    <a:p>
                      <a:pPr algn="r"/>
                      <a:r>
                        <a:rPr lang="en-US" sz="1200" dirty="0"/>
                        <a:t>2</a:t>
                      </a:r>
                    </a:p>
                  </a:txBody>
                  <a:tcPr>
                    <a:solidFill>
                      <a:schemeClr val="bg1"/>
                    </a:solidFill>
                  </a:tcPr>
                </a:tc>
                <a:tc>
                  <a:txBody>
                    <a:bodyPr/>
                    <a:lstStyle/>
                    <a:p>
                      <a:r>
                        <a:rPr lang="en-US" sz="1200" dirty="0">
                          <a:latin typeface="Consolas" panose="020B0609020204030204" pitchFamily="49" charset="0"/>
                        </a:rPr>
                        <a:t>trainset </a:t>
                      </a:r>
                      <a:r>
                        <a:rPr lang="en-US" sz="1200" dirty="0">
                          <a:latin typeface="Consolas" panose="020B0609020204030204" pitchFamily="49" charset="0"/>
                          <a:sym typeface="Wingdings" panose="05000000000000000000" pitchFamily="2" charset="2"/>
                        </a:rPr>
                        <a:t> the training set</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2973704334"/>
                  </a:ext>
                </a:extLst>
              </a:tr>
              <a:tr h="232431">
                <a:tc>
                  <a:txBody>
                    <a:bodyPr/>
                    <a:lstStyle/>
                    <a:p>
                      <a:pPr algn="r"/>
                      <a:r>
                        <a:rPr lang="en-US" sz="1200" dirty="0"/>
                        <a:t>3</a:t>
                      </a:r>
                    </a:p>
                  </a:txBody>
                  <a:tcPr>
                    <a:solidFill>
                      <a:schemeClr val="bg1"/>
                    </a:solidFill>
                  </a:tcPr>
                </a:tc>
                <a:tc>
                  <a:txBody>
                    <a:bodyPr/>
                    <a:lstStyle/>
                    <a:p>
                      <a:r>
                        <a:rPr lang="el-GR" sz="1200" dirty="0">
                          <a:latin typeface="Consolas" panose="020B0609020204030204" pitchFamily="49" charset="0"/>
                        </a:rPr>
                        <a:t>α</a:t>
                      </a:r>
                      <a:r>
                        <a:rPr lang="en-US" sz="1200" dirty="0">
                          <a:latin typeface="Consolas" panose="020B0609020204030204" pitchFamily="49" charset="0"/>
                        </a:rPr>
                        <a:t> </a:t>
                      </a:r>
                      <a:r>
                        <a:rPr lang="en-US" sz="1200" dirty="0">
                          <a:latin typeface="Consolas" panose="020B0609020204030204" pitchFamily="49" charset="0"/>
                          <a:sym typeface="Wingdings" panose="05000000000000000000" pitchFamily="2" charset="2"/>
                        </a:rPr>
                        <a:t> 0.01 </a:t>
                      </a:r>
                      <a:r>
                        <a:rPr lang="en-US" sz="1200" dirty="0">
                          <a:solidFill>
                            <a:schemeClr val="tx1">
                              <a:lumMod val="40000"/>
                              <a:lumOff val="60000"/>
                            </a:schemeClr>
                          </a:solidFill>
                          <a:latin typeface="Consolas" panose="020B0609020204030204" pitchFamily="49" charset="0"/>
                          <a:sym typeface="Wingdings" panose="05000000000000000000" pitchFamily="2" charset="2"/>
                        </a:rPr>
                        <a:t>// learning rate</a:t>
                      </a:r>
                      <a:endParaRPr lang="en-US" sz="1200" dirty="0">
                        <a:solidFill>
                          <a:schemeClr val="tx1">
                            <a:lumMod val="40000"/>
                            <a:lumOff val="60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760439933"/>
                  </a:ext>
                </a:extLst>
              </a:tr>
              <a:tr h="232431">
                <a:tc>
                  <a:txBody>
                    <a:bodyPr/>
                    <a:lstStyle/>
                    <a:p>
                      <a:pPr algn="r"/>
                      <a:r>
                        <a:rPr lang="en-US" sz="1200" dirty="0"/>
                        <a:t>4</a:t>
                      </a:r>
                    </a:p>
                  </a:txBody>
                  <a:tcPr>
                    <a:solidFill>
                      <a:schemeClr val="bg1"/>
                    </a:solidFill>
                  </a:tcPr>
                </a:tc>
                <a:tc>
                  <a:txBody>
                    <a:bodyPr/>
                    <a:lstStyle/>
                    <a:p>
                      <a:r>
                        <a:rPr lang="el-GR" sz="1200" dirty="0">
                          <a:latin typeface="Arial" panose="020B0604020202020204" pitchFamily="34" charset="0"/>
                          <a:cs typeface="Arial" panose="020B0604020202020204" pitchFamily="34" charset="0"/>
                        </a:rPr>
                        <a:t>β</a:t>
                      </a:r>
                      <a:r>
                        <a:rPr lang="en-US" sz="1200" dirty="0">
                          <a:latin typeface="Consolas" panose="020B0609020204030204" pitchFamily="49" charset="0"/>
                        </a:rPr>
                        <a:t> </a:t>
                      </a:r>
                      <a:r>
                        <a:rPr lang="en-US" sz="1200" dirty="0">
                          <a:latin typeface="Consolas" panose="020B0609020204030204" pitchFamily="49" charset="0"/>
                          <a:sym typeface="Wingdings" panose="05000000000000000000" pitchFamily="2" charset="2"/>
                        </a:rPr>
                        <a:t> a random value or 0</a:t>
                      </a:r>
                      <a:endParaRPr lang="en-US" sz="1200" dirty="0">
                        <a:solidFill>
                          <a:schemeClr val="tx1">
                            <a:lumMod val="40000"/>
                            <a:lumOff val="60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1927517492"/>
                  </a:ext>
                </a:extLst>
              </a:tr>
              <a:tr h="232431">
                <a:tc>
                  <a:txBody>
                    <a:bodyPr/>
                    <a:lstStyle/>
                    <a:p>
                      <a:pPr algn="r"/>
                      <a:r>
                        <a:rPr lang="en-US" sz="1200" dirty="0"/>
                        <a:t>5</a:t>
                      </a:r>
                    </a:p>
                  </a:txBody>
                  <a:tcPr>
                    <a:solidFill>
                      <a:schemeClr val="bg1"/>
                    </a:solidFill>
                  </a:tcPr>
                </a:tc>
                <a:tc>
                  <a:txBody>
                    <a:bodyPr/>
                    <a:lstStyle/>
                    <a:p>
                      <a:r>
                        <a:rPr lang="en-US" sz="1200" b="1" dirty="0">
                          <a:solidFill>
                            <a:srgbClr val="0070C0"/>
                          </a:solidFill>
                          <a:latin typeface="Consolas" panose="020B0609020204030204" pitchFamily="49" charset="0"/>
                        </a:rPr>
                        <a:t>repeat</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1171392527"/>
                  </a:ext>
                </a:extLst>
              </a:tr>
              <a:tr h="232431">
                <a:tc>
                  <a:txBody>
                    <a:bodyPr/>
                    <a:lstStyle/>
                    <a:p>
                      <a:pPr algn="r"/>
                      <a:r>
                        <a:rPr lang="en-US" sz="1200" dirty="0"/>
                        <a:t>6</a:t>
                      </a:r>
                    </a:p>
                  </a:txBody>
                  <a:tcPr>
                    <a:solidFill>
                      <a:schemeClr val="bg1"/>
                    </a:solidFill>
                  </a:tcPr>
                </a:tc>
                <a:tc>
                  <a:txBody>
                    <a:bodyPr/>
                    <a:lstStyle/>
                    <a:p>
                      <a:r>
                        <a:rPr lang="en-US" sz="1200" dirty="0">
                          <a:latin typeface="Consolas" panose="020B0609020204030204" pitchFamily="49" charset="0"/>
                        </a:rPr>
                        <a:t>  </a:t>
                      </a:r>
                      <a:r>
                        <a:rPr lang="el-GR" sz="1200" dirty="0">
                          <a:latin typeface="Arial" panose="020B0604020202020204" pitchFamily="34" charset="0"/>
                          <a:cs typeface="Arial" panose="020B0604020202020204" pitchFamily="34" charset="0"/>
                        </a:rPr>
                        <a:t>Δ</a:t>
                      </a:r>
                      <a:r>
                        <a:rPr lang="en-US" sz="1200" dirty="0">
                          <a:latin typeface="Arial" panose="020B0604020202020204" pitchFamily="34" charset="0"/>
                          <a:cs typeface="Arial" panose="020B0604020202020204" pitchFamily="34" charset="0"/>
                        </a:rPr>
                        <a:t>, </a:t>
                      </a:r>
                      <a:r>
                        <a:rPr lang="el-GR" sz="1200" dirty="0">
                          <a:latin typeface="Arial" panose="020B0604020202020204" pitchFamily="34" charset="0"/>
                          <a:cs typeface="Arial" panose="020B0604020202020204" pitchFamily="34" charset="0"/>
                        </a:rPr>
                        <a:t>Β</a:t>
                      </a:r>
                      <a:r>
                        <a:rPr lang="en-US" sz="1200" dirty="0">
                          <a:latin typeface="Arial" panose="020B0604020202020204" pitchFamily="34" charset="0"/>
                          <a:cs typeface="Arial" panose="020B0604020202020204" pitchFamily="34" charset="0"/>
                        </a:rPr>
                        <a:t> </a:t>
                      </a:r>
                      <a:r>
                        <a:rPr lang="en-US" sz="1200" dirty="0">
                          <a:latin typeface="Consolas" panose="020B0609020204030204" pitchFamily="49" charset="0"/>
                          <a:sym typeface="Wingdings" panose="05000000000000000000" pitchFamily="2" charset="2"/>
                        </a:rPr>
                        <a:t> </a:t>
                      </a:r>
                      <a:r>
                        <a:rPr lang="en-US" sz="1200" b="1" i="1" dirty="0">
                          <a:solidFill>
                            <a:srgbClr val="7030A0"/>
                          </a:solidFill>
                          <a:latin typeface="Consolas" panose="020B0609020204030204" pitchFamily="49" charset="0"/>
                          <a:sym typeface="Wingdings" panose="05000000000000000000" pitchFamily="2" charset="2"/>
                        </a:rPr>
                        <a:t>train</a:t>
                      </a:r>
                      <a:r>
                        <a:rPr lang="en-US" sz="1200" dirty="0">
                          <a:latin typeface="Consolas" panose="020B0609020204030204" pitchFamily="49" charset="0"/>
                          <a:sym typeface="Wingdings" panose="05000000000000000000" pitchFamily="2" charset="2"/>
                        </a:rPr>
                        <a:t> (trainset, w, </a:t>
                      </a:r>
                      <a:r>
                        <a:rPr lang="el-GR" sz="1200" dirty="0">
                          <a:latin typeface="Arial" panose="020B0604020202020204" pitchFamily="34" charset="0"/>
                          <a:cs typeface="Arial" panose="020B0604020202020204" pitchFamily="34" charset="0"/>
                        </a:rPr>
                        <a:t>β</a:t>
                      </a:r>
                      <a:r>
                        <a:rPr lang="en-US" sz="1200" dirty="0">
                          <a:latin typeface="Arial" panose="020B0604020202020204" pitchFamily="34" charset="0"/>
                          <a:cs typeface="Arial" panose="020B0604020202020204" pitchFamily="34" charset="0"/>
                        </a:rPr>
                        <a:t>)</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3270777680"/>
                  </a:ext>
                </a:extLst>
              </a:tr>
              <a:tr h="232431">
                <a:tc>
                  <a:txBody>
                    <a:bodyPr/>
                    <a:lstStyle/>
                    <a:p>
                      <a:pPr algn="r"/>
                      <a:r>
                        <a:rPr lang="en-US" sz="1200" dirty="0"/>
                        <a:t>7</a:t>
                      </a:r>
                    </a:p>
                  </a:txBody>
                  <a:tcPr>
                    <a:solidFill>
                      <a:schemeClr val="bg1"/>
                    </a:solidFill>
                  </a:tcPr>
                </a:tc>
                <a:tc>
                  <a:txBody>
                    <a:bodyPr/>
                    <a:lstStyle/>
                    <a:p>
                      <a:r>
                        <a:rPr lang="en-US" sz="1200" dirty="0">
                          <a:latin typeface="Consolas" panose="020B0609020204030204" pitchFamily="49" charset="0"/>
                        </a:rPr>
                        <a:t>  w </a:t>
                      </a:r>
                      <a:r>
                        <a:rPr lang="en-US" sz="1200" dirty="0">
                          <a:latin typeface="Consolas" panose="020B0609020204030204" pitchFamily="49" charset="0"/>
                          <a:sym typeface="Wingdings" panose="05000000000000000000" pitchFamily="2" charset="2"/>
                        </a:rPr>
                        <a:t> w + </a:t>
                      </a:r>
                      <a:r>
                        <a:rPr lang="el-GR" sz="1200" dirty="0">
                          <a:latin typeface="Arial" panose="020B0604020202020204" pitchFamily="34" charset="0"/>
                          <a:cs typeface="Arial" panose="020B0604020202020204" pitchFamily="34" charset="0"/>
                        </a:rPr>
                        <a:t>Δ</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992461720"/>
                  </a:ext>
                </a:extLst>
              </a:tr>
              <a:tr h="232431">
                <a:tc>
                  <a:txBody>
                    <a:bodyPr/>
                    <a:lstStyle/>
                    <a:p>
                      <a:pPr algn="r"/>
                      <a:r>
                        <a:rPr lang="en-US" sz="1200" dirty="0"/>
                        <a:t>8</a:t>
                      </a:r>
                    </a:p>
                  </a:txBody>
                  <a:tcPr>
                    <a:solidFill>
                      <a:schemeClr val="bg1"/>
                    </a:solidFill>
                  </a:tcPr>
                </a:tc>
                <a:tc>
                  <a:txBody>
                    <a:bodyPr/>
                    <a:lstStyle/>
                    <a:p>
                      <a:r>
                        <a:rPr lang="en-US" sz="1200" dirty="0">
                          <a:latin typeface="Consolas" panose="020B0609020204030204" pitchFamily="49" charset="0"/>
                        </a:rPr>
                        <a:t>  </a:t>
                      </a:r>
                      <a:r>
                        <a:rPr lang="el-GR" sz="1200" dirty="0">
                          <a:latin typeface="Arial" panose="020B0604020202020204" pitchFamily="34" charset="0"/>
                          <a:cs typeface="Arial" panose="020B0604020202020204" pitchFamily="34" charset="0"/>
                        </a:rPr>
                        <a:t>β</a:t>
                      </a:r>
                      <a:r>
                        <a:rPr lang="en-US" sz="1200" dirty="0">
                          <a:latin typeface="Consolas" panose="020B0609020204030204" pitchFamily="49" charset="0"/>
                        </a:rPr>
                        <a:t> </a:t>
                      </a:r>
                      <a:r>
                        <a:rPr lang="en-US" sz="1200" dirty="0">
                          <a:latin typeface="Consolas" panose="020B0609020204030204" pitchFamily="49" charset="0"/>
                          <a:sym typeface="Wingdings" panose="05000000000000000000" pitchFamily="2" charset="2"/>
                        </a:rPr>
                        <a:t> </a:t>
                      </a:r>
                      <a:r>
                        <a:rPr lang="el-GR" sz="1200" dirty="0">
                          <a:latin typeface="Arial" panose="020B0604020202020204" pitchFamily="34" charset="0"/>
                          <a:cs typeface="Arial" panose="020B0604020202020204" pitchFamily="34" charset="0"/>
                        </a:rPr>
                        <a:t>β</a:t>
                      </a:r>
                      <a:r>
                        <a:rPr lang="en-US" sz="1200" dirty="0">
                          <a:latin typeface="Consolas" panose="020B0609020204030204" pitchFamily="49" charset="0"/>
                          <a:sym typeface="Wingdings" panose="05000000000000000000" pitchFamily="2" charset="2"/>
                        </a:rPr>
                        <a:t> + </a:t>
                      </a:r>
                      <a:r>
                        <a:rPr lang="el-GR" sz="1200" dirty="0">
                          <a:latin typeface="Arial" panose="020B0604020202020204" pitchFamily="34" charset="0"/>
                          <a:cs typeface="Arial" panose="020B0604020202020204" pitchFamily="34" charset="0"/>
                        </a:rPr>
                        <a:t>Β</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2938809267"/>
                  </a:ext>
                </a:extLst>
              </a:tr>
              <a:tr h="232431">
                <a:tc>
                  <a:txBody>
                    <a:bodyPr/>
                    <a:lstStyle/>
                    <a:p>
                      <a:pPr algn="r"/>
                      <a:r>
                        <a:rPr lang="en-US" sz="1200" dirty="0"/>
                        <a:t>9</a:t>
                      </a:r>
                    </a:p>
                  </a:txBody>
                  <a:tcPr>
                    <a:solidFill>
                      <a:schemeClr val="bg1"/>
                    </a:solidFill>
                  </a:tcPr>
                </a:tc>
                <a:tc>
                  <a:txBody>
                    <a:bodyPr/>
                    <a:lstStyle/>
                    <a:p>
                      <a:r>
                        <a:rPr lang="en-US" sz="1200" b="1" dirty="0">
                          <a:solidFill>
                            <a:srgbClr val="0070C0"/>
                          </a:solidFill>
                          <a:latin typeface="Consolas" panose="020B0609020204030204" pitchFamily="49" charset="0"/>
                        </a:rPr>
                        <a:t>until</a:t>
                      </a:r>
                      <a:r>
                        <a:rPr lang="en-US" sz="1200" dirty="0">
                          <a:latin typeface="Consolas" panose="020B0609020204030204" pitchFamily="49" charset="0"/>
                        </a:rPr>
                        <a:t> </a:t>
                      </a:r>
                      <a:r>
                        <a:rPr lang="en-US" sz="1200" dirty="0" err="1">
                          <a:latin typeface="Consolas" panose="020B0609020204030204" pitchFamily="49" charset="0"/>
                        </a:rPr>
                        <a:t>exit_condition</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2569313450"/>
                  </a:ext>
                </a:extLst>
              </a:tr>
            </a:tbl>
          </a:graphicData>
        </a:graphic>
      </p:graphicFrame>
    </p:spTree>
    <p:extLst>
      <p:ext uri="{BB962C8B-B14F-4D97-AF65-F5344CB8AC3E}">
        <p14:creationId xmlns:p14="http://schemas.microsoft.com/office/powerpoint/2010/main" val="4193671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Batch training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859001" cy="5181600"/>
          </a:xfrm>
        </p:spPr>
        <p:txBody>
          <a:bodyPr>
            <a:normAutofit/>
          </a:bodyPr>
          <a:lstStyle/>
          <a:p>
            <a:pPr marL="0" indent="0">
              <a:buNone/>
            </a:pPr>
            <a:r>
              <a:rPr lang="en-US" sz="2400" dirty="0">
                <a:latin typeface="Cambria Math" panose="02040503050406030204" pitchFamily="18" charset="0"/>
                <a:cs typeface="Arial" panose="020B0604020202020204" pitchFamily="34" charset="0"/>
              </a:rPr>
              <a:t>Let’s consider the following functions:</a:t>
            </a:r>
          </a:p>
          <a:p>
            <a:pPr marL="457200" indent="-457200">
              <a:buAutoNum type="alphaUcParenR"/>
            </a:pPr>
            <a:r>
              <a:rPr lang="en-US" sz="2400" b="1" i="1" dirty="0">
                <a:latin typeface="Cambria Math" panose="02040503050406030204" pitchFamily="18" charset="0"/>
                <a:cs typeface="Arial" panose="020B0604020202020204" pitchFamily="34" charset="0"/>
              </a:rPr>
              <a:t>split</a:t>
            </a:r>
            <a:r>
              <a:rPr lang="en-US" sz="2400" dirty="0">
                <a:latin typeface="Cambria Math" panose="02040503050406030204" pitchFamily="18" charset="0"/>
                <a:cs typeface="Arial" panose="020B0604020202020204" pitchFamily="34" charset="0"/>
              </a:rPr>
              <a:t>(</a:t>
            </a:r>
            <a:r>
              <a:rPr lang="en-US" sz="2400" dirty="0" err="1">
                <a:latin typeface="Cambria Math" panose="02040503050406030204" pitchFamily="18" charset="0"/>
                <a:cs typeface="Arial" panose="020B0604020202020204" pitchFamily="34" charset="0"/>
              </a:rPr>
              <a:t>sampleset</a:t>
            </a:r>
            <a:r>
              <a:rPr lang="en-US" sz="2400" dirty="0">
                <a:latin typeface="Cambria Math" panose="02040503050406030204" pitchFamily="18" charset="0"/>
                <a:cs typeface="Arial" panose="020B0604020202020204" pitchFamily="34" charset="0"/>
              </a:rPr>
              <a:t>, number) </a:t>
            </a:r>
            <a:r>
              <a:rPr lang="en-US" sz="2400" dirty="0">
                <a:latin typeface="Cambria Math" panose="02040503050406030204" pitchFamily="18" charset="0"/>
                <a:cs typeface="Arial" panose="020B0604020202020204" pitchFamily="34" charset="0"/>
                <a:sym typeface="Wingdings" panose="05000000000000000000" pitchFamily="2" charset="2"/>
              </a:rPr>
              <a:t> this method splits the sample set into multiple (disjunctive) sample sets provided by the parameter number. For example, assuming:</a:t>
            </a:r>
          </a:p>
          <a:p>
            <a:pPr lvl="1"/>
            <a:r>
              <a:rPr lang="en-US" sz="2000" dirty="0">
                <a:latin typeface="Cambria Math" panose="02040503050406030204" pitchFamily="18" charset="0"/>
                <a:cs typeface="Arial" panose="020B0604020202020204" pitchFamily="34" charset="0"/>
                <a:sym typeface="Wingdings" panose="05000000000000000000" pitchFamily="2" charset="2"/>
              </a:rPr>
              <a:t>Sample set has 100 entries</a:t>
            </a:r>
          </a:p>
          <a:p>
            <a:pPr lvl="1"/>
            <a:r>
              <a:rPr lang="en-US" sz="2000" dirty="0">
                <a:latin typeface="Cambria Math" panose="02040503050406030204" pitchFamily="18" charset="0"/>
                <a:cs typeface="Arial" panose="020B0604020202020204" pitchFamily="34" charset="0"/>
                <a:sym typeface="Wingdings" panose="05000000000000000000" pitchFamily="2" charset="2"/>
              </a:rPr>
              <a:t>We want to split in 4 batches</a:t>
            </a:r>
          </a:p>
          <a:p>
            <a:pPr lvl="1"/>
            <a:r>
              <a:rPr lang="en-US" sz="2000" dirty="0">
                <a:latin typeface="Cambria Math" panose="02040503050406030204" pitchFamily="18" charset="0"/>
                <a:cs typeface="Arial" panose="020B0604020202020204" pitchFamily="34" charset="0"/>
                <a:sym typeface="Wingdings" panose="05000000000000000000" pitchFamily="2" charset="2"/>
              </a:rPr>
              <a:t>We will call </a:t>
            </a:r>
            <a:r>
              <a:rPr lang="en-US" sz="2000" dirty="0">
                <a:highlight>
                  <a:srgbClr val="C0C0C0"/>
                </a:highlight>
                <a:latin typeface="Cambria Math" panose="02040503050406030204" pitchFamily="18" charset="0"/>
                <a:cs typeface="Arial" panose="020B0604020202020204" pitchFamily="34" charset="0"/>
                <a:sym typeface="Wingdings" panose="05000000000000000000" pitchFamily="2" charset="2"/>
              </a:rPr>
              <a:t>split(sampleset,4)</a:t>
            </a:r>
            <a:r>
              <a:rPr lang="en-US" sz="2000" dirty="0">
                <a:latin typeface="Cambria Math" panose="02040503050406030204" pitchFamily="18" charset="0"/>
                <a:cs typeface="Arial" panose="020B0604020202020204" pitchFamily="34" charset="0"/>
                <a:sym typeface="Wingdings" panose="05000000000000000000" pitchFamily="2" charset="2"/>
              </a:rPr>
              <a:t>. This will result in 4 sample sets: one that contains the first 25 entries, the second one that contains the entries from index 26 to index 50, and so on.</a:t>
            </a:r>
          </a:p>
          <a:p>
            <a:pPr marL="457200" indent="-457200">
              <a:buAutoNum type="alphaUcParenR"/>
            </a:pPr>
            <a:r>
              <a:rPr lang="en-US" sz="2400" b="1" i="1" dirty="0">
                <a:latin typeface="Cambria Math" panose="02040503050406030204" pitchFamily="18" charset="0"/>
                <a:cs typeface="Arial" panose="020B0604020202020204" pitchFamily="34" charset="0"/>
                <a:sym typeface="Wingdings" panose="05000000000000000000" pitchFamily="2" charset="2"/>
              </a:rPr>
              <a:t>thread::run</a:t>
            </a:r>
            <a:r>
              <a:rPr lang="en-US" sz="2400" dirty="0">
                <a:latin typeface="Cambria Math" panose="02040503050406030204" pitchFamily="18" charset="0"/>
                <a:cs typeface="Arial" panose="020B0604020202020204" pitchFamily="34" charset="0"/>
                <a:sym typeface="Wingdings" panose="05000000000000000000" pitchFamily="2" charset="2"/>
              </a:rPr>
              <a:t>(command)  this will execute a specific command but on a different thread </a:t>
            </a:r>
            <a:endParaRPr lang="en-US" sz="2000" b="1" dirty="0">
              <a:latin typeface="Cambria Math" panose="02040503050406030204" pitchFamily="18" charset="0"/>
              <a:cs typeface="Arial" panose="020B0604020202020204" pitchFamily="34" charset="0"/>
            </a:endParaRPr>
          </a:p>
          <a:p>
            <a:pPr marL="0" indent="0">
              <a:buNone/>
            </a:pPr>
            <a:endParaRPr lang="en-US" sz="2400" dirty="0">
              <a:latin typeface="Cambria Math" panose="02040503050406030204" pitchFamily="18" charset="0"/>
              <a:cs typeface="Arial" panose="020B0604020202020204" pitchFamily="34" charset="0"/>
            </a:endParaRPr>
          </a:p>
          <a:p>
            <a:pPr marL="514350" indent="-514350">
              <a:buFont typeface="+mj-lt"/>
              <a:buAutoNum type="arabicPeriod"/>
            </a:pPr>
            <a:endParaRPr lang="en-US" sz="2400" dirty="0">
              <a:latin typeface="Cambria Math" panose="02040503050406030204" pitchFamily="18" charset="0"/>
              <a:cs typeface="Arial" panose="020B0604020202020204" pitchFamily="34" charset="0"/>
            </a:endParaRPr>
          </a:p>
          <a:p>
            <a:pPr marL="0" indent="0">
              <a:buNone/>
            </a:pPr>
            <a:endParaRPr lang="en-US" dirty="0">
              <a:latin typeface="Cambria Math" panose="02040503050406030204" pitchFamily="18" charset="0"/>
              <a:cs typeface="Arial" panose="020B0604020202020204" pitchFamily="34" charset="0"/>
            </a:endParaRPr>
          </a:p>
        </p:txBody>
      </p:sp>
    </p:spTree>
    <p:extLst>
      <p:ext uri="{BB962C8B-B14F-4D97-AF65-F5344CB8AC3E}">
        <p14:creationId xmlns:p14="http://schemas.microsoft.com/office/powerpoint/2010/main" val="2921839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Batch training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859001" cy="5181600"/>
          </a:xfrm>
        </p:spPr>
        <p:txBody>
          <a:bodyPr>
            <a:normAutofit/>
          </a:bodyPr>
          <a:lstStyle/>
          <a:p>
            <a:pPr marL="0" indent="0">
              <a:buNone/>
            </a:pPr>
            <a:r>
              <a:rPr lang="en-US" sz="2400" dirty="0">
                <a:latin typeface="Cambria Math" panose="02040503050406030204" pitchFamily="18" charset="0"/>
                <a:cs typeface="Arial" panose="020B0604020202020204" pitchFamily="34" charset="0"/>
              </a:rPr>
              <a:t>A parallel processing will look like this:</a:t>
            </a:r>
          </a:p>
          <a:p>
            <a:pPr marL="0" indent="0">
              <a:buNone/>
            </a:pPr>
            <a:endParaRPr lang="en-US" sz="2400" dirty="0">
              <a:latin typeface="Cambria Math" panose="02040503050406030204" pitchFamily="18" charset="0"/>
              <a:cs typeface="Arial" panose="020B0604020202020204" pitchFamily="34" charset="0"/>
            </a:endParaRPr>
          </a:p>
          <a:p>
            <a:pPr marL="0" indent="0">
              <a:buNone/>
            </a:pPr>
            <a:endParaRPr lang="en-US" sz="2400" dirty="0">
              <a:latin typeface="Cambria Math" panose="02040503050406030204" pitchFamily="18" charset="0"/>
              <a:cs typeface="Arial" panose="020B0604020202020204" pitchFamily="34" charset="0"/>
            </a:endParaRPr>
          </a:p>
          <a:p>
            <a:pPr marL="0" indent="0">
              <a:buNone/>
            </a:pPr>
            <a:endParaRPr lang="en-US" sz="2400" dirty="0">
              <a:latin typeface="Cambria Math" panose="02040503050406030204" pitchFamily="18" charset="0"/>
              <a:cs typeface="Arial" panose="020B0604020202020204" pitchFamily="34" charset="0"/>
            </a:endParaRPr>
          </a:p>
          <a:p>
            <a:pPr marL="0" indent="0">
              <a:buNone/>
            </a:pPr>
            <a:endParaRPr lang="en-US" sz="2400" dirty="0">
              <a:latin typeface="Cambria Math" panose="02040503050406030204" pitchFamily="18" charset="0"/>
              <a:cs typeface="Arial" panose="020B0604020202020204" pitchFamily="34" charset="0"/>
            </a:endParaRPr>
          </a:p>
          <a:p>
            <a:pPr marL="0" indent="0">
              <a:buNone/>
            </a:pPr>
            <a:endParaRPr lang="en-US" sz="2400" dirty="0">
              <a:latin typeface="Cambria Math" panose="02040503050406030204" pitchFamily="18" charset="0"/>
              <a:cs typeface="Arial" panose="020B0604020202020204" pitchFamily="34" charset="0"/>
            </a:endParaRPr>
          </a:p>
          <a:p>
            <a:pPr marL="0" indent="0">
              <a:buNone/>
            </a:pPr>
            <a:endParaRPr lang="en-US" sz="2400" dirty="0">
              <a:latin typeface="Cambria Math" panose="02040503050406030204" pitchFamily="18" charset="0"/>
              <a:cs typeface="Arial" panose="020B0604020202020204" pitchFamily="34" charset="0"/>
            </a:endParaRPr>
          </a:p>
          <a:p>
            <a:pPr marL="0" indent="0">
              <a:buNone/>
            </a:pPr>
            <a:endParaRPr lang="en-US" sz="2400" dirty="0">
              <a:latin typeface="Cambria Math" panose="02040503050406030204" pitchFamily="18" charset="0"/>
              <a:cs typeface="Arial" panose="020B0604020202020204" pitchFamily="34" charset="0"/>
            </a:endParaRPr>
          </a:p>
          <a:p>
            <a:pPr marL="514350" indent="-514350">
              <a:buFont typeface="+mj-lt"/>
              <a:buAutoNum type="arabicPeriod"/>
            </a:pPr>
            <a:endParaRPr lang="en-US" sz="2400" dirty="0">
              <a:latin typeface="Cambria Math" panose="02040503050406030204" pitchFamily="18" charset="0"/>
              <a:cs typeface="Arial" panose="020B0604020202020204" pitchFamily="34" charset="0"/>
            </a:endParaRPr>
          </a:p>
          <a:p>
            <a:pPr marL="0" indent="0">
              <a:buNone/>
            </a:pPr>
            <a:endParaRPr lang="en-US" dirty="0">
              <a:latin typeface="Cambria Math" panose="02040503050406030204" pitchFamily="18" charset="0"/>
              <a:cs typeface="Arial" panose="020B0604020202020204" pitchFamily="34" charset="0"/>
            </a:endParaRPr>
          </a:p>
        </p:txBody>
      </p:sp>
      <p:graphicFrame>
        <p:nvGraphicFramePr>
          <p:cNvPr id="2" name="Table 1">
            <a:extLst>
              <a:ext uri="{FF2B5EF4-FFF2-40B4-BE49-F238E27FC236}">
                <a16:creationId xmlns:a16="http://schemas.microsoft.com/office/drawing/2014/main" id="{6E5F3772-A6C6-D365-F495-BB34F64E4967}"/>
              </a:ext>
            </a:extLst>
          </p:cNvPr>
          <p:cNvGraphicFramePr>
            <a:graphicFrameLocks noGrp="1"/>
          </p:cNvGraphicFramePr>
          <p:nvPr>
            <p:extLst>
              <p:ext uri="{D42A27DB-BD31-4B8C-83A1-F6EECF244321}">
                <p14:modId xmlns:p14="http://schemas.microsoft.com/office/powerpoint/2010/main" val="691369466"/>
              </p:ext>
            </p:extLst>
          </p:nvPr>
        </p:nvGraphicFramePr>
        <p:xfrm>
          <a:off x="1751012" y="2042160"/>
          <a:ext cx="8305800" cy="4419600"/>
        </p:xfrm>
        <a:graphic>
          <a:graphicData uri="http://schemas.openxmlformats.org/drawingml/2006/table">
            <a:tbl>
              <a:tblPr firstRow="1" bandRow="1">
                <a:tableStyleId>{7E9639D4-E3E2-4D34-9284-5A2195B3D0D7}</a:tableStyleId>
              </a:tblPr>
              <a:tblGrid>
                <a:gridCol w="602841">
                  <a:extLst>
                    <a:ext uri="{9D8B030D-6E8A-4147-A177-3AD203B41FA5}">
                      <a16:colId xmlns:a16="http://schemas.microsoft.com/office/drawing/2014/main" val="3187280461"/>
                    </a:ext>
                  </a:extLst>
                </a:gridCol>
                <a:gridCol w="7702959">
                  <a:extLst>
                    <a:ext uri="{9D8B030D-6E8A-4147-A177-3AD203B41FA5}">
                      <a16:colId xmlns:a16="http://schemas.microsoft.com/office/drawing/2014/main" val="2007790319"/>
                    </a:ext>
                  </a:extLst>
                </a:gridCol>
              </a:tblGrid>
              <a:tr h="0">
                <a:tc>
                  <a:txBody>
                    <a:bodyPr/>
                    <a:lstStyle/>
                    <a:p>
                      <a:r>
                        <a:rPr lang="en-US" sz="1400" dirty="0"/>
                        <a:t>Line</a:t>
                      </a:r>
                    </a:p>
                  </a:txBody>
                  <a:tcPr/>
                </a:tc>
                <a:tc>
                  <a:txBody>
                    <a:bodyPr/>
                    <a:lstStyle/>
                    <a:p>
                      <a:r>
                        <a:rPr lang="en-US" sz="1400" dirty="0"/>
                        <a:t>Pseudocode</a:t>
                      </a:r>
                    </a:p>
                  </a:txBody>
                  <a:tcPr/>
                </a:tc>
                <a:extLst>
                  <a:ext uri="{0D108BD9-81ED-4DB2-BD59-A6C34878D82A}">
                    <a16:rowId xmlns:a16="http://schemas.microsoft.com/office/drawing/2014/main" val="2508094747"/>
                  </a:ext>
                </a:extLst>
              </a:tr>
              <a:tr h="232431">
                <a:tc>
                  <a:txBody>
                    <a:bodyPr/>
                    <a:lstStyle/>
                    <a:p>
                      <a:pPr algn="r"/>
                      <a:r>
                        <a:rPr lang="en-US" sz="1200" dirty="0"/>
                        <a:t>1</a:t>
                      </a:r>
                    </a:p>
                  </a:txBody>
                  <a:tcPr>
                    <a:solidFill>
                      <a:schemeClr val="bg1"/>
                    </a:solidFill>
                  </a:tcPr>
                </a:tc>
                <a:tc>
                  <a:txBody>
                    <a:bodyPr/>
                    <a:lstStyle/>
                    <a:p>
                      <a:r>
                        <a:rPr lang="en-US" sz="1200" dirty="0">
                          <a:latin typeface="Consolas" panose="020B0609020204030204" pitchFamily="49" charset="0"/>
                        </a:rPr>
                        <a:t>w </a:t>
                      </a:r>
                      <a:r>
                        <a:rPr lang="en-US" sz="1200" dirty="0">
                          <a:latin typeface="Consolas" panose="020B0609020204030204" pitchFamily="49" charset="0"/>
                          <a:sym typeface="Wingdings" panose="05000000000000000000" pitchFamily="2" charset="2"/>
                        </a:rPr>
                        <a:t> a vector of “n” elements initialized randomly or with 0 </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1057160213"/>
                  </a:ext>
                </a:extLst>
              </a:tr>
              <a:tr h="232431">
                <a:tc>
                  <a:txBody>
                    <a:bodyPr/>
                    <a:lstStyle/>
                    <a:p>
                      <a:pPr algn="r"/>
                      <a:r>
                        <a:rPr lang="en-US" sz="1200" dirty="0"/>
                        <a:t>2</a:t>
                      </a:r>
                    </a:p>
                  </a:txBody>
                  <a:tcPr>
                    <a:solidFill>
                      <a:schemeClr val="bg1"/>
                    </a:solidFill>
                  </a:tcPr>
                </a:tc>
                <a:tc>
                  <a:txBody>
                    <a:bodyPr/>
                    <a:lstStyle/>
                    <a:p>
                      <a:r>
                        <a:rPr lang="en-US" sz="1200" dirty="0">
                          <a:latin typeface="Consolas" panose="020B0609020204030204" pitchFamily="49" charset="0"/>
                        </a:rPr>
                        <a:t>trainset </a:t>
                      </a:r>
                      <a:r>
                        <a:rPr lang="en-US" sz="1200" dirty="0">
                          <a:latin typeface="Consolas" panose="020B0609020204030204" pitchFamily="49" charset="0"/>
                          <a:sym typeface="Wingdings" panose="05000000000000000000" pitchFamily="2" charset="2"/>
                        </a:rPr>
                        <a:t> the training set</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2973704334"/>
                  </a:ext>
                </a:extLst>
              </a:tr>
              <a:tr h="232431">
                <a:tc>
                  <a:txBody>
                    <a:bodyPr/>
                    <a:lstStyle/>
                    <a:p>
                      <a:pPr algn="r"/>
                      <a:r>
                        <a:rPr lang="en-US" sz="1200" dirty="0"/>
                        <a:t>3</a:t>
                      </a:r>
                    </a:p>
                  </a:txBody>
                  <a:tcPr>
                    <a:solidFill>
                      <a:schemeClr val="bg1"/>
                    </a:solidFill>
                  </a:tcPr>
                </a:tc>
                <a:tc>
                  <a:txBody>
                    <a:bodyPr/>
                    <a:lstStyle/>
                    <a:p>
                      <a:r>
                        <a:rPr lang="el-GR" sz="1200" dirty="0">
                          <a:latin typeface="Consolas" panose="020B0609020204030204" pitchFamily="49" charset="0"/>
                        </a:rPr>
                        <a:t>α</a:t>
                      </a:r>
                      <a:r>
                        <a:rPr lang="en-US" sz="1200" dirty="0">
                          <a:latin typeface="Consolas" panose="020B0609020204030204" pitchFamily="49" charset="0"/>
                        </a:rPr>
                        <a:t> </a:t>
                      </a:r>
                      <a:r>
                        <a:rPr lang="en-US" sz="1200" dirty="0">
                          <a:latin typeface="Consolas" panose="020B0609020204030204" pitchFamily="49" charset="0"/>
                          <a:sym typeface="Wingdings" panose="05000000000000000000" pitchFamily="2" charset="2"/>
                        </a:rPr>
                        <a:t> 0.01 </a:t>
                      </a:r>
                      <a:r>
                        <a:rPr lang="en-US" sz="1200" dirty="0">
                          <a:solidFill>
                            <a:schemeClr val="tx1">
                              <a:lumMod val="40000"/>
                              <a:lumOff val="60000"/>
                            </a:schemeClr>
                          </a:solidFill>
                          <a:latin typeface="Consolas" panose="020B0609020204030204" pitchFamily="49" charset="0"/>
                          <a:sym typeface="Wingdings" panose="05000000000000000000" pitchFamily="2" charset="2"/>
                        </a:rPr>
                        <a:t>// learning rate</a:t>
                      </a:r>
                      <a:endParaRPr lang="en-US" sz="1200" dirty="0">
                        <a:solidFill>
                          <a:schemeClr val="tx1">
                            <a:lumMod val="40000"/>
                            <a:lumOff val="60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760439933"/>
                  </a:ext>
                </a:extLst>
              </a:tr>
              <a:tr h="232431">
                <a:tc>
                  <a:txBody>
                    <a:bodyPr/>
                    <a:lstStyle/>
                    <a:p>
                      <a:pPr algn="r"/>
                      <a:r>
                        <a:rPr lang="en-US" sz="1200" dirty="0"/>
                        <a:t>4</a:t>
                      </a:r>
                    </a:p>
                  </a:txBody>
                  <a:tcPr>
                    <a:solidFill>
                      <a:schemeClr val="bg1"/>
                    </a:solidFill>
                  </a:tcPr>
                </a:tc>
                <a:tc>
                  <a:txBody>
                    <a:bodyPr/>
                    <a:lstStyle/>
                    <a:p>
                      <a:r>
                        <a:rPr lang="el-GR" sz="1200" dirty="0">
                          <a:latin typeface="Arial" panose="020B0604020202020204" pitchFamily="34" charset="0"/>
                          <a:cs typeface="Arial" panose="020B0604020202020204" pitchFamily="34" charset="0"/>
                        </a:rPr>
                        <a:t>β</a:t>
                      </a:r>
                      <a:r>
                        <a:rPr lang="en-US" sz="1200" dirty="0">
                          <a:latin typeface="Consolas" panose="020B0609020204030204" pitchFamily="49" charset="0"/>
                        </a:rPr>
                        <a:t> </a:t>
                      </a:r>
                      <a:r>
                        <a:rPr lang="en-US" sz="1200" dirty="0">
                          <a:latin typeface="Consolas" panose="020B0609020204030204" pitchFamily="49" charset="0"/>
                          <a:sym typeface="Wingdings" panose="05000000000000000000" pitchFamily="2" charset="2"/>
                        </a:rPr>
                        <a:t> a random value or 0</a:t>
                      </a:r>
                      <a:endParaRPr lang="en-US" sz="1200" dirty="0">
                        <a:solidFill>
                          <a:schemeClr val="tx1">
                            <a:lumMod val="40000"/>
                            <a:lumOff val="60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1927517492"/>
                  </a:ext>
                </a:extLst>
              </a:tr>
              <a:tr h="232431">
                <a:tc>
                  <a:txBody>
                    <a:bodyPr/>
                    <a:lstStyle/>
                    <a:p>
                      <a:pPr algn="r"/>
                      <a:r>
                        <a:rPr lang="en-US" sz="1200" dirty="0"/>
                        <a:t>5</a:t>
                      </a:r>
                    </a:p>
                  </a:txBody>
                  <a:tcPr>
                    <a:solidFill>
                      <a:schemeClr val="bg1"/>
                    </a:solidFill>
                  </a:tcPr>
                </a:tc>
                <a:tc>
                  <a:txBody>
                    <a:bodyPr/>
                    <a:lstStyle/>
                    <a:p>
                      <a:r>
                        <a:rPr lang="en-US" sz="1200" dirty="0">
                          <a:latin typeface="Consolas" panose="020B0609020204030204" pitchFamily="49" charset="0"/>
                          <a:sym typeface="Wingdings" panose="05000000000000000000" pitchFamily="2" charset="2"/>
                        </a:rPr>
                        <a:t>batches</a:t>
                      </a:r>
                      <a:r>
                        <a:rPr lang="en-US" sz="1200" dirty="0">
                          <a:latin typeface="Consolas" panose="020B0609020204030204" pitchFamily="49" charset="0"/>
                        </a:rPr>
                        <a:t> </a:t>
                      </a:r>
                      <a:r>
                        <a:rPr lang="en-US" sz="1200" dirty="0">
                          <a:latin typeface="Consolas" panose="020B0609020204030204" pitchFamily="49" charset="0"/>
                          <a:sym typeface="Wingdings" panose="05000000000000000000" pitchFamily="2" charset="2"/>
                        </a:rPr>
                        <a:t> </a:t>
                      </a:r>
                      <a:r>
                        <a:rPr lang="en-US" sz="1200" b="1" i="1" dirty="0">
                          <a:solidFill>
                            <a:srgbClr val="7030A0"/>
                          </a:solidFill>
                          <a:latin typeface="Consolas" panose="020B0609020204030204" pitchFamily="49" charset="0"/>
                          <a:sym typeface="Wingdings" panose="05000000000000000000" pitchFamily="2" charset="2"/>
                        </a:rPr>
                        <a:t>split</a:t>
                      </a:r>
                      <a:r>
                        <a:rPr lang="en-US" sz="1200" dirty="0">
                          <a:latin typeface="Consolas" panose="020B0609020204030204" pitchFamily="49" charset="0"/>
                          <a:sym typeface="Wingdings" panose="05000000000000000000" pitchFamily="2" charset="2"/>
                        </a:rPr>
                        <a:t> (trainset, </a:t>
                      </a:r>
                      <a:r>
                        <a:rPr lang="en-US" sz="1200" dirty="0" err="1">
                          <a:latin typeface="Consolas" panose="020B0609020204030204" pitchFamily="49" charset="0"/>
                          <a:sym typeface="Wingdings" panose="05000000000000000000" pitchFamily="2" charset="2"/>
                        </a:rPr>
                        <a:t>number_of_threads</a:t>
                      </a:r>
                      <a:r>
                        <a:rPr lang="en-US" sz="1200" dirty="0">
                          <a:latin typeface="Consolas" panose="020B0609020204030204" pitchFamily="49" charset="0"/>
                          <a:sym typeface="Wingdings" panose="05000000000000000000" pitchFamily="2" charset="2"/>
                        </a:rPr>
                        <a:t>)</a:t>
                      </a:r>
                      <a:endParaRPr lang="en-US" sz="1200" dirty="0">
                        <a:solidFill>
                          <a:schemeClr val="tx2"/>
                        </a:solidFill>
                        <a:latin typeface="Consolas" panose="020B0609020204030204" pitchFamily="49" charset="0"/>
                      </a:endParaRPr>
                    </a:p>
                  </a:txBody>
                  <a:tcPr>
                    <a:solidFill>
                      <a:schemeClr val="bg1"/>
                    </a:solidFill>
                  </a:tcPr>
                </a:tc>
                <a:extLst>
                  <a:ext uri="{0D108BD9-81ED-4DB2-BD59-A6C34878D82A}">
                    <a16:rowId xmlns:a16="http://schemas.microsoft.com/office/drawing/2014/main" val="1024492957"/>
                  </a:ext>
                </a:extLst>
              </a:tr>
              <a:tr h="232431">
                <a:tc>
                  <a:txBody>
                    <a:bodyPr/>
                    <a:lstStyle/>
                    <a:p>
                      <a:pPr algn="r"/>
                      <a:r>
                        <a:rPr lang="en-US" sz="1200" dirty="0"/>
                        <a:t>6</a:t>
                      </a:r>
                    </a:p>
                  </a:txBody>
                  <a:tcPr>
                    <a:solidFill>
                      <a:schemeClr val="bg1"/>
                    </a:solidFill>
                  </a:tcPr>
                </a:tc>
                <a:tc>
                  <a:txBody>
                    <a:bodyPr/>
                    <a:lstStyle/>
                    <a:p>
                      <a:r>
                        <a:rPr lang="en-US" sz="1200" b="1" dirty="0">
                          <a:solidFill>
                            <a:srgbClr val="0070C0"/>
                          </a:solidFill>
                          <a:latin typeface="Consolas" panose="020B0609020204030204" pitchFamily="49" charset="0"/>
                        </a:rPr>
                        <a:t>repeat</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1171392527"/>
                  </a:ext>
                </a:extLst>
              </a:tr>
              <a:tr h="232431">
                <a:tc>
                  <a:txBody>
                    <a:bodyPr/>
                    <a:lstStyle/>
                    <a:p>
                      <a:pPr algn="r"/>
                      <a:r>
                        <a:rPr lang="en-US" sz="1200" dirty="0"/>
                        <a:t>7</a:t>
                      </a:r>
                    </a:p>
                  </a:txBody>
                  <a:tcPr>
                    <a:solidFill>
                      <a:schemeClr val="bg1"/>
                    </a:solidFill>
                  </a:tcPr>
                </a:tc>
                <a:tc>
                  <a:txBody>
                    <a:bodyPr/>
                    <a:lstStyle/>
                    <a:p>
                      <a:r>
                        <a:rPr lang="en-US" sz="1200" dirty="0">
                          <a:latin typeface="Consolas" panose="020B0609020204030204" pitchFamily="49" charset="0"/>
                        </a:rPr>
                        <a:t>  </a:t>
                      </a:r>
                      <a:r>
                        <a:rPr lang="en-US" sz="1200" b="1" dirty="0">
                          <a:solidFill>
                            <a:srgbClr val="0070C0"/>
                          </a:solidFill>
                          <a:latin typeface="Consolas" panose="020B0609020204030204" pitchFamily="49" charset="0"/>
                        </a:rPr>
                        <a:t>for</a:t>
                      </a:r>
                      <a:r>
                        <a:rPr lang="en-US" sz="1200" dirty="0">
                          <a:latin typeface="Consolas" panose="020B0609020204030204" pitchFamily="49" charset="0"/>
                        </a:rPr>
                        <a:t> </a:t>
                      </a:r>
                      <a:r>
                        <a:rPr lang="en-US" sz="1200" b="1" i="1" dirty="0">
                          <a:solidFill>
                            <a:srgbClr val="00B050"/>
                          </a:solidFill>
                          <a:latin typeface="Consolas" panose="020B0609020204030204" pitchFamily="49" charset="0"/>
                        </a:rPr>
                        <a:t>index</a:t>
                      </a:r>
                      <a:r>
                        <a:rPr lang="en-US" sz="1200" dirty="0">
                          <a:latin typeface="Consolas" panose="020B0609020204030204" pitchFamily="49" charset="0"/>
                        </a:rPr>
                        <a:t> </a:t>
                      </a:r>
                      <a:r>
                        <a:rPr lang="en-US" sz="1200" b="1" dirty="0">
                          <a:solidFill>
                            <a:srgbClr val="0070C0"/>
                          </a:solidFill>
                          <a:latin typeface="Consolas" panose="020B0609020204030204" pitchFamily="49" charset="0"/>
                        </a:rPr>
                        <a:t>in</a:t>
                      </a:r>
                      <a:r>
                        <a:rPr lang="en-US" sz="1200" dirty="0">
                          <a:latin typeface="Consolas" panose="020B0609020204030204" pitchFamily="49" charset="0"/>
                        </a:rPr>
                        <a:t> 0..</a:t>
                      </a:r>
                      <a:r>
                        <a:rPr lang="en-US" sz="1200" b="1" dirty="0">
                          <a:solidFill>
                            <a:srgbClr val="0070C0"/>
                          </a:solidFill>
                          <a:latin typeface="Consolas" panose="020B0609020204030204" pitchFamily="49" charset="0"/>
                        </a:rPr>
                        <a:t>len</a:t>
                      </a:r>
                      <a:r>
                        <a:rPr lang="en-US" sz="1200" dirty="0">
                          <a:latin typeface="Consolas" panose="020B0609020204030204" pitchFamily="49" charset="0"/>
                        </a:rPr>
                        <a:t>(batches)</a:t>
                      </a:r>
                    </a:p>
                  </a:txBody>
                  <a:tcPr>
                    <a:solidFill>
                      <a:schemeClr val="bg1"/>
                    </a:solidFill>
                  </a:tcPr>
                </a:tc>
                <a:extLst>
                  <a:ext uri="{0D108BD9-81ED-4DB2-BD59-A6C34878D82A}">
                    <a16:rowId xmlns:a16="http://schemas.microsoft.com/office/drawing/2014/main" val="807675632"/>
                  </a:ext>
                </a:extLst>
              </a:tr>
              <a:tr h="232431">
                <a:tc>
                  <a:txBody>
                    <a:bodyPr/>
                    <a:lstStyle/>
                    <a:p>
                      <a:pPr algn="r"/>
                      <a:r>
                        <a:rPr lang="en-US" sz="1200" dirty="0"/>
                        <a:t>8</a:t>
                      </a:r>
                    </a:p>
                  </a:txBody>
                  <a:tcPr>
                    <a:solidFill>
                      <a:schemeClr val="bg1"/>
                    </a:solidFill>
                  </a:tcPr>
                </a:tc>
                <a:tc>
                  <a:txBody>
                    <a:bodyPr/>
                    <a:lstStyle/>
                    <a:p>
                      <a:r>
                        <a:rPr lang="en-US" sz="1200" dirty="0">
                          <a:latin typeface="Consolas" panose="020B0609020204030204" pitchFamily="49" charset="0"/>
                        </a:rPr>
                        <a:t>     </a:t>
                      </a:r>
                      <a:r>
                        <a:rPr lang="el-GR" sz="1200" dirty="0">
                          <a:latin typeface="Arial" panose="020B0604020202020204" pitchFamily="34" charset="0"/>
                          <a:cs typeface="Arial" panose="020B0604020202020204" pitchFamily="34" charset="0"/>
                        </a:rPr>
                        <a:t>Δ</a:t>
                      </a:r>
                      <a:r>
                        <a:rPr lang="en-US" sz="1200" b="1" i="1" baseline="-25000" dirty="0">
                          <a:solidFill>
                            <a:srgbClr val="00B050"/>
                          </a:solidFill>
                          <a:latin typeface="Arial" panose="020B0604020202020204" pitchFamily="34" charset="0"/>
                          <a:cs typeface="Arial" panose="020B0604020202020204" pitchFamily="34" charset="0"/>
                        </a:rPr>
                        <a:t>index</a:t>
                      </a:r>
                      <a:r>
                        <a:rPr lang="en-US" sz="1200" dirty="0">
                          <a:latin typeface="Arial" panose="020B0604020202020204" pitchFamily="34" charset="0"/>
                          <a:cs typeface="Arial" panose="020B0604020202020204" pitchFamily="34" charset="0"/>
                        </a:rPr>
                        <a:t>, </a:t>
                      </a:r>
                      <a:r>
                        <a:rPr lang="el-GR" sz="1200" dirty="0">
                          <a:latin typeface="Arial" panose="020B0604020202020204" pitchFamily="34" charset="0"/>
                          <a:cs typeface="Arial" panose="020B0604020202020204" pitchFamily="34" charset="0"/>
                        </a:rPr>
                        <a:t>Β</a:t>
                      </a:r>
                      <a:r>
                        <a:rPr lang="en-US" sz="1200" b="1" i="1" baseline="-25000" dirty="0">
                          <a:solidFill>
                            <a:srgbClr val="00B050"/>
                          </a:solidFill>
                          <a:latin typeface="Arial" panose="020B0604020202020204" pitchFamily="34" charset="0"/>
                          <a:cs typeface="Arial" panose="020B0604020202020204" pitchFamily="34" charset="0"/>
                        </a:rPr>
                        <a:t>index</a:t>
                      </a:r>
                      <a:r>
                        <a:rPr lang="en-US" sz="1200" dirty="0">
                          <a:latin typeface="Arial" panose="020B0604020202020204" pitchFamily="34" charset="0"/>
                          <a:cs typeface="Arial" panose="020B0604020202020204" pitchFamily="34" charset="0"/>
                        </a:rPr>
                        <a:t> </a:t>
                      </a:r>
                      <a:r>
                        <a:rPr lang="en-US" sz="1200" dirty="0">
                          <a:latin typeface="Consolas" panose="020B0609020204030204" pitchFamily="49" charset="0"/>
                          <a:sym typeface="Wingdings" panose="05000000000000000000" pitchFamily="2" charset="2"/>
                        </a:rPr>
                        <a:t> </a:t>
                      </a:r>
                      <a:r>
                        <a:rPr lang="en-US" sz="1200" b="1" dirty="0">
                          <a:solidFill>
                            <a:srgbClr val="7030A0"/>
                          </a:solidFill>
                          <a:latin typeface="Consolas" panose="020B0609020204030204" pitchFamily="49" charset="0"/>
                          <a:sym typeface="Wingdings" panose="05000000000000000000" pitchFamily="2" charset="2"/>
                        </a:rPr>
                        <a:t>thread::run</a:t>
                      </a:r>
                      <a:r>
                        <a:rPr lang="en-US" sz="1200" dirty="0">
                          <a:latin typeface="Consolas" panose="020B0609020204030204" pitchFamily="49" charset="0"/>
                          <a:sym typeface="Wingdings" panose="05000000000000000000" pitchFamily="2" charset="2"/>
                        </a:rPr>
                        <a:t>(</a:t>
                      </a:r>
                      <a:r>
                        <a:rPr lang="en-US" sz="1200" b="1" i="1" dirty="0">
                          <a:solidFill>
                            <a:srgbClr val="7030A0"/>
                          </a:solidFill>
                          <a:latin typeface="Consolas" panose="020B0609020204030204" pitchFamily="49" charset="0"/>
                          <a:sym typeface="Wingdings" panose="05000000000000000000" pitchFamily="2" charset="2"/>
                        </a:rPr>
                        <a:t>train</a:t>
                      </a:r>
                      <a:r>
                        <a:rPr lang="en-US" sz="1200" dirty="0">
                          <a:latin typeface="Consolas" panose="020B0609020204030204" pitchFamily="49" charset="0"/>
                          <a:sym typeface="Wingdings" panose="05000000000000000000" pitchFamily="2" charset="2"/>
                        </a:rPr>
                        <a:t> (batches[</a:t>
                      </a:r>
                      <a:r>
                        <a:rPr lang="en-US" sz="1200" b="1" i="1" dirty="0">
                          <a:solidFill>
                            <a:srgbClr val="00B050"/>
                          </a:solidFill>
                          <a:latin typeface="Consolas" panose="020B0609020204030204" pitchFamily="49" charset="0"/>
                          <a:sym typeface="Wingdings" panose="05000000000000000000" pitchFamily="2" charset="2"/>
                        </a:rPr>
                        <a:t>index</a:t>
                      </a:r>
                      <a:r>
                        <a:rPr lang="en-US" sz="1200" dirty="0">
                          <a:latin typeface="Consolas" panose="020B0609020204030204" pitchFamily="49" charset="0"/>
                          <a:sym typeface="Wingdings" panose="05000000000000000000" pitchFamily="2" charset="2"/>
                        </a:rPr>
                        <a:t>], w, </a:t>
                      </a:r>
                      <a:r>
                        <a:rPr lang="el-GR" sz="1200" dirty="0">
                          <a:latin typeface="Arial" panose="020B0604020202020204" pitchFamily="34" charset="0"/>
                          <a:cs typeface="Arial" panose="020B0604020202020204" pitchFamily="34" charset="0"/>
                        </a:rPr>
                        <a:t>β</a:t>
                      </a:r>
                      <a:r>
                        <a:rPr lang="en-US" sz="1200" dirty="0">
                          <a:latin typeface="Arial" panose="020B0604020202020204" pitchFamily="34" charset="0"/>
                          <a:cs typeface="Arial" panose="020B0604020202020204" pitchFamily="34" charset="0"/>
                        </a:rPr>
                        <a:t>))</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1484396191"/>
                  </a:ext>
                </a:extLst>
              </a:tr>
              <a:tr h="232431">
                <a:tc>
                  <a:txBody>
                    <a:bodyPr/>
                    <a:lstStyle/>
                    <a:p>
                      <a:pPr algn="r"/>
                      <a:r>
                        <a:rPr lang="en-US" sz="1200" dirty="0"/>
                        <a:t>9</a:t>
                      </a:r>
                    </a:p>
                  </a:txBody>
                  <a:tcPr>
                    <a:solidFill>
                      <a:schemeClr val="bg1"/>
                    </a:solidFill>
                  </a:tcPr>
                </a:tc>
                <a:tc>
                  <a:txBody>
                    <a:bodyPr/>
                    <a:lstStyle/>
                    <a:p>
                      <a:r>
                        <a:rPr lang="en-US" sz="1200" dirty="0">
                          <a:latin typeface="Consolas" panose="020B0609020204030204" pitchFamily="49" charset="0"/>
                        </a:rPr>
                        <a:t>  </a:t>
                      </a:r>
                      <a:r>
                        <a:rPr lang="en-US" sz="1200" b="1" dirty="0">
                          <a:solidFill>
                            <a:srgbClr val="0070C0"/>
                          </a:solidFill>
                          <a:latin typeface="Consolas" panose="020B0609020204030204" pitchFamily="49" charset="0"/>
                        </a:rPr>
                        <a:t>end for</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880568341"/>
                  </a:ext>
                </a:extLst>
              </a:tr>
              <a:tr h="232431">
                <a:tc>
                  <a:txBody>
                    <a:bodyPr/>
                    <a:lstStyle/>
                    <a:p>
                      <a:pPr algn="r"/>
                      <a:r>
                        <a:rPr lang="en-US" sz="1200" dirty="0"/>
                        <a:t>10</a:t>
                      </a:r>
                    </a:p>
                  </a:txBody>
                  <a:tcPr>
                    <a:solidFill>
                      <a:schemeClr val="bg1"/>
                    </a:solidFill>
                  </a:tcPr>
                </a:tc>
                <a:tc>
                  <a:txBody>
                    <a:bodyPr/>
                    <a:lstStyle/>
                    <a:p>
                      <a:r>
                        <a:rPr lang="en-US" sz="1200" dirty="0">
                          <a:latin typeface="Consolas" panose="020B0609020204030204" pitchFamily="49" charset="0"/>
                        </a:rPr>
                        <a:t>  </a:t>
                      </a:r>
                      <a:r>
                        <a:rPr lang="en-US" sz="1200" b="1" i="1" dirty="0">
                          <a:solidFill>
                            <a:srgbClr val="FF0000"/>
                          </a:solidFill>
                          <a:latin typeface="Consolas" panose="020B0609020204030204" pitchFamily="49" charset="0"/>
                        </a:rPr>
                        <a:t>wait for all threads to finish</a:t>
                      </a:r>
                    </a:p>
                  </a:txBody>
                  <a:tcPr>
                    <a:solidFill>
                      <a:schemeClr val="bg1"/>
                    </a:solidFill>
                  </a:tcPr>
                </a:tc>
                <a:extLst>
                  <a:ext uri="{0D108BD9-81ED-4DB2-BD59-A6C34878D82A}">
                    <a16:rowId xmlns:a16="http://schemas.microsoft.com/office/drawing/2014/main" val="2262975546"/>
                  </a:ext>
                </a:extLst>
              </a:tr>
              <a:tr h="232431">
                <a:tc>
                  <a:txBody>
                    <a:bodyPr/>
                    <a:lstStyle/>
                    <a:p>
                      <a:pPr algn="r"/>
                      <a:r>
                        <a:rPr lang="en-US" sz="1200" dirty="0"/>
                        <a:t>11</a:t>
                      </a:r>
                    </a:p>
                  </a:txBody>
                  <a:tcPr>
                    <a:solidFill>
                      <a:schemeClr val="bg1"/>
                    </a:solidFill>
                  </a:tcPr>
                </a:tc>
                <a:tc>
                  <a:txBody>
                    <a:bodyPr/>
                    <a:lstStyle/>
                    <a:p>
                      <a:r>
                        <a:rPr lang="en-US" sz="1200" b="1" dirty="0">
                          <a:solidFill>
                            <a:srgbClr val="0070C0"/>
                          </a:solidFill>
                          <a:latin typeface="Consolas" panose="020B0609020204030204" pitchFamily="49" charset="0"/>
                        </a:rPr>
                        <a:t>  for</a:t>
                      </a:r>
                      <a:r>
                        <a:rPr lang="en-US" sz="1200" dirty="0">
                          <a:latin typeface="Consolas" panose="020B0609020204030204" pitchFamily="49" charset="0"/>
                        </a:rPr>
                        <a:t> </a:t>
                      </a:r>
                      <a:r>
                        <a:rPr lang="en-US" sz="1200" b="1" i="1" dirty="0">
                          <a:solidFill>
                            <a:srgbClr val="00B050"/>
                          </a:solidFill>
                          <a:latin typeface="Consolas" panose="020B0609020204030204" pitchFamily="49" charset="0"/>
                        </a:rPr>
                        <a:t>index</a:t>
                      </a:r>
                      <a:r>
                        <a:rPr lang="en-US" sz="1200" dirty="0">
                          <a:latin typeface="Consolas" panose="020B0609020204030204" pitchFamily="49" charset="0"/>
                        </a:rPr>
                        <a:t> </a:t>
                      </a:r>
                      <a:r>
                        <a:rPr lang="en-US" sz="1200" b="1" dirty="0">
                          <a:solidFill>
                            <a:srgbClr val="0070C0"/>
                          </a:solidFill>
                          <a:latin typeface="Consolas" panose="020B0609020204030204" pitchFamily="49" charset="0"/>
                        </a:rPr>
                        <a:t>in</a:t>
                      </a:r>
                      <a:r>
                        <a:rPr lang="en-US" sz="1200" dirty="0">
                          <a:latin typeface="Consolas" panose="020B0609020204030204" pitchFamily="49" charset="0"/>
                        </a:rPr>
                        <a:t> 0..</a:t>
                      </a:r>
                      <a:r>
                        <a:rPr lang="en-US" sz="1200" b="1" dirty="0">
                          <a:solidFill>
                            <a:srgbClr val="0070C0"/>
                          </a:solidFill>
                          <a:latin typeface="Consolas" panose="020B0609020204030204" pitchFamily="49" charset="0"/>
                        </a:rPr>
                        <a:t>len</a:t>
                      </a:r>
                      <a:r>
                        <a:rPr lang="en-US" sz="1200" dirty="0">
                          <a:latin typeface="Consolas" panose="020B0609020204030204" pitchFamily="49" charset="0"/>
                        </a:rPr>
                        <a:t>(batches)</a:t>
                      </a:r>
                    </a:p>
                  </a:txBody>
                  <a:tcPr>
                    <a:solidFill>
                      <a:schemeClr val="bg1"/>
                    </a:solidFill>
                  </a:tcPr>
                </a:tc>
                <a:extLst>
                  <a:ext uri="{0D108BD9-81ED-4DB2-BD59-A6C34878D82A}">
                    <a16:rowId xmlns:a16="http://schemas.microsoft.com/office/drawing/2014/main" val="3431972824"/>
                  </a:ext>
                </a:extLst>
              </a:tr>
              <a:tr h="232431">
                <a:tc>
                  <a:txBody>
                    <a:bodyPr/>
                    <a:lstStyle/>
                    <a:p>
                      <a:pPr algn="r"/>
                      <a:r>
                        <a:rPr lang="en-US" sz="1200" dirty="0"/>
                        <a:t>12</a:t>
                      </a: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Consolas" panose="020B0609020204030204" pitchFamily="49" charset="0"/>
                        </a:rPr>
                        <a:t>     w </a:t>
                      </a:r>
                      <a:r>
                        <a:rPr lang="en-US" sz="1200" dirty="0">
                          <a:latin typeface="Consolas" panose="020B0609020204030204" pitchFamily="49" charset="0"/>
                          <a:sym typeface="Wingdings" panose="05000000000000000000" pitchFamily="2" charset="2"/>
                        </a:rPr>
                        <a:t> w + </a:t>
                      </a:r>
                      <a:r>
                        <a:rPr lang="el-GR" sz="1200" dirty="0">
                          <a:latin typeface="Arial" panose="020B0604020202020204" pitchFamily="34" charset="0"/>
                          <a:cs typeface="Arial" panose="020B0604020202020204" pitchFamily="34" charset="0"/>
                        </a:rPr>
                        <a:t>Δ</a:t>
                      </a:r>
                      <a:r>
                        <a:rPr lang="en-US" sz="1200" b="1" i="1" baseline="-25000" dirty="0">
                          <a:solidFill>
                            <a:srgbClr val="00B050"/>
                          </a:solidFill>
                          <a:latin typeface="Arial" panose="020B0604020202020204" pitchFamily="34" charset="0"/>
                          <a:cs typeface="Arial" panose="020B0604020202020204" pitchFamily="34" charset="0"/>
                        </a:rPr>
                        <a:t>index</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2686466190"/>
                  </a:ext>
                </a:extLst>
              </a:tr>
              <a:tr h="232431">
                <a:tc>
                  <a:txBody>
                    <a:bodyPr/>
                    <a:lstStyle/>
                    <a:p>
                      <a:pPr algn="r"/>
                      <a:r>
                        <a:rPr lang="en-US" sz="1200" dirty="0"/>
                        <a:t>13</a:t>
                      </a:r>
                    </a:p>
                  </a:txBody>
                  <a:tcPr>
                    <a:solidFill>
                      <a:schemeClr val="bg1"/>
                    </a:solidFill>
                  </a:tcPr>
                </a:tc>
                <a:tc>
                  <a:txBody>
                    <a:bodyPr/>
                    <a:lstStyle/>
                    <a:p>
                      <a:r>
                        <a:rPr lang="en-US" sz="1200" dirty="0">
                          <a:latin typeface="Consolas" panose="020B0609020204030204" pitchFamily="49" charset="0"/>
                        </a:rPr>
                        <a:t>     </a:t>
                      </a:r>
                      <a:r>
                        <a:rPr lang="el-GR" sz="1200" dirty="0">
                          <a:latin typeface="Arial" panose="020B0604020202020204" pitchFamily="34" charset="0"/>
                          <a:cs typeface="Arial" panose="020B0604020202020204" pitchFamily="34" charset="0"/>
                        </a:rPr>
                        <a:t>β</a:t>
                      </a:r>
                      <a:r>
                        <a:rPr lang="en-US" sz="1200" dirty="0">
                          <a:latin typeface="Consolas" panose="020B0609020204030204" pitchFamily="49" charset="0"/>
                        </a:rPr>
                        <a:t> </a:t>
                      </a:r>
                      <a:r>
                        <a:rPr lang="en-US" sz="1200" dirty="0">
                          <a:latin typeface="Consolas" panose="020B0609020204030204" pitchFamily="49" charset="0"/>
                          <a:sym typeface="Wingdings" panose="05000000000000000000" pitchFamily="2" charset="2"/>
                        </a:rPr>
                        <a:t> </a:t>
                      </a:r>
                      <a:r>
                        <a:rPr lang="el-GR" sz="1200" dirty="0">
                          <a:latin typeface="Arial" panose="020B0604020202020204" pitchFamily="34" charset="0"/>
                          <a:cs typeface="Arial" panose="020B0604020202020204" pitchFamily="34" charset="0"/>
                        </a:rPr>
                        <a:t>β</a:t>
                      </a:r>
                      <a:r>
                        <a:rPr lang="en-US" sz="1200" dirty="0">
                          <a:latin typeface="Consolas" panose="020B0609020204030204" pitchFamily="49" charset="0"/>
                          <a:sym typeface="Wingdings" panose="05000000000000000000" pitchFamily="2" charset="2"/>
                        </a:rPr>
                        <a:t> + </a:t>
                      </a:r>
                      <a:r>
                        <a:rPr lang="el-GR" sz="1200" dirty="0">
                          <a:latin typeface="Arial" panose="020B0604020202020204" pitchFamily="34" charset="0"/>
                          <a:cs typeface="Arial" panose="020B0604020202020204" pitchFamily="34" charset="0"/>
                        </a:rPr>
                        <a:t>Β</a:t>
                      </a:r>
                      <a:r>
                        <a:rPr lang="en-US" sz="1200" b="1" i="1" baseline="-25000" dirty="0">
                          <a:solidFill>
                            <a:srgbClr val="00B050"/>
                          </a:solidFill>
                          <a:latin typeface="Arial" panose="020B0604020202020204" pitchFamily="34" charset="0"/>
                          <a:cs typeface="Arial" panose="020B0604020202020204" pitchFamily="34" charset="0"/>
                        </a:rPr>
                        <a:t>index</a:t>
                      </a:r>
                      <a:r>
                        <a:rPr lang="en-US" sz="1200" dirty="0">
                          <a:latin typeface="Arial" panose="020B0604020202020204" pitchFamily="34" charset="0"/>
                          <a:cs typeface="Arial" panose="020B0604020202020204" pitchFamily="34" charset="0"/>
                        </a:rPr>
                        <a:t> </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1603167108"/>
                  </a:ext>
                </a:extLst>
              </a:tr>
              <a:tr h="232431">
                <a:tc>
                  <a:txBody>
                    <a:bodyPr/>
                    <a:lstStyle/>
                    <a:p>
                      <a:pPr algn="r"/>
                      <a:r>
                        <a:rPr lang="en-US" sz="1200" dirty="0"/>
                        <a:t>14</a:t>
                      </a:r>
                    </a:p>
                  </a:txBody>
                  <a:tcPr>
                    <a:solidFill>
                      <a:schemeClr val="bg1"/>
                    </a:solidFill>
                  </a:tcPr>
                </a:tc>
                <a:tc>
                  <a:txBody>
                    <a:bodyPr/>
                    <a:lstStyle/>
                    <a:p>
                      <a:r>
                        <a:rPr lang="en-US" sz="1200" b="1" dirty="0">
                          <a:solidFill>
                            <a:srgbClr val="0070C0"/>
                          </a:solidFill>
                          <a:latin typeface="Consolas" panose="020B0609020204030204" pitchFamily="49" charset="0"/>
                        </a:rPr>
                        <a:t>  end for</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3270777680"/>
                  </a:ext>
                </a:extLst>
              </a:tr>
              <a:tr h="232431">
                <a:tc>
                  <a:txBody>
                    <a:bodyPr/>
                    <a:lstStyle/>
                    <a:p>
                      <a:pPr algn="r"/>
                      <a:r>
                        <a:rPr lang="en-US" sz="1200" dirty="0"/>
                        <a:t>15</a:t>
                      </a: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070C0"/>
                          </a:solidFill>
                          <a:latin typeface="Consolas" panose="020B0609020204030204" pitchFamily="49" charset="0"/>
                        </a:rPr>
                        <a:t>until</a:t>
                      </a:r>
                      <a:r>
                        <a:rPr lang="en-US" sz="1200" dirty="0">
                          <a:latin typeface="Consolas" panose="020B0609020204030204" pitchFamily="49" charset="0"/>
                        </a:rPr>
                        <a:t> </a:t>
                      </a:r>
                      <a:r>
                        <a:rPr lang="en-US" sz="1200" dirty="0" err="1">
                          <a:latin typeface="Consolas" panose="020B0609020204030204" pitchFamily="49" charset="0"/>
                        </a:rPr>
                        <a:t>exit_condition</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2938809267"/>
                  </a:ext>
                </a:extLst>
              </a:tr>
            </a:tbl>
          </a:graphicData>
        </a:graphic>
      </p:graphicFrame>
    </p:spTree>
    <p:extLst>
      <p:ext uri="{BB962C8B-B14F-4D97-AF65-F5344CB8AC3E}">
        <p14:creationId xmlns:p14="http://schemas.microsoft.com/office/powerpoint/2010/main" val="4157108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Batch training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859001" cy="5181600"/>
          </a:xfrm>
        </p:spPr>
        <p:txBody>
          <a:bodyPr>
            <a:normAutofit/>
          </a:bodyPr>
          <a:lstStyle/>
          <a:p>
            <a:pPr marL="0" indent="0">
              <a:buNone/>
            </a:pPr>
            <a:r>
              <a:rPr lang="en-US" sz="2400" dirty="0">
                <a:latin typeface="Cambria Math" panose="02040503050406030204" pitchFamily="18" charset="0"/>
                <a:cs typeface="Arial" panose="020B0604020202020204" pitchFamily="34" charset="0"/>
              </a:rPr>
              <a:t>A mini-batch consists in the following:</a:t>
            </a:r>
          </a:p>
          <a:p>
            <a:pPr marL="0" indent="0">
              <a:buNone/>
            </a:pPr>
            <a:endParaRPr lang="en-US" sz="2400" dirty="0">
              <a:latin typeface="Cambria Math" panose="02040503050406030204" pitchFamily="18" charset="0"/>
              <a:cs typeface="Arial" panose="020B0604020202020204" pitchFamily="34" charset="0"/>
            </a:endParaRPr>
          </a:p>
          <a:p>
            <a:pPr marL="0" indent="0">
              <a:buNone/>
            </a:pPr>
            <a:endParaRPr lang="en-US" sz="2400" dirty="0">
              <a:latin typeface="Cambria Math" panose="02040503050406030204" pitchFamily="18" charset="0"/>
              <a:cs typeface="Arial" panose="020B0604020202020204" pitchFamily="34" charset="0"/>
            </a:endParaRPr>
          </a:p>
          <a:p>
            <a:pPr marL="0" indent="0">
              <a:buNone/>
            </a:pPr>
            <a:endParaRPr lang="en-US" sz="2400" dirty="0">
              <a:latin typeface="Cambria Math" panose="02040503050406030204" pitchFamily="18" charset="0"/>
              <a:cs typeface="Arial" panose="020B0604020202020204" pitchFamily="34" charset="0"/>
            </a:endParaRPr>
          </a:p>
          <a:p>
            <a:pPr marL="0" indent="0">
              <a:buNone/>
            </a:pPr>
            <a:endParaRPr lang="en-US" sz="2400" dirty="0">
              <a:latin typeface="Cambria Math" panose="02040503050406030204" pitchFamily="18" charset="0"/>
              <a:cs typeface="Arial" panose="020B0604020202020204" pitchFamily="34" charset="0"/>
            </a:endParaRPr>
          </a:p>
          <a:p>
            <a:pPr marL="0" indent="0">
              <a:buNone/>
            </a:pPr>
            <a:endParaRPr lang="en-US" sz="2400" dirty="0">
              <a:latin typeface="Cambria Math" panose="02040503050406030204" pitchFamily="18" charset="0"/>
              <a:cs typeface="Arial" panose="020B0604020202020204" pitchFamily="34" charset="0"/>
            </a:endParaRPr>
          </a:p>
          <a:p>
            <a:pPr marL="0" indent="0">
              <a:buNone/>
            </a:pPr>
            <a:endParaRPr lang="en-US" sz="2400" dirty="0">
              <a:latin typeface="Cambria Math" panose="02040503050406030204" pitchFamily="18" charset="0"/>
              <a:cs typeface="Arial" panose="020B0604020202020204" pitchFamily="34" charset="0"/>
            </a:endParaRPr>
          </a:p>
          <a:p>
            <a:pPr marL="0" indent="0">
              <a:buNone/>
            </a:pPr>
            <a:endParaRPr lang="en-US" sz="2400" dirty="0">
              <a:latin typeface="Cambria Math" panose="02040503050406030204" pitchFamily="18" charset="0"/>
              <a:cs typeface="Arial" panose="020B0604020202020204" pitchFamily="34" charset="0"/>
            </a:endParaRPr>
          </a:p>
          <a:p>
            <a:pPr marL="514350" indent="-514350">
              <a:buFont typeface="+mj-lt"/>
              <a:buAutoNum type="arabicPeriod"/>
            </a:pPr>
            <a:endParaRPr lang="en-US" sz="2400" dirty="0">
              <a:latin typeface="Cambria Math" panose="02040503050406030204" pitchFamily="18" charset="0"/>
              <a:cs typeface="Arial" panose="020B0604020202020204" pitchFamily="34" charset="0"/>
            </a:endParaRPr>
          </a:p>
          <a:p>
            <a:pPr marL="0" indent="0">
              <a:buNone/>
            </a:pPr>
            <a:endParaRPr lang="en-US" dirty="0">
              <a:latin typeface="Cambria Math" panose="02040503050406030204" pitchFamily="18" charset="0"/>
              <a:cs typeface="Arial" panose="020B0604020202020204" pitchFamily="34" charset="0"/>
            </a:endParaRPr>
          </a:p>
        </p:txBody>
      </p:sp>
      <p:graphicFrame>
        <p:nvGraphicFramePr>
          <p:cNvPr id="2" name="Table 1">
            <a:extLst>
              <a:ext uri="{FF2B5EF4-FFF2-40B4-BE49-F238E27FC236}">
                <a16:creationId xmlns:a16="http://schemas.microsoft.com/office/drawing/2014/main" id="{6E5F3772-A6C6-D365-F495-BB34F64E4967}"/>
              </a:ext>
            </a:extLst>
          </p:cNvPr>
          <p:cNvGraphicFramePr>
            <a:graphicFrameLocks noGrp="1"/>
          </p:cNvGraphicFramePr>
          <p:nvPr>
            <p:extLst>
              <p:ext uri="{D42A27DB-BD31-4B8C-83A1-F6EECF244321}">
                <p14:modId xmlns:p14="http://schemas.microsoft.com/office/powerpoint/2010/main" val="531853869"/>
              </p:ext>
            </p:extLst>
          </p:nvPr>
        </p:nvGraphicFramePr>
        <p:xfrm>
          <a:off x="1751012" y="2042160"/>
          <a:ext cx="8305800" cy="3596640"/>
        </p:xfrm>
        <a:graphic>
          <a:graphicData uri="http://schemas.openxmlformats.org/drawingml/2006/table">
            <a:tbl>
              <a:tblPr firstRow="1" bandRow="1">
                <a:tableStyleId>{7E9639D4-E3E2-4D34-9284-5A2195B3D0D7}</a:tableStyleId>
              </a:tblPr>
              <a:tblGrid>
                <a:gridCol w="602841">
                  <a:extLst>
                    <a:ext uri="{9D8B030D-6E8A-4147-A177-3AD203B41FA5}">
                      <a16:colId xmlns:a16="http://schemas.microsoft.com/office/drawing/2014/main" val="3187280461"/>
                    </a:ext>
                  </a:extLst>
                </a:gridCol>
                <a:gridCol w="7702959">
                  <a:extLst>
                    <a:ext uri="{9D8B030D-6E8A-4147-A177-3AD203B41FA5}">
                      <a16:colId xmlns:a16="http://schemas.microsoft.com/office/drawing/2014/main" val="2007790319"/>
                    </a:ext>
                  </a:extLst>
                </a:gridCol>
              </a:tblGrid>
              <a:tr h="0">
                <a:tc>
                  <a:txBody>
                    <a:bodyPr/>
                    <a:lstStyle/>
                    <a:p>
                      <a:r>
                        <a:rPr lang="en-US" sz="1400" dirty="0"/>
                        <a:t>Line</a:t>
                      </a:r>
                    </a:p>
                  </a:txBody>
                  <a:tcPr/>
                </a:tc>
                <a:tc>
                  <a:txBody>
                    <a:bodyPr/>
                    <a:lstStyle/>
                    <a:p>
                      <a:r>
                        <a:rPr lang="en-US" sz="1400" dirty="0"/>
                        <a:t>Pseudocode</a:t>
                      </a:r>
                    </a:p>
                  </a:txBody>
                  <a:tcPr/>
                </a:tc>
                <a:extLst>
                  <a:ext uri="{0D108BD9-81ED-4DB2-BD59-A6C34878D82A}">
                    <a16:rowId xmlns:a16="http://schemas.microsoft.com/office/drawing/2014/main" val="2508094747"/>
                  </a:ext>
                </a:extLst>
              </a:tr>
              <a:tr h="232431">
                <a:tc>
                  <a:txBody>
                    <a:bodyPr/>
                    <a:lstStyle/>
                    <a:p>
                      <a:pPr algn="r"/>
                      <a:r>
                        <a:rPr lang="en-US" sz="1200" dirty="0"/>
                        <a:t>1</a:t>
                      </a:r>
                    </a:p>
                  </a:txBody>
                  <a:tcPr>
                    <a:solidFill>
                      <a:schemeClr val="bg1"/>
                    </a:solidFill>
                  </a:tcPr>
                </a:tc>
                <a:tc>
                  <a:txBody>
                    <a:bodyPr/>
                    <a:lstStyle/>
                    <a:p>
                      <a:r>
                        <a:rPr lang="en-US" sz="1200" dirty="0">
                          <a:latin typeface="Consolas" panose="020B0609020204030204" pitchFamily="49" charset="0"/>
                        </a:rPr>
                        <a:t>w </a:t>
                      </a:r>
                      <a:r>
                        <a:rPr lang="en-US" sz="1200" dirty="0">
                          <a:latin typeface="Consolas" panose="020B0609020204030204" pitchFamily="49" charset="0"/>
                          <a:sym typeface="Wingdings" panose="05000000000000000000" pitchFamily="2" charset="2"/>
                        </a:rPr>
                        <a:t> a vector of “n” elements initialized randomly or with 0 </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1057160213"/>
                  </a:ext>
                </a:extLst>
              </a:tr>
              <a:tr h="232431">
                <a:tc>
                  <a:txBody>
                    <a:bodyPr/>
                    <a:lstStyle/>
                    <a:p>
                      <a:pPr algn="r"/>
                      <a:r>
                        <a:rPr lang="en-US" sz="1200" dirty="0"/>
                        <a:t>2</a:t>
                      </a:r>
                    </a:p>
                  </a:txBody>
                  <a:tcPr>
                    <a:solidFill>
                      <a:schemeClr val="bg1"/>
                    </a:solidFill>
                  </a:tcPr>
                </a:tc>
                <a:tc>
                  <a:txBody>
                    <a:bodyPr/>
                    <a:lstStyle/>
                    <a:p>
                      <a:r>
                        <a:rPr lang="en-US" sz="1200" dirty="0">
                          <a:latin typeface="Consolas" panose="020B0609020204030204" pitchFamily="49" charset="0"/>
                        </a:rPr>
                        <a:t>trainset </a:t>
                      </a:r>
                      <a:r>
                        <a:rPr lang="en-US" sz="1200" dirty="0">
                          <a:latin typeface="Consolas" panose="020B0609020204030204" pitchFamily="49" charset="0"/>
                          <a:sym typeface="Wingdings" panose="05000000000000000000" pitchFamily="2" charset="2"/>
                        </a:rPr>
                        <a:t> the training set</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2973704334"/>
                  </a:ext>
                </a:extLst>
              </a:tr>
              <a:tr h="232431">
                <a:tc>
                  <a:txBody>
                    <a:bodyPr/>
                    <a:lstStyle/>
                    <a:p>
                      <a:pPr algn="r"/>
                      <a:r>
                        <a:rPr lang="en-US" sz="1200" dirty="0"/>
                        <a:t>3</a:t>
                      </a:r>
                    </a:p>
                  </a:txBody>
                  <a:tcPr>
                    <a:solidFill>
                      <a:schemeClr val="bg1"/>
                    </a:solidFill>
                  </a:tcPr>
                </a:tc>
                <a:tc>
                  <a:txBody>
                    <a:bodyPr/>
                    <a:lstStyle/>
                    <a:p>
                      <a:r>
                        <a:rPr lang="el-GR" sz="1200" dirty="0">
                          <a:latin typeface="Consolas" panose="020B0609020204030204" pitchFamily="49" charset="0"/>
                        </a:rPr>
                        <a:t>α</a:t>
                      </a:r>
                      <a:r>
                        <a:rPr lang="en-US" sz="1200" dirty="0">
                          <a:latin typeface="Consolas" panose="020B0609020204030204" pitchFamily="49" charset="0"/>
                        </a:rPr>
                        <a:t> </a:t>
                      </a:r>
                      <a:r>
                        <a:rPr lang="en-US" sz="1200" dirty="0">
                          <a:latin typeface="Consolas" panose="020B0609020204030204" pitchFamily="49" charset="0"/>
                          <a:sym typeface="Wingdings" panose="05000000000000000000" pitchFamily="2" charset="2"/>
                        </a:rPr>
                        <a:t> 0.01 </a:t>
                      </a:r>
                      <a:r>
                        <a:rPr lang="en-US" sz="1200" dirty="0">
                          <a:solidFill>
                            <a:schemeClr val="tx1">
                              <a:lumMod val="40000"/>
                              <a:lumOff val="60000"/>
                            </a:schemeClr>
                          </a:solidFill>
                          <a:latin typeface="Consolas" panose="020B0609020204030204" pitchFamily="49" charset="0"/>
                          <a:sym typeface="Wingdings" panose="05000000000000000000" pitchFamily="2" charset="2"/>
                        </a:rPr>
                        <a:t>// learning rate</a:t>
                      </a:r>
                      <a:endParaRPr lang="en-US" sz="1200" dirty="0">
                        <a:solidFill>
                          <a:schemeClr val="tx1">
                            <a:lumMod val="40000"/>
                            <a:lumOff val="60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760439933"/>
                  </a:ext>
                </a:extLst>
              </a:tr>
              <a:tr h="232431">
                <a:tc>
                  <a:txBody>
                    <a:bodyPr/>
                    <a:lstStyle/>
                    <a:p>
                      <a:pPr algn="r"/>
                      <a:r>
                        <a:rPr lang="en-US" sz="1200" dirty="0"/>
                        <a:t>4</a:t>
                      </a:r>
                    </a:p>
                  </a:txBody>
                  <a:tcPr>
                    <a:solidFill>
                      <a:schemeClr val="bg1"/>
                    </a:solidFill>
                  </a:tcPr>
                </a:tc>
                <a:tc>
                  <a:txBody>
                    <a:bodyPr/>
                    <a:lstStyle/>
                    <a:p>
                      <a:r>
                        <a:rPr lang="el-GR" sz="1200" dirty="0">
                          <a:latin typeface="Arial" panose="020B0604020202020204" pitchFamily="34" charset="0"/>
                          <a:cs typeface="Arial" panose="020B0604020202020204" pitchFamily="34" charset="0"/>
                        </a:rPr>
                        <a:t>β</a:t>
                      </a:r>
                      <a:r>
                        <a:rPr lang="en-US" sz="1200" dirty="0">
                          <a:latin typeface="Consolas" panose="020B0609020204030204" pitchFamily="49" charset="0"/>
                        </a:rPr>
                        <a:t> </a:t>
                      </a:r>
                      <a:r>
                        <a:rPr lang="en-US" sz="1200" dirty="0">
                          <a:latin typeface="Consolas" panose="020B0609020204030204" pitchFamily="49" charset="0"/>
                          <a:sym typeface="Wingdings" panose="05000000000000000000" pitchFamily="2" charset="2"/>
                        </a:rPr>
                        <a:t> a random value or 0</a:t>
                      </a:r>
                      <a:endParaRPr lang="en-US" sz="1200" dirty="0">
                        <a:solidFill>
                          <a:schemeClr val="tx1">
                            <a:lumMod val="40000"/>
                            <a:lumOff val="60000"/>
                          </a:schemeClr>
                        </a:solidFill>
                        <a:latin typeface="Consolas" panose="020B0609020204030204" pitchFamily="49" charset="0"/>
                      </a:endParaRPr>
                    </a:p>
                  </a:txBody>
                  <a:tcPr>
                    <a:solidFill>
                      <a:schemeClr val="bg1"/>
                    </a:solidFill>
                  </a:tcPr>
                </a:tc>
                <a:extLst>
                  <a:ext uri="{0D108BD9-81ED-4DB2-BD59-A6C34878D82A}">
                    <a16:rowId xmlns:a16="http://schemas.microsoft.com/office/drawing/2014/main" val="1927517492"/>
                  </a:ext>
                </a:extLst>
              </a:tr>
              <a:tr h="232431">
                <a:tc>
                  <a:txBody>
                    <a:bodyPr/>
                    <a:lstStyle/>
                    <a:p>
                      <a:pPr algn="r"/>
                      <a:r>
                        <a:rPr lang="en-US" sz="1200" dirty="0"/>
                        <a:t>5</a:t>
                      </a:r>
                    </a:p>
                  </a:txBody>
                  <a:tcPr>
                    <a:solidFill>
                      <a:schemeClr val="bg1"/>
                    </a:solidFill>
                  </a:tcPr>
                </a:tc>
                <a:tc>
                  <a:txBody>
                    <a:bodyPr/>
                    <a:lstStyle/>
                    <a:p>
                      <a:r>
                        <a:rPr lang="en-US" sz="1200" dirty="0">
                          <a:latin typeface="Consolas" panose="020B0609020204030204" pitchFamily="49" charset="0"/>
                          <a:sym typeface="Wingdings" panose="05000000000000000000" pitchFamily="2" charset="2"/>
                        </a:rPr>
                        <a:t>batches</a:t>
                      </a:r>
                      <a:r>
                        <a:rPr lang="en-US" sz="1200" dirty="0">
                          <a:latin typeface="Consolas" panose="020B0609020204030204" pitchFamily="49" charset="0"/>
                        </a:rPr>
                        <a:t> </a:t>
                      </a:r>
                      <a:r>
                        <a:rPr lang="en-US" sz="1200" dirty="0">
                          <a:latin typeface="Consolas" panose="020B0609020204030204" pitchFamily="49" charset="0"/>
                          <a:sym typeface="Wingdings" panose="05000000000000000000" pitchFamily="2" charset="2"/>
                        </a:rPr>
                        <a:t> </a:t>
                      </a:r>
                      <a:r>
                        <a:rPr lang="en-US" sz="1200" b="1" i="1" dirty="0">
                          <a:solidFill>
                            <a:srgbClr val="7030A0"/>
                          </a:solidFill>
                          <a:latin typeface="Consolas" panose="020B0609020204030204" pitchFamily="49" charset="0"/>
                          <a:sym typeface="Wingdings" panose="05000000000000000000" pitchFamily="2" charset="2"/>
                        </a:rPr>
                        <a:t>split</a:t>
                      </a:r>
                      <a:r>
                        <a:rPr lang="en-US" sz="1200" dirty="0">
                          <a:latin typeface="Consolas" panose="020B0609020204030204" pitchFamily="49" charset="0"/>
                          <a:sym typeface="Wingdings" panose="05000000000000000000" pitchFamily="2" charset="2"/>
                        </a:rPr>
                        <a:t> (trainset, </a:t>
                      </a:r>
                      <a:r>
                        <a:rPr lang="en-US" sz="1200" dirty="0" err="1">
                          <a:latin typeface="Consolas" panose="020B0609020204030204" pitchFamily="49" charset="0"/>
                          <a:sym typeface="Wingdings" panose="05000000000000000000" pitchFamily="2" charset="2"/>
                        </a:rPr>
                        <a:t>nr_of_batches</a:t>
                      </a:r>
                      <a:r>
                        <a:rPr lang="en-US" sz="1200" dirty="0">
                          <a:latin typeface="Consolas" panose="020B0609020204030204" pitchFamily="49" charset="0"/>
                          <a:sym typeface="Wingdings" panose="05000000000000000000" pitchFamily="2" charset="2"/>
                        </a:rPr>
                        <a:t>)</a:t>
                      </a:r>
                      <a:endParaRPr lang="en-US" sz="1200" dirty="0">
                        <a:solidFill>
                          <a:schemeClr val="tx2"/>
                        </a:solidFill>
                        <a:latin typeface="Consolas" panose="020B0609020204030204" pitchFamily="49" charset="0"/>
                      </a:endParaRPr>
                    </a:p>
                  </a:txBody>
                  <a:tcPr>
                    <a:solidFill>
                      <a:schemeClr val="bg1"/>
                    </a:solidFill>
                  </a:tcPr>
                </a:tc>
                <a:extLst>
                  <a:ext uri="{0D108BD9-81ED-4DB2-BD59-A6C34878D82A}">
                    <a16:rowId xmlns:a16="http://schemas.microsoft.com/office/drawing/2014/main" val="1024492957"/>
                  </a:ext>
                </a:extLst>
              </a:tr>
              <a:tr h="232431">
                <a:tc>
                  <a:txBody>
                    <a:bodyPr/>
                    <a:lstStyle/>
                    <a:p>
                      <a:pPr algn="r"/>
                      <a:r>
                        <a:rPr lang="en-US" sz="1200" dirty="0"/>
                        <a:t>5</a:t>
                      </a:r>
                    </a:p>
                  </a:txBody>
                  <a:tcPr>
                    <a:solidFill>
                      <a:schemeClr val="bg1"/>
                    </a:solidFill>
                  </a:tcPr>
                </a:tc>
                <a:tc>
                  <a:txBody>
                    <a:bodyPr/>
                    <a:lstStyle/>
                    <a:p>
                      <a:r>
                        <a:rPr lang="en-US" sz="1200" b="1" dirty="0">
                          <a:solidFill>
                            <a:srgbClr val="0070C0"/>
                          </a:solidFill>
                          <a:latin typeface="Consolas" panose="020B0609020204030204" pitchFamily="49" charset="0"/>
                        </a:rPr>
                        <a:t>repeat</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1171392527"/>
                  </a:ext>
                </a:extLst>
              </a:tr>
              <a:tr h="232431">
                <a:tc>
                  <a:txBody>
                    <a:bodyPr/>
                    <a:lstStyle/>
                    <a:p>
                      <a:pPr algn="r"/>
                      <a:r>
                        <a:rPr lang="en-US" sz="1200" dirty="0"/>
                        <a:t>6</a:t>
                      </a:r>
                    </a:p>
                  </a:txBody>
                  <a:tcPr>
                    <a:solidFill>
                      <a:schemeClr val="bg1"/>
                    </a:solidFill>
                  </a:tcPr>
                </a:tc>
                <a:tc>
                  <a:txBody>
                    <a:bodyPr/>
                    <a:lstStyle/>
                    <a:p>
                      <a:r>
                        <a:rPr lang="en-US" sz="1200" dirty="0">
                          <a:latin typeface="Consolas" panose="020B0609020204030204" pitchFamily="49" charset="0"/>
                        </a:rPr>
                        <a:t>  </a:t>
                      </a:r>
                      <a:r>
                        <a:rPr lang="en-US" sz="1200" b="1" dirty="0">
                          <a:solidFill>
                            <a:srgbClr val="0070C0"/>
                          </a:solidFill>
                          <a:latin typeface="Consolas" panose="020B0609020204030204" pitchFamily="49" charset="0"/>
                        </a:rPr>
                        <a:t>foreach</a:t>
                      </a:r>
                      <a:r>
                        <a:rPr lang="en-US" sz="1200" dirty="0">
                          <a:latin typeface="Consolas" panose="020B0609020204030204" pitchFamily="49" charset="0"/>
                        </a:rPr>
                        <a:t> batch </a:t>
                      </a:r>
                      <a:r>
                        <a:rPr lang="en-US" sz="1200" b="1" dirty="0">
                          <a:solidFill>
                            <a:srgbClr val="0070C0"/>
                          </a:solidFill>
                          <a:latin typeface="Consolas" panose="020B0609020204030204" pitchFamily="49" charset="0"/>
                        </a:rPr>
                        <a:t>in</a:t>
                      </a:r>
                      <a:r>
                        <a:rPr lang="en-US" sz="1200" dirty="0">
                          <a:latin typeface="Consolas" panose="020B0609020204030204" pitchFamily="49" charset="0"/>
                        </a:rPr>
                        <a:t> batches</a:t>
                      </a:r>
                    </a:p>
                  </a:txBody>
                  <a:tcPr>
                    <a:solidFill>
                      <a:schemeClr val="bg1"/>
                    </a:solidFill>
                  </a:tcPr>
                </a:tc>
                <a:extLst>
                  <a:ext uri="{0D108BD9-81ED-4DB2-BD59-A6C34878D82A}">
                    <a16:rowId xmlns:a16="http://schemas.microsoft.com/office/drawing/2014/main" val="807675632"/>
                  </a:ext>
                </a:extLst>
              </a:tr>
              <a:tr h="232431">
                <a:tc>
                  <a:txBody>
                    <a:bodyPr/>
                    <a:lstStyle/>
                    <a:p>
                      <a:pPr algn="r"/>
                      <a:r>
                        <a:rPr lang="en-US" sz="1200" dirty="0"/>
                        <a:t>7</a:t>
                      </a:r>
                    </a:p>
                  </a:txBody>
                  <a:tcPr>
                    <a:solidFill>
                      <a:schemeClr val="bg1"/>
                    </a:solidFill>
                  </a:tcPr>
                </a:tc>
                <a:tc>
                  <a:txBody>
                    <a:bodyPr/>
                    <a:lstStyle/>
                    <a:p>
                      <a:r>
                        <a:rPr lang="en-US" sz="1200" dirty="0">
                          <a:latin typeface="Consolas" panose="020B0609020204030204" pitchFamily="49" charset="0"/>
                        </a:rPr>
                        <a:t>     </a:t>
                      </a:r>
                      <a:r>
                        <a:rPr lang="el-GR" sz="1200" dirty="0">
                          <a:latin typeface="Arial" panose="020B0604020202020204" pitchFamily="34" charset="0"/>
                          <a:cs typeface="Arial" panose="020B0604020202020204" pitchFamily="34" charset="0"/>
                        </a:rPr>
                        <a:t>Δ</a:t>
                      </a:r>
                      <a:r>
                        <a:rPr lang="en-US" sz="1200" dirty="0">
                          <a:latin typeface="Arial" panose="020B0604020202020204" pitchFamily="34" charset="0"/>
                          <a:cs typeface="Arial" panose="020B0604020202020204" pitchFamily="34" charset="0"/>
                        </a:rPr>
                        <a:t>, </a:t>
                      </a:r>
                      <a:r>
                        <a:rPr lang="el-GR" sz="1200" dirty="0">
                          <a:latin typeface="Arial" panose="020B0604020202020204" pitchFamily="34" charset="0"/>
                          <a:cs typeface="Arial" panose="020B0604020202020204" pitchFamily="34" charset="0"/>
                        </a:rPr>
                        <a:t>Β</a:t>
                      </a:r>
                      <a:r>
                        <a:rPr lang="en-US" sz="1200" dirty="0">
                          <a:latin typeface="Arial" panose="020B0604020202020204" pitchFamily="34" charset="0"/>
                          <a:cs typeface="Arial" panose="020B0604020202020204" pitchFamily="34" charset="0"/>
                        </a:rPr>
                        <a:t> </a:t>
                      </a:r>
                      <a:r>
                        <a:rPr lang="en-US" sz="1200" dirty="0">
                          <a:latin typeface="Consolas" panose="020B0609020204030204" pitchFamily="49" charset="0"/>
                          <a:sym typeface="Wingdings" panose="05000000000000000000" pitchFamily="2" charset="2"/>
                        </a:rPr>
                        <a:t> </a:t>
                      </a:r>
                      <a:r>
                        <a:rPr lang="en-US" sz="1200" b="1" i="1" dirty="0">
                          <a:solidFill>
                            <a:srgbClr val="7030A0"/>
                          </a:solidFill>
                          <a:latin typeface="Consolas" panose="020B0609020204030204" pitchFamily="49" charset="0"/>
                          <a:sym typeface="Wingdings" panose="05000000000000000000" pitchFamily="2" charset="2"/>
                        </a:rPr>
                        <a:t>train</a:t>
                      </a:r>
                      <a:r>
                        <a:rPr lang="en-US" sz="1200" dirty="0">
                          <a:latin typeface="Consolas" panose="020B0609020204030204" pitchFamily="49" charset="0"/>
                          <a:sym typeface="Wingdings" panose="05000000000000000000" pitchFamily="2" charset="2"/>
                        </a:rPr>
                        <a:t> (batch, w, </a:t>
                      </a:r>
                      <a:r>
                        <a:rPr lang="el-GR" sz="1200" dirty="0">
                          <a:latin typeface="Arial" panose="020B0604020202020204" pitchFamily="34" charset="0"/>
                          <a:cs typeface="Arial" panose="020B0604020202020204" pitchFamily="34" charset="0"/>
                        </a:rPr>
                        <a:t>β</a:t>
                      </a:r>
                      <a:r>
                        <a:rPr lang="en-US" sz="1200" dirty="0">
                          <a:latin typeface="Arial" panose="020B0604020202020204" pitchFamily="34" charset="0"/>
                          <a:cs typeface="Arial" panose="020B0604020202020204" pitchFamily="34" charset="0"/>
                        </a:rPr>
                        <a:t>)</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1484396191"/>
                  </a:ext>
                </a:extLst>
              </a:tr>
              <a:tr h="232431">
                <a:tc>
                  <a:txBody>
                    <a:bodyPr/>
                    <a:lstStyle/>
                    <a:p>
                      <a:pPr algn="r"/>
                      <a:r>
                        <a:rPr lang="en-US" sz="1200" dirty="0"/>
                        <a:t>8</a:t>
                      </a:r>
                    </a:p>
                  </a:txBody>
                  <a:tcPr>
                    <a:solidFill>
                      <a:schemeClr val="bg1"/>
                    </a:solidFill>
                  </a:tcPr>
                </a:tc>
                <a:tc>
                  <a:txBody>
                    <a:bodyPr/>
                    <a:lstStyle/>
                    <a:p>
                      <a:r>
                        <a:rPr lang="en-US" sz="1200" dirty="0">
                          <a:latin typeface="Consolas" panose="020B0609020204030204" pitchFamily="49" charset="0"/>
                        </a:rPr>
                        <a:t>     w </a:t>
                      </a:r>
                      <a:r>
                        <a:rPr lang="en-US" sz="1200" dirty="0">
                          <a:latin typeface="Consolas" panose="020B0609020204030204" pitchFamily="49" charset="0"/>
                          <a:sym typeface="Wingdings" panose="05000000000000000000" pitchFamily="2" charset="2"/>
                        </a:rPr>
                        <a:t> w + </a:t>
                      </a:r>
                      <a:r>
                        <a:rPr lang="el-GR" sz="1200" dirty="0">
                          <a:latin typeface="Arial" panose="020B0604020202020204" pitchFamily="34" charset="0"/>
                          <a:cs typeface="Arial" panose="020B0604020202020204" pitchFamily="34" charset="0"/>
                        </a:rPr>
                        <a:t>Δ</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2262975546"/>
                  </a:ext>
                </a:extLst>
              </a:tr>
              <a:tr h="232431">
                <a:tc>
                  <a:txBody>
                    <a:bodyPr/>
                    <a:lstStyle/>
                    <a:p>
                      <a:pPr algn="r"/>
                      <a:r>
                        <a:rPr lang="en-US" sz="1200" dirty="0"/>
                        <a:t>9</a:t>
                      </a:r>
                    </a:p>
                  </a:txBody>
                  <a:tcPr>
                    <a:solidFill>
                      <a:schemeClr val="bg1"/>
                    </a:solidFill>
                  </a:tcPr>
                </a:tc>
                <a:tc>
                  <a:txBody>
                    <a:bodyPr/>
                    <a:lstStyle/>
                    <a:p>
                      <a:r>
                        <a:rPr lang="en-US" sz="1200" dirty="0">
                          <a:latin typeface="Consolas" panose="020B0609020204030204" pitchFamily="49" charset="0"/>
                        </a:rPr>
                        <a:t>     </a:t>
                      </a:r>
                      <a:r>
                        <a:rPr lang="el-GR" sz="1200" dirty="0">
                          <a:latin typeface="Arial" panose="020B0604020202020204" pitchFamily="34" charset="0"/>
                          <a:cs typeface="Arial" panose="020B0604020202020204" pitchFamily="34" charset="0"/>
                        </a:rPr>
                        <a:t>β</a:t>
                      </a:r>
                      <a:r>
                        <a:rPr lang="en-US" sz="1200" dirty="0">
                          <a:latin typeface="Consolas" panose="020B0609020204030204" pitchFamily="49" charset="0"/>
                        </a:rPr>
                        <a:t> </a:t>
                      </a:r>
                      <a:r>
                        <a:rPr lang="en-US" sz="1200" dirty="0">
                          <a:latin typeface="Consolas" panose="020B0609020204030204" pitchFamily="49" charset="0"/>
                          <a:sym typeface="Wingdings" panose="05000000000000000000" pitchFamily="2" charset="2"/>
                        </a:rPr>
                        <a:t> </a:t>
                      </a:r>
                      <a:r>
                        <a:rPr lang="el-GR" sz="1200" dirty="0">
                          <a:latin typeface="Arial" panose="020B0604020202020204" pitchFamily="34" charset="0"/>
                          <a:cs typeface="Arial" panose="020B0604020202020204" pitchFamily="34" charset="0"/>
                        </a:rPr>
                        <a:t>β</a:t>
                      </a:r>
                      <a:r>
                        <a:rPr lang="en-US" sz="1200" dirty="0">
                          <a:latin typeface="Consolas" panose="020B0609020204030204" pitchFamily="49" charset="0"/>
                          <a:sym typeface="Wingdings" panose="05000000000000000000" pitchFamily="2" charset="2"/>
                        </a:rPr>
                        <a:t> + </a:t>
                      </a:r>
                      <a:r>
                        <a:rPr lang="el-GR" sz="1200" dirty="0">
                          <a:latin typeface="Arial" panose="020B0604020202020204" pitchFamily="34" charset="0"/>
                          <a:cs typeface="Arial" panose="020B0604020202020204" pitchFamily="34" charset="0"/>
                        </a:rPr>
                        <a:t>Β</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3270777680"/>
                  </a:ext>
                </a:extLst>
              </a:tr>
              <a:tr h="232431">
                <a:tc>
                  <a:txBody>
                    <a:bodyPr/>
                    <a:lstStyle/>
                    <a:p>
                      <a:pPr algn="r"/>
                      <a:r>
                        <a:rPr lang="en-US" sz="1200" dirty="0"/>
                        <a:t>10</a:t>
                      </a:r>
                    </a:p>
                  </a:txBody>
                  <a:tcPr>
                    <a:solidFill>
                      <a:schemeClr val="bg1"/>
                    </a:solidFill>
                  </a:tcPr>
                </a:tc>
                <a:tc>
                  <a:txBody>
                    <a:bodyPr/>
                    <a:lstStyle/>
                    <a:p>
                      <a:r>
                        <a:rPr lang="en-US" sz="1200" dirty="0">
                          <a:latin typeface="Consolas" panose="020B0609020204030204" pitchFamily="49" charset="0"/>
                        </a:rPr>
                        <a:t>  </a:t>
                      </a:r>
                      <a:r>
                        <a:rPr lang="en-US" sz="1200" b="1" dirty="0">
                          <a:solidFill>
                            <a:srgbClr val="0070C0"/>
                          </a:solidFill>
                          <a:latin typeface="Consolas" panose="020B0609020204030204" pitchFamily="49" charset="0"/>
                        </a:rPr>
                        <a:t>end foreach</a:t>
                      </a:r>
                    </a:p>
                  </a:txBody>
                  <a:tcPr>
                    <a:solidFill>
                      <a:schemeClr val="bg1"/>
                    </a:solidFill>
                  </a:tcPr>
                </a:tc>
                <a:extLst>
                  <a:ext uri="{0D108BD9-81ED-4DB2-BD59-A6C34878D82A}">
                    <a16:rowId xmlns:a16="http://schemas.microsoft.com/office/drawing/2014/main" val="992461720"/>
                  </a:ext>
                </a:extLst>
              </a:tr>
              <a:tr h="232431">
                <a:tc>
                  <a:txBody>
                    <a:bodyPr/>
                    <a:lstStyle/>
                    <a:p>
                      <a:pPr algn="r"/>
                      <a:r>
                        <a:rPr lang="en-US" sz="1200" dirty="0"/>
                        <a:t>11</a:t>
                      </a: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070C0"/>
                          </a:solidFill>
                          <a:latin typeface="Consolas" panose="020B0609020204030204" pitchFamily="49" charset="0"/>
                        </a:rPr>
                        <a:t>until</a:t>
                      </a:r>
                      <a:r>
                        <a:rPr lang="en-US" sz="1200" dirty="0">
                          <a:latin typeface="Consolas" panose="020B0609020204030204" pitchFamily="49" charset="0"/>
                        </a:rPr>
                        <a:t> </a:t>
                      </a:r>
                      <a:r>
                        <a:rPr lang="en-US" sz="1200" dirty="0" err="1">
                          <a:latin typeface="Consolas" panose="020B0609020204030204" pitchFamily="49" charset="0"/>
                        </a:rPr>
                        <a:t>exit_condition</a:t>
                      </a:r>
                      <a:endParaRPr lang="en-US" sz="1200" dirty="0">
                        <a:latin typeface="Consolas" panose="020B0609020204030204" pitchFamily="49" charset="0"/>
                      </a:endParaRPr>
                    </a:p>
                  </a:txBody>
                  <a:tcPr>
                    <a:solidFill>
                      <a:schemeClr val="bg1"/>
                    </a:solidFill>
                  </a:tcPr>
                </a:tc>
                <a:extLst>
                  <a:ext uri="{0D108BD9-81ED-4DB2-BD59-A6C34878D82A}">
                    <a16:rowId xmlns:a16="http://schemas.microsoft.com/office/drawing/2014/main" val="2938809267"/>
                  </a:ext>
                </a:extLst>
              </a:tr>
            </a:tbl>
          </a:graphicData>
        </a:graphic>
      </p:graphicFrame>
    </p:spTree>
    <p:extLst>
      <p:ext uri="{BB962C8B-B14F-4D97-AF65-F5344CB8AC3E}">
        <p14:creationId xmlns:p14="http://schemas.microsoft.com/office/powerpoint/2010/main" val="3622891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Overview training</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859001" cy="5181600"/>
          </a:xfrm>
        </p:spPr>
        <p:txBody>
          <a:bodyPr>
            <a:noAutofit/>
          </a:bodyPr>
          <a:lstStyle/>
          <a:p>
            <a:pPr marL="0" indent="0">
              <a:buNone/>
            </a:pPr>
            <a:r>
              <a:rPr lang="en-US" sz="1800" b="1" dirty="0">
                <a:latin typeface="Arial" panose="020B0604020202020204" pitchFamily="34" charset="0"/>
                <a:cs typeface="Arial" panose="020B0604020202020204" pitchFamily="34" charset="0"/>
              </a:rPr>
              <a:t>A couple of additional observations</a:t>
            </a:r>
            <a:r>
              <a:rPr lang="en-US" sz="1800" dirty="0">
                <a:latin typeface="Arial" panose="020B0604020202020204" pitchFamily="34" charset="0"/>
                <a:cs typeface="Arial" panose="020B0604020202020204" pitchFamily="34" charset="0"/>
              </a:rPr>
              <a:t>:</a:t>
            </a:r>
          </a:p>
          <a:p>
            <a:r>
              <a:rPr lang="en-US" sz="1800" dirty="0">
                <a:latin typeface="Arial" panose="020B0604020202020204" pitchFamily="34" charset="0"/>
                <a:cs typeface="Arial" panose="020B0604020202020204" pitchFamily="34" charset="0"/>
              </a:rPr>
              <a:t>Online training :</a:t>
            </a:r>
          </a:p>
          <a:p>
            <a:pPr lvl="1">
              <a:buFont typeface="Arial" panose="020B0604020202020204" pitchFamily="34" charset="0"/>
              <a:buChar char="•"/>
            </a:pPr>
            <a:r>
              <a:rPr lang="en-US" sz="1800" dirty="0">
                <a:latin typeface="Arial" panose="020B0604020202020204" pitchFamily="34" charset="0"/>
                <a:cs typeface="Arial" panose="020B0604020202020204" pitchFamily="34" charset="0"/>
              </a:rPr>
              <a:t>The order of elements is relevant</a:t>
            </a:r>
          </a:p>
          <a:p>
            <a:pPr lvl="1">
              <a:buFont typeface="Arial" panose="020B0604020202020204" pitchFamily="34" charset="0"/>
              <a:buChar char="•"/>
            </a:pPr>
            <a:r>
              <a:rPr lang="en-US" sz="1800" dirty="0">
                <a:latin typeface="Arial" panose="020B0604020202020204" pitchFamily="34" charset="0"/>
                <a:cs typeface="Arial" panose="020B0604020202020204" pitchFamily="34" charset="0"/>
              </a:rPr>
              <a:t>The update on the weights is performed after the processing of each element in the dataset</a:t>
            </a:r>
          </a:p>
          <a:p>
            <a:pPr lvl="1">
              <a:buFont typeface="Arial" panose="020B0604020202020204" pitchFamily="34" charset="0"/>
              <a:buChar char="•"/>
            </a:pPr>
            <a:r>
              <a:rPr lang="en-US" sz="1800" dirty="0">
                <a:latin typeface="Arial" panose="020B0604020202020204" pitchFamily="34" charset="0"/>
                <a:cs typeface="Arial" panose="020B0604020202020204" pitchFamily="34" charset="0"/>
              </a:rPr>
              <a:t>Parallelization is not possible. </a:t>
            </a:r>
          </a:p>
          <a:p>
            <a:pPr lvl="1">
              <a:buFont typeface="Arial" panose="020B0604020202020204" pitchFamily="34" charset="0"/>
              <a:buChar char="•"/>
            </a:pPr>
            <a:r>
              <a:rPr lang="en-US" sz="1800" dirty="0">
                <a:latin typeface="Arial" panose="020B0604020202020204" pitchFamily="34" charset="0"/>
                <a:cs typeface="Arial" panose="020B0604020202020204" pitchFamily="34" charset="0"/>
              </a:rPr>
              <a:t>It is very sensible to outliers.</a:t>
            </a:r>
          </a:p>
          <a:p>
            <a:r>
              <a:rPr lang="en-US" sz="1800" dirty="0">
                <a:latin typeface="Arial" panose="020B0604020202020204" pitchFamily="34" charset="0"/>
                <a:cs typeface="Arial" panose="020B0604020202020204" pitchFamily="34" charset="0"/>
              </a:rPr>
              <a:t>Batch training</a:t>
            </a:r>
          </a:p>
          <a:p>
            <a:pPr lvl="1">
              <a:buFont typeface="Arial" panose="020B0604020202020204" pitchFamily="34" charset="0"/>
              <a:buChar char="•"/>
            </a:pPr>
            <a:r>
              <a:rPr lang="en-US" sz="1800" dirty="0">
                <a:latin typeface="Arial" panose="020B0604020202020204" pitchFamily="34" charset="0"/>
                <a:cs typeface="Arial" panose="020B0604020202020204" pitchFamily="34" charset="0"/>
              </a:rPr>
              <a:t>The order of elements is not relevant</a:t>
            </a:r>
          </a:p>
          <a:p>
            <a:pPr lvl="1">
              <a:buFont typeface="Arial" panose="020B0604020202020204" pitchFamily="34" charset="0"/>
              <a:buChar char="•"/>
            </a:pPr>
            <a:r>
              <a:rPr lang="en-US" sz="1800" dirty="0">
                <a:latin typeface="Arial" panose="020B0604020202020204" pitchFamily="34" charset="0"/>
                <a:cs typeface="Arial" panose="020B0604020202020204" pitchFamily="34" charset="0"/>
              </a:rPr>
              <a:t>The update on the weights is performed after the processing of all the elements in the dataset</a:t>
            </a:r>
          </a:p>
          <a:p>
            <a:pPr lvl="1">
              <a:buFont typeface="Arial" panose="020B0604020202020204" pitchFamily="34" charset="0"/>
              <a:buChar char="•"/>
            </a:pPr>
            <a:r>
              <a:rPr lang="en-US" sz="1800" dirty="0">
                <a:latin typeface="Arial" panose="020B0604020202020204" pitchFamily="34" charset="0"/>
                <a:cs typeface="Arial" panose="020B0604020202020204" pitchFamily="34" charset="0"/>
              </a:rPr>
              <a:t>It can be parallelized by processing each batch in parallel</a:t>
            </a:r>
          </a:p>
          <a:p>
            <a:pPr lvl="1">
              <a:buFont typeface="Arial" panose="020B0604020202020204" pitchFamily="34" charset="0"/>
              <a:buChar char="•"/>
            </a:pPr>
            <a:r>
              <a:rPr lang="en-US" sz="1800" dirty="0">
                <a:latin typeface="Arial" panose="020B0604020202020204" pitchFamily="34" charset="0"/>
                <a:cs typeface="Arial" panose="020B0604020202020204" pitchFamily="34" charset="0"/>
              </a:rPr>
              <a:t>Less sensible to outliers since large gradients get diluted. </a:t>
            </a:r>
          </a:p>
          <a:p>
            <a:pPr marL="0" indent="0">
              <a:buNone/>
            </a:pPr>
            <a:endParaRPr lang="en-US" sz="1800" dirty="0">
              <a:latin typeface="Arial" panose="020B0604020202020204" pitchFamily="34" charset="0"/>
              <a:cs typeface="Arial" panose="020B0604020202020204" pitchFamily="34" charset="0"/>
            </a:endParaRPr>
          </a:p>
          <a:p>
            <a:pPr marL="0" indent="0">
              <a:buNone/>
            </a:pPr>
            <a:endParaRPr lang="en-US" sz="1800" dirty="0">
              <a:latin typeface="Arial" panose="020B0604020202020204" pitchFamily="34" charset="0"/>
              <a:cs typeface="Arial" panose="020B0604020202020204" pitchFamily="34" charset="0"/>
            </a:endParaRPr>
          </a:p>
          <a:p>
            <a:pPr marL="514350" indent="-514350">
              <a:buFont typeface="+mj-lt"/>
              <a:buAutoNum type="arabicPeriod"/>
            </a:pPr>
            <a:endParaRPr lang="en-US" sz="1800" dirty="0">
              <a:latin typeface="Arial" panose="020B0604020202020204" pitchFamily="34" charset="0"/>
              <a:cs typeface="Arial" panose="020B0604020202020204" pitchFamily="34" charset="0"/>
            </a:endParaRPr>
          </a:p>
          <a:p>
            <a:pPr marL="0" indent="0">
              <a:buNone/>
            </a:pP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35071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B5986-41A8-FA4A-C273-BC6082D63CD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1C485C0-22B7-101B-E66F-80EAF9A39942}"/>
              </a:ext>
            </a:extLst>
          </p:cNvPr>
          <p:cNvSpPr>
            <a:spLocks noGrp="1"/>
          </p:cNvSpPr>
          <p:nvPr>
            <p:ph type="title"/>
          </p:nvPr>
        </p:nvSpPr>
        <p:spPr/>
        <p:txBody>
          <a:bodyPr/>
          <a:lstStyle/>
          <a:p>
            <a:r>
              <a:rPr lang="en-US" dirty="0"/>
              <a:t>Overview training</a:t>
            </a:r>
          </a:p>
        </p:txBody>
      </p:sp>
      <p:sp>
        <p:nvSpPr>
          <p:cNvPr id="6" name="Content Placeholder 5">
            <a:extLst>
              <a:ext uri="{FF2B5EF4-FFF2-40B4-BE49-F238E27FC236}">
                <a16:creationId xmlns:a16="http://schemas.microsoft.com/office/drawing/2014/main" id="{463F78D3-ED8A-7FE3-9257-344078C42B86}"/>
              </a:ext>
            </a:extLst>
          </p:cNvPr>
          <p:cNvSpPr>
            <a:spLocks noGrp="1"/>
          </p:cNvSpPr>
          <p:nvPr>
            <p:ph idx="1"/>
          </p:nvPr>
        </p:nvSpPr>
        <p:spPr>
          <a:xfrm>
            <a:off x="1645611" y="1600200"/>
            <a:ext cx="9859001" cy="5181600"/>
          </a:xfrm>
        </p:spPr>
        <p:txBody>
          <a:bodyPr>
            <a:noAutofit/>
          </a:bodyPr>
          <a:lstStyle/>
          <a:p>
            <a:pPr marL="0" indent="0">
              <a:buNone/>
            </a:pPr>
            <a:r>
              <a:rPr lang="en-US" sz="1800" b="1" dirty="0">
                <a:latin typeface="Arial" panose="020B0604020202020204" pitchFamily="34" charset="0"/>
                <a:cs typeface="Arial" panose="020B0604020202020204" pitchFamily="34" charset="0"/>
              </a:rPr>
              <a:t>A couple of additional observations</a:t>
            </a:r>
            <a:r>
              <a:rPr lang="en-US" sz="1800" dirty="0">
                <a:latin typeface="Arial" panose="020B0604020202020204" pitchFamily="34" charset="0"/>
                <a:cs typeface="Arial" panose="020B0604020202020204" pitchFamily="34" charset="0"/>
              </a:rPr>
              <a:t>:</a:t>
            </a:r>
          </a:p>
          <a:p>
            <a:r>
              <a:rPr lang="en-US" sz="1800" dirty="0">
                <a:latin typeface="Arial" panose="020B0604020202020204" pitchFamily="34" charset="0"/>
                <a:cs typeface="Arial" panose="020B0604020202020204" pitchFamily="34" charset="0"/>
              </a:rPr>
              <a:t>Mini Bath training :</a:t>
            </a:r>
          </a:p>
          <a:p>
            <a:pPr lvl="1">
              <a:buFont typeface="Arial" panose="020B0604020202020204" pitchFamily="34" charset="0"/>
              <a:buChar char="•"/>
            </a:pPr>
            <a:r>
              <a:rPr lang="en-US" sz="1800" dirty="0">
                <a:latin typeface="Arial" panose="020B0604020202020204" pitchFamily="34" charset="0"/>
                <a:cs typeface="Arial" panose="020B0604020202020204" pitchFamily="34" charset="0"/>
              </a:rPr>
              <a:t>The order of elements is relevant, but can be made less relevant by increasing the size of the minibatch</a:t>
            </a:r>
          </a:p>
          <a:p>
            <a:pPr lvl="1">
              <a:buFont typeface="Arial" panose="020B0604020202020204" pitchFamily="34" charset="0"/>
              <a:buChar char="•"/>
            </a:pPr>
            <a:r>
              <a:rPr lang="en-US" sz="1800" dirty="0">
                <a:latin typeface="Arial" panose="020B0604020202020204" pitchFamily="34" charset="0"/>
                <a:cs typeface="Arial" panose="020B0604020202020204" pitchFamily="34" charset="0"/>
              </a:rPr>
              <a:t>The update on the weights is performed after each minibatch. This increases the number of updates by size(dataset)/size(minibatch). </a:t>
            </a:r>
          </a:p>
          <a:p>
            <a:pPr lvl="1">
              <a:buFont typeface="Arial" panose="020B0604020202020204" pitchFamily="34" charset="0"/>
              <a:buChar char="•"/>
            </a:pPr>
            <a:r>
              <a:rPr lang="en-US" sz="1800" dirty="0">
                <a:latin typeface="Arial" panose="020B0604020202020204" pitchFamily="34" charset="0"/>
                <a:cs typeface="Arial" panose="020B0604020202020204" pitchFamily="34" charset="0"/>
              </a:rPr>
              <a:t>Parallelization is possible inside minibatch. -&gt; suitable for GPU. </a:t>
            </a:r>
          </a:p>
          <a:p>
            <a:pPr lvl="1">
              <a:buFont typeface="Arial" panose="020B0604020202020204" pitchFamily="34" charset="0"/>
              <a:buChar char="•"/>
            </a:pPr>
            <a:r>
              <a:rPr lang="en-US" sz="1800" dirty="0">
                <a:latin typeface="Arial" panose="020B0604020202020204" pitchFamily="34" charset="0"/>
                <a:cs typeface="Arial" panose="020B0604020202020204" pitchFamily="34" charset="0"/>
              </a:rPr>
              <a:t>Usual minibatch sizes are 64,128 depending on the GPU. This makes them less sensible to outliers.</a:t>
            </a:r>
          </a:p>
          <a:p>
            <a:pPr marL="0" indent="0">
              <a:buNone/>
            </a:pPr>
            <a:endParaRPr lang="en-US" sz="1800" dirty="0">
              <a:latin typeface="Arial" panose="020B0604020202020204" pitchFamily="34" charset="0"/>
              <a:cs typeface="Arial" panose="020B0604020202020204" pitchFamily="34" charset="0"/>
            </a:endParaRPr>
          </a:p>
          <a:p>
            <a:pPr marL="0" indent="0">
              <a:buNone/>
            </a:pPr>
            <a:r>
              <a:rPr lang="en-US" sz="1800" dirty="0">
                <a:latin typeface="Arial" panose="020B0604020202020204" pitchFamily="34" charset="0"/>
                <a:cs typeface="Arial" panose="020B0604020202020204" pitchFamily="34" charset="0"/>
              </a:rPr>
              <a:t>         Currently, the most used technique when training neural networks</a:t>
            </a:r>
          </a:p>
          <a:p>
            <a:pPr marL="0" indent="0">
              <a:buNone/>
            </a:pP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51824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B1D5605-660C-3EAB-5008-8DB17AE02A59}"/>
              </a:ext>
            </a:extLst>
          </p:cNvPr>
          <p:cNvSpPr>
            <a:spLocks noGrp="1"/>
          </p:cNvSpPr>
          <p:nvPr>
            <p:ph type="title"/>
          </p:nvPr>
        </p:nvSpPr>
        <p:spPr/>
        <p:txBody>
          <a:bodyPr/>
          <a:lstStyle/>
          <a:p>
            <a:r>
              <a:rPr lang="en-US" dirty="0"/>
              <a:t>Adaline perceptron</a:t>
            </a:r>
          </a:p>
        </p:txBody>
      </p:sp>
      <p:sp>
        <p:nvSpPr>
          <p:cNvPr id="5" name="Text Placeholder 4">
            <a:extLst>
              <a:ext uri="{FF2B5EF4-FFF2-40B4-BE49-F238E27FC236}">
                <a16:creationId xmlns:a16="http://schemas.microsoft.com/office/drawing/2014/main" id="{3D976C2B-6843-AFE9-31A7-08884EE5BB3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057196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Adaline perceptron</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pPr marL="0" indent="0">
              <a:buNone/>
            </a:pPr>
            <a:r>
              <a:rPr lang="en-US" dirty="0">
                <a:latin typeface="Arial" panose="020B0604020202020204" pitchFamily="34" charset="0"/>
                <a:cs typeface="Arial" panose="020B0604020202020204" pitchFamily="34" charset="0"/>
              </a:rPr>
              <a:t>The training algorithm as discussed up to this moment has some limitations:</a:t>
            </a:r>
          </a:p>
          <a:p>
            <a:pPr marL="822960" lvl="1" indent="-457200">
              <a:buFont typeface="+mj-lt"/>
              <a:buAutoNum type="arabicPeriod"/>
            </a:pPr>
            <a:r>
              <a:rPr lang="en-US" dirty="0">
                <a:latin typeface="Arial" panose="020B0604020202020204" pitchFamily="34" charset="0"/>
                <a:cs typeface="Arial" panose="020B0604020202020204" pitchFamily="34" charset="0"/>
              </a:rPr>
              <a:t>If the data set is not linear separable, the algorithm </a:t>
            </a:r>
            <a:r>
              <a:rPr lang="en-US" b="1" u="sng" dirty="0">
                <a:latin typeface="Arial" panose="020B0604020202020204" pitchFamily="34" charset="0"/>
                <a:cs typeface="Arial" panose="020B0604020202020204" pitchFamily="34" charset="0"/>
              </a:rPr>
              <a:t>will never be able to achieve a stable state </a:t>
            </a:r>
            <a:r>
              <a:rPr lang="en-US" dirty="0">
                <a:latin typeface="Arial" panose="020B0604020202020204" pitchFamily="34" charset="0"/>
                <a:cs typeface="Arial" panose="020B0604020202020204" pitchFamily="34" charset="0"/>
              </a:rPr>
              <a:t>(the hyperplane will jump from one position to another)</a:t>
            </a:r>
          </a:p>
          <a:p>
            <a:pPr marL="365760" lvl="1"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grpSp>
        <p:nvGrpSpPr>
          <p:cNvPr id="47" name="Group 46">
            <a:extLst>
              <a:ext uri="{FF2B5EF4-FFF2-40B4-BE49-F238E27FC236}">
                <a16:creationId xmlns:a16="http://schemas.microsoft.com/office/drawing/2014/main" id="{326A97DF-7656-C158-C345-65FB53A2AE5B}"/>
              </a:ext>
            </a:extLst>
          </p:cNvPr>
          <p:cNvGrpSpPr/>
          <p:nvPr/>
        </p:nvGrpSpPr>
        <p:grpSpPr>
          <a:xfrm>
            <a:off x="1903412" y="3680514"/>
            <a:ext cx="2209800" cy="2999686"/>
            <a:chOff x="2360612" y="3733800"/>
            <a:chExt cx="2209800" cy="2999686"/>
          </a:xfrm>
        </p:grpSpPr>
        <p:grpSp>
          <p:nvGrpSpPr>
            <p:cNvPr id="45" name="Group 44">
              <a:extLst>
                <a:ext uri="{FF2B5EF4-FFF2-40B4-BE49-F238E27FC236}">
                  <a16:creationId xmlns:a16="http://schemas.microsoft.com/office/drawing/2014/main" id="{0A30B071-98E7-AFA9-BD67-AABFF2F1EDD0}"/>
                </a:ext>
              </a:extLst>
            </p:cNvPr>
            <p:cNvGrpSpPr/>
            <p:nvPr/>
          </p:nvGrpSpPr>
          <p:grpSpPr>
            <a:xfrm>
              <a:off x="2360612" y="3733800"/>
              <a:ext cx="2209800" cy="2057400"/>
              <a:chOff x="2360612" y="3922776"/>
              <a:chExt cx="2209800" cy="2057400"/>
            </a:xfrm>
          </p:grpSpPr>
          <p:sp>
            <p:nvSpPr>
              <p:cNvPr id="2" name="Rectangle 1">
                <a:extLst>
                  <a:ext uri="{FF2B5EF4-FFF2-40B4-BE49-F238E27FC236}">
                    <a16:creationId xmlns:a16="http://schemas.microsoft.com/office/drawing/2014/main" id="{DA3FFE34-587E-5962-02B9-6F360974580B}"/>
                  </a:ext>
                </a:extLst>
              </p:cNvPr>
              <p:cNvSpPr/>
              <p:nvPr/>
            </p:nvSpPr>
            <p:spPr>
              <a:xfrm>
                <a:off x="2360612" y="3922776"/>
                <a:ext cx="2209800" cy="2057400"/>
              </a:xfrm>
              <a:prstGeom prst="rect">
                <a:avLst/>
              </a:prstGeom>
              <a:ln w="571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Oval 9">
                <a:extLst>
                  <a:ext uri="{FF2B5EF4-FFF2-40B4-BE49-F238E27FC236}">
                    <a16:creationId xmlns:a16="http://schemas.microsoft.com/office/drawing/2014/main" id="{7A965451-2A58-0688-A258-0C074A61D5A2}"/>
                  </a:ext>
                </a:extLst>
              </p:cNvPr>
              <p:cNvSpPr/>
              <p:nvPr/>
            </p:nvSpPr>
            <p:spPr>
              <a:xfrm>
                <a:off x="2970212" y="4267200"/>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C27A893-F0EE-6444-8249-0650D2356867}"/>
                  </a:ext>
                </a:extLst>
              </p:cNvPr>
              <p:cNvSpPr/>
              <p:nvPr/>
            </p:nvSpPr>
            <p:spPr>
              <a:xfrm>
                <a:off x="2638605" y="4737853"/>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3721BFE6-34E2-0B53-5AC6-B9DE3318BAE8}"/>
                  </a:ext>
                </a:extLst>
              </p:cNvPr>
              <p:cNvSpPr/>
              <p:nvPr/>
            </p:nvSpPr>
            <p:spPr>
              <a:xfrm>
                <a:off x="3551808" y="4639056"/>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4AA3BEA9-65F8-1C98-9350-5A60F59C710A}"/>
                  </a:ext>
                </a:extLst>
              </p:cNvPr>
              <p:cNvSpPr/>
              <p:nvPr/>
            </p:nvSpPr>
            <p:spPr>
              <a:xfrm>
                <a:off x="3301997" y="4948655"/>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41F89819-3C0F-0AA0-0A59-41F77EC77F95}"/>
                  </a:ext>
                </a:extLst>
              </p:cNvPr>
              <p:cNvSpPr/>
              <p:nvPr/>
            </p:nvSpPr>
            <p:spPr>
              <a:xfrm>
                <a:off x="2591716" y="4261490"/>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60C8E0FE-83CB-CFA0-A772-7585D20F6ACD}"/>
                  </a:ext>
                </a:extLst>
              </p:cNvPr>
              <p:cNvSpPr/>
              <p:nvPr/>
            </p:nvSpPr>
            <p:spPr>
              <a:xfrm>
                <a:off x="3152072" y="4021119"/>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65729156-77DC-2952-DEB6-AE052FA0D6C0}"/>
                  </a:ext>
                </a:extLst>
              </p:cNvPr>
              <p:cNvSpPr/>
              <p:nvPr/>
            </p:nvSpPr>
            <p:spPr>
              <a:xfrm>
                <a:off x="3808412" y="4865062"/>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2C111DD8-A6C0-9058-7B5A-B337CA0F9BB5}"/>
                  </a:ext>
                </a:extLst>
              </p:cNvPr>
              <p:cNvSpPr/>
              <p:nvPr/>
            </p:nvSpPr>
            <p:spPr>
              <a:xfrm>
                <a:off x="3913813" y="5406590"/>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E159EFA7-1DD2-8B97-FE03-145615806284}"/>
                  </a:ext>
                </a:extLst>
              </p:cNvPr>
              <p:cNvSpPr/>
              <p:nvPr/>
            </p:nvSpPr>
            <p:spPr>
              <a:xfrm>
                <a:off x="3597610" y="5257800"/>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4AD308E3-9839-5A39-1270-3BDE10013A31}"/>
                  </a:ext>
                </a:extLst>
              </p:cNvPr>
              <p:cNvSpPr/>
              <p:nvPr/>
            </p:nvSpPr>
            <p:spPr>
              <a:xfrm>
                <a:off x="4246525" y="5710194"/>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E14EA809-15B0-789E-87C6-95B34BDD2193}"/>
                  </a:ext>
                </a:extLst>
              </p:cNvPr>
              <p:cNvSpPr/>
              <p:nvPr/>
            </p:nvSpPr>
            <p:spPr>
              <a:xfrm>
                <a:off x="4161408" y="4423909"/>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F18A965D-76D8-E88C-88BA-A613DAAD5B68}"/>
                  </a:ext>
                </a:extLst>
              </p:cNvPr>
              <p:cNvSpPr/>
              <p:nvPr/>
            </p:nvSpPr>
            <p:spPr>
              <a:xfrm>
                <a:off x="3582814" y="5718239"/>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FC60C30C-5B1C-0C16-FC58-CB262267FF8C}"/>
                  </a:ext>
                </a:extLst>
              </p:cNvPr>
              <p:cNvSpPr/>
              <p:nvPr/>
            </p:nvSpPr>
            <p:spPr>
              <a:xfrm>
                <a:off x="4254209" y="4817274"/>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9AFA951C-FAB4-80CD-7E98-FBCFD5A94D0E}"/>
                  </a:ext>
                </a:extLst>
              </p:cNvPr>
              <p:cNvSpPr/>
              <p:nvPr/>
            </p:nvSpPr>
            <p:spPr>
              <a:xfrm>
                <a:off x="3260564" y="4484887"/>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0D084B78-3D65-E69C-6C78-57E217D5FFD3}"/>
                  </a:ext>
                </a:extLst>
              </p:cNvPr>
              <p:cNvSpPr/>
              <p:nvPr/>
            </p:nvSpPr>
            <p:spPr>
              <a:xfrm>
                <a:off x="3052338" y="4735811"/>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5FADC497-0CA0-659D-43A0-7E531C267FAC}"/>
                  </a:ext>
                </a:extLst>
              </p:cNvPr>
              <p:cNvCxnSpPr>
                <a:cxnSpLocks/>
              </p:cNvCxnSpPr>
              <p:nvPr/>
            </p:nvCxnSpPr>
            <p:spPr>
              <a:xfrm flipV="1">
                <a:off x="2370095" y="3922776"/>
                <a:ext cx="1358558" cy="1694616"/>
              </a:xfrm>
              <a:prstGeom prst="line">
                <a:avLst/>
              </a:prstGeom>
              <a:ln w="57150">
                <a:solidFill>
                  <a:schemeClr val="tx2"/>
                </a:solidFill>
                <a:prstDash val="sysDot"/>
              </a:ln>
            </p:spPr>
            <p:style>
              <a:lnRef idx="1">
                <a:schemeClr val="accent1"/>
              </a:lnRef>
              <a:fillRef idx="0">
                <a:schemeClr val="accent1"/>
              </a:fillRef>
              <a:effectRef idx="0">
                <a:schemeClr val="accent1"/>
              </a:effectRef>
              <a:fontRef idx="minor">
                <a:schemeClr val="tx1"/>
              </a:fontRef>
            </p:style>
          </p:cxnSp>
        </p:grpSp>
        <p:sp>
          <p:nvSpPr>
            <p:cNvPr id="46" name="Rectangle 45">
              <a:extLst>
                <a:ext uri="{FF2B5EF4-FFF2-40B4-BE49-F238E27FC236}">
                  <a16:creationId xmlns:a16="http://schemas.microsoft.com/office/drawing/2014/main" id="{38EFEB94-760F-1AE8-DF0E-23473D5D84FA}"/>
                </a:ext>
              </a:extLst>
            </p:cNvPr>
            <p:cNvSpPr/>
            <p:nvPr/>
          </p:nvSpPr>
          <p:spPr>
            <a:xfrm>
              <a:off x="2360612" y="5943600"/>
              <a:ext cx="2209800" cy="78988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Iteration </a:t>
              </a:r>
              <a:r>
                <a:rPr lang="en-US" sz="1400" dirty="0">
                  <a:highlight>
                    <a:srgbClr val="000000"/>
                  </a:highlight>
                  <a:latin typeface="Arial" panose="020B0604020202020204" pitchFamily="34" charset="0"/>
                  <a:cs typeface="Arial" panose="020B0604020202020204" pitchFamily="34" charset="0"/>
                </a:rPr>
                <a:t> n </a:t>
              </a:r>
              <a:r>
                <a:rPr lang="en-US" sz="1400" dirty="0">
                  <a:latin typeface="Arial" panose="020B0604020202020204" pitchFamily="34" charset="0"/>
                  <a:cs typeface="Arial" panose="020B0604020202020204" pitchFamily="34" charset="0"/>
                </a:rPr>
                <a:t> : some green dots are </a:t>
              </a:r>
              <a:r>
                <a:rPr lang="en-US" sz="1400" b="1" dirty="0">
                  <a:solidFill>
                    <a:srgbClr val="FF0000"/>
                  </a:solidFill>
                  <a:latin typeface="Arial" panose="020B0604020202020204" pitchFamily="34" charset="0"/>
                  <a:cs typeface="Arial" panose="020B0604020202020204" pitchFamily="34" charset="0"/>
                </a:rPr>
                <a:t>not</a:t>
              </a:r>
              <a:r>
                <a:rPr lang="en-US" sz="1400" dirty="0">
                  <a:latin typeface="Arial" panose="020B0604020202020204" pitchFamily="34" charset="0"/>
                  <a:cs typeface="Arial" panose="020B0604020202020204" pitchFamily="34" charset="0"/>
                </a:rPr>
                <a:t> correctly classified</a:t>
              </a:r>
            </a:p>
          </p:txBody>
        </p:sp>
      </p:grpSp>
      <p:grpSp>
        <p:nvGrpSpPr>
          <p:cNvPr id="49" name="Group 48">
            <a:extLst>
              <a:ext uri="{FF2B5EF4-FFF2-40B4-BE49-F238E27FC236}">
                <a16:creationId xmlns:a16="http://schemas.microsoft.com/office/drawing/2014/main" id="{5A682FC5-B581-AACA-315B-E90A4881720E}"/>
              </a:ext>
            </a:extLst>
          </p:cNvPr>
          <p:cNvGrpSpPr/>
          <p:nvPr/>
        </p:nvGrpSpPr>
        <p:grpSpPr>
          <a:xfrm>
            <a:off x="4270662" y="3680514"/>
            <a:ext cx="2209800" cy="2999686"/>
            <a:chOff x="2360612" y="3733800"/>
            <a:chExt cx="2209800" cy="2999686"/>
          </a:xfrm>
        </p:grpSpPr>
        <p:grpSp>
          <p:nvGrpSpPr>
            <p:cNvPr id="50" name="Group 49">
              <a:extLst>
                <a:ext uri="{FF2B5EF4-FFF2-40B4-BE49-F238E27FC236}">
                  <a16:creationId xmlns:a16="http://schemas.microsoft.com/office/drawing/2014/main" id="{FEE44BAF-68C9-551C-636A-9CF80BAAED02}"/>
                </a:ext>
              </a:extLst>
            </p:cNvPr>
            <p:cNvGrpSpPr/>
            <p:nvPr/>
          </p:nvGrpSpPr>
          <p:grpSpPr>
            <a:xfrm>
              <a:off x="2360612" y="3733800"/>
              <a:ext cx="2209800" cy="2057400"/>
              <a:chOff x="2360612" y="3922776"/>
              <a:chExt cx="2209800" cy="2057400"/>
            </a:xfrm>
          </p:grpSpPr>
          <p:sp>
            <p:nvSpPr>
              <p:cNvPr id="52" name="Rectangle 51">
                <a:extLst>
                  <a:ext uri="{FF2B5EF4-FFF2-40B4-BE49-F238E27FC236}">
                    <a16:creationId xmlns:a16="http://schemas.microsoft.com/office/drawing/2014/main" id="{31591818-8604-F784-A6D0-B746A569418E}"/>
                  </a:ext>
                </a:extLst>
              </p:cNvPr>
              <p:cNvSpPr/>
              <p:nvPr/>
            </p:nvSpPr>
            <p:spPr>
              <a:xfrm>
                <a:off x="2360612" y="3922776"/>
                <a:ext cx="2209800" cy="2057400"/>
              </a:xfrm>
              <a:prstGeom prst="rect">
                <a:avLst/>
              </a:prstGeom>
              <a:ln w="571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3" name="Oval 52">
                <a:extLst>
                  <a:ext uri="{FF2B5EF4-FFF2-40B4-BE49-F238E27FC236}">
                    <a16:creationId xmlns:a16="http://schemas.microsoft.com/office/drawing/2014/main" id="{06464D75-8E6D-7600-E122-4A1A5623C87D}"/>
                  </a:ext>
                </a:extLst>
              </p:cNvPr>
              <p:cNvSpPr/>
              <p:nvPr/>
            </p:nvSpPr>
            <p:spPr>
              <a:xfrm>
                <a:off x="2970212" y="4267200"/>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5A4432C1-DFBC-247B-2350-7EC21335DFBF}"/>
                  </a:ext>
                </a:extLst>
              </p:cNvPr>
              <p:cNvSpPr/>
              <p:nvPr/>
            </p:nvSpPr>
            <p:spPr>
              <a:xfrm>
                <a:off x="2638605" y="4737853"/>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B8470DD6-407E-10DA-A526-7B3C12678864}"/>
                  </a:ext>
                </a:extLst>
              </p:cNvPr>
              <p:cNvSpPr/>
              <p:nvPr/>
            </p:nvSpPr>
            <p:spPr>
              <a:xfrm>
                <a:off x="3551808" y="4639056"/>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6D1DF716-0EC5-7D33-494F-6FCC34335218}"/>
                  </a:ext>
                </a:extLst>
              </p:cNvPr>
              <p:cNvSpPr/>
              <p:nvPr/>
            </p:nvSpPr>
            <p:spPr>
              <a:xfrm>
                <a:off x="3301997" y="4948655"/>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8DD49BC3-F2EC-4EC6-CD60-922AA6F88F7F}"/>
                  </a:ext>
                </a:extLst>
              </p:cNvPr>
              <p:cNvSpPr/>
              <p:nvPr/>
            </p:nvSpPr>
            <p:spPr>
              <a:xfrm>
                <a:off x="2591716" y="4261490"/>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3BA72C47-9CEB-2EF9-C015-6AD69B76F4D8}"/>
                  </a:ext>
                </a:extLst>
              </p:cNvPr>
              <p:cNvSpPr/>
              <p:nvPr/>
            </p:nvSpPr>
            <p:spPr>
              <a:xfrm>
                <a:off x="3152072" y="4021119"/>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BF3E4FD0-8D0A-AEFB-C9C4-B0B1B96EE146}"/>
                  </a:ext>
                </a:extLst>
              </p:cNvPr>
              <p:cNvSpPr/>
              <p:nvPr/>
            </p:nvSpPr>
            <p:spPr>
              <a:xfrm>
                <a:off x="3808412" y="4865062"/>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7DDED714-1E78-7929-CCE1-A65922D96492}"/>
                  </a:ext>
                </a:extLst>
              </p:cNvPr>
              <p:cNvSpPr/>
              <p:nvPr/>
            </p:nvSpPr>
            <p:spPr>
              <a:xfrm>
                <a:off x="3913813" y="5406590"/>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CC09FBFC-8713-1B62-0668-E5ABA788D3AF}"/>
                  </a:ext>
                </a:extLst>
              </p:cNvPr>
              <p:cNvSpPr/>
              <p:nvPr/>
            </p:nvSpPr>
            <p:spPr>
              <a:xfrm>
                <a:off x="3597610" y="5257800"/>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59DD047E-2276-F915-9983-E7E899D77AF5}"/>
                  </a:ext>
                </a:extLst>
              </p:cNvPr>
              <p:cNvSpPr/>
              <p:nvPr/>
            </p:nvSpPr>
            <p:spPr>
              <a:xfrm>
                <a:off x="4246525" y="5710194"/>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Oval 62">
                <a:extLst>
                  <a:ext uri="{FF2B5EF4-FFF2-40B4-BE49-F238E27FC236}">
                    <a16:creationId xmlns:a16="http://schemas.microsoft.com/office/drawing/2014/main" id="{AE97CBB2-B7D6-9E24-6202-25C62A46D47B}"/>
                  </a:ext>
                </a:extLst>
              </p:cNvPr>
              <p:cNvSpPr/>
              <p:nvPr/>
            </p:nvSpPr>
            <p:spPr>
              <a:xfrm>
                <a:off x="4161408" y="4423909"/>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1C0EB5F4-84A3-6598-EE05-F762328021D9}"/>
                  </a:ext>
                </a:extLst>
              </p:cNvPr>
              <p:cNvSpPr/>
              <p:nvPr/>
            </p:nvSpPr>
            <p:spPr>
              <a:xfrm>
                <a:off x="3582814" y="5718239"/>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C3AB2372-A4A5-778C-CC50-F7041E5D6CBF}"/>
                  </a:ext>
                </a:extLst>
              </p:cNvPr>
              <p:cNvSpPr/>
              <p:nvPr/>
            </p:nvSpPr>
            <p:spPr>
              <a:xfrm>
                <a:off x="4254209" y="4817274"/>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3BB87AA3-D02E-C5ED-9E05-7ABA79F5A661}"/>
                  </a:ext>
                </a:extLst>
              </p:cNvPr>
              <p:cNvSpPr/>
              <p:nvPr/>
            </p:nvSpPr>
            <p:spPr>
              <a:xfrm>
                <a:off x="3260564" y="4484887"/>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873D2FB1-7914-EB3B-2368-837EFCD4CCE2}"/>
                  </a:ext>
                </a:extLst>
              </p:cNvPr>
              <p:cNvSpPr/>
              <p:nvPr/>
            </p:nvSpPr>
            <p:spPr>
              <a:xfrm>
                <a:off x="3052338" y="4735811"/>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8" name="Straight Connector 67">
                <a:extLst>
                  <a:ext uri="{FF2B5EF4-FFF2-40B4-BE49-F238E27FC236}">
                    <a16:creationId xmlns:a16="http://schemas.microsoft.com/office/drawing/2014/main" id="{409F81CB-5EA3-71EE-98AA-9870E6E06BCD}"/>
                  </a:ext>
                </a:extLst>
              </p:cNvPr>
              <p:cNvCxnSpPr>
                <a:cxnSpLocks/>
              </p:cNvCxnSpPr>
              <p:nvPr/>
            </p:nvCxnSpPr>
            <p:spPr>
              <a:xfrm flipV="1">
                <a:off x="2388785" y="3922776"/>
                <a:ext cx="1735830" cy="2057400"/>
              </a:xfrm>
              <a:prstGeom prst="line">
                <a:avLst/>
              </a:prstGeom>
              <a:ln w="57150">
                <a:solidFill>
                  <a:schemeClr val="tx2"/>
                </a:solidFill>
                <a:prstDash val="sysDot"/>
              </a:ln>
            </p:spPr>
            <p:style>
              <a:lnRef idx="1">
                <a:schemeClr val="accent1"/>
              </a:lnRef>
              <a:fillRef idx="0">
                <a:schemeClr val="accent1"/>
              </a:fillRef>
              <a:effectRef idx="0">
                <a:schemeClr val="accent1"/>
              </a:effectRef>
              <a:fontRef idx="minor">
                <a:schemeClr val="tx1"/>
              </a:fontRef>
            </p:style>
          </p:cxnSp>
        </p:grpSp>
        <p:sp>
          <p:nvSpPr>
            <p:cNvPr id="51" name="Rectangle 50">
              <a:extLst>
                <a:ext uri="{FF2B5EF4-FFF2-40B4-BE49-F238E27FC236}">
                  <a16:creationId xmlns:a16="http://schemas.microsoft.com/office/drawing/2014/main" id="{ECDC1EDD-63E1-7276-2398-644EF3AECC58}"/>
                </a:ext>
              </a:extLst>
            </p:cNvPr>
            <p:cNvSpPr/>
            <p:nvPr/>
          </p:nvSpPr>
          <p:spPr>
            <a:xfrm>
              <a:off x="2360612" y="5943600"/>
              <a:ext cx="2209800" cy="78988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Iteration </a:t>
              </a:r>
              <a:r>
                <a:rPr lang="en-US" sz="1400" dirty="0">
                  <a:highlight>
                    <a:srgbClr val="000000"/>
                  </a:highlight>
                  <a:latin typeface="Arial" panose="020B0604020202020204" pitchFamily="34" charset="0"/>
                  <a:cs typeface="Arial" panose="020B0604020202020204" pitchFamily="34" charset="0"/>
                </a:rPr>
                <a:t> n+1 </a:t>
              </a:r>
              <a:r>
                <a:rPr lang="en-US" sz="1400" dirty="0">
                  <a:latin typeface="Arial" panose="020B0604020202020204" pitchFamily="34" charset="0"/>
                  <a:cs typeface="Arial" panose="020B0604020202020204" pitchFamily="34" charset="0"/>
                </a:rPr>
                <a:t> : some red and green dots are </a:t>
              </a:r>
              <a:r>
                <a:rPr lang="en-US" sz="1400" b="1" dirty="0">
                  <a:solidFill>
                    <a:srgbClr val="FF0000"/>
                  </a:solidFill>
                  <a:latin typeface="Arial" panose="020B0604020202020204" pitchFamily="34" charset="0"/>
                  <a:cs typeface="Arial" panose="020B0604020202020204" pitchFamily="34" charset="0"/>
                </a:rPr>
                <a:t>not</a:t>
              </a:r>
              <a:r>
                <a:rPr lang="en-US" sz="1400" dirty="0">
                  <a:latin typeface="Arial" panose="020B0604020202020204" pitchFamily="34" charset="0"/>
                  <a:cs typeface="Arial" panose="020B0604020202020204" pitchFamily="34" charset="0"/>
                </a:rPr>
                <a:t> correctly classified</a:t>
              </a:r>
            </a:p>
          </p:txBody>
        </p:sp>
      </p:grpSp>
      <p:grpSp>
        <p:nvGrpSpPr>
          <p:cNvPr id="71" name="Group 70">
            <a:extLst>
              <a:ext uri="{FF2B5EF4-FFF2-40B4-BE49-F238E27FC236}">
                <a16:creationId xmlns:a16="http://schemas.microsoft.com/office/drawing/2014/main" id="{B1C6A155-7A41-0080-59B3-7E23E3D16BB8}"/>
              </a:ext>
            </a:extLst>
          </p:cNvPr>
          <p:cNvGrpSpPr/>
          <p:nvPr/>
        </p:nvGrpSpPr>
        <p:grpSpPr>
          <a:xfrm>
            <a:off x="6637912" y="3680514"/>
            <a:ext cx="2209800" cy="2999686"/>
            <a:chOff x="2360612" y="3733800"/>
            <a:chExt cx="2209800" cy="2999686"/>
          </a:xfrm>
        </p:grpSpPr>
        <p:grpSp>
          <p:nvGrpSpPr>
            <p:cNvPr id="72" name="Group 71">
              <a:extLst>
                <a:ext uri="{FF2B5EF4-FFF2-40B4-BE49-F238E27FC236}">
                  <a16:creationId xmlns:a16="http://schemas.microsoft.com/office/drawing/2014/main" id="{F6C60EFA-0DF1-DFBD-897B-4B2159A57A04}"/>
                </a:ext>
              </a:extLst>
            </p:cNvPr>
            <p:cNvGrpSpPr/>
            <p:nvPr/>
          </p:nvGrpSpPr>
          <p:grpSpPr>
            <a:xfrm>
              <a:off x="2360612" y="3733800"/>
              <a:ext cx="2209800" cy="2057400"/>
              <a:chOff x="2360612" y="3922776"/>
              <a:chExt cx="2209800" cy="2057400"/>
            </a:xfrm>
          </p:grpSpPr>
          <p:sp>
            <p:nvSpPr>
              <p:cNvPr id="74" name="Rectangle 73">
                <a:extLst>
                  <a:ext uri="{FF2B5EF4-FFF2-40B4-BE49-F238E27FC236}">
                    <a16:creationId xmlns:a16="http://schemas.microsoft.com/office/drawing/2014/main" id="{39A5A71A-9913-422E-6005-F1331E6A01CD}"/>
                  </a:ext>
                </a:extLst>
              </p:cNvPr>
              <p:cNvSpPr/>
              <p:nvPr/>
            </p:nvSpPr>
            <p:spPr>
              <a:xfrm>
                <a:off x="2360612" y="3922776"/>
                <a:ext cx="2209800" cy="2057400"/>
              </a:xfrm>
              <a:prstGeom prst="rect">
                <a:avLst/>
              </a:prstGeom>
              <a:ln w="571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 name="Oval 74">
                <a:extLst>
                  <a:ext uri="{FF2B5EF4-FFF2-40B4-BE49-F238E27FC236}">
                    <a16:creationId xmlns:a16="http://schemas.microsoft.com/office/drawing/2014/main" id="{FC536E88-DE99-C1CE-7933-27B1C18BB748}"/>
                  </a:ext>
                </a:extLst>
              </p:cNvPr>
              <p:cNvSpPr/>
              <p:nvPr/>
            </p:nvSpPr>
            <p:spPr>
              <a:xfrm>
                <a:off x="2970212" y="4267200"/>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4887DCBB-733E-6481-5104-CF5A05DA4874}"/>
                  </a:ext>
                </a:extLst>
              </p:cNvPr>
              <p:cNvSpPr/>
              <p:nvPr/>
            </p:nvSpPr>
            <p:spPr>
              <a:xfrm>
                <a:off x="2638605" y="4737853"/>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AF4BA5F6-9E6C-ACB7-194A-1B1BDE59432E}"/>
                  </a:ext>
                </a:extLst>
              </p:cNvPr>
              <p:cNvSpPr/>
              <p:nvPr/>
            </p:nvSpPr>
            <p:spPr>
              <a:xfrm>
                <a:off x="3551808" y="4639056"/>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98221B2E-B6A3-32CB-8E63-5E171D0F4063}"/>
                  </a:ext>
                </a:extLst>
              </p:cNvPr>
              <p:cNvSpPr/>
              <p:nvPr/>
            </p:nvSpPr>
            <p:spPr>
              <a:xfrm>
                <a:off x="3301997" y="4948655"/>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5367802B-8ED8-FC89-40F6-1AC41B6FA608}"/>
                  </a:ext>
                </a:extLst>
              </p:cNvPr>
              <p:cNvSpPr/>
              <p:nvPr/>
            </p:nvSpPr>
            <p:spPr>
              <a:xfrm>
                <a:off x="2591716" y="4261490"/>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0B24A38F-8307-056B-CA3A-B985DE80B24D}"/>
                  </a:ext>
                </a:extLst>
              </p:cNvPr>
              <p:cNvSpPr/>
              <p:nvPr/>
            </p:nvSpPr>
            <p:spPr>
              <a:xfrm>
                <a:off x="3152072" y="4021119"/>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A3F64AA5-C872-8383-5D7C-21E5B14785FA}"/>
                  </a:ext>
                </a:extLst>
              </p:cNvPr>
              <p:cNvSpPr/>
              <p:nvPr/>
            </p:nvSpPr>
            <p:spPr>
              <a:xfrm>
                <a:off x="3808412" y="4865062"/>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D6BE16DF-BBAF-978E-0720-ACD7B625CE12}"/>
                  </a:ext>
                </a:extLst>
              </p:cNvPr>
              <p:cNvSpPr/>
              <p:nvPr/>
            </p:nvSpPr>
            <p:spPr>
              <a:xfrm>
                <a:off x="3913813" y="5406590"/>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88DB4673-987D-381B-C9DB-1BFCC80C2953}"/>
                  </a:ext>
                </a:extLst>
              </p:cNvPr>
              <p:cNvSpPr/>
              <p:nvPr/>
            </p:nvSpPr>
            <p:spPr>
              <a:xfrm>
                <a:off x="3597610" y="5257800"/>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A7B32581-AF0F-AEA0-234A-D6AF4EDC4665}"/>
                  </a:ext>
                </a:extLst>
              </p:cNvPr>
              <p:cNvSpPr/>
              <p:nvPr/>
            </p:nvSpPr>
            <p:spPr>
              <a:xfrm>
                <a:off x="4246525" y="5710194"/>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Oval 84">
                <a:extLst>
                  <a:ext uri="{FF2B5EF4-FFF2-40B4-BE49-F238E27FC236}">
                    <a16:creationId xmlns:a16="http://schemas.microsoft.com/office/drawing/2014/main" id="{09E4ED74-39B5-722B-BD83-2021CA43B127}"/>
                  </a:ext>
                </a:extLst>
              </p:cNvPr>
              <p:cNvSpPr/>
              <p:nvPr/>
            </p:nvSpPr>
            <p:spPr>
              <a:xfrm>
                <a:off x="4161408" y="4423909"/>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4BC552E3-9E52-E622-0B8F-40AB8C852C75}"/>
                  </a:ext>
                </a:extLst>
              </p:cNvPr>
              <p:cNvSpPr/>
              <p:nvPr/>
            </p:nvSpPr>
            <p:spPr>
              <a:xfrm>
                <a:off x="3582814" y="5718239"/>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6AD20001-044B-D50F-0722-A5CB3A91E649}"/>
                  </a:ext>
                </a:extLst>
              </p:cNvPr>
              <p:cNvSpPr/>
              <p:nvPr/>
            </p:nvSpPr>
            <p:spPr>
              <a:xfrm>
                <a:off x="4254209" y="4817274"/>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6F2F4F1F-1801-BA35-4795-B229BC2210C2}"/>
                  </a:ext>
                </a:extLst>
              </p:cNvPr>
              <p:cNvSpPr/>
              <p:nvPr/>
            </p:nvSpPr>
            <p:spPr>
              <a:xfrm>
                <a:off x="3260564" y="4484887"/>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753C3F7C-7CFA-93F7-5F97-DE93C1F28B8C}"/>
                  </a:ext>
                </a:extLst>
              </p:cNvPr>
              <p:cNvSpPr/>
              <p:nvPr/>
            </p:nvSpPr>
            <p:spPr>
              <a:xfrm>
                <a:off x="3052338" y="4735811"/>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0" name="Straight Connector 89">
                <a:extLst>
                  <a:ext uri="{FF2B5EF4-FFF2-40B4-BE49-F238E27FC236}">
                    <a16:creationId xmlns:a16="http://schemas.microsoft.com/office/drawing/2014/main" id="{2FB26E1C-9A4C-4417-7FF6-83326B1BAAA9}"/>
                  </a:ext>
                </a:extLst>
              </p:cNvPr>
              <p:cNvCxnSpPr>
                <a:cxnSpLocks/>
              </p:cNvCxnSpPr>
              <p:nvPr/>
            </p:nvCxnSpPr>
            <p:spPr>
              <a:xfrm flipV="1">
                <a:off x="2926635" y="4021119"/>
                <a:ext cx="1643777" cy="1959057"/>
              </a:xfrm>
              <a:prstGeom prst="line">
                <a:avLst/>
              </a:prstGeom>
              <a:ln w="57150">
                <a:solidFill>
                  <a:schemeClr val="tx2"/>
                </a:solidFill>
                <a:prstDash val="sysDot"/>
              </a:ln>
            </p:spPr>
            <p:style>
              <a:lnRef idx="1">
                <a:schemeClr val="accent1"/>
              </a:lnRef>
              <a:fillRef idx="0">
                <a:schemeClr val="accent1"/>
              </a:fillRef>
              <a:effectRef idx="0">
                <a:schemeClr val="accent1"/>
              </a:effectRef>
              <a:fontRef idx="minor">
                <a:schemeClr val="tx1"/>
              </a:fontRef>
            </p:style>
          </p:cxnSp>
        </p:grpSp>
        <p:sp>
          <p:nvSpPr>
            <p:cNvPr id="73" name="Rectangle 72">
              <a:extLst>
                <a:ext uri="{FF2B5EF4-FFF2-40B4-BE49-F238E27FC236}">
                  <a16:creationId xmlns:a16="http://schemas.microsoft.com/office/drawing/2014/main" id="{14B7CEA5-0A7F-1EDD-ADBE-6B9E7ECC555A}"/>
                </a:ext>
              </a:extLst>
            </p:cNvPr>
            <p:cNvSpPr/>
            <p:nvPr/>
          </p:nvSpPr>
          <p:spPr>
            <a:xfrm>
              <a:off x="2360612" y="5943600"/>
              <a:ext cx="2209800" cy="78988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Iteration </a:t>
              </a:r>
              <a:r>
                <a:rPr lang="en-US" sz="1400" dirty="0">
                  <a:highlight>
                    <a:srgbClr val="000000"/>
                  </a:highlight>
                  <a:latin typeface="Arial" panose="020B0604020202020204" pitchFamily="34" charset="0"/>
                  <a:cs typeface="Arial" panose="020B0604020202020204" pitchFamily="34" charset="0"/>
                </a:rPr>
                <a:t> n+2 </a:t>
              </a:r>
              <a:r>
                <a:rPr lang="en-US" sz="1400" dirty="0">
                  <a:latin typeface="Arial" panose="020B0604020202020204" pitchFamily="34" charset="0"/>
                  <a:cs typeface="Arial" panose="020B0604020202020204" pitchFamily="34" charset="0"/>
                </a:rPr>
                <a:t> : some red dots are </a:t>
              </a:r>
              <a:r>
                <a:rPr lang="en-US" sz="1400" b="1" dirty="0">
                  <a:solidFill>
                    <a:srgbClr val="FF0000"/>
                  </a:solidFill>
                  <a:latin typeface="Arial" panose="020B0604020202020204" pitchFamily="34" charset="0"/>
                  <a:cs typeface="Arial" panose="020B0604020202020204" pitchFamily="34" charset="0"/>
                </a:rPr>
                <a:t>not</a:t>
              </a:r>
              <a:r>
                <a:rPr lang="en-US" sz="1400" dirty="0">
                  <a:latin typeface="Arial" panose="020B0604020202020204" pitchFamily="34" charset="0"/>
                  <a:cs typeface="Arial" panose="020B0604020202020204" pitchFamily="34" charset="0"/>
                </a:rPr>
                <a:t> correctly classified</a:t>
              </a:r>
            </a:p>
          </p:txBody>
        </p:sp>
      </p:grpSp>
      <p:grpSp>
        <p:nvGrpSpPr>
          <p:cNvPr id="94" name="Group 93">
            <a:extLst>
              <a:ext uri="{FF2B5EF4-FFF2-40B4-BE49-F238E27FC236}">
                <a16:creationId xmlns:a16="http://schemas.microsoft.com/office/drawing/2014/main" id="{F7811B0C-28B8-ED51-FB7E-087DAB9B3C78}"/>
              </a:ext>
            </a:extLst>
          </p:cNvPr>
          <p:cNvGrpSpPr/>
          <p:nvPr/>
        </p:nvGrpSpPr>
        <p:grpSpPr>
          <a:xfrm>
            <a:off x="9005162" y="3680514"/>
            <a:ext cx="2209800" cy="2999686"/>
            <a:chOff x="2360612" y="3733800"/>
            <a:chExt cx="2209800" cy="2999686"/>
          </a:xfrm>
        </p:grpSpPr>
        <p:grpSp>
          <p:nvGrpSpPr>
            <p:cNvPr id="95" name="Group 94">
              <a:extLst>
                <a:ext uri="{FF2B5EF4-FFF2-40B4-BE49-F238E27FC236}">
                  <a16:creationId xmlns:a16="http://schemas.microsoft.com/office/drawing/2014/main" id="{7F968308-E110-96CF-26B2-725F152457F3}"/>
                </a:ext>
              </a:extLst>
            </p:cNvPr>
            <p:cNvGrpSpPr/>
            <p:nvPr/>
          </p:nvGrpSpPr>
          <p:grpSpPr>
            <a:xfrm>
              <a:off x="2360612" y="3733800"/>
              <a:ext cx="2209800" cy="2057400"/>
              <a:chOff x="2360612" y="3922776"/>
              <a:chExt cx="2209800" cy="2057400"/>
            </a:xfrm>
          </p:grpSpPr>
          <p:sp>
            <p:nvSpPr>
              <p:cNvPr id="97" name="Rectangle 96">
                <a:extLst>
                  <a:ext uri="{FF2B5EF4-FFF2-40B4-BE49-F238E27FC236}">
                    <a16:creationId xmlns:a16="http://schemas.microsoft.com/office/drawing/2014/main" id="{13721D18-5691-BAF1-1CA7-1564A6CC5AE7}"/>
                  </a:ext>
                </a:extLst>
              </p:cNvPr>
              <p:cNvSpPr/>
              <p:nvPr/>
            </p:nvSpPr>
            <p:spPr>
              <a:xfrm>
                <a:off x="2360612" y="3922776"/>
                <a:ext cx="2209800" cy="2057400"/>
              </a:xfrm>
              <a:prstGeom prst="rect">
                <a:avLst/>
              </a:prstGeom>
              <a:ln w="571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8" name="Oval 97">
                <a:extLst>
                  <a:ext uri="{FF2B5EF4-FFF2-40B4-BE49-F238E27FC236}">
                    <a16:creationId xmlns:a16="http://schemas.microsoft.com/office/drawing/2014/main" id="{E957FE02-5C0A-1406-E8C6-EF72B396C8A8}"/>
                  </a:ext>
                </a:extLst>
              </p:cNvPr>
              <p:cNvSpPr/>
              <p:nvPr/>
            </p:nvSpPr>
            <p:spPr>
              <a:xfrm>
                <a:off x="2970212" y="4267200"/>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A9730EFD-BECD-609B-D999-1240694A82AC}"/>
                  </a:ext>
                </a:extLst>
              </p:cNvPr>
              <p:cNvSpPr/>
              <p:nvPr/>
            </p:nvSpPr>
            <p:spPr>
              <a:xfrm>
                <a:off x="2638605" y="4737853"/>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FEC5D07C-054F-99C6-D748-B7A51C781329}"/>
                  </a:ext>
                </a:extLst>
              </p:cNvPr>
              <p:cNvSpPr/>
              <p:nvPr/>
            </p:nvSpPr>
            <p:spPr>
              <a:xfrm>
                <a:off x="3551808" y="4639056"/>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5DC68540-EDA7-F910-FA08-BAF3313904B7}"/>
                  </a:ext>
                </a:extLst>
              </p:cNvPr>
              <p:cNvSpPr/>
              <p:nvPr/>
            </p:nvSpPr>
            <p:spPr>
              <a:xfrm>
                <a:off x="3301997" y="4948655"/>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3B90C0E0-E314-920B-E82B-8E8F6EAE468D}"/>
                  </a:ext>
                </a:extLst>
              </p:cNvPr>
              <p:cNvSpPr/>
              <p:nvPr/>
            </p:nvSpPr>
            <p:spPr>
              <a:xfrm>
                <a:off x="2591716" y="4261490"/>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a:extLst>
                  <a:ext uri="{FF2B5EF4-FFF2-40B4-BE49-F238E27FC236}">
                    <a16:creationId xmlns:a16="http://schemas.microsoft.com/office/drawing/2014/main" id="{027500B9-B378-2F40-F8E5-82A1D0BFD1FC}"/>
                  </a:ext>
                </a:extLst>
              </p:cNvPr>
              <p:cNvSpPr/>
              <p:nvPr/>
            </p:nvSpPr>
            <p:spPr>
              <a:xfrm>
                <a:off x="3152072" y="4021119"/>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2EABA018-CD00-E5B7-6B17-398D97280700}"/>
                  </a:ext>
                </a:extLst>
              </p:cNvPr>
              <p:cNvSpPr/>
              <p:nvPr/>
            </p:nvSpPr>
            <p:spPr>
              <a:xfrm>
                <a:off x="3808412" y="4865062"/>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CA432E6A-A2C9-4E28-4DCC-BABBA916E5D0}"/>
                  </a:ext>
                </a:extLst>
              </p:cNvPr>
              <p:cNvSpPr/>
              <p:nvPr/>
            </p:nvSpPr>
            <p:spPr>
              <a:xfrm>
                <a:off x="3913813" y="5406590"/>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74601C8E-28C5-401D-C3C7-DB84DCD607D0}"/>
                  </a:ext>
                </a:extLst>
              </p:cNvPr>
              <p:cNvSpPr/>
              <p:nvPr/>
            </p:nvSpPr>
            <p:spPr>
              <a:xfrm>
                <a:off x="3597610" y="5257800"/>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09DA772C-E9CD-7DC6-B339-DB9DB40CEF35}"/>
                  </a:ext>
                </a:extLst>
              </p:cNvPr>
              <p:cNvSpPr/>
              <p:nvPr/>
            </p:nvSpPr>
            <p:spPr>
              <a:xfrm>
                <a:off x="4246525" y="5710194"/>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8" name="Oval 107">
                <a:extLst>
                  <a:ext uri="{FF2B5EF4-FFF2-40B4-BE49-F238E27FC236}">
                    <a16:creationId xmlns:a16="http://schemas.microsoft.com/office/drawing/2014/main" id="{2536C54E-574D-BB15-5768-B31BD575D4CE}"/>
                  </a:ext>
                </a:extLst>
              </p:cNvPr>
              <p:cNvSpPr/>
              <p:nvPr/>
            </p:nvSpPr>
            <p:spPr>
              <a:xfrm>
                <a:off x="4161408" y="4423909"/>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62E9D51A-9BA4-9922-6727-2CD0D7CF3FCE}"/>
                  </a:ext>
                </a:extLst>
              </p:cNvPr>
              <p:cNvSpPr/>
              <p:nvPr/>
            </p:nvSpPr>
            <p:spPr>
              <a:xfrm>
                <a:off x="3582814" y="5718239"/>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16EC6FB4-4309-C427-7BA2-6BE63E170BFC}"/>
                  </a:ext>
                </a:extLst>
              </p:cNvPr>
              <p:cNvSpPr/>
              <p:nvPr/>
            </p:nvSpPr>
            <p:spPr>
              <a:xfrm>
                <a:off x="4254209" y="4817274"/>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F66DC46F-6A7E-BC69-331A-25E103DFB355}"/>
                  </a:ext>
                </a:extLst>
              </p:cNvPr>
              <p:cNvSpPr/>
              <p:nvPr/>
            </p:nvSpPr>
            <p:spPr>
              <a:xfrm>
                <a:off x="3260564" y="4484887"/>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40D2823B-98A6-32BC-0C6B-61D2628D6262}"/>
                  </a:ext>
                </a:extLst>
              </p:cNvPr>
              <p:cNvSpPr/>
              <p:nvPr/>
            </p:nvSpPr>
            <p:spPr>
              <a:xfrm>
                <a:off x="3052338" y="4735811"/>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3" name="Straight Connector 112">
                <a:extLst>
                  <a:ext uri="{FF2B5EF4-FFF2-40B4-BE49-F238E27FC236}">
                    <a16:creationId xmlns:a16="http://schemas.microsoft.com/office/drawing/2014/main" id="{DBE7781C-B30D-0391-60A0-C3850ACC21BF}"/>
                  </a:ext>
                </a:extLst>
              </p:cNvPr>
              <p:cNvCxnSpPr>
                <a:cxnSpLocks/>
              </p:cNvCxnSpPr>
              <p:nvPr/>
            </p:nvCxnSpPr>
            <p:spPr>
              <a:xfrm flipV="1">
                <a:off x="2862930" y="3922776"/>
                <a:ext cx="937798" cy="2057400"/>
              </a:xfrm>
              <a:prstGeom prst="line">
                <a:avLst/>
              </a:prstGeom>
              <a:ln w="57150">
                <a:solidFill>
                  <a:schemeClr val="tx2"/>
                </a:solidFill>
                <a:prstDash val="sysDot"/>
              </a:ln>
            </p:spPr>
            <p:style>
              <a:lnRef idx="1">
                <a:schemeClr val="accent1"/>
              </a:lnRef>
              <a:fillRef idx="0">
                <a:schemeClr val="accent1"/>
              </a:fillRef>
              <a:effectRef idx="0">
                <a:schemeClr val="accent1"/>
              </a:effectRef>
              <a:fontRef idx="minor">
                <a:schemeClr val="tx1"/>
              </a:fontRef>
            </p:style>
          </p:cxnSp>
        </p:grpSp>
        <p:sp>
          <p:nvSpPr>
            <p:cNvPr id="96" name="Rectangle 95">
              <a:extLst>
                <a:ext uri="{FF2B5EF4-FFF2-40B4-BE49-F238E27FC236}">
                  <a16:creationId xmlns:a16="http://schemas.microsoft.com/office/drawing/2014/main" id="{86511C96-E7AB-88F3-274F-C62FD9760352}"/>
                </a:ext>
              </a:extLst>
            </p:cNvPr>
            <p:cNvSpPr/>
            <p:nvPr/>
          </p:nvSpPr>
          <p:spPr>
            <a:xfrm>
              <a:off x="2360612" y="5943600"/>
              <a:ext cx="2209800" cy="78988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Iteration </a:t>
              </a:r>
              <a:r>
                <a:rPr lang="en-US" sz="1400" dirty="0">
                  <a:highlight>
                    <a:srgbClr val="000000"/>
                  </a:highlight>
                  <a:latin typeface="Arial" panose="020B0604020202020204" pitchFamily="34" charset="0"/>
                  <a:cs typeface="Arial" panose="020B0604020202020204" pitchFamily="34" charset="0"/>
                </a:rPr>
                <a:t> n+3 </a:t>
              </a:r>
              <a:r>
                <a:rPr lang="en-US" sz="1400" dirty="0">
                  <a:latin typeface="Arial" panose="020B0604020202020204" pitchFamily="34" charset="0"/>
                  <a:cs typeface="Arial" panose="020B0604020202020204" pitchFamily="34" charset="0"/>
                </a:rPr>
                <a:t> : some red and green dots are </a:t>
              </a:r>
              <a:r>
                <a:rPr lang="en-US" sz="1400" b="1" dirty="0">
                  <a:solidFill>
                    <a:srgbClr val="FF0000"/>
                  </a:solidFill>
                  <a:latin typeface="Arial" panose="020B0604020202020204" pitchFamily="34" charset="0"/>
                  <a:cs typeface="Arial" panose="020B0604020202020204" pitchFamily="34" charset="0"/>
                </a:rPr>
                <a:t>not</a:t>
              </a:r>
              <a:r>
                <a:rPr lang="en-US" sz="1400" dirty="0">
                  <a:latin typeface="Arial" panose="020B0604020202020204" pitchFamily="34" charset="0"/>
                  <a:cs typeface="Arial" panose="020B0604020202020204" pitchFamily="34" charset="0"/>
                </a:rPr>
                <a:t> correctly classified</a:t>
              </a:r>
            </a:p>
          </p:txBody>
        </p:sp>
      </p:grpSp>
    </p:spTree>
    <p:extLst>
      <p:ext uri="{BB962C8B-B14F-4D97-AF65-F5344CB8AC3E}">
        <p14:creationId xmlns:p14="http://schemas.microsoft.com/office/powerpoint/2010/main" val="2832268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additive="base">
                                        <p:cTn id="7" dur="500" fill="hold"/>
                                        <p:tgtEl>
                                          <p:spTgt spid="47"/>
                                        </p:tgtEl>
                                        <p:attrNameLst>
                                          <p:attrName>ppt_x</p:attrName>
                                        </p:attrNameLst>
                                      </p:cBhvr>
                                      <p:tavLst>
                                        <p:tav tm="0">
                                          <p:val>
                                            <p:strVal val="#ppt_x"/>
                                          </p:val>
                                        </p:tav>
                                        <p:tav tm="100000">
                                          <p:val>
                                            <p:strVal val="#ppt_x"/>
                                          </p:val>
                                        </p:tav>
                                      </p:tavLst>
                                    </p:anim>
                                    <p:anim calcmode="lin" valueType="num">
                                      <p:cBhvr additive="base">
                                        <p:cTn id="8"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9"/>
                                        </p:tgtEl>
                                        <p:attrNameLst>
                                          <p:attrName>style.visibility</p:attrName>
                                        </p:attrNameLst>
                                      </p:cBhvr>
                                      <p:to>
                                        <p:strVal val="visible"/>
                                      </p:to>
                                    </p:set>
                                    <p:anim calcmode="lin" valueType="num">
                                      <p:cBhvr additive="base">
                                        <p:cTn id="13" dur="500" fill="hold"/>
                                        <p:tgtEl>
                                          <p:spTgt spid="49"/>
                                        </p:tgtEl>
                                        <p:attrNameLst>
                                          <p:attrName>ppt_x</p:attrName>
                                        </p:attrNameLst>
                                      </p:cBhvr>
                                      <p:tavLst>
                                        <p:tav tm="0">
                                          <p:val>
                                            <p:strVal val="#ppt_x"/>
                                          </p:val>
                                        </p:tav>
                                        <p:tav tm="100000">
                                          <p:val>
                                            <p:strVal val="#ppt_x"/>
                                          </p:val>
                                        </p:tav>
                                      </p:tavLst>
                                    </p:anim>
                                    <p:anim calcmode="lin" valueType="num">
                                      <p:cBhvr additive="base">
                                        <p:cTn id="14"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1"/>
                                        </p:tgtEl>
                                        <p:attrNameLst>
                                          <p:attrName>style.visibility</p:attrName>
                                        </p:attrNameLst>
                                      </p:cBhvr>
                                      <p:to>
                                        <p:strVal val="visible"/>
                                      </p:to>
                                    </p:set>
                                    <p:anim calcmode="lin" valueType="num">
                                      <p:cBhvr additive="base">
                                        <p:cTn id="19" dur="500" fill="hold"/>
                                        <p:tgtEl>
                                          <p:spTgt spid="71"/>
                                        </p:tgtEl>
                                        <p:attrNameLst>
                                          <p:attrName>ppt_x</p:attrName>
                                        </p:attrNameLst>
                                      </p:cBhvr>
                                      <p:tavLst>
                                        <p:tav tm="0">
                                          <p:val>
                                            <p:strVal val="#ppt_x"/>
                                          </p:val>
                                        </p:tav>
                                        <p:tav tm="100000">
                                          <p:val>
                                            <p:strVal val="#ppt_x"/>
                                          </p:val>
                                        </p:tav>
                                      </p:tavLst>
                                    </p:anim>
                                    <p:anim calcmode="lin" valueType="num">
                                      <p:cBhvr additive="base">
                                        <p:cTn id="20" dur="500" fill="hold"/>
                                        <p:tgtEl>
                                          <p:spTgt spid="7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4"/>
                                        </p:tgtEl>
                                        <p:attrNameLst>
                                          <p:attrName>style.visibility</p:attrName>
                                        </p:attrNameLst>
                                      </p:cBhvr>
                                      <p:to>
                                        <p:strVal val="visible"/>
                                      </p:to>
                                    </p:set>
                                    <p:anim calcmode="lin" valueType="num">
                                      <p:cBhvr additive="base">
                                        <p:cTn id="25" dur="500" fill="hold"/>
                                        <p:tgtEl>
                                          <p:spTgt spid="94"/>
                                        </p:tgtEl>
                                        <p:attrNameLst>
                                          <p:attrName>ppt_x</p:attrName>
                                        </p:attrNameLst>
                                      </p:cBhvr>
                                      <p:tavLst>
                                        <p:tav tm="0">
                                          <p:val>
                                            <p:strVal val="#ppt_x"/>
                                          </p:val>
                                        </p:tav>
                                        <p:tav tm="100000">
                                          <p:val>
                                            <p:strVal val="#ppt_x"/>
                                          </p:val>
                                        </p:tav>
                                      </p:tavLst>
                                    </p:anim>
                                    <p:anim calcmode="lin" valueType="num">
                                      <p:cBhvr additive="base">
                                        <p:cTn id="26" dur="500" fill="hold"/>
                                        <p:tgtEl>
                                          <p:spTgt spid="9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Adaline perceptron</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pPr marL="0" indent="0">
              <a:buNone/>
            </a:pPr>
            <a:r>
              <a:rPr lang="en-US" dirty="0">
                <a:latin typeface="Arial" panose="020B0604020202020204" pitchFamily="34" charset="0"/>
                <a:cs typeface="Arial" panose="020B0604020202020204" pitchFamily="34" charset="0"/>
              </a:rPr>
              <a:t>The training algorithm as discussed up to this moment has some limitations:</a:t>
            </a:r>
          </a:p>
          <a:p>
            <a:pPr marL="822960" lvl="1" indent="-457200">
              <a:buFont typeface="+mj-lt"/>
              <a:buAutoNum type="arabicPeriod"/>
            </a:pPr>
            <a:r>
              <a:rPr lang="en-US" dirty="0">
                <a:latin typeface="Arial" panose="020B0604020202020204" pitchFamily="34" charset="0"/>
                <a:cs typeface="Arial" panose="020B0604020202020204" pitchFamily="34" charset="0"/>
              </a:rPr>
              <a:t>If the data set is not linear separable, the algorithm </a:t>
            </a:r>
            <a:r>
              <a:rPr lang="en-US" b="1" u="sng" dirty="0">
                <a:latin typeface="Arial" panose="020B0604020202020204" pitchFamily="34" charset="0"/>
                <a:cs typeface="Arial" panose="020B0604020202020204" pitchFamily="34" charset="0"/>
              </a:rPr>
              <a:t>will never be able to achieve a stable state </a:t>
            </a:r>
            <a:r>
              <a:rPr lang="en-US" dirty="0">
                <a:latin typeface="Arial" panose="020B0604020202020204" pitchFamily="34" charset="0"/>
                <a:cs typeface="Arial" panose="020B0604020202020204" pitchFamily="34" charset="0"/>
              </a:rPr>
              <a:t>(the hyperplane will jump from one position to another)</a:t>
            </a:r>
          </a:p>
          <a:p>
            <a:pPr marL="365760" lvl="1"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grpSp>
        <p:nvGrpSpPr>
          <p:cNvPr id="149" name="Group 148">
            <a:extLst>
              <a:ext uri="{FF2B5EF4-FFF2-40B4-BE49-F238E27FC236}">
                <a16:creationId xmlns:a16="http://schemas.microsoft.com/office/drawing/2014/main" id="{6B9D9157-0936-892E-2290-D8106A4F4F42}"/>
              </a:ext>
            </a:extLst>
          </p:cNvPr>
          <p:cNvGrpSpPr/>
          <p:nvPr/>
        </p:nvGrpSpPr>
        <p:grpSpPr>
          <a:xfrm>
            <a:off x="1827212" y="3553095"/>
            <a:ext cx="9332569" cy="1673914"/>
            <a:chOff x="1827212" y="3553095"/>
            <a:chExt cx="9332569" cy="1673914"/>
          </a:xfrm>
        </p:grpSpPr>
        <p:grpSp>
          <p:nvGrpSpPr>
            <p:cNvPr id="47" name="Group 46">
              <a:extLst>
                <a:ext uri="{FF2B5EF4-FFF2-40B4-BE49-F238E27FC236}">
                  <a16:creationId xmlns:a16="http://schemas.microsoft.com/office/drawing/2014/main" id="{326A97DF-7656-C158-C345-65FB53A2AE5B}"/>
                </a:ext>
              </a:extLst>
            </p:cNvPr>
            <p:cNvGrpSpPr/>
            <p:nvPr/>
          </p:nvGrpSpPr>
          <p:grpSpPr>
            <a:xfrm>
              <a:off x="1827212" y="3553095"/>
              <a:ext cx="1233134" cy="1673914"/>
              <a:chOff x="2360612" y="3733800"/>
              <a:chExt cx="2209800" cy="2999686"/>
            </a:xfrm>
          </p:grpSpPr>
          <p:grpSp>
            <p:nvGrpSpPr>
              <p:cNvPr id="45" name="Group 44">
                <a:extLst>
                  <a:ext uri="{FF2B5EF4-FFF2-40B4-BE49-F238E27FC236}">
                    <a16:creationId xmlns:a16="http://schemas.microsoft.com/office/drawing/2014/main" id="{0A30B071-98E7-AFA9-BD67-AABFF2F1EDD0}"/>
                  </a:ext>
                </a:extLst>
              </p:cNvPr>
              <p:cNvGrpSpPr/>
              <p:nvPr/>
            </p:nvGrpSpPr>
            <p:grpSpPr>
              <a:xfrm>
                <a:off x="2360612" y="3733800"/>
                <a:ext cx="2209800" cy="2057400"/>
                <a:chOff x="2360612" y="3922776"/>
                <a:chExt cx="2209800" cy="2057400"/>
              </a:xfrm>
            </p:grpSpPr>
            <p:sp>
              <p:nvSpPr>
                <p:cNvPr id="2" name="Rectangle 1">
                  <a:extLst>
                    <a:ext uri="{FF2B5EF4-FFF2-40B4-BE49-F238E27FC236}">
                      <a16:creationId xmlns:a16="http://schemas.microsoft.com/office/drawing/2014/main" id="{DA3FFE34-587E-5962-02B9-6F360974580B}"/>
                    </a:ext>
                  </a:extLst>
                </p:cNvPr>
                <p:cNvSpPr/>
                <p:nvPr/>
              </p:nvSpPr>
              <p:spPr>
                <a:xfrm>
                  <a:off x="2360612" y="3922776"/>
                  <a:ext cx="2209800" cy="2057400"/>
                </a:xfrm>
                <a:prstGeom prst="rect">
                  <a:avLst/>
                </a:prstGeom>
                <a:ln w="571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Oval 9">
                  <a:extLst>
                    <a:ext uri="{FF2B5EF4-FFF2-40B4-BE49-F238E27FC236}">
                      <a16:creationId xmlns:a16="http://schemas.microsoft.com/office/drawing/2014/main" id="{7A965451-2A58-0688-A258-0C074A61D5A2}"/>
                    </a:ext>
                  </a:extLst>
                </p:cNvPr>
                <p:cNvSpPr/>
                <p:nvPr/>
              </p:nvSpPr>
              <p:spPr>
                <a:xfrm>
                  <a:off x="2970212" y="4267200"/>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9C27A893-F0EE-6444-8249-0650D2356867}"/>
                    </a:ext>
                  </a:extLst>
                </p:cNvPr>
                <p:cNvSpPr/>
                <p:nvPr/>
              </p:nvSpPr>
              <p:spPr>
                <a:xfrm>
                  <a:off x="2638605" y="4737853"/>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3721BFE6-34E2-0B53-5AC6-B9DE3318BAE8}"/>
                    </a:ext>
                  </a:extLst>
                </p:cNvPr>
                <p:cNvSpPr/>
                <p:nvPr/>
              </p:nvSpPr>
              <p:spPr>
                <a:xfrm>
                  <a:off x="3551808" y="4639056"/>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4AA3BEA9-65F8-1C98-9350-5A60F59C710A}"/>
                    </a:ext>
                  </a:extLst>
                </p:cNvPr>
                <p:cNvSpPr/>
                <p:nvPr/>
              </p:nvSpPr>
              <p:spPr>
                <a:xfrm>
                  <a:off x="3301997" y="4948655"/>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41F89819-3C0F-0AA0-0A59-41F77EC77F95}"/>
                    </a:ext>
                  </a:extLst>
                </p:cNvPr>
                <p:cNvSpPr/>
                <p:nvPr/>
              </p:nvSpPr>
              <p:spPr>
                <a:xfrm>
                  <a:off x="2591716" y="4261490"/>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60C8E0FE-83CB-CFA0-A772-7585D20F6ACD}"/>
                    </a:ext>
                  </a:extLst>
                </p:cNvPr>
                <p:cNvSpPr/>
                <p:nvPr/>
              </p:nvSpPr>
              <p:spPr>
                <a:xfrm>
                  <a:off x="3152072" y="4021119"/>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65729156-77DC-2952-DEB6-AE052FA0D6C0}"/>
                    </a:ext>
                  </a:extLst>
                </p:cNvPr>
                <p:cNvSpPr/>
                <p:nvPr/>
              </p:nvSpPr>
              <p:spPr>
                <a:xfrm>
                  <a:off x="3808412" y="4865062"/>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2C111DD8-A6C0-9058-7B5A-B337CA0F9BB5}"/>
                    </a:ext>
                  </a:extLst>
                </p:cNvPr>
                <p:cNvSpPr/>
                <p:nvPr/>
              </p:nvSpPr>
              <p:spPr>
                <a:xfrm>
                  <a:off x="3913813" y="5406590"/>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E159EFA7-1DD2-8B97-FE03-145615806284}"/>
                    </a:ext>
                  </a:extLst>
                </p:cNvPr>
                <p:cNvSpPr/>
                <p:nvPr/>
              </p:nvSpPr>
              <p:spPr>
                <a:xfrm>
                  <a:off x="3597610" y="5257800"/>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4AD308E3-9839-5A39-1270-3BDE10013A31}"/>
                    </a:ext>
                  </a:extLst>
                </p:cNvPr>
                <p:cNvSpPr/>
                <p:nvPr/>
              </p:nvSpPr>
              <p:spPr>
                <a:xfrm>
                  <a:off x="4246525" y="5710194"/>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E14EA809-15B0-789E-87C6-95B34BDD2193}"/>
                    </a:ext>
                  </a:extLst>
                </p:cNvPr>
                <p:cNvSpPr/>
                <p:nvPr/>
              </p:nvSpPr>
              <p:spPr>
                <a:xfrm>
                  <a:off x="4161408" y="4423909"/>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F18A965D-76D8-E88C-88BA-A613DAAD5B68}"/>
                    </a:ext>
                  </a:extLst>
                </p:cNvPr>
                <p:cNvSpPr/>
                <p:nvPr/>
              </p:nvSpPr>
              <p:spPr>
                <a:xfrm>
                  <a:off x="3582814" y="5718239"/>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FC60C30C-5B1C-0C16-FC58-CB262267FF8C}"/>
                    </a:ext>
                  </a:extLst>
                </p:cNvPr>
                <p:cNvSpPr/>
                <p:nvPr/>
              </p:nvSpPr>
              <p:spPr>
                <a:xfrm>
                  <a:off x="4254209" y="4817274"/>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9AFA951C-FAB4-80CD-7E98-FBCFD5A94D0E}"/>
                    </a:ext>
                  </a:extLst>
                </p:cNvPr>
                <p:cNvSpPr/>
                <p:nvPr/>
              </p:nvSpPr>
              <p:spPr>
                <a:xfrm>
                  <a:off x="3260564" y="4484887"/>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0D084B78-3D65-E69C-6C78-57E217D5FFD3}"/>
                    </a:ext>
                  </a:extLst>
                </p:cNvPr>
                <p:cNvSpPr/>
                <p:nvPr/>
              </p:nvSpPr>
              <p:spPr>
                <a:xfrm>
                  <a:off x="3052338" y="4735811"/>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5FADC497-0CA0-659D-43A0-7E531C267FAC}"/>
                    </a:ext>
                  </a:extLst>
                </p:cNvPr>
                <p:cNvCxnSpPr>
                  <a:cxnSpLocks/>
                </p:cNvCxnSpPr>
                <p:nvPr/>
              </p:nvCxnSpPr>
              <p:spPr>
                <a:xfrm flipV="1">
                  <a:off x="2370095" y="3922776"/>
                  <a:ext cx="1358558" cy="1694616"/>
                </a:xfrm>
                <a:prstGeom prst="line">
                  <a:avLst/>
                </a:prstGeom>
                <a:ln w="57150">
                  <a:solidFill>
                    <a:schemeClr val="tx2"/>
                  </a:solidFill>
                  <a:prstDash val="sysDot"/>
                </a:ln>
              </p:spPr>
              <p:style>
                <a:lnRef idx="1">
                  <a:schemeClr val="accent1"/>
                </a:lnRef>
                <a:fillRef idx="0">
                  <a:schemeClr val="accent1"/>
                </a:fillRef>
                <a:effectRef idx="0">
                  <a:schemeClr val="accent1"/>
                </a:effectRef>
                <a:fontRef idx="minor">
                  <a:schemeClr val="tx1"/>
                </a:fontRef>
              </p:style>
            </p:cxnSp>
          </p:grpSp>
          <p:sp>
            <p:nvSpPr>
              <p:cNvPr id="46" name="Rectangle 45">
                <a:extLst>
                  <a:ext uri="{FF2B5EF4-FFF2-40B4-BE49-F238E27FC236}">
                    <a16:creationId xmlns:a16="http://schemas.microsoft.com/office/drawing/2014/main" id="{38EFEB94-760F-1AE8-DF0E-23473D5D84FA}"/>
                  </a:ext>
                </a:extLst>
              </p:cNvPr>
              <p:cNvSpPr/>
              <p:nvPr/>
            </p:nvSpPr>
            <p:spPr>
              <a:xfrm>
                <a:off x="2360612" y="5943600"/>
                <a:ext cx="2209800" cy="78988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Iteration </a:t>
                </a:r>
                <a:r>
                  <a:rPr lang="en-US" sz="1400" dirty="0">
                    <a:highlight>
                      <a:srgbClr val="000000"/>
                    </a:highlight>
                    <a:latin typeface="Arial" panose="020B0604020202020204" pitchFamily="34" charset="0"/>
                    <a:cs typeface="Arial" panose="020B0604020202020204" pitchFamily="34" charset="0"/>
                  </a:rPr>
                  <a:t> n </a:t>
                </a:r>
                <a:r>
                  <a:rPr lang="en-US" sz="1400" dirty="0">
                    <a:latin typeface="Arial" panose="020B0604020202020204" pitchFamily="34" charset="0"/>
                    <a:cs typeface="Arial" panose="020B0604020202020204" pitchFamily="34" charset="0"/>
                  </a:rPr>
                  <a:t> </a:t>
                </a:r>
              </a:p>
              <a:p>
                <a:pPr algn="ctr"/>
                <a:r>
                  <a:rPr lang="en-US" sz="1400" dirty="0">
                    <a:latin typeface="Arial" panose="020B0604020202020204" pitchFamily="34" charset="0"/>
                    <a:cs typeface="Arial" panose="020B0604020202020204" pitchFamily="34" charset="0"/>
                  </a:rPr>
                  <a:t>:</a:t>
                </a:r>
              </a:p>
            </p:txBody>
          </p:sp>
        </p:grpSp>
        <p:grpSp>
          <p:nvGrpSpPr>
            <p:cNvPr id="49" name="Group 48">
              <a:extLst>
                <a:ext uri="{FF2B5EF4-FFF2-40B4-BE49-F238E27FC236}">
                  <a16:creationId xmlns:a16="http://schemas.microsoft.com/office/drawing/2014/main" id="{5A682FC5-B581-AACA-315B-E90A4881720E}"/>
                </a:ext>
              </a:extLst>
            </p:cNvPr>
            <p:cNvGrpSpPr/>
            <p:nvPr/>
          </p:nvGrpSpPr>
          <p:grpSpPr>
            <a:xfrm>
              <a:off x="3177118" y="3553095"/>
              <a:ext cx="1233134" cy="1673914"/>
              <a:chOff x="2360612" y="3733800"/>
              <a:chExt cx="2209800" cy="2999686"/>
            </a:xfrm>
          </p:grpSpPr>
          <p:grpSp>
            <p:nvGrpSpPr>
              <p:cNvPr id="50" name="Group 49">
                <a:extLst>
                  <a:ext uri="{FF2B5EF4-FFF2-40B4-BE49-F238E27FC236}">
                    <a16:creationId xmlns:a16="http://schemas.microsoft.com/office/drawing/2014/main" id="{FEE44BAF-68C9-551C-636A-9CF80BAAED02}"/>
                  </a:ext>
                </a:extLst>
              </p:cNvPr>
              <p:cNvGrpSpPr/>
              <p:nvPr/>
            </p:nvGrpSpPr>
            <p:grpSpPr>
              <a:xfrm>
                <a:off x="2360612" y="3733800"/>
                <a:ext cx="2209800" cy="2057400"/>
                <a:chOff x="2360612" y="3922776"/>
                <a:chExt cx="2209800" cy="2057400"/>
              </a:xfrm>
            </p:grpSpPr>
            <p:sp>
              <p:nvSpPr>
                <p:cNvPr id="52" name="Rectangle 51">
                  <a:extLst>
                    <a:ext uri="{FF2B5EF4-FFF2-40B4-BE49-F238E27FC236}">
                      <a16:creationId xmlns:a16="http://schemas.microsoft.com/office/drawing/2014/main" id="{31591818-8604-F784-A6D0-B746A569418E}"/>
                    </a:ext>
                  </a:extLst>
                </p:cNvPr>
                <p:cNvSpPr/>
                <p:nvPr/>
              </p:nvSpPr>
              <p:spPr>
                <a:xfrm>
                  <a:off x="2360612" y="3922776"/>
                  <a:ext cx="2209800" cy="2057400"/>
                </a:xfrm>
                <a:prstGeom prst="rect">
                  <a:avLst/>
                </a:prstGeom>
                <a:ln w="571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3" name="Oval 52">
                  <a:extLst>
                    <a:ext uri="{FF2B5EF4-FFF2-40B4-BE49-F238E27FC236}">
                      <a16:creationId xmlns:a16="http://schemas.microsoft.com/office/drawing/2014/main" id="{06464D75-8E6D-7600-E122-4A1A5623C87D}"/>
                    </a:ext>
                  </a:extLst>
                </p:cNvPr>
                <p:cNvSpPr/>
                <p:nvPr/>
              </p:nvSpPr>
              <p:spPr>
                <a:xfrm>
                  <a:off x="2970212" y="4267200"/>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5A4432C1-DFBC-247B-2350-7EC21335DFBF}"/>
                    </a:ext>
                  </a:extLst>
                </p:cNvPr>
                <p:cNvSpPr/>
                <p:nvPr/>
              </p:nvSpPr>
              <p:spPr>
                <a:xfrm>
                  <a:off x="2638605" y="4737853"/>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B8470DD6-407E-10DA-A526-7B3C12678864}"/>
                    </a:ext>
                  </a:extLst>
                </p:cNvPr>
                <p:cNvSpPr/>
                <p:nvPr/>
              </p:nvSpPr>
              <p:spPr>
                <a:xfrm>
                  <a:off x="3551808" y="4639056"/>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6D1DF716-0EC5-7D33-494F-6FCC34335218}"/>
                    </a:ext>
                  </a:extLst>
                </p:cNvPr>
                <p:cNvSpPr/>
                <p:nvPr/>
              </p:nvSpPr>
              <p:spPr>
                <a:xfrm>
                  <a:off x="3301997" y="4948655"/>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8DD49BC3-F2EC-4EC6-CD60-922AA6F88F7F}"/>
                    </a:ext>
                  </a:extLst>
                </p:cNvPr>
                <p:cNvSpPr/>
                <p:nvPr/>
              </p:nvSpPr>
              <p:spPr>
                <a:xfrm>
                  <a:off x="2591716" y="4261490"/>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3BA72C47-9CEB-2EF9-C015-6AD69B76F4D8}"/>
                    </a:ext>
                  </a:extLst>
                </p:cNvPr>
                <p:cNvSpPr/>
                <p:nvPr/>
              </p:nvSpPr>
              <p:spPr>
                <a:xfrm>
                  <a:off x="3152072" y="4021119"/>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BF3E4FD0-8D0A-AEFB-C9C4-B0B1B96EE146}"/>
                    </a:ext>
                  </a:extLst>
                </p:cNvPr>
                <p:cNvSpPr/>
                <p:nvPr/>
              </p:nvSpPr>
              <p:spPr>
                <a:xfrm>
                  <a:off x="3808412" y="4865062"/>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7DDED714-1E78-7929-CCE1-A65922D96492}"/>
                    </a:ext>
                  </a:extLst>
                </p:cNvPr>
                <p:cNvSpPr/>
                <p:nvPr/>
              </p:nvSpPr>
              <p:spPr>
                <a:xfrm>
                  <a:off x="3913813" y="5406590"/>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CC09FBFC-8713-1B62-0668-E5ABA788D3AF}"/>
                    </a:ext>
                  </a:extLst>
                </p:cNvPr>
                <p:cNvSpPr/>
                <p:nvPr/>
              </p:nvSpPr>
              <p:spPr>
                <a:xfrm>
                  <a:off x="3597610" y="5257800"/>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59DD047E-2276-F915-9983-E7E899D77AF5}"/>
                    </a:ext>
                  </a:extLst>
                </p:cNvPr>
                <p:cNvSpPr/>
                <p:nvPr/>
              </p:nvSpPr>
              <p:spPr>
                <a:xfrm>
                  <a:off x="4246525" y="5710194"/>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Oval 62">
                  <a:extLst>
                    <a:ext uri="{FF2B5EF4-FFF2-40B4-BE49-F238E27FC236}">
                      <a16:creationId xmlns:a16="http://schemas.microsoft.com/office/drawing/2014/main" id="{AE97CBB2-B7D6-9E24-6202-25C62A46D47B}"/>
                    </a:ext>
                  </a:extLst>
                </p:cNvPr>
                <p:cNvSpPr/>
                <p:nvPr/>
              </p:nvSpPr>
              <p:spPr>
                <a:xfrm>
                  <a:off x="4161408" y="4423909"/>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1C0EB5F4-84A3-6598-EE05-F762328021D9}"/>
                    </a:ext>
                  </a:extLst>
                </p:cNvPr>
                <p:cNvSpPr/>
                <p:nvPr/>
              </p:nvSpPr>
              <p:spPr>
                <a:xfrm>
                  <a:off x="3582814" y="5718239"/>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C3AB2372-A4A5-778C-CC50-F7041E5D6CBF}"/>
                    </a:ext>
                  </a:extLst>
                </p:cNvPr>
                <p:cNvSpPr/>
                <p:nvPr/>
              </p:nvSpPr>
              <p:spPr>
                <a:xfrm>
                  <a:off x="4254209" y="4817274"/>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3BB87AA3-D02E-C5ED-9E05-7ABA79F5A661}"/>
                    </a:ext>
                  </a:extLst>
                </p:cNvPr>
                <p:cNvSpPr/>
                <p:nvPr/>
              </p:nvSpPr>
              <p:spPr>
                <a:xfrm>
                  <a:off x="3260564" y="4484887"/>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873D2FB1-7914-EB3B-2368-837EFCD4CCE2}"/>
                    </a:ext>
                  </a:extLst>
                </p:cNvPr>
                <p:cNvSpPr/>
                <p:nvPr/>
              </p:nvSpPr>
              <p:spPr>
                <a:xfrm>
                  <a:off x="3052338" y="4735811"/>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8" name="Straight Connector 67">
                  <a:extLst>
                    <a:ext uri="{FF2B5EF4-FFF2-40B4-BE49-F238E27FC236}">
                      <a16:creationId xmlns:a16="http://schemas.microsoft.com/office/drawing/2014/main" id="{409F81CB-5EA3-71EE-98AA-9870E6E06BCD}"/>
                    </a:ext>
                  </a:extLst>
                </p:cNvPr>
                <p:cNvCxnSpPr>
                  <a:cxnSpLocks/>
                </p:cNvCxnSpPr>
                <p:nvPr/>
              </p:nvCxnSpPr>
              <p:spPr>
                <a:xfrm flipV="1">
                  <a:off x="2388785" y="3922776"/>
                  <a:ext cx="1735830" cy="2057400"/>
                </a:xfrm>
                <a:prstGeom prst="line">
                  <a:avLst/>
                </a:prstGeom>
                <a:ln w="57150">
                  <a:solidFill>
                    <a:schemeClr val="tx2"/>
                  </a:solidFill>
                  <a:prstDash val="sysDot"/>
                </a:ln>
              </p:spPr>
              <p:style>
                <a:lnRef idx="1">
                  <a:schemeClr val="accent1"/>
                </a:lnRef>
                <a:fillRef idx="0">
                  <a:schemeClr val="accent1"/>
                </a:fillRef>
                <a:effectRef idx="0">
                  <a:schemeClr val="accent1"/>
                </a:effectRef>
                <a:fontRef idx="minor">
                  <a:schemeClr val="tx1"/>
                </a:fontRef>
              </p:style>
            </p:cxnSp>
          </p:grpSp>
          <p:sp>
            <p:nvSpPr>
              <p:cNvPr id="51" name="Rectangle 50">
                <a:extLst>
                  <a:ext uri="{FF2B5EF4-FFF2-40B4-BE49-F238E27FC236}">
                    <a16:creationId xmlns:a16="http://schemas.microsoft.com/office/drawing/2014/main" id="{ECDC1EDD-63E1-7276-2398-644EF3AECC58}"/>
                  </a:ext>
                </a:extLst>
              </p:cNvPr>
              <p:cNvSpPr/>
              <p:nvPr/>
            </p:nvSpPr>
            <p:spPr>
              <a:xfrm>
                <a:off x="2360612" y="5943600"/>
                <a:ext cx="2209800" cy="78988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Iteration </a:t>
                </a:r>
                <a:r>
                  <a:rPr lang="en-US" sz="1400" dirty="0">
                    <a:highlight>
                      <a:srgbClr val="000000"/>
                    </a:highlight>
                    <a:latin typeface="Arial" panose="020B0604020202020204" pitchFamily="34" charset="0"/>
                    <a:cs typeface="Arial" panose="020B0604020202020204" pitchFamily="34" charset="0"/>
                  </a:rPr>
                  <a:t> n+1 </a:t>
                </a:r>
                <a:r>
                  <a:rPr lang="en-US" sz="1400" dirty="0">
                    <a:latin typeface="Arial" panose="020B0604020202020204" pitchFamily="34" charset="0"/>
                    <a:cs typeface="Arial" panose="020B0604020202020204" pitchFamily="34" charset="0"/>
                  </a:rPr>
                  <a:t> :</a:t>
                </a:r>
              </a:p>
            </p:txBody>
          </p:sp>
        </p:grpSp>
        <p:grpSp>
          <p:nvGrpSpPr>
            <p:cNvPr id="71" name="Group 70">
              <a:extLst>
                <a:ext uri="{FF2B5EF4-FFF2-40B4-BE49-F238E27FC236}">
                  <a16:creationId xmlns:a16="http://schemas.microsoft.com/office/drawing/2014/main" id="{B1C6A155-7A41-0080-59B3-7E23E3D16BB8}"/>
                </a:ext>
              </a:extLst>
            </p:cNvPr>
            <p:cNvGrpSpPr/>
            <p:nvPr/>
          </p:nvGrpSpPr>
          <p:grpSpPr>
            <a:xfrm>
              <a:off x="4527024" y="3553095"/>
              <a:ext cx="1233134" cy="1673914"/>
              <a:chOff x="2360612" y="3733800"/>
              <a:chExt cx="2209800" cy="2999686"/>
            </a:xfrm>
          </p:grpSpPr>
          <p:grpSp>
            <p:nvGrpSpPr>
              <p:cNvPr id="72" name="Group 71">
                <a:extLst>
                  <a:ext uri="{FF2B5EF4-FFF2-40B4-BE49-F238E27FC236}">
                    <a16:creationId xmlns:a16="http://schemas.microsoft.com/office/drawing/2014/main" id="{F6C60EFA-0DF1-DFBD-897B-4B2159A57A04}"/>
                  </a:ext>
                </a:extLst>
              </p:cNvPr>
              <p:cNvGrpSpPr/>
              <p:nvPr/>
            </p:nvGrpSpPr>
            <p:grpSpPr>
              <a:xfrm>
                <a:off x="2360612" y="3733800"/>
                <a:ext cx="2209800" cy="2057400"/>
                <a:chOff x="2360612" y="3922776"/>
                <a:chExt cx="2209800" cy="2057400"/>
              </a:xfrm>
            </p:grpSpPr>
            <p:sp>
              <p:nvSpPr>
                <p:cNvPr id="74" name="Rectangle 73">
                  <a:extLst>
                    <a:ext uri="{FF2B5EF4-FFF2-40B4-BE49-F238E27FC236}">
                      <a16:creationId xmlns:a16="http://schemas.microsoft.com/office/drawing/2014/main" id="{39A5A71A-9913-422E-6005-F1331E6A01CD}"/>
                    </a:ext>
                  </a:extLst>
                </p:cNvPr>
                <p:cNvSpPr/>
                <p:nvPr/>
              </p:nvSpPr>
              <p:spPr>
                <a:xfrm>
                  <a:off x="2360612" y="3922776"/>
                  <a:ext cx="2209800" cy="2057400"/>
                </a:xfrm>
                <a:prstGeom prst="rect">
                  <a:avLst/>
                </a:prstGeom>
                <a:ln w="571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 name="Oval 74">
                  <a:extLst>
                    <a:ext uri="{FF2B5EF4-FFF2-40B4-BE49-F238E27FC236}">
                      <a16:creationId xmlns:a16="http://schemas.microsoft.com/office/drawing/2014/main" id="{FC536E88-DE99-C1CE-7933-27B1C18BB748}"/>
                    </a:ext>
                  </a:extLst>
                </p:cNvPr>
                <p:cNvSpPr/>
                <p:nvPr/>
              </p:nvSpPr>
              <p:spPr>
                <a:xfrm>
                  <a:off x="2970212" y="4267200"/>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4887DCBB-733E-6481-5104-CF5A05DA4874}"/>
                    </a:ext>
                  </a:extLst>
                </p:cNvPr>
                <p:cNvSpPr/>
                <p:nvPr/>
              </p:nvSpPr>
              <p:spPr>
                <a:xfrm>
                  <a:off x="2638605" y="4737853"/>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AF4BA5F6-9E6C-ACB7-194A-1B1BDE59432E}"/>
                    </a:ext>
                  </a:extLst>
                </p:cNvPr>
                <p:cNvSpPr/>
                <p:nvPr/>
              </p:nvSpPr>
              <p:spPr>
                <a:xfrm>
                  <a:off x="3551808" y="4639056"/>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98221B2E-B6A3-32CB-8E63-5E171D0F4063}"/>
                    </a:ext>
                  </a:extLst>
                </p:cNvPr>
                <p:cNvSpPr/>
                <p:nvPr/>
              </p:nvSpPr>
              <p:spPr>
                <a:xfrm>
                  <a:off x="3301997" y="4948655"/>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5367802B-8ED8-FC89-40F6-1AC41B6FA608}"/>
                    </a:ext>
                  </a:extLst>
                </p:cNvPr>
                <p:cNvSpPr/>
                <p:nvPr/>
              </p:nvSpPr>
              <p:spPr>
                <a:xfrm>
                  <a:off x="2591716" y="4261490"/>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0B24A38F-8307-056B-CA3A-B985DE80B24D}"/>
                    </a:ext>
                  </a:extLst>
                </p:cNvPr>
                <p:cNvSpPr/>
                <p:nvPr/>
              </p:nvSpPr>
              <p:spPr>
                <a:xfrm>
                  <a:off x="3152072" y="4021119"/>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A3F64AA5-C872-8383-5D7C-21E5B14785FA}"/>
                    </a:ext>
                  </a:extLst>
                </p:cNvPr>
                <p:cNvSpPr/>
                <p:nvPr/>
              </p:nvSpPr>
              <p:spPr>
                <a:xfrm>
                  <a:off x="3808412" y="4865062"/>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D6BE16DF-BBAF-978E-0720-ACD7B625CE12}"/>
                    </a:ext>
                  </a:extLst>
                </p:cNvPr>
                <p:cNvSpPr/>
                <p:nvPr/>
              </p:nvSpPr>
              <p:spPr>
                <a:xfrm>
                  <a:off x="3913813" y="5406590"/>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88DB4673-987D-381B-C9DB-1BFCC80C2953}"/>
                    </a:ext>
                  </a:extLst>
                </p:cNvPr>
                <p:cNvSpPr/>
                <p:nvPr/>
              </p:nvSpPr>
              <p:spPr>
                <a:xfrm>
                  <a:off x="3597610" y="5257800"/>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A7B32581-AF0F-AEA0-234A-D6AF4EDC4665}"/>
                    </a:ext>
                  </a:extLst>
                </p:cNvPr>
                <p:cNvSpPr/>
                <p:nvPr/>
              </p:nvSpPr>
              <p:spPr>
                <a:xfrm>
                  <a:off x="4246525" y="5710194"/>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Oval 84">
                  <a:extLst>
                    <a:ext uri="{FF2B5EF4-FFF2-40B4-BE49-F238E27FC236}">
                      <a16:creationId xmlns:a16="http://schemas.microsoft.com/office/drawing/2014/main" id="{09E4ED74-39B5-722B-BD83-2021CA43B127}"/>
                    </a:ext>
                  </a:extLst>
                </p:cNvPr>
                <p:cNvSpPr/>
                <p:nvPr/>
              </p:nvSpPr>
              <p:spPr>
                <a:xfrm>
                  <a:off x="4161408" y="4423909"/>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4BC552E3-9E52-E622-0B8F-40AB8C852C75}"/>
                    </a:ext>
                  </a:extLst>
                </p:cNvPr>
                <p:cNvSpPr/>
                <p:nvPr/>
              </p:nvSpPr>
              <p:spPr>
                <a:xfrm>
                  <a:off x="3582814" y="5718239"/>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6AD20001-044B-D50F-0722-A5CB3A91E649}"/>
                    </a:ext>
                  </a:extLst>
                </p:cNvPr>
                <p:cNvSpPr/>
                <p:nvPr/>
              </p:nvSpPr>
              <p:spPr>
                <a:xfrm>
                  <a:off x="4254209" y="4817274"/>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6F2F4F1F-1801-BA35-4795-B229BC2210C2}"/>
                    </a:ext>
                  </a:extLst>
                </p:cNvPr>
                <p:cNvSpPr/>
                <p:nvPr/>
              </p:nvSpPr>
              <p:spPr>
                <a:xfrm>
                  <a:off x="3260564" y="4484887"/>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753C3F7C-7CFA-93F7-5F97-DE93C1F28B8C}"/>
                    </a:ext>
                  </a:extLst>
                </p:cNvPr>
                <p:cNvSpPr/>
                <p:nvPr/>
              </p:nvSpPr>
              <p:spPr>
                <a:xfrm>
                  <a:off x="3052338" y="4735811"/>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0" name="Straight Connector 89">
                  <a:extLst>
                    <a:ext uri="{FF2B5EF4-FFF2-40B4-BE49-F238E27FC236}">
                      <a16:creationId xmlns:a16="http://schemas.microsoft.com/office/drawing/2014/main" id="{2FB26E1C-9A4C-4417-7FF6-83326B1BAAA9}"/>
                    </a:ext>
                  </a:extLst>
                </p:cNvPr>
                <p:cNvCxnSpPr>
                  <a:cxnSpLocks/>
                </p:cNvCxnSpPr>
                <p:nvPr/>
              </p:nvCxnSpPr>
              <p:spPr>
                <a:xfrm flipV="1">
                  <a:off x="2926635" y="4021119"/>
                  <a:ext cx="1643777" cy="1959057"/>
                </a:xfrm>
                <a:prstGeom prst="line">
                  <a:avLst/>
                </a:prstGeom>
                <a:ln w="57150">
                  <a:solidFill>
                    <a:schemeClr val="tx2"/>
                  </a:solidFill>
                  <a:prstDash val="sysDot"/>
                </a:ln>
              </p:spPr>
              <p:style>
                <a:lnRef idx="1">
                  <a:schemeClr val="accent1"/>
                </a:lnRef>
                <a:fillRef idx="0">
                  <a:schemeClr val="accent1"/>
                </a:fillRef>
                <a:effectRef idx="0">
                  <a:schemeClr val="accent1"/>
                </a:effectRef>
                <a:fontRef idx="minor">
                  <a:schemeClr val="tx1"/>
                </a:fontRef>
              </p:style>
            </p:cxnSp>
          </p:grpSp>
          <p:sp>
            <p:nvSpPr>
              <p:cNvPr id="73" name="Rectangle 72">
                <a:extLst>
                  <a:ext uri="{FF2B5EF4-FFF2-40B4-BE49-F238E27FC236}">
                    <a16:creationId xmlns:a16="http://schemas.microsoft.com/office/drawing/2014/main" id="{14B7CEA5-0A7F-1EDD-ADBE-6B9E7ECC555A}"/>
                  </a:ext>
                </a:extLst>
              </p:cNvPr>
              <p:cNvSpPr/>
              <p:nvPr/>
            </p:nvSpPr>
            <p:spPr>
              <a:xfrm>
                <a:off x="2360612" y="5943600"/>
                <a:ext cx="2209800" cy="78988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Iteration </a:t>
                </a:r>
                <a:r>
                  <a:rPr lang="en-US" sz="1400" dirty="0">
                    <a:highlight>
                      <a:srgbClr val="000000"/>
                    </a:highlight>
                    <a:latin typeface="Arial" panose="020B0604020202020204" pitchFamily="34" charset="0"/>
                    <a:cs typeface="Arial" panose="020B0604020202020204" pitchFamily="34" charset="0"/>
                  </a:rPr>
                  <a:t> n+2 </a:t>
                </a:r>
                <a:r>
                  <a:rPr lang="en-US" sz="1400" dirty="0">
                    <a:latin typeface="Arial" panose="020B0604020202020204" pitchFamily="34" charset="0"/>
                    <a:cs typeface="Arial" panose="020B0604020202020204" pitchFamily="34" charset="0"/>
                  </a:rPr>
                  <a:t> :</a:t>
                </a:r>
              </a:p>
            </p:txBody>
          </p:sp>
        </p:grpSp>
        <p:grpSp>
          <p:nvGrpSpPr>
            <p:cNvPr id="94" name="Group 93">
              <a:extLst>
                <a:ext uri="{FF2B5EF4-FFF2-40B4-BE49-F238E27FC236}">
                  <a16:creationId xmlns:a16="http://schemas.microsoft.com/office/drawing/2014/main" id="{F7811B0C-28B8-ED51-FB7E-087DAB9B3C78}"/>
                </a:ext>
              </a:extLst>
            </p:cNvPr>
            <p:cNvGrpSpPr/>
            <p:nvPr/>
          </p:nvGrpSpPr>
          <p:grpSpPr>
            <a:xfrm>
              <a:off x="5876930" y="3553095"/>
              <a:ext cx="1233134" cy="1673914"/>
              <a:chOff x="2360612" y="3733800"/>
              <a:chExt cx="2209800" cy="2999686"/>
            </a:xfrm>
          </p:grpSpPr>
          <p:grpSp>
            <p:nvGrpSpPr>
              <p:cNvPr id="95" name="Group 94">
                <a:extLst>
                  <a:ext uri="{FF2B5EF4-FFF2-40B4-BE49-F238E27FC236}">
                    <a16:creationId xmlns:a16="http://schemas.microsoft.com/office/drawing/2014/main" id="{7F968308-E110-96CF-26B2-725F152457F3}"/>
                  </a:ext>
                </a:extLst>
              </p:cNvPr>
              <p:cNvGrpSpPr/>
              <p:nvPr/>
            </p:nvGrpSpPr>
            <p:grpSpPr>
              <a:xfrm>
                <a:off x="2360612" y="3733800"/>
                <a:ext cx="2209800" cy="2057400"/>
                <a:chOff x="2360612" y="3922776"/>
                <a:chExt cx="2209800" cy="2057400"/>
              </a:xfrm>
            </p:grpSpPr>
            <p:sp>
              <p:nvSpPr>
                <p:cNvPr id="97" name="Rectangle 96">
                  <a:extLst>
                    <a:ext uri="{FF2B5EF4-FFF2-40B4-BE49-F238E27FC236}">
                      <a16:creationId xmlns:a16="http://schemas.microsoft.com/office/drawing/2014/main" id="{13721D18-5691-BAF1-1CA7-1564A6CC5AE7}"/>
                    </a:ext>
                  </a:extLst>
                </p:cNvPr>
                <p:cNvSpPr/>
                <p:nvPr/>
              </p:nvSpPr>
              <p:spPr>
                <a:xfrm>
                  <a:off x="2360612" y="3922776"/>
                  <a:ext cx="2209800" cy="2057400"/>
                </a:xfrm>
                <a:prstGeom prst="rect">
                  <a:avLst/>
                </a:prstGeom>
                <a:ln w="571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8" name="Oval 97">
                  <a:extLst>
                    <a:ext uri="{FF2B5EF4-FFF2-40B4-BE49-F238E27FC236}">
                      <a16:creationId xmlns:a16="http://schemas.microsoft.com/office/drawing/2014/main" id="{E957FE02-5C0A-1406-E8C6-EF72B396C8A8}"/>
                    </a:ext>
                  </a:extLst>
                </p:cNvPr>
                <p:cNvSpPr/>
                <p:nvPr/>
              </p:nvSpPr>
              <p:spPr>
                <a:xfrm>
                  <a:off x="2970212" y="4267200"/>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A9730EFD-BECD-609B-D999-1240694A82AC}"/>
                    </a:ext>
                  </a:extLst>
                </p:cNvPr>
                <p:cNvSpPr/>
                <p:nvPr/>
              </p:nvSpPr>
              <p:spPr>
                <a:xfrm>
                  <a:off x="2638605" y="4737853"/>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FEC5D07C-054F-99C6-D748-B7A51C781329}"/>
                    </a:ext>
                  </a:extLst>
                </p:cNvPr>
                <p:cNvSpPr/>
                <p:nvPr/>
              </p:nvSpPr>
              <p:spPr>
                <a:xfrm>
                  <a:off x="3551808" y="4639056"/>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5DC68540-EDA7-F910-FA08-BAF3313904B7}"/>
                    </a:ext>
                  </a:extLst>
                </p:cNvPr>
                <p:cNvSpPr/>
                <p:nvPr/>
              </p:nvSpPr>
              <p:spPr>
                <a:xfrm>
                  <a:off x="3301997" y="4948655"/>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3B90C0E0-E314-920B-E82B-8E8F6EAE468D}"/>
                    </a:ext>
                  </a:extLst>
                </p:cNvPr>
                <p:cNvSpPr/>
                <p:nvPr/>
              </p:nvSpPr>
              <p:spPr>
                <a:xfrm>
                  <a:off x="2591716" y="4261490"/>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a:extLst>
                    <a:ext uri="{FF2B5EF4-FFF2-40B4-BE49-F238E27FC236}">
                      <a16:creationId xmlns:a16="http://schemas.microsoft.com/office/drawing/2014/main" id="{027500B9-B378-2F40-F8E5-82A1D0BFD1FC}"/>
                    </a:ext>
                  </a:extLst>
                </p:cNvPr>
                <p:cNvSpPr/>
                <p:nvPr/>
              </p:nvSpPr>
              <p:spPr>
                <a:xfrm>
                  <a:off x="3152072" y="4021119"/>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2EABA018-CD00-E5B7-6B17-398D97280700}"/>
                    </a:ext>
                  </a:extLst>
                </p:cNvPr>
                <p:cNvSpPr/>
                <p:nvPr/>
              </p:nvSpPr>
              <p:spPr>
                <a:xfrm>
                  <a:off x="3808412" y="4865062"/>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CA432E6A-A2C9-4E28-4DCC-BABBA916E5D0}"/>
                    </a:ext>
                  </a:extLst>
                </p:cNvPr>
                <p:cNvSpPr/>
                <p:nvPr/>
              </p:nvSpPr>
              <p:spPr>
                <a:xfrm>
                  <a:off x="3913813" y="5406590"/>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74601C8E-28C5-401D-C3C7-DB84DCD607D0}"/>
                    </a:ext>
                  </a:extLst>
                </p:cNvPr>
                <p:cNvSpPr/>
                <p:nvPr/>
              </p:nvSpPr>
              <p:spPr>
                <a:xfrm>
                  <a:off x="3597610" y="5257800"/>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09DA772C-E9CD-7DC6-B339-DB9DB40CEF35}"/>
                    </a:ext>
                  </a:extLst>
                </p:cNvPr>
                <p:cNvSpPr/>
                <p:nvPr/>
              </p:nvSpPr>
              <p:spPr>
                <a:xfrm>
                  <a:off x="4246525" y="5710194"/>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8" name="Oval 107">
                  <a:extLst>
                    <a:ext uri="{FF2B5EF4-FFF2-40B4-BE49-F238E27FC236}">
                      <a16:creationId xmlns:a16="http://schemas.microsoft.com/office/drawing/2014/main" id="{2536C54E-574D-BB15-5768-B31BD575D4CE}"/>
                    </a:ext>
                  </a:extLst>
                </p:cNvPr>
                <p:cNvSpPr/>
                <p:nvPr/>
              </p:nvSpPr>
              <p:spPr>
                <a:xfrm>
                  <a:off x="4161408" y="4423909"/>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62E9D51A-9BA4-9922-6727-2CD0D7CF3FCE}"/>
                    </a:ext>
                  </a:extLst>
                </p:cNvPr>
                <p:cNvSpPr/>
                <p:nvPr/>
              </p:nvSpPr>
              <p:spPr>
                <a:xfrm>
                  <a:off x="3582814" y="5718239"/>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16EC6FB4-4309-C427-7BA2-6BE63E170BFC}"/>
                    </a:ext>
                  </a:extLst>
                </p:cNvPr>
                <p:cNvSpPr/>
                <p:nvPr/>
              </p:nvSpPr>
              <p:spPr>
                <a:xfrm>
                  <a:off x="4254209" y="4817274"/>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Oval 110">
                  <a:extLst>
                    <a:ext uri="{FF2B5EF4-FFF2-40B4-BE49-F238E27FC236}">
                      <a16:creationId xmlns:a16="http://schemas.microsoft.com/office/drawing/2014/main" id="{F66DC46F-6A7E-BC69-331A-25E103DFB355}"/>
                    </a:ext>
                  </a:extLst>
                </p:cNvPr>
                <p:cNvSpPr/>
                <p:nvPr/>
              </p:nvSpPr>
              <p:spPr>
                <a:xfrm>
                  <a:off x="3260564" y="4484887"/>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40D2823B-98A6-32BC-0C6B-61D2628D6262}"/>
                    </a:ext>
                  </a:extLst>
                </p:cNvPr>
                <p:cNvSpPr/>
                <p:nvPr/>
              </p:nvSpPr>
              <p:spPr>
                <a:xfrm>
                  <a:off x="3052338" y="4735811"/>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3" name="Straight Connector 112">
                  <a:extLst>
                    <a:ext uri="{FF2B5EF4-FFF2-40B4-BE49-F238E27FC236}">
                      <a16:creationId xmlns:a16="http://schemas.microsoft.com/office/drawing/2014/main" id="{DBE7781C-B30D-0391-60A0-C3850ACC21BF}"/>
                    </a:ext>
                  </a:extLst>
                </p:cNvPr>
                <p:cNvCxnSpPr>
                  <a:cxnSpLocks/>
                </p:cNvCxnSpPr>
                <p:nvPr/>
              </p:nvCxnSpPr>
              <p:spPr>
                <a:xfrm flipV="1">
                  <a:off x="2862930" y="3922776"/>
                  <a:ext cx="937798" cy="2057400"/>
                </a:xfrm>
                <a:prstGeom prst="line">
                  <a:avLst/>
                </a:prstGeom>
                <a:ln w="57150">
                  <a:solidFill>
                    <a:schemeClr val="tx2"/>
                  </a:solidFill>
                  <a:prstDash val="sysDot"/>
                </a:ln>
              </p:spPr>
              <p:style>
                <a:lnRef idx="1">
                  <a:schemeClr val="accent1"/>
                </a:lnRef>
                <a:fillRef idx="0">
                  <a:schemeClr val="accent1"/>
                </a:fillRef>
                <a:effectRef idx="0">
                  <a:schemeClr val="accent1"/>
                </a:effectRef>
                <a:fontRef idx="minor">
                  <a:schemeClr val="tx1"/>
                </a:fontRef>
              </p:style>
            </p:cxnSp>
          </p:grpSp>
          <p:sp>
            <p:nvSpPr>
              <p:cNvPr id="96" name="Rectangle 95">
                <a:extLst>
                  <a:ext uri="{FF2B5EF4-FFF2-40B4-BE49-F238E27FC236}">
                    <a16:creationId xmlns:a16="http://schemas.microsoft.com/office/drawing/2014/main" id="{86511C96-E7AB-88F3-274F-C62FD9760352}"/>
                  </a:ext>
                </a:extLst>
              </p:cNvPr>
              <p:cNvSpPr/>
              <p:nvPr/>
            </p:nvSpPr>
            <p:spPr>
              <a:xfrm>
                <a:off x="2360612" y="5943600"/>
                <a:ext cx="2209800" cy="78988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Iteration </a:t>
                </a:r>
                <a:r>
                  <a:rPr lang="en-US" sz="1400" dirty="0">
                    <a:highlight>
                      <a:srgbClr val="000000"/>
                    </a:highlight>
                    <a:latin typeface="Arial" panose="020B0604020202020204" pitchFamily="34" charset="0"/>
                    <a:cs typeface="Arial" panose="020B0604020202020204" pitchFamily="34" charset="0"/>
                  </a:rPr>
                  <a:t> n+3 </a:t>
                </a:r>
                <a:r>
                  <a:rPr lang="en-US" sz="1400" dirty="0">
                    <a:latin typeface="Arial" panose="020B0604020202020204" pitchFamily="34" charset="0"/>
                    <a:cs typeface="Arial" panose="020B0604020202020204" pitchFamily="34" charset="0"/>
                  </a:rPr>
                  <a:t> :</a:t>
                </a:r>
              </a:p>
            </p:txBody>
          </p:sp>
        </p:grpSp>
        <p:grpSp>
          <p:nvGrpSpPr>
            <p:cNvPr id="3" name="Group 2">
              <a:extLst>
                <a:ext uri="{FF2B5EF4-FFF2-40B4-BE49-F238E27FC236}">
                  <a16:creationId xmlns:a16="http://schemas.microsoft.com/office/drawing/2014/main" id="{C9B14873-ED56-B9F2-F682-FEB203770F37}"/>
                </a:ext>
              </a:extLst>
            </p:cNvPr>
            <p:cNvGrpSpPr/>
            <p:nvPr/>
          </p:nvGrpSpPr>
          <p:grpSpPr>
            <a:xfrm>
              <a:off x="7226836" y="3553095"/>
              <a:ext cx="1233134" cy="1673914"/>
              <a:chOff x="2360612" y="3733800"/>
              <a:chExt cx="2209800" cy="2999686"/>
            </a:xfrm>
          </p:grpSpPr>
          <p:grpSp>
            <p:nvGrpSpPr>
              <p:cNvPr id="4" name="Group 3">
                <a:extLst>
                  <a:ext uri="{FF2B5EF4-FFF2-40B4-BE49-F238E27FC236}">
                    <a16:creationId xmlns:a16="http://schemas.microsoft.com/office/drawing/2014/main" id="{32AE81A2-FE8F-32E1-AA29-820339122D7D}"/>
                  </a:ext>
                </a:extLst>
              </p:cNvPr>
              <p:cNvGrpSpPr/>
              <p:nvPr/>
            </p:nvGrpSpPr>
            <p:grpSpPr>
              <a:xfrm>
                <a:off x="2360612" y="3733800"/>
                <a:ext cx="2209800" cy="2057400"/>
                <a:chOff x="2360612" y="3922776"/>
                <a:chExt cx="2209800" cy="2057400"/>
              </a:xfrm>
            </p:grpSpPr>
            <p:sp>
              <p:nvSpPr>
                <p:cNvPr id="8" name="Rectangle 7">
                  <a:extLst>
                    <a:ext uri="{FF2B5EF4-FFF2-40B4-BE49-F238E27FC236}">
                      <a16:creationId xmlns:a16="http://schemas.microsoft.com/office/drawing/2014/main" id="{72A90378-75BA-959F-3249-DB831F1CCE83}"/>
                    </a:ext>
                  </a:extLst>
                </p:cNvPr>
                <p:cNvSpPr/>
                <p:nvPr/>
              </p:nvSpPr>
              <p:spPr>
                <a:xfrm>
                  <a:off x="2360612" y="3922776"/>
                  <a:ext cx="2209800" cy="2057400"/>
                </a:xfrm>
                <a:prstGeom prst="rect">
                  <a:avLst/>
                </a:prstGeom>
                <a:ln w="571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Oval 8">
                  <a:extLst>
                    <a:ext uri="{FF2B5EF4-FFF2-40B4-BE49-F238E27FC236}">
                      <a16:creationId xmlns:a16="http://schemas.microsoft.com/office/drawing/2014/main" id="{37376C2A-0835-2A2A-C8E4-EDF38112C9BE}"/>
                    </a:ext>
                  </a:extLst>
                </p:cNvPr>
                <p:cNvSpPr/>
                <p:nvPr/>
              </p:nvSpPr>
              <p:spPr>
                <a:xfrm>
                  <a:off x="2970212" y="4267200"/>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3CCD23DE-34B3-7BAC-D59D-B59F98E4523D}"/>
                    </a:ext>
                  </a:extLst>
                </p:cNvPr>
                <p:cNvSpPr/>
                <p:nvPr/>
              </p:nvSpPr>
              <p:spPr>
                <a:xfrm>
                  <a:off x="2638605" y="4737853"/>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62B632B3-A7F5-DE56-E49C-9676DBB9257A}"/>
                    </a:ext>
                  </a:extLst>
                </p:cNvPr>
                <p:cNvSpPr/>
                <p:nvPr/>
              </p:nvSpPr>
              <p:spPr>
                <a:xfrm>
                  <a:off x="3551808" y="4639056"/>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EBA382B1-3C46-6008-C3D7-E57E8008348B}"/>
                    </a:ext>
                  </a:extLst>
                </p:cNvPr>
                <p:cNvSpPr/>
                <p:nvPr/>
              </p:nvSpPr>
              <p:spPr>
                <a:xfrm>
                  <a:off x="3301997" y="4948655"/>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E1DD21A5-B4B2-44E4-7F30-907662EBBB51}"/>
                    </a:ext>
                  </a:extLst>
                </p:cNvPr>
                <p:cNvSpPr/>
                <p:nvPr/>
              </p:nvSpPr>
              <p:spPr>
                <a:xfrm>
                  <a:off x="2591716" y="4261490"/>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B5828F84-475D-E979-A2F6-C8796F52590A}"/>
                    </a:ext>
                  </a:extLst>
                </p:cNvPr>
                <p:cNvSpPr/>
                <p:nvPr/>
              </p:nvSpPr>
              <p:spPr>
                <a:xfrm>
                  <a:off x="3152072" y="4021119"/>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A05F84CB-9842-4AD9-0ADA-92AF8C2E8BB9}"/>
                    </a:ext>
                  </a:extLst>
                </p:cNvPr>
                <p:cNvSpPr/>
                <p:nvPr/>
              </p:nvSpPr>
              <p:spPr>
                <a:xfrm>
                  <a:off x="3808412" y="4865062"/>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B5B73AC4-0EB8-5046-1500-CB48F04FCBFC}"/>
                    </a:ext>
                  </a:extLst>
                </p:cNvPr>
                <p:cNvSpPr/>
                <p:nvPr/>
              </p:nvSpPr>
              <p:spPr>
                <a:xfrm>
                  <a:off x="3913813" y="5406590"/>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B25C0720-25AB-C0D1-6A19-52D42E28AAE0}"/>
                    </a:ext>
                  </a:extLst>
                </p:cNvPr>
                <p:cNvSpPr/>
                <p:nvPr/>
              </p:nvSpPr>
              <p:spPr>
                <a:xfrm>
                  <a:off x="3597610" y="5257800"/>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376CE06A-6400-EA90-82C8-687A2541C61E}"/>
                    </a:ext>
                  </a:extLst>
                </p:cNvPr>
                <p:cNvSpPr/>
                <p:nvPr/>
              </p:nvSpPr>
              <p:spPr>
                <a:xfrm>
                  <a:off x="4246525" y="5710194"/>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07357C2E-6AB6-DE69-DBCE-A9DD16071F85}"/>
                    </a:ext>
                  </a:extLst>
                </p:cNvPr>
                <p:cNvSpPr/>
                <p:nvPr/>
              </p:nvSpPr>
              <p:spPr>
                <a:xfrm>
                  <a:off x="4161408" y="4423909"/>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8F9944B5-4104-0AB0-5B03-2029762EA1EF}"/>
                    </a:ext>
                  </a:extLst>
                </p:cNvPr>
                <p:cNvSpPr/>
                <p:nvPr/>
              </p:nvSpPr>
              <p:spPr>
                <a:xfrm>
                  <a:off x="3582814" y="5718239"/>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C31B2DE9-00AA-2BE5-E673-2E02BDCA7BF3}"/>
                    </a:ext>
                  </a:extLst>
                </p:cNvPr>
                <p:cNvSpPr/>
                <p:nvPr/>
              </p:nvSpPr>
              <p:spPr>
                <a:xfrm>
                  <a:off x="4254209" y="4817274"/>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80784E60-8B4B-9618-996A-599B560958E0}"/>
                    </a:ext>
                  </a:extLst>
                </p:cNvPr>
                <p:cNvSpPr/>
                <p:nvPr/>
              </p:nvSpPr>
              <p:spPr>
                <a:xfrm>
                  <a:off x="3260564" y="4484887"/>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6C7E8E26-BE2E-7BB9-A07B-C727470017E6}"/>
                    </a:ext>
                  </a:extLst>
                </p:cNvPr>
                <p:cNvSpPr/>
                <p:nvPr/>
              </p:nvSpPr>
              <p:spPr>
                <a:xfrm>
                  <a:off x="3052338" y="4735811"/>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1AFE00C5-1299-0B51-DAA4-39D2EBA06705}"/>
                    </a:ext>
                  </a:extLst>
                </p:cNvPr>
                <p:cNvCxnSpPr>
                  <a:cxnSpLocks/>
                  <a:endCxn id="8" idx="0"/>
                </p:cNvCxnSpPr>
                <p:nvPr/>
              </p:nvCxnSpPr>
              <p:spPr>
                <a:xfrm flipV="1">
                  <a:off x="2389598" y="3922776"/>
                  <a:ext cx="1075914" cy="1795462"/>
                </a:xfrm>
                <a:prstGeom prst="line">
                  <a:avLst/>
                </a:prstGeom>
                <a:ln w="57150">
                  <a:solidFill>
                    <a:schemeClr val="tx2"/>
                  </a:solidFill>
                  <a:prstDash val="sysDot"/>
                </a:ln>
              </p:spPr>
              <p:style>
                <a:lnRef idx="1">
                  <a:schemeClr val="accent1"/>
                </a:lnRef>
                <a:fillRef idx="0">
                  <a:schemeClr val="accent1"/>
                </a:fillRef>
                <a:effectRef idx="0">
                  <a:schemeClr val="accent1"/>
                </a:effectRef>
                <a:fontRef idx="minor">
                  <a:schemeClr val="tx1"/>
                </a:fontRef>
              </p:style>
            </p:cxnSp>
          </p:grpSp>
          <p:sp>
            <p:nvSpPr>
              <p:cNvPr id="7" name="Rectangle 6">
                <a:extLst>
                  <a:ext uri="{FF2B5EF4-FFF2-40B4-BE49-F238E27FC236}">
                    <a16:creationId xmlns:a16="http://schemas.microsoft.com/office/drawing/2014/main" id="{BCF459C8-8E40-C5E3-4E70-4D0FC316A745}"/>
                  </a:ext>
                </a:extLst>
              </p:cNvPr>
              <p:cNvSpPr/>
              <p:nvPr/>
            </p:nvSpPr>
            <p:spPr>
              <a:xfrm>
                <a:off x="2360612" y="5943600"/>
                <a:ext cx="2209800" cy="78988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Iteration </a:t>
                </a:r>
                <a:r>
                  <a:rPr lang="en-US" sz="1400" dirty="0">
                    <a:highlight>
                      <a:srgbClr val="000000"/>
                    </a:highlight>
                    <a:latin typeface="Arial" panose="020B0604020202020204" pitchFamily="34" charset="0"/>
                    <a:cs typeface="Arial" panose="020B0604020202020204" pitchFamily="34" charset="0"/>
                  </a:rPr>
                  <a:t> n+4  </a:t>
                </a:r>
                <a:r>
                  <a:rPr lang="en-US" sz="1400" dirty="0">
                    <a:latin typeface="Arial" panose="020B0604020202020204" pitchFamily="34" charset="0"/>
                    <a:cs typeface="Arial" panose="020B0604020202020204" pitchFamily="34" charset="0"/>
                  </a:rPr>
                  <a:t> </a:t>
                </a:r>
              </a:p>
              <a:p>
                <a:pPr algn="ctr"/>
                <a:r>
                  <a:rPr lang="en-US" sz="1400" dirty="0">
                    <a:latin typeface="Arial" panose="020B0604020202020204" pitchFamily="34" charset="0"/>
                    <a:cs typeface="Arial" panose="020B0604020202020204" pitchFamily="34" charset="0"/>
                  </a:rPr>
                  <a:t>:</a:t>
                </a:r>
              </a:p>
            </p:txBody>
          </p:sp>
        </p:grpSp>
        <p:grpSp>
          <p:nvGrpSpPr>
            <p:cNvPr id="43" name="Group 42">
              <a:extLst>
                <a:ext uri="{FF2B5EF4-FFF2-40B4-BE49-F238E27FC236}">
                  <a16:creationId xmlns:a16="http://schemas.microsoft.com/office/drawing/2014/main" id="{BD62E13C-28DD-92B5-1BA2-D2ABD0402608}"/>
                </a:ext>
              </a:extLst>
            </p:cNvPr>
            <p:cNvGrpSpPr/>
            <p:nvPr/>
          </p:nvGrpSpPr>
          <p:grpSpPr>
            <a:xfrm>
              <a:off x="8576742" y="3553095"/>
              <a:ext cx="1233134" cy="1673914"/>
              <a:chOff x="2360612" y="3733800"/>
              <a:chExt cx="2209800" cy="2999686"/>
            </a:xfrm>
          </p:grpSpPr>
          <p:grpSp>
            <p:nvGrpSpPr>
              <p:cNvPr id="44" name="Group 43">
                <a:extLst>
                  <a:ext uri="{FF2B5EF4-FFF2-40B4-BE49-F238E27FC236}">
                    <a16:creationId xmlns:a16="http://schemas.microsoft.com/office/drawing/2014/main" id="{98B788C8-4090-4E51-21DA-3D3B9CA5BA04}"/>
                  </a:ext>
                </a:extLst>
              </p:cNvPr>
              <p:cNvGrpSpPr/>
              <p:nvPr/>
            </p:nvGrpSpPr>
            <p:grpSpPr>
              <a:xfrm>
                <a:off x="2360612" y="3733800"/>
                <a:ext cx="2209800" cy="2057400"/>
                <a:chOff x="2360612" y="3922776"/>
                <a:chExt cx="2209800" cy="2057400"/>
              </a:xfrm>
            </p:grpSpPr>
            <p:sp>
              <p:nvSpPr>
                <p:cNvPr id="69" name="Rectangle 68">
                  <a:extLst>
                    <a:ext uri="{FF2B5EF4-FFF2-40B4-BE49-F238E27FC236}">
                      <a16:creationId xmlns:a16="http://schemas.microsoft.com/office/drawing/2014/main" id="{1E80F986-49A1-EAB0-E876-24293E011872}"/>
                    </a:ext>
                  </a:extLst>
                </p:cNvPr>
                <p:cNvSpPr/>
                <p:nvPr/>
              </p:nvSpPr>
              <p:spPr>
                <a:xfrm>
                  <a:off x="2360612" y="3922776"/>
                  <a:ext cx="2209800" cy="2057400"/>
                </a:xfrm>
                <a:prstGeom prst="rect">
                  <a:avLst/>
                </a:prstGeom>
                <a:ln w="571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0" name="Oval 69">
                  <a:extLst>
                    <a:ext uri="{FF2B5EF4-FFF2-40B4-BE49-F238E27FC236}">
                      <a16:creationId xmlns:a16="http://schemas.microsoft.com/office/drawing/2014/main" id="{4E967298-7682-C0EE-633B-2E74719262C2}"/>
                    </a:ext>
                  </a:extLst>
                </p:cNvPr>
                <p:cNvSpPr/>
                <p:nvPr/>
              </p:nvSpPr>
              <p:spPr>
                <a:xfrm>
                  <a:off x="2970212" y="4267200"/>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Oval 90">
                  <a:extLst>
                    <a:ext uri="{FF2B5EF4-FFF2-40B4-BE49-F238E27FC236}">
                      <a16:creationId xmlns:a16="http://schemas.microsoft.com/office/drawing/2014/main" id="{63036277-10C1-1E49-D0D7-A6837BBDD4E3}"/>
                    </a:ext>
                  </a:extLst>
                </p:cNvPr>
                <p:cNvSpPr/>
                <p:nvPr/>
              </p:nvSpPr>
              <p:spPr>
                <a:xfrm>
                  <a:off x="2638605" y="4737853"/>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Oval 91">
                  <a:extLst>
                    <a:ext uri="{FF2B5EF4-FFF2-40B4-BE49-F238E27FC236}">
                      <a16:creationId xmlns:a16="http://schemas.microsoft.com/office/drawing/2014/main" id="{402BA265-7F0B-EF9F-5E59-7E8FAC87E862}"/>
                    </a:ext>
                  </a:extLst>
                </p:cNvPr>
                <p:cNvSpPr/>
                <p:nvPr/>
              </p:nvSpPr>
              <p:spPr>
                <a:xfrm>
                  <a:off x="3551808" y="4639056"/>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810A1ABD-7E8E-2A29-5011-21CAB1F359CE}"/>
                    </a:ext>
                  </a:extLst>
                </p:cNvPr>
                <p:cNvSpPr/>
                <p:nvPr/>
              </p:nvSpPr>
              <p:spPr>
                <a:xfrm>
                  <a:off x="3301997" y="4948655"/>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Oval 113">
                  <a:extLst>
                    <a:ext uri="{FF2B5EF4-FFF2-40B4-BE49-F238E27FC236}">
                      <a16:creationId xmlns:a16="http://schemas.microsoft.com/office/drawing/2014/main" id="{8FDA13C9-918D-BC0D-BF3C-AA2B74AD24EA}"/>
                    </a:ext>
                  </a:extLst>
                </p:cNvPr>
                <p:cNvSpPr/>
                <p:nvPr/>
              </p:nvSpPr>
              <p:spPr>
                <a:xfrm>
                  <a:off x="2591716" y="4261490"/>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Oval 114">
                  <a:extLst>
                    <a:ext uri="{FF2B5EF4-FFF2-40B4-BE49-F238E27FC236}">
                      <a16:creationId xmlns:a16="http://schemas.microsoft.com/office/drawing/2014/main" id="{A1925661-8C55-2CBF-91E2-4048A4855AED}"/>
                    </a:ext>
                  </a:extLst>
                </p:cNvPr>
                <p:cNvSpPr/>
                <p:nvPr/>
              </p:nvSpPr>
              <p:spPr>
                <a:xfrm>
                  <a:off x="3152072" y="4021119"/>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a:extLst>
                    <a:ext uri="{FF2B5EF4-FFF2-40B4-BE49-F238E27FC236}">
                      <a16:creationId xmlns:a16="http://schemas.microsoft.com/office/drawing/2014/main" id="{36056AF8-FF95-3EFE-8B62-F1E84A95C094}"/>
                    </a:ext>
                  </a:extLst>
                </p:cNvPr>
                <p:cNvSpPr/>
                <p:nvPr/>
              </p:nvSpPr>
              <p:spPr>
                <a:xfrm>
                  <a:off x="3808412" y="4865062"/>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Oval 116">
                  <a:extLst>
                    <a:ext uri="{FF2B5EF4-FFF2-40B4-BE49-F238E27FC236}">
                      <a16:creationId xmlns:a16="http://schemas.microsoft.com/office/drawing/2014/main" id="{A36787B3-AB70-24BC-88A4-4E2C892AC71B}"/>
                    </a:ext>
                  </a:extLst>
                </p:cNvPr>
                <p:cNvSpPr/>
                <p:nvPr/>
              </p:nvSpPr>
              <p:spPr>
                <a:xfrm>
                  <a:off x="3913813" y="5406590"/>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Oval 117">
                  <a:extLst>
                    <a:ext uri="{FF2B5EF4-FFF2-40B4-BE49-F238E27FC236}">
                      <a16:creationId xmlns:a16="http://schemas.microsoft.com/office/drawing/2014/main" id="{F9EAE067-CFDF-A488-FF33-3F4C027A5A4D}"/>
                    </a:ext>
                  </a:extLst>
                </p:cNvPr>
                <p:cNvSpPr/>
                <p:nvPr/>
              </p:nvSpPr>
              <p:spPr>
                <a:xfrm>
                  <a:off x="3597610" y="5257800"/>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Oval 118">
                  <a:extLst>
                    <a:ext uri="{FF2B5EF4-FFF2-40B4-BE49-F238E27FC236}">
                      <a16:creationId xmlns:a16="http://schemas.microsoft.com/office/drawing/2014/main" id="{74131F8D-67E7-AC86-4CA7-9A6D13991801}"/>
                    </a:ext>
                  </a:extLst>
                </p:cNvPr>
                <p:cNvSpPr/>
                <p:nvPr/>
              </p:nvSpPr>
              <p:spPr>
                <a:xfrm>
                  <a:off x="4246525" y="5710194"/>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0" name="Oval 119">
                  <a:extLst>
                    <a:ext uri="{FF2B5EF4-FFF2-40B4-BE49-F238E27FC236}">
                      <a16:creationId xmlns:a16="http://schemas.microsoft.com/office/drawing/2014/main" id="{B42859D4-F589-896B-0164-8B7D9721B9AF}"/>
                    </a:ext>
                  </a:extLst>
                </p:cNvPr>
                <p:cNvSpPr/>
                <p:nvPr/>
              </p:nvSpPr>
              <p:spPr>
                <a:xfrm>
                  <a:off x="4161408" y="4423909"/>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Oval 120">
                  <a:extLst>
                    <a:ext uri="{FF2B5EF4-FFF2-40B4-BE49-F238E27FC236}">
                      <a16:creationId xmlns:a16="http://schemas.microsoft.com/office/drawing/2014/main" id="{CB0569E2-7C44-175B-DE40-E5BA46F50B86}"/>
                    </a:ext>
                  </a:extLst>
                </p:cNvPr>
                <p:cNvSpPr/>
                <p:nvPr/>
              </p:nvSpPr>
              <p:spPr>
                <a:xfrm>
                  <a:off x="3582814" y="5718239"/>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Oval 121">
                  <a:extLst>
                    <a:ext uri="{FF2B5EF4-FFF2-40B4-BE49-F238E27FC236}">
                      <a16:creationId xmlns:a16="http://schemas.microsoft.com/office/drawing/2014/main" id="{B8A56185-3AA7-6EDA-9D93-FE3A3DEAEAA8}"/>
                    </a:ext>
                  </a:extLst>
                </p:cNvPr>
                <p:cNvSpPr/>
                <p:nvPr/>
              </p:nvSpPr>
              <p:spPr>
                <a:xfrm>
                  <a:off x="4254209" y="4817274"/>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Oval 122">
                  <a:extLst>
                    <a:ext uri="{FF2B5EF4-FFF2-40B4-BE49-F238E27FC236}">
                      <a16:creationId xmlns:a16="http://schemas.microsoft.com/office/drawing/2014/main" id="{1E5C5ABF-340D-D7DE-145E-1D15A7791051}"/>
                    </a:ext>
                  </a:extLst>
                </p:cNvPr>
                <p:cNvSpPr/>
                <p:nvPr/>
              </p:nvSpPr>
              <p:spPr>
                <a:xfrm>
                  <a:off x="3260564" y="4484887"/>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Oval 123">
                  <a:extLst>
                    <a:ext uri="{FF2B5EF4-FFF2-40B4-BE49-F238E27FC236}">
                      <a16:creationId xmlns:a16="http://schemas.microsoft.com/office/drawing/2014/main" id="{D99092C1-4FFF-3148-1627-F80F94BE1DA8}"/>
                    </a:ext>
                  </a:extLst>
                </p:cNvPr>
                <p:cNvSpPr/>
                <p:nvPr/>
              </p:nvSpPr>
              <p:spPr>
                <a:xfrm>
                  <a:off x="3052338" y="4735811"/>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5" name="Straight Connector 124">
                  <a:extLst>
                    <a:ext uri="{FF2B5EF4-FFF2-40B4-BE49-F238E27FC236}">
                      <a16:creationId xmlns:a16="http://schemas.microsoft.com/office/drawing/2014/main" id="{90B8B8B6-85AC-ABFE-5BBE-4555094EFA02}"/>
                    </a:ext>
                  </a:extLst>
                </p:cNvPr>
                <p:cNvCxnSpPr>
                  <a:cxnSpLocks/>
                </p:cNvCxnSpPr>
                <p:nvPr/>
              </p:nvCxnSpPr>
              <p:spPr>
                <a:xfrm flipV="1">
                  <a:off x="2393677" y="3922776"/>
                  <a:ext cx="1948798" cy="1892819"/>
                </a:xfrm>
                <a:prstGeom prst="line">
                  <a:avLst/>
                </a:prstGeom>
                <a:ln w="57150">
                  <a:solidFill>
                    <a:schemeClr val="tx2"/>
                  </a:solidFill>
                  <a:prstDash val="sysDot"/>
                </a:ln>
              </p:spPr>
              <p:style>
                <a:lnRef idx="1">
                  <a:schemeClr val="accent1"/>
                </a:lnRef>
                <a:fillRef idx="0">
                  <a:schemeClr val="accent1"/>
                </a:fillRef>
                <a:effectRef idx="0">
                  <a:schemeClr val="accent1"/>
                </a:effectRef>
                <a:fontRef idx="minor">
                  <a:schemeClr val="tx1"/>
                </a:fontRef>
              </p:style>
            </p:cxnSp>
          </p:grpSp>
          <p:sp>
            <p:nvSpPr>
              <p:cNvPr id="48" name="Rectangle 47">
                <a:extLst>
                  <a:ext uri="{FF2B5EF4-FFF2-40B4-BE49-F238E27FC236}">
                    <a16:creationId xmlns:a16="http://schemas.microsoft.com/office/drawing/2014/main" id="{F49ADC93-73D1-1578-CE56-3B8F5285EE86}"/>
                  </a:ext>
                </a:extLst>
              </p:cNvPr>
              <p:cNvSpPr/>
              <p:nvPr/>
            </p:nvSpPr>
            <p:spPr>
              <a:xfrm>
                <a:off x="2360612" y="5943600"/>
                <a:ext cx="2209800" cy="78988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Iteration </a:t>
                </a:r>
                <a:r>
                  <a:rPr lang="en-US" sz="1400" dirty="0">
                    <a:highlight>
                      <a:srgbClr val="000000"/>
                    </a:highlight>
                    <a:latin typeface="Arial" panose="020B0604020202020204" pitchFamily="34" charset="0"/>
                    <a:cs typeface="Arial" panose="020B0604020202020204" pitchFamily="34" charset="0"/>
                  </a:rPr>
                  <a:t> n+5 </a:t>
                </a:r>
                <a:r>
                  <a:rPr lang="en-US" sz="1400" dirty="0">
                    <a:latin typeface="Arial" panose="020B0604020202020204" pitchFamily="34" charset="0"/>
                    <a:cs typeface="Arial" panose="020B0604020202020204" pitchFamily="34" charset="0"/>
                  </a:rPr>
                  <a:t> :</a:t>
                </a:r>
              </a:p>
            </p:txBody>
          </p:sp>
        </p:grpSp>
        <p:grpSp>
          <p:nvGrpSpPr>
            <p:cNvPr id="128" name="Group 127">
              <a:extLst>
                <a:ext uri="{FF2B5EF4-FFF2-40B4-BE49-F238E27FC236}">
                  <a16:creationId xmlns:a16="http://schemas.microsoft.com/office/drawing/2014/main" id="{14FD4658-8180-E358-4B8B-B0F25A030D00}"/>
                </a:ext>
              </a:extLst>
            </p:cNvPr>
            <p:cNvGrpSpPr/>
            <p:nvPr/>
          </p:nvGrpSpPr>
          <p:grpSpPr>
            <a:xfrm>
              <a:off x="9926647" y="3553095"/>
              <a:ext cx="1233134" cy="1673914"/>
              <a:chOff x="2360612" y="3733800"/>
              <a:chExt cx="2209800" cy="2999686"/>
            </a:xfrm>
          </p:grpSpPr>
          <p:grpSp>
            <p:nvGrpSpPr>
              <p:cNvPr id="129" name="Group 128">
                <a:extLst>
                  <a:ext uri="{FF2B5EF4-FFF2-40B4-BE49-F238E27FC236}">
                    <a16:creationId xmlns:a16="http://schemas.microsoft.com/office/drawing/2014/main" id="{D12DC8CC-EB67-7256-8243-40F903900AAA}"/>
                  </a:ext>
                </a:extLst>
              </p:cNvPr>
              <p:cNvGrpSpPr/>
              <p:nvPr/>
            </p:nvGrpSpPr>
            <p:grpSpPr>
              <a:xfrm>
                <a:off x="2360612" y="3733800"/>
                <a:ext cx="2209800" cy="2057400"/>
                <a:chOff x="2360612" y="3922776"/>
                <a:chExt cx="2209800" cy="2057400"/>
              </a:xfrm>
            </p:grpSpPr>
            <p:sp>
              <p:nvSpPr>
                <p:cNvPr id="131" name="Rectangle 130">
                  <a:extLst>
                    <a:ext uri="{FF2B5EF4-FFF2-40B4-BE49-F238E27FC236}">
                      <a16:creationId xmlns:a16="http://schemas.microsoft.com/office/drawing/2014/main" id="{EEE7846D-8997-E7C2-7A76-F0A083E7ED61}"/>
                    </a:ext>
                  </a:extLst>
                </p:cNvPr>
                <p:cNvSpPr/>
                <p:nvPr/>
              </p:nvSpPr>
              <p:spPr>
                <a:xfrm>
                  <a:off x="2360612" y="3922776"/>
                  <a:ext cx="2209800" cy="2057400"/>
                </a:xfrm>
                <a:prstGeom prst="rect">
                  <a:avLst/>
                </a:prstGeom>
                <a:ln w="5715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2" name="Oval 131">
                  <a:extLst>
                    <a:ext uri="{FF2B5EF4-FFF2-40B4-BE49-F238E27FC236}">
                      <a16:creationId xmlns:a16="http://schemas.microsoft.com/office/drawing/2014/main" id="{5B7FC6A7-C9CA-D194-9B32-9A5B9443BDB6}"/>
                    </a:ext>
                  </a:extLst>
                </p:cNvPr>
                <p:cNvSpPr/>
                <p:nvPr/>
              </p:nvSpPr>
              <p:spPr>
                <a:xfrm>
                  <a:off x="2970212" y="4267200"/>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Oval 132">
                  <a:extLst>
                    <a:ext uri="{FF2B5EF4-FFF2-40B4-BE49-F238E27FC236}">
                      <a16:creationId xmlns:a16="http://schemas.microsoft.com/office/drawing/2014/main" id="{211A50C4-8383-DB66-9D36-E3E308FBD3A9}"/>
                    </a:ext>
                  </a:extLst>
                </p:cNvPr>
                <p:cNvSpPr/>
                <p:nvPr/>
              </p:nvSpPr>
              <p:spPr>
                <a:xfrm>
                  <a:off x="2638605" y="4737853"/>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a:extLst>
                    <a:ext uri="{FF2B5EF4-FFF2-40B4-BE49-F238E27FC236}">
                      <a16:creationId xmlns:a16="http://schemas.microsoft.com/office/drawing/2014/main" id="{1A7308B9-5E9F-897D-0F9C-B0EDE21597FC}"/>
                    </a:ext>
                  </a:extLst>
                </p:cNvPr>
                <p:cNvSpPr/>
                <p:nvPr/>
              </p:nvSpPr>
              <p:spPr>
                <a:xfrm>
                  <a:off x="3551808" y="4639056"/>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Oval 134">
                  <a:extLst>
                    <a:ext uri="{FF2B5EF4-FFF2-40B4-BE49-F238E27FC236}">
                      <a16:creationId xmlns:a16="http://schemas.microsoft.com/office/drawing/2014/main" id="{4B25702D-5BA6-5092-8E6E-0B5AFC05CB40}"/>
                    </a:ext>
                  </a:extLst>
                </p:cNvPr>
                <p:cNvSpPr/>
                <p:nvPr/>
              </p:nvSpPr>
              <p:spPr>
                <a:xfrm>
                  <a:off x="3301997" y="4948655"/>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Oval 135">
                  <a:extLst>
                    <a:ext uri="{FF2B5EF4-FFF2-40B4-BE49-F238E27FC236}">
                      <a16:creationId xmlns:a16="http://schemas.microsoft.com/office/drawing/2014/main" id="{3B868388-216B-6EE4-657B-E4D093D3A406}"/>
                    </a:ext>
                  </a:extLst>
                </p:cNvPr>
                <p:cNvSpPr/>
                <p:nvPr/>
              </p:nvSpPr>
              <p:spPr>
                <a:xfrm>
                  <a:off x="2591716" y="4261490"/>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Oval 136">
                  <a:extLst>
                    <a:ext uri="{FF2B5EF4-FFF2-40B4-BE49-F238E27FC236}">
                      <a16:creationId xmlns:a16="http://schemas.microsoft.com/office/drawing/2014/main" id="{F546E144-4A39-C362-76A1-D50A05047C95}"/>
                    </a:ext>
                  </a:extLst>
                </p:cNvPr>
                <p:cNvSpPr/>
                <p:nvPr/>
              </p:nvSpPr>
              <p:spPr>
                <a:xfrm>
                  <a:off x="3152072" y="4021119"/>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Oval 137">
                  <a:extLst>
                    <a:ext uri="{FF2B5EF4-FFF2-40B4-BE49-F238E27FC236}">
                      <a16:creationId xmlns:a16="http://schemas.microsoft.com/office/drawing/2014/main" id="{982EEA1D-AA62-AB37-115E-B6B0CC5F8844}"/>
                    </a:ext>
                  </a:extLst>
                </p:cNvPr>
                <p:cNvSpPr/>
                <p:nvPr/>
              </p:nvSpPr>
              <p:spPr>
                <a:xfrm>
                  <a:off x="3808412" y="4865062"/>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Oval 138">
                  <a:extLst>
                    <a:ext uri="{FF2B5EF4-FFF2-40B4-BE49-F238E27FC236}">
                      <a16:creationId xmlns:a16="http://schemas.microsoft.com/office/drawing/2014/main" id="{0BB19E39-2196-D8E0-3810-EE4423846219}"/>
                    </a:ext>
                  </a:extLst>
                </p:cNvPr>
                <p:cNvSpPr/>
                <p:nvPr/>
              </p:nvSpPr>
              <p:spPr>
                <a:xfrm>
                  <a:off x="3913813" y="5406590"/>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Oval 139">
                  <a:extLst>
                    <a:ext uri="{FF2B5EF4-FFF2-40B4-BE49-F238E27FC236}">
                      <a16:creationId xmlns:a16="http://schemas.microsoft.com/office/drawing/2014/main" id="{B06908C8-2F9A-6B46-7209-F8F669633511}"/>
                    </a:ext>
                  </a:extLst>
                </p:cNvPr>
                <p:cNvSpPr/>
                <p:nvPr/>
              </p:nvSpPr>
              <p:spPr>
                <a:xfrm>
                  <a:off x="3597610" y="5257800"/>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Oval 140">
                  <a:extLst>
                    <a:ext uri="{FF2B5EF4-FFF2-40B4-BE49-F238E27FC236}">
                      <a16:creationId xmlns:a16="http://schemas.microsoft.com/office/drawing/2014/main" id="{D1BE662F-80CF-CDA3-2454-8AD6FFCDBD7F}"/>
                    </a:ext>
                  </a:extLst>
                </p:cNvPr>
                <p:cNvSpPr/>
                <p:nvPr/>
              </p:nvSpPr>
              <p:spPr>
                <a:xfrm>
                  <a:off x="4246525" y="5710194"/>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2" name="Oval 141">
                  <a:extLst>
                    <a:ext uri="{FF2B5EF4-FFF2-40B4-BE49-F238E27FC236}">
                      <a16:creationId xmlns:a16="http://schemas.microsoft.com/office/drawing/2014/main" id="{209EB26B-EF34-2490-E360-17F19490F2BC}"/>
                    </a:ext>
                  </a:extLst>
                </p:cNvPr>
                <p:cNvSpPr/>
                <p:nvPr/>
              </p:nvSpPr>
              <p:spPr>
                <a:xfrm>
                  <a:off x="4161408" y="4423909"/>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Oval 142">
                  <a:extLst>
                    <a:ext uri="{FF2B5EF4-FFF2-40B4-BE49-F238E27FC236}">
                      <a16:creationId xmlns:a16="http://schemas.microsoft.com/office/drawing/2014/main" id="{3DBC782C-5EAE-3C8A-0BC1-34CF90EB5E78}"/>
                    </a:ext>
                  </a:extLst>
                </p:cNvPr>
                <p:cNvSpPr/>
                <p:nvPr/>
              </p:nvSpPr>
              <p:spPr>
                <a:xfrm>
                  <a:off x="3582814" y="5718239"/>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Oval 143">
                  <a:extLst>
                    <a:ext uri="{FF2B5EF4-FFF2-40B4-BE49-F238E27FC236}">
                      <a16:creationId xmlns:a16="http://schemas.microsoft.com/office/drawing/2014/main" id="{527F0C9A-1E89-A9D7-9740-C2FD00B5246A}"/>
                    </a:ext>
                  </a:extLst>
                </p:cNvPr>
                <p:cNvSpPr/>
                <p:nvPr/>
              </p:nvSpPr>
              <p:spPr>
                <a:xfrm>
                  <a:off x="4254209" y="4817274"/>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Oval 144">
                  <a:extLst>
                    <a:ext uri="{FF2B5EF4-FFF2-40B4-BE49-F238E27FC236}">
                      <a16:creationId xmlns:a16="http://schemas.microsoft.com/office/drawing/2014/main" id="{C87AFBBD-5933-446C-F19F-2CB79A9E20AF}"/>
                    </a:ext>
                  </a:extLst>
                </p:cNvPr>
                <p:cNvSpPr/>
                <p:nvPr/>
              </p:nvSpPr>
              <p:spPr>
                <a:xfrm>
                  <a:off x="3260564" y="4484887"/>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Oval 145">
                  <a:extLst>
                    <a:ext uri="{FF2B5EF4-FFF2-40B4-BE49-F238E27FC236}">
                      <a16:creationId xmlns:a16="http://schemas.microsoft.com/office/drawing/2014/main" id="{3A690C17-3D81-40A5-3FDE-EF6BF2895B2F}"/>
                    </a:ext>
                  </a:extLst>
                </p:cNvPr>
                <p:cNvSpPr/>
                <p:nvPr/>
              </p:nvSpPr>
              <p:spPr>
                <a:xfrm>
                  <a:off x="3052338" y="4735811"/>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7" name="Straight Connector 146">
                  <a:extLst>
                    <a:ext uri="{FF2B5EF4-FFF2-40B4-BE49-F238E27FC236}">
                      <a16:creationId xmlns:a16="http://schemas.microsoft.com/office/drawing/2014/main" id="{573D4098-9CD5-5160-E1B7-8944BAE8B78B}"/>
                    </a:ext>
                  </a:extLst>
                </p:cNvPr>
                <p:cNvCxnSpPr>
                  <a:cxnSpLocks/>
                </p:cNvCxnSpPr>
                <p:nvPr/>
              </p:nvCxnSpPr>
              <p:spPr>
                <a:xfrm flipV="1">
                  <a:off x="2713781" y="4021118"/>
                  <a:ext cx="1856631" cy="1959058"/>
                </a:xfrm>
                <a:prstGeom prst="line">
                  <a:avLst/>
                </a:prstGeom>
                <a:ln w="57150">
                  <a:solidFill>
                    <a:schemeClr val="tx2"/>
                  </a:solidFill>
                  <a:prstDash val="sysDot"/>
                </a:ln>
              </p:spPr>
              <p:style>
                <a:lnRef idx="1">
                  <a:schemeClr val="accent1"/>
                </a:lnRef>
                <a:fillRef idx="0">
                  <a:schemeClr val="accent1"/>
                </a:fillRef>
                <a:effectRef idx="0">
                  <a:schemeClr val="accent1"/>
                </a:effectRef>
                <a:fontRef idx="minor">
                  <a:schemeClr val="tx1"/>
                </a:fontRef>
              </p:style>
            </p:cxnSp>
          </p:grpSp>
          <p:sp>
            <p:nvSpPr>
              <p:cNvPr id="130" name="Rectangle 129">
                <a:extLst>
                  <a:ext uri="{FF2B5EF4-FFF2-40B4-BE49-F238E27FC236}">
                    <a16:creationId xmlns:a16="http://schemas.microsoft.com/office/drawing/2014/main" id="{AFD61D4F-9FB0-4195-098E-70001F490402}"/>
                  </a:ext>
                </a:extLst>
              </p:cNvPr>
              <p:cNvSpPr/>
              <p:nvPr/>
            </p:nvSpPr>
            <p:spPr>
              <a:xfrm>
                <a:off x="2360612" y="5943600"/>
                <a:ext cx="2209800" cy="78988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400" dirty="0">
                    <a:latin typeface="Arial" panose="020B0604020202020204" pitchFamily="34" charset="0"/>
                    <a:cs typeface="Arial" panose="020B0604020202020204" pitchFamily="34" charset="0"/>
                  </a:rPr>
                  <a:t>Iteration </a:t>
                </a:r>
                <a:r>
                  <a:rPr lang="en-US" sz="1400" dirty="0">
                    <a:highlight>
                      <a:srgbClr val="000000"/>
                    </a:highlight>
                    <a:latin typeface="Arial" panose="020B0604020202020204" pitchFamily="34" charset="0"/>
                    <a:cs typeface="Arial" panose="020B0604020202020204" pitchFamily="34" charset="0"/>
                  </a:rPr>
                  <a:t> n+6 </a:t>
                </a:r>
                <a:r>
                  <a:rPr lang="en-US" sz="1400" dirty="0">
                    <a:latin typeface="Arial" panose="020B0604020202020204" pitchFamily="34" charset="0"/>
                    <a:cs typeface="Arial" panose="020B0604020202020204" pitchFamily="34" charset="0"/>
                  </a:rPr>
                  <a:t> :</a:t>
                </a:r>
              </a:p>
            </p:txBody>
          </p:sp>
        </p:grpSp>
      </p:grpSp>
      <p:sp>
        <p:nvSpPr>
          <p:cNvPr id="150" name="Callout: Up Arrow 149">
            <a:extLst>
              <a:ext uri="{FF2B5EF4-FFF2-40B4-BE49-F238E27FC236}">
                <a16:creationId xmlns:a16="http://schemas.microsoft.com/office/drawing/2014/main" id="{B7076391-7D38-8E42-CFE1-97C65CC36ACD}"/>
              </a:ext>
            </a:extLst>
          </p:cNvPr>
          <p:cNvSpPr/>
          <p:nvPr/>
        </p:nvSpPr>
        <p:spPr>
          <a:xfrm>
            <a:off x="3704648" y="5413379"/>
            <a:ext cx="5738826" cy="1045580"/>
          </a:xfrm>
          <a:prstGeom prst="upArrowCallout">
            <a:avLst>
              <a:gd name="adj1" fmla="val 8925"/>
              <a:gd name="adj2" fmla="val 13037"/>
              <a:gd name="adj3" fmla="val 10607"/>
              <a:gd name="adj4" fmla="val 79266"/>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dirty="0"/>
              <a:t>So, in fact, the hyper plane keeps moving between a couple of points, but it never achieves a stable state.</a:t>
            </a:r>
          </a:p>
        </p:txBody>
      </p:sp>
    </p:spTree>
    <p:extLst>
      <p:ext uri="{BB962C8B-B14F-4D97-AF65-F5344CB8AC3E}">
        <p14:creationId xmlns:p14="http://schemas.microsoft.com/office/powerpoint/2010/main" val="3775609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149"/>
                                        </p:tgtEl>
                                        <p:attrNameLst>
                                          <p:attrName>style.visibility</p:attrName>
                                        </p:attrNameLst>
                                      </p:cBhvr>
                                      <p:to>
                                        <p:strVal val="visible"/>
                                      </p:to>
                                    </p:set>
                                    <p:animEffect transition="in" filter="randombar(horizontal)">
                                      <p:cBhvr>
                                        <p:cTn id="7" dur="500"/>
                                        <p:tgtEl>
                                          <p:spTgt spid="149"/>
                                        </p:tgtEl>
                                      </p:cBhvr>
                                    </p:animEffect>
                                  </p:childTnLst>
                                </p:cTn>
                              </p:par>
                            </p:childTnLst>
                          </p:cTn>
                        </p:par>
                        <p:par>
                          <p:cTn id="8" fill="hold">
                            <p:stCondLst>
                              <p:cond delay="500"/>
                            </p:stCondLst>
                            <p:childTnLst>
                              <p:par>
                                <p:cTn id="9" presetID="2" presetClass="entr" presetSubtype="4" fill="hold" grpId="0" nodeType="afterEffect">
                                  <p:stCondLst>
                                    <p:cond delay="0"/>
                                  </p:stCondLst>
                                  <p:childTnLst>
                                    <p:set>
                                      <p:cBhvr>
                                        <p:cTn id="10" dur="1" fill="hold">
                                          <p:stCondLst>
                                            <p:cond delay="0"/>
                                          </p:stCondLst>
                                        </p:cTn>
                                        <p:tgtEl>
                                          <p:spTgt spid="150"/>
                                        </p:tgtEl>
                                        <p:attrNameLst>
                                          <p:attrName>style.visibility</p:attrName>
                                        </p:attrNameLst>
                                      </p:cBhvr>
                                      <p:to>
                                        <p:strVal val="visible"/>
                                      </p:to>
                                    </p:set>
                                    <p:anim calcmode="lin" valueType="num">
                                      <p:cBhvr additive="base">
                                        <p:cTn id="11" dur="500" fill="hold"/>
                                        <p:tgtEl>
                                          <p:spTgt spid="150"/>
                                        </p:tgtEl>
                                        <p:attrNameLst>
                                          <p:attrName>ppt_x</p:attrName>
                                        </p:attrNameLst>
                                      </p:cBhvr>
                                      <p:tavLst>
                                        <p:tav tm="0">
                                          <p:val>
                                            <p:strVal val="#ppt_x"/>
                                          </p:val>
                                        </p:tav>
                                        <p:tav tm="100000">
                                          <p:val>
                                            <p:strVal val="#ppt_x"/>
                                          </p:val>
                                        </p:tav>
                                      </p:tavLst>
                                    </p:anim>
                                    <p:anim calcmode="lin" valueType="num">
                                      <p:cBhvr additive="base">
                                        <p:cTn id="12" dur="500" fill="hold"/>
                                        <p:tgtEl>
                                          <p:spTgt spid="1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Adaline perceptron</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pPr marL="0" indent="0">
              <a:buNone/>
            </a:pPr>
            <a:r>
              <a:rPr lang="en-US" dirty="0">
                <a:latin typeface="Arial" panose="020B0604020202020204" pitchFamily="34" charset="0"/>
                <a:cs typeface="Arial" panose="020B0604020202020204" pitchFamily="34" charset="0"/>
              </a:rPr>
              <a:t>The training algorithm as discussed up to this moment has some limitations:</a:t>
            </a:r>
          </a:p>
          <a:p>
            <a:pPr marL="822960" lvl="1" indent="-457200">
              <a:buFont typeface="+mj-lt"/>
              <a:buAutoNum type="arabicPeriod" startAt="2"/>
            </a:pPr>
            <a:r>
              <a:rPr lang="en-US" dirty="0">
                <a:latin typeface="Arial" panose="020B0604020202020204" pitchFamily="34" charset="0"/>
                <a:cs typeface="Arial" panose="020B0604020202020204" pitchFamily="34" charset="0"/>
              </a:rPr>
              <a:t>If the data is linear separable, the hyperplane obtained </a:t>
            </a:r>
            <a:r>
              <a:rPr lang="en-US" b="1" u="sng" dirty="0">
                <a:latin typeface="Arial" panose="020B0604020202020204" pitchFamily="34" charset="0"/>
                <a:cs typeface="Arial" panose="020B0604020202020204" pitchFamily="34" charset="0"/>
              </a:rPr>
              <a:t>is not the best one</a:t>
            </a:r>
            <a:r>
              <a:rPr lang="en-US" dirty="0">
                <a:latin typeface="Arial" panose="020B0604020202020204" pitchFamily="34" charset="0"/>
                <a:cs typeface="Arial" panose="020B0604020202020204" pitchFamily="34" charset="0"/>
              </a:rPr>
              <a:t> (the one that best generalize the data) because we don’t change any weight if a sample is already classified.</a:t>
            </a:r>
          </a:p>
          <a:p>
            <a:pPr marL="365760" lvl="1"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grpSp>
        <p:nvGrpSpPr>
          <p:cNvPr id="44" name="Group 43">
            <a:extLst>
              <a:ext uri="{FF2B5EF4-FFF2-40B4-BE49-F238E27FC236}">
                <a16:creationId xmlns:a16="http://schemas.microsoft.com/office/drawing/2014/main" id="{C38DBE0F-DBED-C020-1D16-D8761ADC6743}"/>
              </a:ext>
            </a:extLst>
          </p:cNvPr>
          <p:cNvGrpSpPr/>
          <p:nvPr/>
        </p:nvGrpSpPr>
        <p:grpSpPr>
          <a:xfrm>
            <a:off x="2665412" y="3886200"/>
            <a:ext cx="8305800" cy="2590800"/>
            <a:chOff x="2665412" y="3810000"/>
            <a:chExt cx="8305800" cy="2590800"/>
          </a:xfrm>
        </p:grpSpPr>
        <p:sp>
          <p:nvSpPr>
            <p:cNvPr id="3" name="Rectangle 2">
              <a:extLst>
                <a:ext uri="{FF2B5EF4-FFF2-40B4-BE49-F238E27FC236}">
                  <a16:creationId xmlns:a16="http://schemas.microsoft.com/office/drawing/2014/main" id="{E2A58DA3-95F4-EC91-CE6A-0054620F7270}"/>
                </a:ext>
              </a:extLst>
            </p:cNvPr>
            <p:cNvSpPr/>
            <p:nvPr/>
          </p:nvSpPr>
          <p:spPr>
            <a:xfrm>
              <a:off x="2665412" y="3810000"/>
              <a:ext cx="8305800" cy="2590800"/>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Oval 6">
              <a:extLst>
                <a:ext uri="{FF2B5EF4-FFF2-40B4-BE49-F238E27FC236}">
                  <a16:creationId xmlns:a16="http://schemas.microsoft.com/office/drawing/2014/main" id="{90390D13-1353-9E0D-6E7A-23D5AAFCCCDB}"/>
                </a:ext>
              </a:extLst>
            </p:cNvPr>
            <p:cNvSpPr/>
            <p:nvPr/>
          </p:nvSpPr>
          <p:spPr>
            <a:xfrm>
              <a:off x="3122612" y="4114800"/>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6B23A101-B7C8-7DAD-EB91-40878FB8787B}"/>
                </a:ext>
              </a:extLst>
            </p:cNvPr>
            <p:cNvSpPr/>
            <p:nvPr/>
          </p:nvSpPr>
          <p:spPr>
            <a:xfrm>
              <a:off x="3017211" y="4630402"/>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35C889B4-640D-F5AE-4EB9-C5698FCB9B91}"/>
                </a:ext>
              </a:extLst>
            </p:cNvPr>
            <p:cNvSpPr/>
            <p:nvPr/>
          </p:nvSpPr>
          <p:spPr>
            <a:xfrm>
              <a:off x="3503612" y="4413389"/>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8C5B0329-7913-4A24-015A-FEA35079EA7D}"/>
                </a:ext>
              </a:extLst>
            </p:cNvPr>
            <p:cNvSpPr/>
            <p:nvPr/>
          </p:nvSpPr>
          <p:spPr>
            <a:xfrm>
              <a:off x="3017211" y="5190499"/>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31CD4B3F-CF58-3F68-7B56-50CC85ABBF9B}"/>
                </a:ext>
              </a:extLst>
            </p:cNvPr>
            <p:cNvSpPr/>
            <p:nvPr/>
          </p:nvSpPr>
          <p:spPr>
            <a:xfrm>
              <a:off x="3609013" y="4894598"/>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B9701FE7-81AC-BA1F-BDCD-473BAD4FE765}"/>
                </a:ext>
              </a:extLst>
            </p:cNvPr>
            <p:cNvSpPr/>
            <p:nvPr/>
          </p:nvSpPr>
          <p:spPr>
            <a:xfrm>
              <a:off x="3819815" y="4009399"/>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25A5EFB1-2D88-A12F-F3D8-4F7332BCB6A4}"/>
                </a:ext>
              </a:extLst>
            </p:cNvPr>
            <p:cNvSpPr/>
            <p:nvPr/>
          </p:nvSpPr>
          <p:spPr>
            <a:xfrm>
              <a:off x="3421895" y="5531783"/>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1C889503-48F1-7A31-E780-BB345C23197A}"/>
                </a:ext>
              </a:extLst>
            </p:cNvPr>
            <p:cNvSpPr/>
            <p:nvPr/>
          </p:nvSpPr>
          <p:spPr>
            <a:xfrm>
              <a:off x="3017211" y="5867400"/>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B3F62763-961F-1808-5FEE-212B57DF87D9}"/>
                </a:ext>
              </a:extLst>
            </p:cNvPr>
            <p:cNvSpPr/>
            <p:nvPr/>
          </p:nvSpPr>
          <p:spPr>
            <a:xfrm>
              <a:off x="9980612" y="4038600"/>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5561185C-52F1-18D7-D967-D9715DFF56D8}"/>
                </a:ext>
              </a:extLst>
            </p:cNvPr>
            <p:cNvSpPr/>
            <p:nvPr/>
          </p:nvSpPr>
          <p:spPr>
            <a:xfrm>
              <a:off x="10285412" y="4413389"/>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BA063A10-E20A-0854-8E8B-720EDEDCC86E}"/>
                </a:ext>
              </a:extLst>
            </p:cNvPr>
            <p:cNvSpPr/>
            <p:nvPr/>
          </p:nvSpPr>
          <p:spPr>
            <a:xfrm>
              <a:off x="9664409" y="4277638"/>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0F7707AC-413B-3819-34E7-6E8D0B258EBB}"/>
                </a:ext>
              </a:extLst>
            </p:cNvPr>
            <p:cNvSpPr/>
            <p:nvPr/>
          </p:nvSpPr>
          <p:spPr>
            <a:xfrm>
              <a:off x="9952802" y="4572000"/>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8B736FA7-78AF-0907-7BB1-98EDD2014531}"/>
                </a:ext>
              </a:extLst>
            </p:cNvPr>
            <p:cNvSpPr/>
            <p:nvPr/>
          </p:nvSpPr>
          <p:spPr>
            <a:xfrm>
              <a:off x="9500198" y="5152399"/>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7DD88C79-292F-5FCB-4A5F-B2DFA046DFA8}"/>
                </a:ext>
              </a:extLst>
            </p:cNvPr>
            <p:cNvSpPr/>
            <p:nvPr/>
          </p:nvSpPr>
          <p:spPr>
            <a:xfrm>
              <a:off x="10519759" y="5152399"/>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63723410-BE9F-49F7-4AC4-2C5FA9BF655E}"/>
                </a:ext>
              </a:extLst>
            </p:cNvPr>
            <p:cNvSpPr/>
            <p:nvPr/>
          </p:nvSpPr>
          <p:spPr>
            <a:xfrm>
              <a:off x="10191414" y="5227580"/>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14ACB88C-E947-F537-E897-B3A63196E4EB}"/>
                </a:ext>
              </a:extLst>
            </p:cNvPr>
            <p:cNvSpPr/>
            <p:nvPr/>
          </p:nvSpPr>
          <p:spPr>
            <a:xfrm>
              <a:off x="9815846" y="5742585"/>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E94D1F5B-FF74-38A3-3A8E-DABB50F11C87}"/>
                </a:ext>
              </a:extLst>
            </p:cNvPr>
            <p:cNvSpPr/>
            <p:nvPr/>
          </p:nvSpPr>
          <p:spPr>
            <a:xfrm>
              <a:off x="9200814" y="3933199"/>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D8B0EA89-0903-B7CA-E926-84F6C021314B}"/>
                </a:ext>
              </a:extLst>
            </p:cNvPr>
            <p:cNvSpPr/>
            <p:nvPr/>
          </p:nvSpPr>
          <p:spPr>
            <a:xfrm>
              <a:off x="9394797" y="4597158"/>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Oval 39">
              <a:extLst>
                <a:ext uri="{FF2B5EF4-FFF2-40B4-BE49-F238E27FC236}">
                  <a16:creationId xmlns:a16="http://schemas.microsoft.com/office/drawing/2014/main" id="{98574815-7E16-7CD5-910D-C7DB51E86316}"/>
                </a:ext>
              </a:extLst>
            </p:cNvPr>
            <p:cNvSpPr/>
            <p:nvPr/>
          </p:nvSpPr>
          <p:spPr>
            <a:xfrm>
              <a:off x="9358646" y="5707640"/>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Oval 41">
              <a:extLst>
                <a:ext uri="{FF2B5EF4-FFF2-40B4-BE49-F238E27FC236}">
                  <a16:creationId xmlns:a16="http://schemas.microsoft.com/office/drawing/2014/main" id="{A2CCF4A9-F755-D78F-98AD-77C0A13E8ED6}"/>
                </a:ext>
              </a:extLst>
            </p:cNvPr>
            <p:cNvSpPr/>
            <p:nvPr/>
          </p:nvSpPr>
          <p:spPr>
            <a:xfrm>
              <a:off x="8901446" y="5820232"/>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Oval 42">
              <a:extLst>
                <a:ext uri="{FF2B5EF4-FFF2-40B4-BE49-F238E27FC236}">
                  <a16:creationId xmlns:a16="http://schemas.microsoft.com/office/drawing/2014/main" id="{137E585E-D724-C746-7C40-B1BCDC2A409A}"/>
                </a:ext>
              </a:extLst>
            </p:cNvPr>
            <p:cNvSpPr/>
            <p:nvPr/>
          </p:nvSpPr>
          <p:spPr>
            <a:xfrm>
              <a:off x="9057831" y="4947298"/>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719684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Adaline perceptron</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pPr marL="0" indent="0">
              <a:buNone/>
            </a:pPr>
            <a:r>
              <a:rPr lang="en-US" dirty="0">
                <a:latin typeface="Arial" panose="020B0604020202020204" pitchFamily="34" charset="0"/>
                <a:cs typeface="Arial" panose="020B0604020202020204" pitchFamily="34" charset="0"/>
              </a:rPr>
              <a:t>The training algorithm as discuss up to this moment has some limitations:</a:t>
            </a:r>
          </a:p>
          <a:p>
            <a:pPr marL="822960" lvl="1" indent="-457200">
              <a:buFont typeface="+mj-lt"/>
              <a:buAutoNum type="arabicPeriod" startAt="2"/>
            </a:pPr>
            <a:r>
              <a:rPr lang="en-US" dirty="0">
                <a:latin typeface="Arial" panose="020B0604020202020204" pitchFamily="34" charset="0"/>
                <a:cs typeface="Arial" panose="020B0604020202020204" pitchFamily="34" charset="0"/>
              </a:rPr>
              <a:t>If the data is linear separable, the hyperplane obtained </a:t>
            </a:r>
            <a:r>
              <a:rPr lang="en-US" b="1" u="sng" dirty="0">
                <a:latin typeface="Arial" panose="020B0604020202020204" pitchFamily="34" charset="0"/>
                <a:cs typeface="Arial" panose="020B0604020202020204" pitchFamily="34" charset="0"/>
              </a:rPr>
              <a:t>is not the best one</a:t>
            </a:r>
            <a:r>
              <a:rPr lang="en-US" dirty="0">
                <a:latin typeface="Arial" panose="020B0604020202020204" pitchFamily="34" charset="0"/>
                <a:cs typeface="Arial" panose="020B0604020202020204" pitchFamily="34" charset="0"/>
              </a:rPr>
              <a:t> (the one the best generalize the data) because we don’t change any weight if a sample is already classified.</a:t>
            </a:r>
          </a:p>
          <a:p>
            <a:pPr marL="365760" lvl="1"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grpSp>
        <p:nvGrpSpPr>
          <p:cNvPr id="44" name="Group 43">
            <a:extLst>
              <a:ext uri="{FF2B5EF4-FFF2-40B4-BE49-F238E27FC236}">
                <a16:creationId xmlns:a16="http://schemas.microsoft.com/office/drawing/2014/main" id="{C38DBE0F-DBED-C020-1D16-D8761ADC6743}"/>
              </a:ext>
            </a:extLst>
          </p:cNvPr>
          <p:cNvGrpSpPr/>
          <p:nvPr/>
        </p:nvGrpSpPr>
        <p:grpSpPr>
          <a:xfrm>
            <a:off x="2665412" y="3886200"/>
            <a:ext cx="8305800" cy="2590800"/>
            <a:chOff x="2665412" y="3810000"/>
            <a:chExt cx="8305800" cy="2590800"/>
          </a:xfrm>
        </p:grpSpPr>
        <p:sp>
          <p:nvSpPr>
            <p:cNvPr id="3" name="Rectangle 2">
              <a:extLst>
                <a:ext uri="{FF2B5EF4-FFF2-40B4-BE49-F238E27FC236}">
                  <a16:creationId xmlns:a16="http://schemas.microsoft.com/office/drawing/2014/main" id="{E2A58DA3-95F4-EC91-CE6A-0054620F7270}"/>
                </a:ext>
              </a:extLst>
            </p:cNvPr>
            <p:cNvSpPr/>
            <p:nvPr/>
          </p:nvSpPr>
          <p:spPr>
            <a:xfrm>
              <a:off x="2665412" y="3810000"/>
              <a:ext cx="8305800" cy="2590800"/>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Oval 6">
              <a:extLst>
                <a:ext uri="{FF2B5EF4-FFF2-40B4-BE49-F238E27FC236}">
                  <a16:creationId xmlns:a16="http://schemas.microsoft.com/office/drawing/2014/main" id="{90390D13-1353-9E0D-6E7A-23D5AAFCCCDB}"/>
                </a:ext>
              </a:extLst>
            </p:cNvPr>
            <p:cNvSpPr/>
            <p:nvPr/>
          </p:nvSpPr>
          <p:spPr>
            <a:xfrm>
              <a:off x="3122612" y="4114800"/>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6B23A101-B7C8-7DAD-EB91-40878FB8787B}"/>
                </a:ext>
              </a:extLst>
            </p:cNvPr>
            <p:cNvSpPr/>
            <p:nvPr/>
          </p:nvSpPr>
          <p:spPr>
            <a:xfrm>
              <a:off x="3017211" y="4630402"/>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35C889B4-640D-F5AE-4EB9-C5698FCB9B91}"/>
                </a:ext>
              </a:extLst>
            </p:cNvPr>
            <p:cNvSpPr/>
            <p:nvPr/>
          </p:nvSpPr>
          <p:spPr>
            <a:xfrm>
              <a:off x="3503612" y="4413389"/>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8C5B0329-7913-4A24-015A-FEA35079EA7D}"/>
                </a:ext>
              </a:extLst>
            </p:cNvPr>
            <p:cNvSpPr/>
            <p:nvPr/>
          </p:nvSpPr>
          <p:spPr>
            <a:xfrm>
              <a:off x="3017211" y="5190499"/>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31CD4B3F-CF58-3F68-7B56-50CC85ABBF9B}"/>
                </a:ext>
              </a:extLst>
            </p:cNvPr>
            <p:cNvSpPr/>
            <p:nvPr/>
          </p:nvSpPr>
          <p:spPr>
            <a:xfrm>
              <a:off x="3609013" y="4894598"/>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B9701FE7-81AC-BA1F-BDCD-473BAD4FE765}"/>
                </a:ext>
              </a:extLst>
            </p:cNvPr>
            <p:cNvSpPr/>
            <p:nvPr/>
          </p:nvSpPr>
          <p:spPr>
            <a:xfrm>
              <a:off x="3819815" y="4009399"/>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25A5EFB1-2D88-A12F-F3D8-4F7332BCB6A4}"/>
                </a:ext>
              </a:extLst>
            </p:cNvPr>
            <p:cNvSpPr/>
            <p:nvPr/>
          </p:nvSpPr>
          <p:spPr>
            <a:xfrm>
              <a:off x="3421895" y="5531783"/>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1C889503-48F1-7A31-E780-BB345C23197A}"/>
                </a:ext>
              </a:extLst>
            </p:cNvPr>
            <p:cNvSpPr/>
            <p:nvPr/>
          </p:nvSpPr>
          <p:spPr>
            <a:xfrm>
              <a:off x="3017211" y="5867400"/>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B3F62763-961F-1808-5FEE-212B57DF87D9}"/>
                </a:ext>
              </a:extLst>
            </p:cNvPr>
            <p:cNvSpPr/>
            <p:nvPr/>
          </p:nvSpPr>
          <p:spPr>
            <a:xfrm>
              <a:off x="9980612" y="4038600"/>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5561185C-52F1-18D7-D967-D9715DFF56D8}"/>
                </a:ext>
              </a:extLst>
            </p:cNvPr>
            <p:cNvSpPr/>
            <p:nvPr/>
          </p:nvSpPr>
          <p:spPr>
            <a:xfrm>
              <a:off x="10285412" y="4413389"/>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BA063A10-E20A-0854-8E8B-720EDEDCC86E}"/>
                </a:ext>
              </a:extLst>
            </p:cNvPr>
            <p:cNvSpPr/>
            <p:nvPr/>
          </p:nvSpPr>
          <p:spPr>
            <a:xfrm>
              <a:off x="9664409" y="4277638"/>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0F7707AC-413B-3819-34E7-6E8D0B258EBB}"/>
                </a:ext>
              </a:extLst>
            </p:cNvPr>
            <p:cNvSpPr/>
            <p:nvPr/>
          </p:nvSpPr>
          <p:spPr>
            <a:xfrm>
              <a:off x="9952802" y="4572000"/>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8B736FA7-78AF-0907-7BB1-98EDD2014531}"/>
                </a:ext>
              </a:extLst>
            </p:cNvPr>
            <p:cNvSpPr/>
            <p:nvPr/>
          </p:nvSpPr>
          <p:spPr>
            <a:xfrm>
              <a:off x="9500198" y="5152399"/>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7DD88C79-292F-5FCB-4A5F-B2DFA046DFA8}"/>
                </a:ext>
              </a:extLst>
            </p:cNvPr>
            <p:cNvSpPr/>
            <p:nvPr/>
          </p:nvSpPr>
          <p:spPr>
            <a:xfrm>
              <a:off x="10519759" y="5152399"/>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63723410-BE9F-49F7-4AC4-2C5FA9BF655E}"/>
                </a:ext>
              </a:extLst>
            </p:cNvPr>
            <p:cNvSpPr/>
            <p:nvPr/>
          </p:nvSpPr>
          <p:spPr>
            <a:xfrm>
              <a:off x="10191414" y="5227580"/>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14ACB88C-E947-F537-E897-B3A63196E4EB}"/>
                </a:ext>
              </a:extLst>
            </p:cNvPr>
            <p:cNvSpPr/>
            <p:nvPr/>
          </p:nvSpPr>
          <p:spPr>
            <a:xfrm>
              <a:off x="9815846" y="5742585"/>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E94D1F5B-FF74-38A3-3A8E-DABB50F11C87}"/>
                </a:ext>
              </a:extLst>
            </p:cNvPr>
            <p:cNvSpPr/>
            <p:nvPr/>
          </p:nvSpPr>
          <p:spPr>
            <a:xfrm>
              <a:off x="9200814" y="3933199"/>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D8B0EA89-0903-B7CA-E926-84F6C021314B}"/>
                </a:ext>
              </a:extLst>
            </p:cNvPr>
            <p:cNvSpPr/>
            <p:nvPr/>
          </p:nvSpPr>
          <p:spPr>
            <a:xfrm>
              <a:off x="9394797" y="4597158"/>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Oval 39">
              <a:extLst>
                <a:ext uri="{FF2B5EF4-FFF2-40B4-BE49-F238E27FC236}">
                  <a16:creationId xmlns:a16="http://schemas.microsoft.com/office/drawing/2014/main" id="{98574815-7E16-7CD5-910D-C7DB51E86316}"/>
                </a:ext>
              </a:extLst>
            </p:cNvPr>
            <p:cNvSpPr/>
            <p:nvPr/>
          </p:nvSpPr>
          <p:spPr>
            <a:xfrm>
              <a:off x="9358646" y="5707640"/>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Oval 41">
              <a:extLst>
                <a:ext uri="{FF2B5EF4-FFF2-40B4-BE49-F238E27FC236}">
                  <a16:creationId xmlns:a16="http://schemas.microsoft.com/office/drawing/2014/main" id="{A2CCF4A9-F755-D78F-98AD-77C0A13E8ED6}"/>
                </a:ext>
              </a:extLst>
            </p:cNvPr>
            <p:cNvSpPr/>
            <p:nvPr/>
          </p:nvSpPr>
          <p:spPr>
            <a:xfrm>
              <a:off x="8901446" y="5820232"/>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Oval 42">
              <a:extLst>
                <a:ext uri="{FF2B5EF4-FFF2-40B4-BE49-F238E27FC236}">
                  <a16:creationId xmlns:a16="http://schemas.microsoft.com/office/drawing/2014/main" id="{137E585E-D724-C746-7C40-B1BCDC2A409A}"/>
                </a:ext>
              </a:extLst>
            </p:cNvPr>
            <p:cNvSpPr/>
            <p:nvPr/>
          </p:nvSpPr>
          <p:spPr>
            <a:xfrm>
              <a:off x="9057831" y="4947298"/>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69" name="Straight Connector 68">
            <a:extLst>
              <a:ext uri="{FF2B5EF4-FFF2-40B4-BE49-F238E27FC236}">
                <a16:creationId xmlns:a16="http://schemas.microsoft.com/office/drawing/2014/main" id="{AA12BBC0-38C9-F810-6F86-7791EEBC4691}"/>
              </a:ext>
            </a:extLst>
          </p:cNvPr>
          <p:cNvCxnSpPr/>
          <p:nvPr/>
        </p:nvCxnSpPr>
        <p:spPr>
          <a:xfrm flipH="1">
            <a:off x="6134553" y="3933199"/>
            <a:ext cx="609600" cy="2590800"/>
          </a:xfrm>
          <a:prstGeom prst="line">
            <a:avLst/>
          </a:prstGeom>
          <a:ln w="76200">
            <a:prstDash val="sysDot"/>
          </a:ln>
        </p:spPr>
        <p:style>
          <a:lnRef idx="3">
            <a:schemeClr val="accent2"/>
          </a:lnRef>
          <a:fillRef idx="0">
            <a:schemeClr val="accent2"/>
          </a:fillRef>
          <a:effectRef idx="2">
            <a:schemeClr val="accent2"/>
          </a:effectRef>
          <a:fontRef idx="minor">
            <a:schemeClr val="tx1"/>
          </a:fontRef>
        </p:style>
      </p:cxnSp>
      <p:cxnSp>
        <p:nvCxnSpPr>
          <p:cNvPr id="4" name="Straight Arrow Connector 3">
            <a:extLst>
              <a:ext uri="{FF2B5EF4-FFF2-40B4-BE49-F238E27FC236}">
                <a16:creationId xmlns:a16="http://schemas.microsoft.com/office/drawing/2014/main" id="{00034E62-E8E4-2CF2-6A02-BB7FF6C147B9}"/>
              </a:ext>
            </a:extLst>
          </p:cNvPr>
          <p:cNvCxnSpPr/>
          <p:nvPr/>
        </p:nvCxnSpPr>
        <p:spPr>
          <a:xfrm>
            <a:off x="3950342" y="4909708"/>
            <a:ext cx="2438400" cy="332982"/>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cxnSp>
        <p:nvCxnSpPr>
          <p:cNvPr id="10" name="Straight Arrow Connector 9">
            <a:extLst>
              <a:ext uri="{FF2B5EF4-FFF2-40B4-BE49-F238E27FC236}">
                <a16:creationId xmlns:a16="http://schemas.microsoft.com/office/drawing/2014/main" id="{04D8E86D-1462-3986-47B9-F6CDBB5A263B}"/>
              </a:ext>
            </a:extLst>
          </p:cNvPr>
          <p:cNvCxnSpPr/>
          <p:nvPr/>
        </p:nvCxnSpPr>
        <p:spPr>
          <a:xfrm>
            <a:off x="6578303" y="4673358"/>
            <a:ext cx="2438400" cy="332982"/>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sp>
        <p:nvSpPr>
          <p:cNvPr id="12" name="Rectangle: Rounded Corners 11">
            <a:extLst>
              <a:ext uri="{FF2B5EF4-FFF2-40B4-BE49-F238E27FC236}">
                <a16:creationId xmlns:a16="http://schemas.microsoft.com/office/drawing/2014/main" id="{F14B8D75-725E-A5DE-C526-148C31F5686A}"/>
              </a:ext>
            </a:extLst>
          </p:cNvPr>
          <p:cNvSpPr/>
          <p:nvPr/>
        </p:nvSpPr>
        <p:spPr>
          <a:xfrm>
            <a:off x="4547097" y="5783840"/>
            <a:ext cx="4072864" cy="570922"/>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600" dirty="0">
                <a:latin typeface="Arial" panose="020B0604020202020204" pitchFamily="34" charset="0"/>
                <a:cs typeface="Arial" panose="020B0604020202020204" pitchFamily="34" charset="0"/>
              </a:rPr>
              <a:t>This is the best hyperplane. It is equally distance from the red and the green dots.</a:t>
            </a:r>
          </a:p>
        </p:txBody>
      </p:sp>
      <p:sp>
        <p:nvSpPr>
          <p:cNvPr id="14" name="TextBox 13">
            <a:extLst>
              <a:ext uri="{FF2B5EF4-FFF2-40B4-BE49-F238E27FC236}">
                <a16:creationId xmlns:a16="http://schemas.microsoft.com/office/drawing/2014/main" id="{AE1B338A-0C17-749C-A27A-7381AA095F18}"/>
              </a:ext>
            </a:extLst>
          </p:cNvPr>
          <p:cNvSpPr txBox="1"/>
          <p:nvPr/>
        </p:nvSpPr>
        <p:spPr>
          <a:xfrm rot="534726">
            <a:off x="4229198" y="4788224"/>
            <a:ext cx="1524000" cy="276999"/>
          </a:xfrm>
          <a:prstGeom prst="rect">
            <a:avLst/>
          </a:prstGeom>
          <a:noFill/>
        </p:spPr>
        <p:txBody>
          <a:bodyPr wrap="square" rtlCol="0">
            <a:spAutoFit/>
          </a:bodyPr>
          <a:lstStyle/>
          <a:p>
            <a:pPr algn="ctr"/>
            <a:r>
              <a:rPr lang="en-US" sz="1200" dirty="0"/>
              <a:t>Same distance</a:t>
            </a:r>
          </a:p>
        </p:txBody>
      </p:sp>
      <p:sp>
        <p:nvSpPr>
          <p:cNvPr id="16" name="TextBox 15">
            <a:extLst>
              <a:ext uri="{FF2B5EF4-FFF2-40B4-BE49-F238E27FC236}">
                <a16:creationId xmlns:a16="http://schemas.microsoft.com/office/drawing/2014/main" id="{91A89BC6-7E62-367F-1EBF-096510E0C976}"/>
              </a:ext>
            </a:extLst>
          </p:cNvPr>
          <p:cNvSpPr txBox="1"/>
          <p:nvPr/>
        </p:nvSpPr>
        <p:spPr>
          <a:xfrm rot="534726">
            <a:off x="7195812" y="4609227"/>
            <a:ext cx="1524000" cy="276999"/>
          </a:xfrm>
          <a:prstGeom prst="rect">
            <a:avLst/>
          </a:prstGeom>
          <a:noFill/>
        </p:spPr>
        <p:txBody>
          <a:bodyPr wrap="square" rtlCol="0">
            <a:spAutoFit/>
          </a:bodyPr>
          <a:lstStyle/>
          <a:p>
            <a:pPr algn="ctr"/>
            <a:r>
              <a:rPr lang="en-US" sz="1200" dirty="0"/>
              <a:t>Same distance</a:t>
            </a:r>
          </a:p>
        </p:txBody>
      </p:sp>
    </p:spTree>
    <p:extLst>
      <p:ext uri="{BB962C8B-B14F-4D97-AF65-F5344CB8AC3E}">
        <p14:creationId xmlns:p14="http://schemas.microsoft.com/office/powerpoint/2010/main" val="3857673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Adaline perceptron</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pPr marL="0" indent="0">
              <a:buNone/>
            </a:pPr>
            <a:r>
              <a:rPr lang="en-US" dirty="0">
                <a:latin typeface="Arial" panose="020B0604020202020204" pitchFamily="34" charset="0"/>
                <a:cs typeface="Arial" panose="020B0604020202020204" pitchFamily="34" charset="0"/>
              </a:rPr>
              <a:t>The training algorithm as discuss up to this moment has some limitations:</a:t>
            </a:r>
          </a:p>
          <a:p>
            <a:pPr marL="822960" lvl="1" indent="-457200">
              <a:buFont typeface="+mj-lt"/>
              <a:buAutoNum type="arabicPeriod" startAt="2"/>
            </a:pPr>
            <a:r>
              <a:rPr lang="en-US" dirty="0">
                <a:latin typeface="Arial" panose="020B0604020202020204" pitchFamily="34" charset="0"/>
                <a:cs typeface="Arial" panose="020B0604020202020204" pitchFamily="34" charset="0"/>
              </a:rPr>
              <a:t>If the data is linear separable, the hyperplane obtained </a:t>
            </a:r>
            <a:r>
              <a:rPr lang="en-US" b="1" u="sng" dirty="0">
                <a:latin typeface="Arial" panose="020B0604020202020204" pitchFamily="34" charset="0"/>
                <a:cs typeface="Arial" panose="020B0604020202020204" pitchFamily="34" charset="0"/>
              </a:rPr>
              <a:t>is not the best one</a:t>
            </a:r>
            <a:r>
              <a:rPr lang="en-US" dirty="0">
                <a:latin typeface="Arial" panose="020B0604020202020204" pitchFamily="34" charset="0"/>
                <a:cs typeface="Arial" panose="020B0604020202020204" pitchFamily="34" charset="0"/>
              </a:rPr>
              <a:t> (the one the best generalize the data) because we don’t change any weight if a sample is already classified.</a:t>
            </a:r>
          </a:p>
          <a:p>
            <a:pPr marL="365760" lvl="1"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grpSp>
        <p:nvGrpSpPr>
          <p:cNvPr id="44" name="Group 43">
            <a:extLst>
              <a:ext uri="{FF2B5EF4-FFF2-40B4-BE49-F238E27FC236}">
                <a16:creationId xmlns:a16="http://schemas.microsoft.com/office/drawing/2014/main" id="{C38DBE0F-DBED-C020-1D16-D8761ADC6743}"/>
              </a:ext>
            </a:extLst>
          </p:cNvPr>
          <p:cNvGrpSpPr/>
          <p:nvPr/>
        </p:nvGrpSpPr>
        <p:grpSpPr>
          <a:xfrm>
            <a:off x="2665412" y="3886200"/>
            <a:ext cx="8305800" cy="2590800"/>
            <a:chOff x="2665412" y="3810000"/>
            <a:chExt cx="8305800" cy="2590800"/>
          </a:xfrm>
        </p:grpSpPr>
        <p:sp>
          <p:nvSpPr>
            <p:cNvPr id="3" name="Rectangle 2">
              <a:extLst>
                <a:ext uri="{FF2B5EF4-FFF2-40B4-BE49-F238E27FC236}">
                  <a16:creationId xmlns:a16="http://schemas.microsoft.com/office/drawing/2014/main" id="{E2A58DA3-95F4-EC91-CE6A-0054620F7270}"/>
                </a:ext>
              </a:extLst>
            </p:cNvPr>
            <p:cNvSpPr/>
            <p:nvPr/>
          </p:nvSpPr>
          <p:spPr>
            <a:xfrm>
              <a:off x="2665412" y="3810000"/>
              <a:ext cx="8305800" cy="2590800"/>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Oval 6">
              <a:extLst>
                <a:ext uri="{FF2B5EF4-FFF2-40B4-BE49-F238E27FC236}">
                  <a16:creationId xmlns:a16="http://schemas.microsoft.com/office/drawing/2014/main" id="{90390D13-1353-9E0D-6E7A-23D5AAFCCCDB}"/>
                </a:ext>
              </a:extLst>
            </p:cNvPr>
            <p:cNvSpPr/>
            <p:nvPr/>
          </p:nvSpPr>
          <p:spPr>
            <a:xfrm>
              <a:off x="3122612" y="4114800"/>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6B23A101-B7C8-7DAD-EB91-40878FB8787B}"/>
                </a:ext>
              </a:extLst>
            </p:cNvPr>
            <p:cNvSpPr/>
            <p:nvPr/>
          </p:nvSpPr>
          <p:spPr>
            <a:xfrm>
              <a:off x="3017211" y="4630402"/>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35C889B4-640D-F5AE-4EB9-C5698FCB9B91}"/>
                </a:ext>
              </a:extLst>
            </p:cNvPr>
            <p:cNvSpPr/>
            <p:nvPr/>
          </p:nvSpPr>
          <p:spPr>
            <a:xfrm>
              <a:off x="3503612" y="4413389"/>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8C5B0329-7913-4A24-015A-FEA35079EA7D}"/>
                </a:ext>
              </a:extLst>
            </p:cNvPr>
            <p:cNvSpPr/>
            <p:nvPr/>
          </p:nvSpPr>
          <p:spPr>
            <a:xfrm>
              <a:off x="3017211" y="5190499"/>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31CD4B3F-CF58-3F68-7B56-50CC85ABBF9B}"/>
                </a:ext>
              </a:extLst>
            </p:cNvPr>
            <p:cNvSpPr/>
            <p:nvPr/>
          </p:nvSpPr>
          <p:spPr>
            <a:xfrm>
              <a:off x="3609013" y="4894598"/>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B9701FE7-81AC-BA1F-BDCD-473BAD4FE765}"/>
                </a:ext>
              </a:extLst>
            </p:cNvPr>
            <p:cNvSpPr/>
            <p:nvPr/>
          </p:nvSpPr>
          <p:spPr>
            <a:xfrm>
              <a:off x="3819815" y="4009399"/>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25A5EFB1-2D88-A12F-F3D8-4F7332BCB6A4}"/>
                </a:ext>
              </a:extLst>
            </p:cNvPr>
            <p:cNvSpPr/>
            <p:nvPr/>
          </p:nvSpPr>
          <p:spPr>
            <a:xfrm>
              <a:off x="3421895" y="5531783"/>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1C889503-48F1-7A31-E780-BB345C23197A}"/>
                </a:ext>
              </a:extLst>
            </p:cNvPr>
            <p:cNvSpPr/>
            <p:nvPr/>
          </p:nvSpPr>
          <p:spPr>
            <a:xfrm>
              <a:off x="3017211" y="5867400"/>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B3F62763-961F-1808-5FEE-212B57DF87D9}"/>
                </a:ext>
              </a:extLst>
            </p:cNvPr>
            <p:cNvSpPr/>
            <p:nvPr/>
          </p:nvSpPr>
          <p:spPr>
            <a:xfrm>
              <a:off x="9980612" y="4038600"/>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5561185C-52F1-18D7-D967-D9715DFF56D8}"/>
                </a:ext>
              </a:extLst>
            </p:cNvPr>
            <p:cNvSpPr/>
            <p:nvPr/>
          </p:nvSpPr>
          <p:spPr>
            <a:xfrm>
              <a:off x="10285412" y="4413389"/>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BA063A10-E20A-0854-8E8B-720EDEDCC86E}"/>
                </a:ext>
              </a:extLst>
            </p:cNvPr>
            <p:cNvSpPr/>
            <p:nvPr/>
          </p:nvSpPr>
          <p:spPr>
            <a:xfrm>
              <a:off x="9664409" y="4277638"/>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0F7707AC-413B-3819-34E7-6E8D0B258EBB}"/>
                </a:ext>
              </a:extLst>
            </p:cNvPr>
            <p:cNvSpPr/>
            <p:nvPr/>
          </p:nvSpPr>
          <p:spPr>
            <a:xfrm>
              <a:off x="9952802" y="4572000"/>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8B736FA7-78AF-0907-7BB1-98EDD2014531}"/>
                </a:ext>
              </a:extLst>
            </p:cNvPr>
            <p:cNvSpPr/>
            <p:nvPr/>
          </p:nvSpPr>
          <p:spPr>
            <a:xfrm>
              <a:off x="9500198" y="5152399"/>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7DD88C79-292F-5FCB-4A5F-B2DFA046DFA8}"/>
                </a:ext>
              </a:extLst>
            </p:cNvPr>
            <p:cNvSpPr/>
            <p:nvPr/>
          </p:nvSpPr>
          <p:spPr>
            <a:xfrm>
              <a:off x="10519759" y="5152399"/>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63723410-BE9F-49F7-4AC4-2C5FA9BF655E}"/>
                </a:ext>
              </a:extLst>
            </p:cNvPr>
            <p:cNvSpPr/>
            <p:nvPr/>
          </p:nvSpPr>
          <p:spPr>
            <a:xfrm>
              <a:off x="10191414" y="5227580"/>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14ACB88C-E947-F537-E897-B3A63196E4EB}"/>
                </a:ext>
              </a:extLst>
            </p:cNvPr>
            <p:cNvSpPr/>
            <p:nvPr/>
          </p:nvSpPr>
          <p:spPr>
            <a:xfrm>
              <a:off x="9815846" y="5742585"/>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E94D1F5B-FF74-38A3-3A8E-DABB50F11C87}"/>
                </a:ext>
              </a:extLst>
            </p:cNvPr>
            <p:cNvSpPr/>
            <p:nvPr/>
          </p:nvSpPr>
          <p:spPr>
            <a:xfrm>
              <a:off x="9200814" y="3933199"/>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D8B0EA89-0903-B7CA-E926-84F6C021314B}"/>
                </a:ext>
              </a:extLst>
            </p:cNvPr>
            <p:cNvSpPr/>
            <p:nvPr/>
          </p:nvSpPr>
          <p:spPr>
            <a:xfrm>
              <a:off x="9394797" y="4597158"/>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Oval 39">
              <a:extLst>
                <a:ext uri="{FF2B5EF4-FFF2-40B4-BE49-F238E27FC236}">
                  <a16:creationId xmlns:a16="http://schemas.microsoft.com/office/drawing/2014/main" id="{98574815-7E16-7CD5-910D-C7DB51E86316}"/>
                </a:ext>
              </a:extLst>
            </p:cNvPr>
            <p:cNvSpPr/>
            <p:nvPr/>
          </p:nvSpPr>
          <p:spPr>
            <a:xfrm>
              <a:off x="9358646" y="5707640"/>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Oval 41">
              <a:extLst>
                <a:ext uri="{FF2B5EF4-FFF2-40B4-BE49-F238E27FC236}">
                  <a16:creationId xmlns:a16="http://schemas.microsoft.com/office/drawing/2014/main" id="{A2CCF4A9-F755-D78F-98AD-77C0A13E8ED6}"/>
                </a:ext>
              </a:extLst>
            </p:cNvPr>
            <p:cNvSpPr/>
            <p:nvPr/>
          </p:nvSpPr>
          <p:spPr>
            <a:xfrm>
              <a:off x="8901446" y="5820232"/>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Oval 42">
              <a:extLst>
                <a:ext uri="{FF2B5EF4-FFF2-40B4-BE49-F238E27FC236}">
                  <a16:creationId xmlns:a16="http://schemas.microsoft.com/office/drawing/2014/main" id="{137E585E-D724-C746-7C40-B1BCDC2A409A}"/>
                </a:ext>
              </a:extLst>
            </p:cNvPr>
            <p:cNvSpPr/>
            <p:nvPr/>
          </p:nvSpPr>
          <p:spPr>
            <a:xfrm>
              <a:off x="9057831" y="4947298"/>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4" name="Straight Arrow Connector 3">
            <a:extLst>
              <a:ext uri="{FF2B5EF4-FFF2-40B4-BE49-F238E27FC236}">
                <a16:creationId xmlns:a16="http://schemas.microsoft.com/office/drawing/2014/main" id="{00034E62-E8E4-2CF2-6A02-BB7FF6C147B9}"/>
              </a:ext>
            </a:extLst>
          </p:cNvPr>
          <p:cNvCxnSpPr>
            <a:cxnSpLocks/>
          </p:cNvCxnSpPr>
          <p:nvPr/>
        </p:nvCxnSpPr>
        <p:spPr>
          <a:xfrm>
            <a:off x="3950342" y="4909708"/>
            <a:ext cx="596755" cy="113790"/>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cxnSp>
        <p:nvCxnSpPr>
          <p:cNvPr id="10" name="Straight Arrow Connector 9">
            <a:extLst>
              <a:ext uri="{FF2B5EF4-FFF2-40B4-BE49-F238E27FC236}">
                <a16:creationId xmlns:a16="http://schemas.microsoft.com/office/drawing/2014/main" id="{04D8E86D-1462-3986-47B9-F6CDBB5A263B}"/>
              </a:ext>
            </a:extLst>
          </p:cNvPr>
          <p:cNvCxnSpPr>
            <a:cxnSpLocks/>
          </p:cNvCxnSpPr>
          <p:nvPr/>
        </p:nvCxnSpPr>
        <p:spPr>
          <a:xfrm>
            <a:off x="4873871" y="4401802"/>
            <a:ext cx="4142832" cy="604538"/>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sp>
        <p:nvSpPr>
          <p:cNvPr id="12" name="Rectangle: Rounded Corners 11">
            <a:extLst>
              <a:ext uri="{FF2B5EF4-FFF2-40B4-BE49-F238E27FC236}">
                <a16:creationId xmlns:a16="http://schemas.microsoft.com/office/drawing/2014/main" id="{F14B8D75-725E-A5DE-C526-148C31F5686A}"/>
              </a:ext>
            </a:extLst>
          </p:cNvPr>
          <p:cNvSpPr/>
          <p:nvPr/>
        </p:nvSpPr>
        <p:spPr>
          <a:xfrm>
            <a:off x="4638842" y="5328872"/>
            <a:ext cx="4072864" cy="919528"/>
          </a:xfrm>
          <a:prstGeom prst="round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600" dirty="0">
                <a:latin typeface="Arial" panose="020B0604020202020204" pitchFamily="34" charset="0"/>
                <a:cs typeface="Arial" panose="020B0604020202020204" pitchFamily="34" charset="0"/>
              </a:rPr>
              <a:t>This is the possible hyperplane that the algorithm might obtain. Notice that the distances are quite different.</a:t>
            </a:r>
          </a:p>
        </p:txBody>
      </p:sp>
      <p:cxnSp>
        <p:nvCxnSpPr>
          <p:cNvPr id="2" name="Straight Connector 1">
            <a:extLst>
              <a:ext uri="{FF2B5EF4-FFF2-40B4-BE49-F238E27FC236}">
                <a16:creationId xmlns:a16="http://schemas.microsoft.com/office/drawing/2014/main" id="{F5658139-AEE0-9E85-AA88-77B37266007C}"/>
              </a:ext>
            </a:extLst>
          </p:cNvPr>
          <p:cNvCxnSpPr/>
          <p:nvPr/>
        </p:nvCxnSpPr>
        <p:spPr>
          <a:xfrm flipH="1">
            <a:off x="4311270" y="3909700"/>
            <a:ext cx="609600" cy="2590800"/>
          </a:xfrm>
          <a:prstGeom prst="line">
            <a:avLst/>
          </a:prstGeom>
          <a:ln w="76200">
            <a:solidFill>
              <a:srgbClr val="0070C0"/>
            </a:solidFill>
            <a:prstDash val="sysDot"/>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442565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Adaline perceptron</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pPr marL="0" indent="0">
              <a:buNone/>
            </a:pPr>
            <a:r>
              <a:rPr lang="en-US" dirty="0">
                <a:latin typeface="Arial" panose="020B0604020202020204" pitchFamily="34" charset="0"/>
                <a:cs typeface="Arial" panose="020B0604020202020204" pitchFamily="34" charset="0"/>
              </a:rPr>
              <a:t>The training algorithm as discuss up to this moment has some limitations:</a:t>
            </a:r>
          </a:p>
          <a:p>
            <a:pPr marL="822960" lvl="1" indent="-457200">
              <a:buFont typeface="+mj-lt"/>
              <a:buAutoNum type="arabicPeriod" startAt="2"/>
            </a:pPr>
            <a:r>
              <a:rPr lang="en-US" dirty="0">
                <a:latin typeface="Arial" panose="020B0604020202020204" pitchFamily="34" charset="0"/>
                <a:cs typeface="Arial" panose="020B0604020202020204" pitchFamily="34" charset="0"/>
              </a:rPr>
              <a:t>If the data is linear separable, the hyperplane obtained </a:t>
            </a:r>
            <a:r>
              <a:rPr lang="en-US" b="1" u="sng" dirty="0">
                <a:latin typeface="Arial" panose="020B0604020202020204" pitchFamily="34" charset="0"/>
                <a:cs typeface="Arial" panose="020B0604020202020204" pitchFamily="34" charset="0"/>
              </a:rPr>
              <a:t>is not the best one</a:t>
            </a:r>
            <a:r>
              <a:rPr lang="en-US" dirty="0">
                <a:latin typeface="Arial" panose="020B0604020202020204" pitchFamily="34" charset="0"/>
                <a:cs typeface="Arial" panose="020B0604020202020204" pitchFamily="34" charset="0"/>
              </a:rPr>
              <a:t> (the one the best generalize the data) because we don’t change any weight if a sample is already classified.</a:t>
            </a:r>
          </a:p>
          <a:p>
            <a:pPr marL="365760" lvl="1"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grpSp>
        <p:nvGrpSpPr>
          <p:cNvPr id="44" name="Group 43">
            <a:extLst>
              <a:ext uri="{FF2B5EF4-FFF2-40B4-BE49-F238E27FC236}">
                <a16:creationId xmlns:a16="http://schemas.microsoft.com/office/drawing/2014/main" id="{C38DBE0F-DBED-C020-1D16-D8761ADC6743}"/>
              </a:ext>
            </a:extLst>
          </p:cNvPr>
          <p:cNvGrpSpPr/>
          <p:nvPr/>
        </p:nvGrpSpPr>
        <p:grpSpPr>
          <a:xfrm>
            <a:off x="2665412" y="3886200"/>
            <a:ext cx="8305800" cy="2590800"/>
            <a:chOff x="2665412" y="3810000"/>
            <a:chExt cx="8305800" cy="2590800"/>
          </a:xfrm>
        </p:grpSpPr>
        <p:sp>
          <p:nvSpPr>
            <p:cNvPr id="3" name="Rectangle 2">
              <a:extLst>
                <a:ext uri="{FF2B5EF4-FFF2-40B4-BE49-F238E27FC236}">
                  <a16:creationId xmlns:a16="http://schemas.microsoft.com/office/drawing/2014/main" id="{E2A58DA3-95F4-EC91-CE6A-0054620F7270}"/>
                </a:ext>
              </a:extLst>
            </p:cNvPr>
            <p:cNvSpPr/>
            <p:nvPr/>
          </p:nvSpPr>
          <p:spPr>
            <a:xfrm>
              <a:off x="2665412" y="3810000"/>
              <a:ext cx="8305800" cy="2590800"/>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Oval 6">
              <a:extLst>
                <a:ext uri="{FF2B5EF4-FFF2-40B4-BE49-F238E27FC236}">
                  <a16:creationId xmlns:a16="http://schemas.microsoft.com/office/drawing/2014/main" id="{90390D13-1353-9E0D-6E7A-23D5AAFCCCDB}"/>
                </a:ext>
              </a:extLst>
            </p:cNvPr>
            <p:cNvSpPr/>
            <p:nvPr/>
          </p:nvSpPr>
          <p:spPr>
            <a:xfrm>
              <a:off x="3122612" y="4114800"/>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6B23A101-B7C8-7DAD-EB91-40878FB8787B}"/>
                </a:ext>
              </a:extLst>
            </p:cNvPr>
            <p:cNvSpPr/>
            <p:nvPr/>
          </p:nvSpPr>
          <p:spPr>
            <a:xfrm>
              <a:off x="3017211" y="4630402"/>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35C889B4-640D-F5AE-4EB9-C5698FCB9B91}"/>
                </a:ext>
              </a:extLst>
            </p:cNvPr>
            <p:cNvSpPr/>
            <p:nvPr/>
          </p:nvSpPr>
          <p:spPr>
            <a:xfrm>
              <a:off x="3503612" y="4413389"/>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8C5B0329-7913-4A24-015A-FEA35079EA7D}"/>
                </a:ext>
              </a:extLst>
            </p:cNvPr>
            <p:cNvSpPr/>
            <p:nvPr/>
          </p:nvSpPr>
          <p:spPr>
            <a:xfrm>
              <a:off x="3017211" y="5190499"/>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31CD4B3F-CF58-3F68-7B56-50CC85ABBF9B}"/>
                </a:ext>
              </a:extLst>
            </p:cNvPr>
            <p:cNvSpPr/>
            <p:nvPr/>
          </p:nvSpPr>
          <p:spPr>
            <a:xfrm>
              <a:off x="3609013" y="4894598"/>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B9701FE7-81AC-BA1F-BDCD-473BAD4FE765}"/>
                </a:ext>
              </a:extLst>
            </p:cNvPr>
            <p:cNvSpPr/>
            <p:nvPr/>
          </p:nvSpPr>
          <p:spPr>
            <a:xfrm>
              <a:off x="3819815" y="4009399"/>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25A5EFB1-2D88-A12F-F3D8-4F7332BCB6A4}"/>
                </a:ext>
              </a:extLst>
            </p:cNvPr>
            <p:cNvSpPr/>
            <p:nvPr/>
          </p:nvSpPr>
          <p:spPr>
            <a:xfrm>
              <a:off x="3421895" y="5531783"/>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1C889503-48F1-7A31-E780-BB345C23197A}"/>
                </a:ext>
              </a:extLst>
            </p:cNvPr>
            <p:cNvSpPr/>
            <p:nvPr/>
          </p:nvSpPr>
          <p:spPr>
            <a:xfrm>
              <a:off x="3017211" y="5867400"/>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B3F62763-961F-1808-5FEE-212B57DF87D9}"/>
                </a:ext>
              </a:extLst>
            </p:cNvPr>
            <p:cNvSpPr/>
            <p:nvPr/>
          </p:nvSpPr>
          <p:spPr>
            <a:xfrm>
              <a:off x="9980612" y="4038600"/>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5561185C-52F1-18D7-D967-D9715DFF56D8}"/>
                </a:ext>
              </a:extLst>
            </p:cNvPr>
            <p:cNvSpPr/>
            <p:nvPr/>
          </p:nvSpPr>
          <p:spPr>
            <a:xfrm>
              <a:off x="10285412" y="4413389"/>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Oval 21">
              <a:extLst>
                <a:ext uri="{FF2B5EF4-FFF2-40B4-BE49-F238E27FC236}">
                  <a16:creationId xmlns:a16="http://schemas.microsoft.com/office/drawing/2014/main" id="{BA063A10-E20A-0854-8E8B-720EDEDCC86E}"/>
                </a:ext>
              </a:extLst>
            </p:cNvPr>
            <p:cNvSpPr/>
            <p:nvPr/>
          </p:nvSpPr>
          <p:spPr>
            <a:xfrm>
              <a:off x="9664409" y="4277638"/>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0F7707AC-413B-3819-34E7-6E8D0B258EBB}"/>
                </a:ext>
              </a:extLst>
            </p:cNvPr>
            <p:cNvSpPr/>
            <p:nvPr/>
          </p:nvSpPr>
          <p:spPr>
            <a:xfrm>
              <a:off x="9952802" y="4572000"/>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8B736FA7-78AF-0907-7BB1-98EDD2014531}"/>
                </a:ext>
              </a:extLst>
            </p:cNvPr>
            <p:cNvSpPr/>
            <p:nvPr/>
          </p:nvSpPr>
          <p:spPr>
            <a:xfrm>
              <a:off x="9500198" y="5152399"/>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7DD88C79-292F-5FCB-4A5F-B2DFA046DFA8}"/>
                </a:ext>
              </a:extLst>
            </p:cNvPr>
            <p:cNvSpPr/>
            <p:nvPr/>
          </p:nvSpPr>
          <p:spPr>
            <a:xfrm>
              <a:off x="10519759" y="5152399"/>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63723410-BE9F-49F7-4AC4-2C5FA9BF655E}"/>
                </a:ext>
              </a:extLst>
            </p:cNvPr>
            <p:cNvSpPr/>
            <p:nvPr/>
          </p:nvSpPr>
          <p:spPr>
            <a:xfrm>
              <a:off x="10191414" y="5227580"/>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14ACB88C-E947-F537-E897-B3A63196E4EB}"/>
                </a:ext>
              </a:extLst>
            </p:cNvPr>
            <p:cNvSpPr/>
            <p:nvPr/>
          </p:nvSpPr>
          <p:spPr>
            <a:xfrm>
              <a:off x="9815846" y="5742585"/>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E94D1F5B-FF74-38A3-3A8E-DABB50F11C87}"/>
                </a:ext>
              </a:extLst>
            </p:cNvPr>
            <p:cNvSpPr/>
            <p:nvPr/>
          </p:nvSpPr>
          <p:spPr>
            <a:xfrm>
              <a:off x="9200814" y="3933199"/>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D8B0EA89-0903-B7CA-E926-84F6C021314B}"/>
                </a:ext>
              </a:extLst>
            </p:cNvPr>
            <p:cNvSpPr/>
            <p:nvPr/>
          </p:nvSpPr>
          <p:spPr>
            <a:xfrm>
              <a:off x="9394797" y="4597158"/>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Oval 39">
              <a:extLst>
                <a:ext uri="{FF2B5EF4-FFF2-40B4-BE49-F238E27FC236}">
                  <a16:creationId xmlns:a16="http://schemas.microsoft.com/office/drawing/2014/main" id="{98574815-7E16-7CD5-910D-C7DB51E86316}"/>
                </a:ext>
              </a:extLst>
            </p:cNvPr>
            <p:cNvSpPr/>
            <p:nvPr/>
          </p:nvSpPr>
          <p:spPr>
            <a:xfrm>
              <a:off x="9358646" y="5707640"/>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Oval 41">
              <a:extLst>
                <a:ext uri="{FF2B5EF4-FFF2-40B4-BE49-F238E27FC236}">
                  <a16:creationId xmlns:a16="http://schemas.microsoft.com/office/drawing/2014/main" id="{A2CCF4A9-F755-D78F-98AD-77C0A13E8ED6}"/>
                </a:ext>
              </a:extLst>
            </p:cNvPr>
            <p:cNvSpPr/>
            <p:nvPr/>
          </p:nvSpPr>
          <p:spPr>
            <a:xfrm>
              <a:off x="8901446" y="5820232"/>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Oval 42">
              <a:extLst>
                <a:ext uri="{FF2B5EF4-FFF2-40B4-BE49-F238E27FC236}">
                  <a16:creationId xmlns:a16="http://schemas.microsoft.com/office/drawing/2014/main" id="{137E585E-D724-C746-7C40-B1BCDC2A409A}"/>
                </a:ext>
              </a:extLst>
            </p:cNvPr>
            <p:cNvSpPr/>
            <p:nvPr/>
          </p:nvSpPr>
          <p:spPr>
            <a:xfrm>
              <a:off x="9057831" y="4947298"/>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4" name="Straight Arrow Connector 3">
            <a:extLst>
              <a:ext uri="{FF2B5EF4-FFF2-40B4-BE49-F238E27FC236}">
                <a16:creationId xmlns:a16="http://schemas.microsoft.com/office/drawing/2014/main" id="{00034E62-E8E4-2CF2-6A02-BB7FF6C147B9}"/>
              </a:ext>
            </a:extLst>
          </p:cNvPr>
          <p:cNvCxnSpPr>
            <a:cxnSpLocks/>
          </p:cNvCxnSpPr>
          <p:nvPr/>
        </p:nvCxnSpPr>
        <p:spPr>
          <a:xfrm>
            <a:off x="3950342" y="4909708"/>
            <a:ext cx="596755" cy="113790"/>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cxnSp>
        <p:nvCxnSpPr>
          <p:cNvPr id="10" name="Straight Arrow Connector 9">
            <a:extLst>
              <a:ext uri="{FF2B5EF4-FFF2-40B4-BE49-F238E27FC236}">
                <a16:creationId xmlns:a16="http://schemas.microsoft.com/office/drawing/2014/main" id="{04D8E86D-1462-3986-47B9-F6CDBB5A263B}"/>
              </a:ext>
            </a:extLst>
          </p:cNvPr>
          <p:cNvCxnSpPr>
            <a:cxnSpLocks/>
          </p:cNvCxnSpPr>
          <p:nvPr/>
        </p:nvCxnSpPr>
        <p:spPr>
          <a:xfrm>
            <a:off x="4873871" y="4401802"/>
            <a:ext cx="4142832" cy="604538"/>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cxnSp>
        <p:nvCxnSpPr>
          <p:cNvPr id="2" name="Straight Connector 1">
            <a:extLst>
              <a:ext uri="{FF2B5EF4-FFF2-40B4-BE49-F238E27FC236}">
                <a16:creationId xmlns:a16="http://schemas.microsoft.com/office/drawing/2014/main" id="{F5658139-AEE0-9E85-AA88-77B37266007C}"/>
              </a:ext>
            </a:extLst>
          </p:cNvPr>
          <p:cNvCxnSpPr/>
          <p:nvPr/>
        </p:nvCxnSpPr>
        <p:spPr>
          <a:xfrm flipH="1">
            <a:off x="4311270" y="3909700"/>
            <a:ext cx="609600" cy="2590800"/>
          </a:xfrm>
          <a:prstGeom prst="line">
            <a:avLst/>
          </a:prstGeom>
          <a:ln w="76200">
            <a:solidFill>
              <a:srgbClr val="0070C0"/>
            </a:solidFill>
            <a:prstDash val="sysDot"/>
          </a:ln>
        </p:spPr>
        <p:style>
          <a:lnRef idx="3">
            <a:schemeClr val="accent2"/>
          </a:lnRef>
          <a:fillRef idx="0">
            <a:schemeClr val="accent2"/>
          </a:fillRef>
          <a:effectRef idx="2">
            <a:schemeClr val="accent2"/>
          </a:effectRef>
          <a:fontRef idx="minor">
            <a:schemeClr val="tx1"/>
          </a:fontRef>
        </p:style>
      </p:cxnSp>
      <p:sp>
        <p:nvSpPr>
          <p:cNvPr id="14" name="Oval 13">
            <a:extLst>
              <a:ext uri="{FF2B5EF4-FFF2-40B4-BE49-F238E27FC236}">
                <a16:creationId xmlns:a16="http://schemas.microsoft.com/office/drawing/2014/main" id="{32BAF29A-A87B-7C56-CF81-6ACCB69D9F6B}"/>
              </a:ext>
            </a:extLst>
          </p:cNvPr>
          <p:cNvSpPr/>
          <p:nvPr/>
        </p:nvSpPr>
        <p:spPr>
          <a:xfrm>
            <a:off x="4716748" y="5894517"/>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Callout: Left Arrow 15">
            <a:extLst>
              <a:ext uri="{FF2B5EF4-FFF2-40B4-BE49-F238E27FC236}">
                <a16:creationId xmlns:a16="http://schemas.microsoft.com/office/drawing/2014/main" id="{643E7240-2804-71B7-C4D6-1CAE1A105306}"/>
              </a:ext>
            </a:extLst>
          </p:cNvPr>
          <p:cNvSpPr/>
          <p:nvPr/>
        </p:nvSpPr>
        <p:spPr>
          <a:xfrm>
            <a:off x="5027612" y="5582895"/>
            <a:ext cx="6096000" cy="788704"/>
          </a:xfrm>
          <a:prstGeom prst="leftArrowCallout">
            <a:avLst>
              <a:gd name="adj1" fmla="val 25000"/>
              <a:gd name="adj2" fmla="val 25000"/>
              <a:gd name="adj3" fmla="val 25000"/>
              <a:gd name="adj4" fmla="val 9292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cs typeface="Arial" panose="020B0604020202020204" pitchFamily="34" charset="0"/>
              </a:rPr>
              <a:t>Furthermore, a point (from the testing set) that is just outside this hyperplane (even if very distant from the red dots) will not be classified correctly</a:t>
            </a:r>
          </a:p>
        </p:txBody>
      </p:sp>
    </p:spTree>
    <p:extLst>
      <p:ext uri="{BB962C8B-B14F-4D97-AF65-F5344CB8AC3E}">
        <p14:creationId xmlns:p14="http://schemas.microsoft.com/office/powerpoint/2010/main" val="982299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randombar(horizontal)">
                                      <p:cBhvr>
                                        <p:cTn id="7" dur="500"/>
                                        <p:tgtEl>
                                          <p:spTgt spid="14"/>
                                        </p:tgtEl>
                                      </p:cBhvr>
                                    </p:animEffect>
                                  </p:childTnLst>
                                </p:cTn>
                              </p:par>
                            </p:childTnLst>
                          </p:cTn>
                        </p:par>
                        <p:par>
                          <p:cTn id="8" fill="hold">
                            <p:stCondLst>
                              <p:cond delay="500"/>
                            </p:stCondLst>
                            <p:childTnLst>
                              <p:par>
                                <p:cTn id="9" presetID="2" presetClass="entr" presetSubtype="2" fill="hold" grpId="0" nodeType="after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1+#ppt_w/2"/>
                                          </p:val>
                                        </p:tav>
                                        <p:tav tm="100000">
                                          <p:val>
                                            <p:strVal val="#ppt_x"/>
                                          </p:val>
                                        </p:tav>
                                      </p:tavLst>
                                    </p:anim>
                                    <p:anim calcmode="lin" valueType="num">
                                      <p:cBhvr additive="base">
                                        <p:cTn id="12" dur="5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FA19C5D-37AF-C52B-FBFE-4CC6594DA897}"/>
              </a:ext>
            </a:extLst>
          </p:cNvPr>
          <p:cNvSpPr>
            <a:spLocks noGrp="1"/>
          </p:cNvSpPr>
          <p:nvPr>
            <p:ph type="title"/>
          </p:nvPr>
        </p:nvSpPr>
        <p:spPr/>
        <p:txBody>
          <a:bodyPr/>
          <a:lstStyle/>
          <a:p>
            <a:r>
              <a:rPr lang="en-US" dirty="0"/>
              <a:t>Adaline perceptron</a:t>
            </a:r>
          </a:p>
        </p:txBody>
      </p:sp>
      <p:sp>
        <p:nvSpPr>
          <p:cNvPr id="6" name="Content Placeholder 5">
            <a:extLst>
              <a:ext uri="{FF2B5EF4-FFF2-40B4-BE49-F238E27FC236}">
                <a16:creationId xmlns:a16="http://schemas.microsoft.com/office/drawing/2014/main" id="{75C8F42D-68F5-9BC0-5FC5-9D26B76AB49A}"/>
              </a:ext>
            </a:extLst>
          </p:cNvPr>
          <p:cNvSpPr>
            <a:spLocks noGrp="1"/>
          </p:cNvSpPr>
          <p:nvPr>
            <p:ph idx="1"/>
          </p:nvPr>
        </p:nvSpPr>
        <p:spPr>
          <a:xfrm>
            <a:off x="1645611" y="1600200"/>
            <a:ext cx="9782801" cy="4572000"/>
          </a:xfrm>
        </p:spPr>
        <p:txBody>
          <a:bodyPr/>
          <a:lstStyle/>
          <a:p>
            <a:pPr marL="0" indent="0">
              <a:buNone/>
            </a:pPr>
            <a:r>
              <a:rPr lang="en-US" dirty="0">
                <a:latin typeface="Arial" panose="020B0604020202020204" pitchFamily="34" charset="0"/>
                <a:cs typeface="Arial" panose="020B0604020202020204" pitchFamily="34" charset="0"/>
              </a:rPr>
              <a:t>The solution is to take into consideration how big the error is (even for the cases where a sample is correctly classified).</a:t>
            </a:r>
          </a:p>
          <a:p>
            <a:pPr marL="365760" lvl="1" indent="0">
              <a:buNone/>
            </a:pPr>
            <a:endParaRPr lang="en-US" dirty="0">
              <a:latin typeface="Arial" panose="020B0604020202020204" pitchFamily="34" charset="0"/>
              <a:cs typeface="Arial" panose="020B0604020202020204" pitchFamily="34" charset="0"/>
            </a:endParaRPr>
          </a:p>
          <a:p>
            <a:pPr marL="0" indent="0">
              <a:buNone/>
            </a:pPr>
            <a:endParaRPr lang="en-US" dirty="0">
              <a:latin typeface="Arial" panose="020B0604020202020204" pitchFamily="34" charset="0"/>
              <a:cs typeface="Arial" panose="020B0604020202020204" pitchFamily="34" charset="0"/>
            </a:endParaRPr>
          </a:p>
        </p:txBody>
      </p:sp>
      <p:graphicFrame>
        <p:nvGraphicFramePr>
          <p:cNvPr id="12" name="Table 11">
            <a:extLst>
              <a:ext uri="{FF2B5EF4-FFF2-40B4-BE49-F238E27FC236}">
                <a16:creationId xmlns:a16="http://schemas.microsoft.com/office/drawing/2014/main" id="{57C07F8F-A480-AAD8-4DD7-CE41FB8E2756}"/>
              </a:ext>
            </a:extLst>
          </p:cNvPr>
          <p:cNvGraphicFramePr>
            <a:graphicFrameLocks noGrp="1"/>
          </p:cNvGraphicFramePr>
          <p:nvPr>
            <p:extLst>
              <p:ext uri="{D42A27DB-BD31-4B8C-83A1-F6EECF244321}">
                <p14:modId xmlns:p14="http://schemas.microsoft.com/office/powerpoint/2010/main" val="2111634942"/>
              </p:ext>
            </p:extLst>
          </p:nvPr>
        </p:nvGraphicFramePr>
        <p:xfrm>
          <a:off x="1813655" y="2567136"/>
          <a:ext cx="9525000" cy="3657600"/>
        </p:xfrm>
        <a:graphic>
          <a:graphicData uri="http://schemas.openxmlformats.org/drawingml/2006/table">
            <a:tbl>
              <a:tblPr firstRow="1" bandRow="1">
                <a:tableStyleId>{7E9639D4-E3E2-4D34-9284-5A2195B3D0D7}</a:tableStyleId>
              </a:tblPr>
              <a:tblGrid>
                <a:gridCol w="819355">
                  <a:extLst>
                    <a:ext uri="{9D8B030D-6E8A-4147-A177-3AD203B41FA5}">
                      <a16:colId xmlns:a16="http://schemas.microsoft.com/office/drawing/2014/main" val="3187280461"/>
                    </a:ext>
                  </a:extLst>
                </a:gridCol>
                <a:gridCol w="8705645">
                  <a:extLst>
                    <a:ext uri="{9D8B030D-6E8A-4147-A177-3AD203B41FA5}">
                      <a16:colId xmlns:a16="http://schemas.microsoft.com/office/drawing/2014/main" val="2007790319"/>
                    </a:ext>
                  </a:extLst>
                </a:gridCol>
              </a:tblGrid>
              <a:tr h="243500">
                <a:tc>
                  <a:txBody>
                    <a:bodyPr/>
                    <a:lstStyle/>
                    <a:p>
                      <a:r>
                        <a:rPr lang="en-US" sz="1400" dirty="0"/>
                        <a:t>Line</a:t>
                      </a:r>
                    </a:p>
                  </a:txBody>
                  <a:tcPr/>
                </a:tc>
                <a:tc>
                  <a:txBody>
                    <a:bodyPr/>
                    <a:lstStyle/>
                    <a:p>
                      <a:r>
                        <a:rPr lang="en-US" sz="1400" dirty="0"/>
                        <a:t>Train function:</a:t>
                      </a:r>
                    </a:p>
                  </a:txBody>
                  <a:tcPr/>
                </a:tc>
                <a:extLst>
                  <a:ext uri="{0D108BD9-81ED-4DB2-BD59-A6C34878D82A}">
                    <a16:rowId xmlns:a16="http://schemas.microsoft.com/office/drawing/2014/main" val="2508094747"/>
                  </a:ext>
                </a:extLst>
              </a:tr>
              <a:tr h="232431">
                <a:tc>
                  <a:txBody>
                    <a:bodyPr/>
                    <a:lstStyle/>
                    <a:p>
                      <a:pPr algn="r"/>
                      <a:r>
                        <a:rPr lang="en-US" sz="1400" dirty="0">
                          <a:latin typeface="Consolas" panose="020B0609020204030204" pitchFamily="49" charset="0"/>
                          <a:cs typeface="Consolas" panose="020B0609020204030204" pitchFamily="49" charset="0"/>
                        </a:rPr>
                        <a:t>1</a:t>
                      </a:r>
                    </a:p>
                  </a:txBody>
                  <a:tcPr>
                    <a:solidFill>
                      <a:schemeClr val="bg1"/>
                    </a:solidFill>
                  </a:tcPr>
                </a:tc>
                <a:tc>
                  <a:txBody>
                    <a:bodyPr/>
                    <a:lstStyle/>
                    <a:p>
                      <a:r>
                        <a:rPr lang="en-US" sz="1400" b="1" dirty="0">
                          <a:solidFill>
                            <a:srgbClr val="0070C0"/>
                          </a:solidFill>
                          <a:latin typeface="Consolas" panose="020B0609020204030204" pitchFamily="49" charset="0"/>
                          <a:cs typeface="Consolas" panose="020B0609020204030204" pitchFamily="49" charset="0"/>
                        </a:rPr>
                        <a:t>function</a:t>
                      </a:r>
                      <a:r>
                        <a:rPr lang="en-US" sz="1400" dirty="0">
                          <a:latin typeface="Consolas" panose="020B0609020204030204" pitchFamily="49" charset="0"/>
                          <a:cs typeface="Consolas" panose="020B0609020204030204" pitchFamily="49" charset="0"/>
                        </a:rPr>
                        <a:t> </a:t>
                      </a:r>
                      <a:r>
                        <a:rPr lang="en-US" sz="1400" b="1" i="0" dirty="0">
                          <a:latin typeface="Consolas" panose="020B0609020204030204" pitchFamily="49" charset="0"/>
                          <a:cs typeface="Consolas" panose="020B0609020204030204" pitchFamily="49" charset="0"/>
                        </a:rPr>
                        <a:t>train</a:t>
                      </a:r>
                      <a:r>
                        <a:rPr lang="en-US" sz="1400" dirty="0">
                          <a:latin typeface="Consolas" panose="020B0609020204030204" pitchFamily="49" charset="0"/>
                          <a:cs typeface="Consolas" panose="020B0609020204030204" pitchFamily="49" charset="0"/>
                        </a:rPr>
                        <a:t>(trainset, w, </a:t>
                      </a:r>
                      <a:r>
                        <a:rPr lang="el-GR" sz="1400" dirty="0">
                          <a:latin typeface="Consolas" panose="020B0609020204030204" pitchFamily="49" charset="0"/>
                          <a:cs typeface="Consolas" panose="020B0609020204030204" pitchFamily="49" charset="0"/>
                        </a:rPr>
                        <a:t>β</a:t>
                      </a:r>
                      <a:r>
                        <a:rPr lang="en-US" sz="1400" dirty="0">
                          <a:latin typeface="Consolas" panose="020B0609020204030204" pitchFamily="49" charset="0"/>
                          <a:cs typeface="Consolas" panose="020B0609020204030204" pitchFamily="49" charset="0"/>
                        </a:rPr>
                        <a:t>)</a:t>
                      </a:r>
                    </a:p>
                  </a:txBody>
                  <a:tcPr>
                    <a:solidFill>
                      <a:schemeClr val="bg1"/>
                    </a:solidFill>
                  </a:tcPr>
                </a:tc>
                <a:extLst>
                  <a:ext uri="{0D108BD9-81ED-4DB2-BD59-A6C34878D82A}">
                    <a16:rowId xmlns:a16="http://schemas.microsoft.com/office/drawing/2014/main" val="1057160213"/>
                  </a:ext>
                </a:extLst>
              </a:tr>
              <a:tr h="232431">
                <a:tc>
                  <a:txBody>
                    <a:bodyPr/>
                    <a:lstStyle/>
                    <a:p>
                      <a:pPr algn="r"/>
                      <a:r>
                        <a:rPr lang="en-US" sz="1400" dirty="0">
                          <a:latin typeface="Consolas" panose="020B0609020204030204" pitchFamily="49" charset="0"/>
                          <a:cs typeface="Consolas" panose="020B0609020204030204" pitchFamily="49" charset="0"/>
                        </a:rPr>
                        <a:t>2</a:t>
                      </a:r>
                    </a:p>
                  </a:txBody>
                  <a:tcPr>
                    <a:solidFill>
                      <a:schemeClr val="bg1"/>
                    </a:solidFill>
                  </a:tcPr>
                </a:tc>
                <a:tc>
                  <a:txBody>
                    <a:bodyPr/>
                    <a:lstStyle/>
                    <a:p>
                      <a:r>
                        <a:rPr lang="en-US" sz="1400" dirty="0">
                          <a:latin typeface="Consolas" panose="020B0609020204030204" pitchFamily="49" charset="0"/>
                          <a:cs typeface="Consolas" panose="020B0609020204030204" pitchFamily="49" charset="0"/>
                        </a:rPr>
                        <a:t>  </a:t>
                      </a:r>
                      <a:r>
                        <a:rPr lang="el-GR" sz="1400" dirty="0">
                          <a:latin typeface="Consolas" panose="020B0609020204030204" pitchFamily="49" charset="0"/>
                          <a:cs typeface="Consolas" panose="020B0609020204030204" pitchFamily="49" charset="0"/>
                        </a:rPr>
                        <a:t>α</a:t>
                      </a:r>
                      <a:r>
                        <a:rPr lang="en-US" sz="1400" dirty="0">
                          <a:latin typeface="Consolas" panose="020B0609020204030204" pitchFamily="49" charset="0"/>
                          <a:cs typeface="Consolas" panose="020B0609020204030204" pitchFamily="49" charset="0"/>
                        </a:rPr>
                        <a:t> </a:t>
                      </a:r>
                      <a:r>
                        <a:rPr lang="en-US" sz="1400" dirty="0">
                          <a:latin typeface="Consolas" panose="020B0609020204030204" pitchFamily="49" charset="0"/>
                          <a:cs typeface="Consolas" panose="020B0609020204030204" pitchFamily="49" charset="0"/>
                          <a:sym typeface="Wingdings" panose="05000000000000000000" pitchFamily="2" charset="2"/>
                        </a:rPr>
                        <a:t> 0.01 </a:t>
                      </a:r>
                      <a:r>
                        <a:rPr lang="en-US" sz="1400" dirty="0">
                          <a:solidFill>
                            <a:schemeClr val="tx1">
                              <a:lumMod val="40000"/>
                              <a:lumOff val="60000"/>
                            </a:schemeClr>
                          </a:solidFill>
                          <a:latin typeface="Consolas" panose="020B0609020204030204" pitchFamily="49" charset="0"/>
                          <a:cs typeface="Consolas" panose="020B0609020204030204" pitchFamily="49" charset="0"/>
                          <a:sym typeface="Wingdings" panose="05000000000000000000" pitchFamily="2" charset="2"/>
                        </a:rPr>
                        <a:t>// learning rate</a:t>
                      </a:r>
                      <a:endParaRPr lang="en-US" sz="1400" dirty="0">
                        <a:solidFill>
                          <a:schemeClr val="tx1">
                            <a:lumMod val="40000"/>
                            <a:lumOff val="60000"/>
                          </a:schemeClr>
                        </a:solidFill>
                        <a:latin typeface="Consolas" panose="020B0609020204030204" pitchFamily="49" charset="0"/>
                        <a:cs typeface="Consolas" panose="020B0609020204030204" pitchFamily="49" charset="0"/>
                      </a:endParaRPr>
                    </a:p>
                  </a:txBody>
                  <a:tcPr>
                    <a:solidFill>
                      <a:schemeClr val="bg1"/>
                    </a:solidFill>
                  </a:tcPr>
                </a:tc>
                <a:extLst>
                  <a:ext uri="{0D108BD9-81ED-4DB2-BD59-A6C34878D82A}">
                    <a16:rowId xmlns:a16="http://schemas.microsoft.com/office/drawing/2014/main" val="760439933"/>
                  </a:ext>
                </a:extLst>
              </a:tr>
              <a:tr h="232431">
                <a:tc>
                  <a:txBody>
                    <a:bodyPr/>
                    <a:lstStyle/>
                    <a:p>
                      <a:pPr algn="r"/>
                      <a:r>
                        <a:rPr lang="en-US" sz="1400" dirty="0">
                          <a:latin typeface="Consolas" panose="020B0609020204030204" pitchFamily="49" charset="0"/>
                          <a:cs typeface="Consolas" panose="020B0609020204030204" pitchFamily="49" charset="0"/>
                        </a:rPr>
                        <a:t>3</a:t>
                      </a:r>
                    </a:p>
                  </a:txBody>
                  <a:tcPr>
                    <a:solidFill>
                      <a:schemeClr val="bg1"/>
                    </a:solidFill>
                  </a:tcPr>
                </a:tc>
                <a:tc>
                  <a:txBody>
                    <a:bodyPr/>
                    <a:lstStyle/>
                    <a:p>
                      <a:r>
                        <a:rPr lang="en-US" sz="1400" dirty="0">
                          <a:latin typeface="Consolas" panose="020B0609020204030204" pitchFamily="49" charset="0"/>
                          <a:cs typeface="Consolas" panose="020B0609020204030204" pitchFamily="49" charset="0"/>
                        </a:rPr>
                        <a:t>  </a:t>
                      </a:r>
                      <a:r>
                        <a:rPr lang="el-GR" sz="1400" dirty="0">
                          <a:latin typeface="Consolas" panose="020B0609020204030204" pitchFamily="49" charset="0"/>
                          <a:cs typeface="Consolas" panose="020B0609020204030204" pitchFamily="49" charset="0"/>
                        </a:rPr>
                        <a:t>Δ</a:t>
                      </a:r>
                      <a:r>
                        <a:rPr lang="en-US" sz="1400" dirty="0">
                          <a:latin typeface="Consolas" panose="020B0609020204030204" pitchFamily="49" charset="0"/>
                          <a:cs typeface="Consolas" panose="020B0609020204030204" pitchFamily="49" charset="0"/>
                        </a:rPr>
                        <a:t> </a:t>
                      </a:r>
                      <a:r>
                        <a:rPr lang="en-US" sz="1400" dirty="0">
                          <a:latin typeface="Consolas" panose="020B0609020204030204" pitchFamily="49" charset="0"/>
                          <a:cs typeface="Consolas" panose="020B0609020204030204" pitchFamily="49" charset="0"/>
                          <a:sym typeface="Wingdings" panose="05000000000000000000" pitchFamily="2" charset="2"/>
                        </a:rPr>
                        <a:t> a vector filled with 0 (zeros) of same size of w</a:t>
                      </a:r>
                      <a:endParaRPr lang="en-US" sz="1400" dirty="0">
                        <a:latin typeface="Consolas" panose="020B0609020204030204" pitchFamily="49" charset="0"/>
                        <a:cs typeface="Consolas" panose="020B0609020204030204" pitchFamily="49" charset="0"/>
                      </a:endParaRPr>
                    </a:p>
                  </a:txBody>
                  <a:tcPr>
                    <a:solidFill>
                      <a:schemeClr val="bg1"/>
                    </a:solidFill>
                  </a:tcPr>
                </a:tc>
                <a:extLst>
                  <a:ext uri="{0D108BD9-81ED-4DB2-BD59-A6C34878D82A}">
                    <a16:rowId xmlns:a16="http://schemas.microsoft.com/office/drawing/2014/main" val="3270777680"/>
                  </a:ext>
                </a:extLst>
              </a:tr>
              <a:tr h="232431">
                <a:tc>
                  <a:txBody>
                    <a:bodyPr/>
                    <a:lstStyle/>
                    <a:p>
                      <a:pPr algn="r"/>
                      <a:r>
                        <a:rPr lang="en-US" sz="1400" dirty="0">
                          <a:latin typeface="Consolas" panose="020B0609020204030204" pitchFamily="49" charset="0"/>
                          <a:cs typeface="Consolas" panose="020B0609020204030204" pitchFamily="49" charset="0"/>
                        </a:rPr>
                        <a:t>4</a:t>
                      </a:r>
                    </a:p>
                  </a:txBody>
                  <a:tcPr>
                    <a:solidFill>
                      <a:schemeClr val="bg1"/>
                    </a:solidFill>
                  </a:tcPr>
                </a:tc>
                <a:tc>
                  <a:txBody>
                    <a:bodyPr/>
                    <a:lstStyle/>
                    <a:p>
                      <a:r>
                        <a:rPr lang="en-US" sz="1400" dirty="0">
                          <a:latin typeface="Consolas" panose="020B0609020204030204" pitchFamily="49" charset="0"/>
                          <a:cs typeface="Consolas" panose="020B0609020204030204" pitchFamily="49" charset="0"/>
                        </a:rPr>
                        <a:t>  </a:t>
                      </a:r>
                      <a:r>
                        <a:rPr lang="el-GR" sz="1400" dirty="0">
                          <a:latin typeface="Consolas" panose="020B0609020204030204" pitchFamily="49" charset="0"/>
                          <a:cs typeface="Consolas" panose="020B0609020204030204" pitchFamily="49" charset="0"/>
                        </a:rPr>
                        <a:t>Β</a:t>
                      </a:r>
                      <a:r>
                        <a:rPr lang="en-US" sz="1400" dirty="0">
                          <a:latin typeface="Consolas" panose="020B0609020204030204" pitchFamily="49" charset="0"/>
                          <a:cs typeface="Consolas" panose="020B0609020204030204" pitchFamily="49" charset="0"/>
                        </a:rPr>
                        <a:t> </a:t>
                      </a:r>
                      <a:r>
                        <a:rPr lang="en-US" sz="1400" dirty="0">
                          <a:latin typeface="Consolas" panose="020B0609020204030204" pitchFamily="49" charset="0"/>
                          <a:cs typeface="Consolas" panose="020B0609020204030204" pitchFamily="49" charset="0"/>
                          <a:sym typeface="Wingdings" panose="05000000000000000000" pitchFamily="2" charset="2"/>
                        </a:rPr>
                        <a:t> 0 // a temporary threshold</a:t>
                      </a:r>
                      <a:endParaRPr lang="en-US" sz="1400" dirty="0">
                        <a:latin typeface="Consolas" panose="020B0609020204030204" pitchFamily="49" charset="0"/>
                        <a:cs typeface="Consolas" panose="020B0609020204030204" pitchFamily="49" charset="0"/>
                      </a:endParaRPr>
                    </a:p>
                  </a:txBody>
                  <a:tcPr>
                    <a:solidFill>
                      <a:schemeClr val="bg1"/>
                    </a:solidFill>
                  </a:tcPr>
                </a:tc>
                <a:extLst>
                  <a:ext uri="{0D108BD9-81ED-4DB2-BD59-A6C34878D82A}">
                    <a16:rowId xmlns:a16="http://schemas.microsoft.com/office/drawing/2014/main" val="3465717620"/>
                  </a:ext>
                </a:extLst>
              </a:tr>
              <a:tr h="232431">
                <a:tc>
                  <a:txBody>
                    <a:bodyPr/>
                    <a:lstStyle/>
                    <a:p>
                      <a:pPr algn="r"/>
                      <a:r>
                        <a:rPr lang="en-US" sz="1400" dirty="0">
                          <a:latin typeface="Consolas" panose="020B0609020204030204" pitchFamily="49" charset="0"/>
                          <a:cs typeface="Consolas" panose="020B0609020204030204" pitchFamily="49" charset="0"/>
                        </a:rPr>
                        <a:t>5</a:t>
                      </a:r>
                    </a:p>
                  </a:txBody>
                  <a:tcPr>
                    <a:solidFill>
                      <a:schemeClr val="bg1"/>
                    </a:solidFill>
                  </a:tcPr>
                </a:tc>
                <a:tc>
                  <a:txBody>
                    <a:bodyPr/>
                    <a:lstStyle/>
                    <a:p>
                      <a:r>
                        <a:rPr lang="en-US" sz="1400" b="1" dirty="0">
                          <a:solidFill>
                            <a:srgbClr val="0070C0"/>
                          </a:solidFill>
                          <a:latin typeface="Consolas" panose="020B0609020204030204" pitchFamily="49" charset="0"/>
                          <a:cs typeface="Consolas" panose="020B0609020204030204" pitchFamily="49" charset="0"/>
                        </a:rPr>
                        <a:t>  foreach</a:t>
                      </a:r>
                      <a:r>
                        <a:rPr lang="en-US" sz="1400" dirty="0">
                          <a:latin typeface="Consolas" panose="020B0609020204030204" pitchFamily="49" charset="0"/>
                          <a:cs typeface="Consolas" panose="020B0609020204030204" pitchFamily="49" charset="0"/>
                        </a:rPr>
                        <a:t> sample </a:t>
                      </a:r>
                      <a:r>
                        <a:rPr lang="en-US" sz="1400" b="1" dirty="0">
                          <a:solidFill>
                            <a:srgbClr val="0070C0"/>
                          </a:solidFill>
                          <a:latin typeface="Consolas" panose="020B0609020204030204" pitchFamily="49" charset="0"/>
                          <a:cs typeface="Consolas" panose="020B0609020204030204" pitchFamily="49" charset="0"/>
                        </a:rPr>
                        <a:t>in</a:t>
                      </a:r>
                      <a:r>
                        <a:rPr lang="en-US" sz="1400" dirty="0">
                          <a:latin typeface="Consolas" panose="020B0609020204030204" pitchFamily="49" charset="0"/>
                          <a:cs typeface="Consolas" panose="020B0609020204030204" pitchFamily="49" charset="0"/>
                        </a:rPr>
                        <a:t> trainset</a:t>
                      </a:r>
                    </a:p>
                  </a:txBody>
                  <a:tcPr>
                    <a:solidFill>
                      <a:schemeClr val="bg1"/>
                    </a:solidFill>
                  </a:tcPr>
                </a:tc>
                <a:extLst>
                  <a:ext uri="{0D108BD9-81ED-4DB2-BD59-A6C34878D82A}">
                    <a16:rowId xmlns:a16="http://schemas.microsoft.com/office/drawing/2014/main" val="130492628"/>
                  </a:ext>
                </a:extLst>
              </a:tr>
              <a:tr h="232431">
                <a:tc>
                  <a:txBody>
                    <a:bodyPr/>
                    <a:lstStyle/>
                    <a:p>
                      <a:pPr algn="r"/>
                      <a:r>
                        <a:rPr lang="en-US" sz="1400" dirty="0">
                          <a:latin typeface="Consolas" panose="020B0609020204030204" pitchFamily="49" charset="0"/>
                          <a:cs typeface="Consolas" panose="020B0609020204030204" pitchFamily="49" charset="0"/>
                        </a:rPr>
                        <a:t>6</a:t>
                      </a:r>
                    </a:p>
                  </a:txBody>
                  <a:tcPr>
                    <a:solidFill>
                      <a:schemeClr val="bg1"/>
                    </a:solidFill>
                  </a:tcPr>
                </a:tc>
                <a:tc>
                  <a:txBody>
                    <a:bodyPr/>
                    <a:lstStyle/>
                    <a:p>
                      <a:r>
                        <a:rPr lang="en-US" sz="1400" dirty="0">
                          <a:latin typeface="Consolas" panose="020B0609020204030204" pitchFamily="49" charset="0"/>
                          <a:cs typeface="Consolas" panose="020B0609020204030204" pitchFamily="49" charset="0"/>
                        </a:rPr>
                        <a:t>    error </a:t>
                      </a:r>
                      <a:r>
                        <a:rPr lang="en-US" sz="1400" dirty="0">
                          <a:latin typeface="Consolas" panose="020B0609020204030204" pitchFamily="49" charset="0"/>
                          <a:cs typeface="Consolas" panose="020B0609020204030204" pitchFamily="49" charset="0"/>
                          <a:sym typeface="Wingdings" panose="05000000000000000000" pitchFamily="2" charset="2"/>
                        </a:rPr>
                        <a:t> </a:t>
                      </a:r>
                      <a:r>
                        <a:rPr lang="en-US" sz="1400" dirty="0" err="1">
                          <a:latin typeface="Consolas" panose="020B0609020204030204" pitchFamily="49" charset="0"/>
                          <a:cs typeface="Consolas" panose="020B0609020204030204" pitchFamily="49" charset="0"/>
                          <a:sym typeface="Wingdings" panose="05000000000000000000" pitchFamily="2" charset="2"/>
                        </a:rPr>
                        <a:t>sample.label</a:t>
                      </a:r>
                      <a:r>
                        <a:rPr lang="en-US" sz="1400" dirty="0">
                          <a:latin typeface="Consolas" panose="020B0609020204030204" pitchFamily="49" charset="0"/>
                          <a:cs typeface="Consolas" panose="020B0609020204030204" pitchFamily="49" charset="0"/>
                          <a:sym typeface="Wingdings" panose="05000000000000000000" pitchFamily="2" charset="2"/>
                        </a:rPr>
                        <a:t> – ( </a:t>
                      </a:r>
                      <a:r>
                        <a:rPr lang="en-US" sz="1400" b="1" dirty="0" err="1">
                          <a:solidFill>
                            <a:srgbClr val="7030A0"/>
                          </a:solidFill>
                          <a:latin typeface="Consolas" panose="020B0609020204030204" pitchFamily="49" charset="0"/>
                          <a:cs typeface="Consolas" panose="020B0609020204030204" pitchFamily="49" charset="0"/>
                          <a:sym typeface="Wingdings" panose="05000000000000000000" pitchFamily="2" charset="2"/>
                        </a:rPr>
                        <a:t>dotproduct</a:t>
                      </a:r>
                      <a:r>
                        <a:rPr lang="en-US" sz="1400" dirty="0">
                          <a:latin typeface="Consolas" panose="020B0609020204030204" pitchFamily="49" charset="0"/>
                          <a:cs typeface="Consolas" panose="020B0609020204030204" pitchFamily="49" charset="0"/>
                          <a:sym typeface="Wingdings" panose="05000000000000000000" pitchFamily="2" charset="2"/>
                        </a:rPr>
                        <a:t>(</a:t>
                      </a:r>
                      <a:r>
                        <a:rPr lang="en-US" sz="1400" dirty="0" err="1">
                          <a:latin typeface="Consolas" panose="020B0609020204030204" pitchFamily="49" charset="0"/>
                          <a:cs typeface="Consolas" panose="020B0609020204030204" pitchFamily="49" charset="0"/>
                          <a:sym typeface="Wingdings" panose="05000000000000000000" pitchFamily="2" charset="2"/>
                        </a:rPr>
                        <a:t>sample.input,w</a:t>
                      </a:r>
                      <a:r>
                        <a:rPr lang="en-US" sz="1400" dirty="0">
                          <a:latin typeface="Consolas" panose="020B0609020204030204" pitchFamily="49" charset="0"/>
                          <a:cs typeface="Consolas" panose="020B0609020204030204" pitchFamily="49" charset="0"/>
                          <a:sym typeface="Wingdings" panose="05000000000000000000" pitchFamily="2" charset="2"/>
                        </a:rPr>
                        <a:t>) + </a:t>
                      </a:r>
                      <a:r>
                        <a:rPr lang="el-GR" sz="1400" dirty="0">
                          <a:latin typeface="Consolas" panose="020B0609020204030204" pitchFamily="49" charset="0"/>
                          <a:cs typeface="Consolas" panose="020B0609020204030204" pitchFamily="49" charset="0"/>
                        </a:rPr>
                        <a:t>β</a:t>
                      </a:r>
                      <a:r>
                        <a:rPr lang="en-US" sz="1400" dirty="0">
                          <a:latin typeface="Consolas" panose="020B0609020204030204" pitchFamily="49" charset="0"/>
                          <a:cs typeface="Consolas" panose="020B0609020204030204" pitchFamily="49" charset="0"/>
                        </a:rPr>
                        <a:t> )</a:t>
                      </a:r>
                    </a:p>
                  </a:txBody>
                  <a:tcPr>
                    <a:solidFill>
                      <a:schemeClr val="bg1"/>
                    </a:solidFill>
                  </a:tcPr>
                </a:tc>
                <a:extLst>
                  <a:ext uri="{0D108BD9-81ED-4DB2-BD59-A6C34878D82A}">
                    <a16:rowId xmlns:a16="http://schemas.microsoft.com/office/drawing/2014/main" val="3691233306"/>
                  </a:ext>
                </a:extLst>
              </a:tr>
              <a:tr h="232431">
                <a:tc>
                  <a:txBody>
                    <a:bodyPr/>
                    <a:lstStyle/>
                    <a:p>
                      <a:pPr algn="r"/>
                      <a:r>
                        <a:rPr lang="en-US" sz="1400" dirty="0">
                          <a:latin typeface="Consolas" panose="020B0609020204030204" pitchFamily="49" charset="0"/>
                          <a:cs typeface="Consolas" panose="020B0609020204030204" pitchFamily="49" charset="0"/>
                        </a:rPr>
                        <a:t>7</a:t>
                      </a:r>
                    </a:p>
                  </a:txBody>
                  <a:tcPr>
                    <a:solidFill>
                      <a:schemeClr val="bg1"/>
                    </a:solidFill>
                  </a:tcPr>
                </a:tc>
                <a:tc>
                  <a:txBody>
                    <a:bodyPr/>
                    <a:lstStyle/>
                    <a:p>
                      <a:r>
                        <a:rPr lang="en-US" sz="1400" dirty="0">
                          <a:latin typeface="Consolas" panose="020B0609020204030204" pitchFamily="49" charset="0"/>
                          <a:cs typeface="Consolas" panose="020B0609020204030204" pitchFamily="49" charset="0"/>
                        </a:rPr>
                        <a:t>    </a:t>
                      </a:r>
                      <a:r>
                        <a:rPr lang="el-GR" sz="1400" dirty="0">
                          <a:latin typeface="Consolas" panose="020B0609020204030204" pitchFamily="49" charset="0"/>
                          <a:cs typeface="Consolas" panose="020B0609020204030204" pitchFamily="49" charset="0"/>
                        </a:rPr>
                        <a:t>Δ</a:t>
                      </a:r>
                      <a:r>
                        <a:rPr lang="en-US" sz="1400" dirty="0">
                          <a:latin typeface="Consolas" panose="020B0609020204030204" pitchFamily="49" charset="0"/>
                          <a:cs typeface="Consolas" panose="020B0609020204030204" pitchFamily="49" charset="0"/>
                        </a:rPr>
                        <a:t> </a:t>
                      </a:r>
                      <a:r>
                        <a:rPr lang="en-US" sz="1400" dirty="0">
                          <a:latin typeface="Consolas" panose="020B0609020204030204" pitchFamily="49" charset="0"/>
                          <a:cs typeface="Consolas" panose="020B0609020204030204" pitchFamily="49" charset="0"/>
                          <a:sym typeface="Wingdings" panose="05000000000000000000" pitchFamily="2" charset="2"/>
                        </a:rPr>
                        <a:t> </a:t>
                      </a:r>
                      <a:r>
                        <a:rPr lang="el-GR" sz="1400" dirty="0">
                          <a:latin typeface="Consolas" panose="020B0609020204030204" pitchFamily="49" charset="0"/>
                          <a:cs typeface="Consolas" panose="020B0609020204030204" pitchFamily="49" charset="0"/>
                        </a:rPr>
                        <a:t>Δ</a:t>
                      </a:r>
                      <a:r>
                        <a:rPr lang="en-US" sz="1400" dirty="0">
                          <a:latin typeface="Consolas" panose="020B0609020204030204" pitchFamily="49" charset="0"/>
                          <a:cs typeface="Consolas" panose="020B0609020204030204" pitchFamily="49" charset="0"/>
                          <a:sym typeface="Wingdings" panose="05000000000000000000" pitchFamily="2" charset="2"/>
                        </a:rPr>
                        <a:t> + </a:t>
                      </a:r>
                      <a:r>
                        <a:rPr lang="en-US" sz="1400" dirty="0" err="1">
                          <a:latin typeface="Consolas" panose="020B0609020204030204" pitchFamily="49" charset="0"/>
                          <a:cs typeface="Consolas" panose="020B0609020204030204" pitchFamily="49" charset="0"/>
                          <a:sym typeface="Wingdings" panose="05000000000000000000" pitchFamily="2" charset="2"/>
                        </a:rPr>
                        <a:t>sample.input</a:t>
                      </a:r>
                      <a:r>
                        <a:rPr lang="en-US" sz="1400" dirty="0">
                          <a:latin typeface="Consolas" panose="020B0609020204030204" pitchFamily="49" charset="0"/>
                          <a:cs typeface="Consolas" panose="020B0609020204030204" pitchFamily="49" charset="0"/>
                          <a:sym typeface="Wingdings" panose="05000000000000000000" pitchFamily="2" charset="2"/>
                        </a:rPr>
                        <a:t> x </a:t>
                      </a:r>
                      <a:r>
                        <a:rPr lang="el-GR" sz="1400" dirty="0">
                          <a:latin typeface="Consolas" panose="020B0609020204030204" pitchFamily="49" charset="0"/>
                          <a:cs typeface="Consolas" panose="020B0609020204030204" pitchFamily="49" charset="0"/>
                        </a:rPr>
                        <a:t>α</a:t>
                      </a:r>
                      <a:r>
                        <a:rPr lang="en-US" sz="1400" dirty="0">
                          <a:latin typeface="Consolas" panose="020B0609020204030204" pitchFamily="49" charset="0"/>
                          <a:cs typeface="Consolas" panose="020B0609020204030204" pitchFamily="49" charset="0"/>
                        </a:rPr>
                        <a:t> </a:t>
                      </a:r>
                      <a:r>
                        <a:rPr lang="en-US" sz="1400" dirty="0">
                          <a:latin typeface="Consolas" panose="020B0609020204030204" pitchFamily="49" charset="0"/>
                          <a:cs typeface="Consolas" panose="020B0609020204030204" pitchFamily="49" charset="0"/>
                          <a:sym typeface="Wingdings" panose="05000000000000000000" pitchFamily="2" charset="2"/>
                        </a:rPr>
                        <a:t>x error</a:t>
                      </a:r>
                      <a:endParaRPr lang="en-US" sz="1400" dirty="0">
                        <a:latin typeface="Consolas" panose="020B0609020204030204" pitchFamily="49" charset="0"/>
                        <a:cs typeface="Consolas" panose="020B0609020204030204" pitchFamily="49" charset="0"/>
                      </a:endParaRPr>
                    </a:p>
                  </a:txBody>
                  <a:tcPr>
                    <a:solidFill>
                      <a:schemeClr val="bg1"/>
                    </a:solidFill>
                  </a:tcPr>
                </a:tc>
                <a:extLst>
                  <a:ext uri="{0D108BD9-81ED-4DB2-BD59-A6C34878D82A}">
                    <a16:rowId xmlns:a16="http://schemas.microsoft.com/office/drawing/2014/main" val="4287305410"/>
                  </a:ext>
                </a:extLst>
              </a:tr>
              <a:tr h="232431">
                <a:tc>
                  <a:txBody>
                    <a:bodyPr/>
                    <a:lstStyle/>
                    <a:p>
                      <a:pPr algn="r"/>
                      <a:r>
                        <a:rPr lang="en-US" sz="1400" dirty="0">
                          <a:latin typeface="Consolas" panose="020B0609020204030204" pitchFamily="49" charset="0"/>
                          <a:cs typeface="Consolas" panose="020B0609020204030204" pitchFamily="49" charset="0"/>
                        </a:rPr>
                        <a:t>8</a:t>
                      </a:r>
                    </a:p>
                  </a:txBody>
                  <a:tcPr>
                    <a:solidFill>
                      <a:schemeClr val="bg1"/>
                    </a:solidFill>
                  </a:tcPr>
                </a:tc>
                <a:tc>
                  <a:txBody>
                    <a:bodyPr/>
                    <a:lstStyle/>
                    <a:p>
                      <a:r>
                        <a:rPr lang="en-US" sz="1400" dirty="0">
                          <a:latin typeface="Consolas" panose="020B0609020204030204" pitchFamily="49" charset="0"/>
                          <a:cs typeface="Consolas" panose="020B0609020204030204" pitchFamily="49" charset="0"/>
                        </a:rPr>
                        <a:t>    </a:t>
                      </a:r>
                      <a:r>
                        <a:rPr lang="el-GR" sz="1400" dirty="0">
                          <a:latin typeface="Consolas" panose="020B0609020204030204" pitchFamily="49" charset="0"/>
                          <a:cs typeface="Consolas" panose="020B0609020204030204" pitchFamily="49" charset="0"/>
                        </a:rPr>
                        <a:t>Β</a:t>
                      </a:r>
                      <a:r>
                        <a:rPr lang="en-US" sz="1400" dirty="0">
                          <a:latin typeface="Consolas" panose="020B0609020204030204" pitchFamily="49" charset="0"/>
                          <a:cs typeface="Consolas" panose="020B0609020204030204" pitchFamily="49" charset="0"/>
                        </a:rPr>
                        <a:t> </a:t>
                      </a:r>
                      <a:r>
                        <a:rPr lang="en-US" sz="1400" dirty="0">
                          <a:latin typeface="Consolas" panose="020B0609020204030204" pitchFamily="49" charset="0"/>
                          <a:cs typeface="Consolas" panose="020B0609020204030204" pitchFamily="49" charset="0"/>
                          <a:sym typeface="Wingdings" panose="05000000000000000000" pitchFamily="2" charset="2"/>
                        </a:rPr>
                        <a:t> </a:t>
                      </a:r>
                      <a:r>
                        <a:rPr lang="el-GR" sz="1400" dirty="0">
                          <a:latin typeface="Consolas" panose="020B0609020204030204" pitchFamily="49" charset="0"/>
                          <a:cs typeface="Consolas" panose="020B0609020204030204" pitchFamily="49" charset="0"/>
                        </a:rPr>
                        <a:t>Β</a:t>
                      </a:r>
                      <a:r>
                        <a:rPr lang="en-US" sz="1400" dirty="0">
                          <a:latin typeface="Consolas" panose="020B0609020204030204" pitchFamily="49" charset="0"/>
                          <a:cs typeface="Consolas" panose="020B0609020204030204" pitchFamily="49" charset="0"/>
                          <a:sym typeface="Wingdings" panose="05000000000000000000" pitchFamily="2" charset="2"/>
                        </a:rPr>
                        <a:t> + </a:t>
                      </a:r>
                      <a:r>
                        <a:rPr lang="el-GR" sz="1400" dirty="0">
                          <a:latin typeface="Consolas" panose="020B0609020204030204" pitchFamily="49" charset="0"/>
                          <a:cs typeface="Consolas" panose="020B0609020204030204" pitchFamily="49" charset="0"/>
                        </a:rPr>
                        <a:t>α</a:t>
                      </a:r>
                      <a:r>
                        <a:rPr lang="en-US" sz="1400" dirty="0">
                          <a:latin typeface="Consolas" panose="020B0609020204030204" pitchFamily="49" charset="0"/>
                          <a:cs typeface="Consolas" panose="020B0609020204030204" pitchFamily="49" charset="0"/>
                        </a:rPr>
                        <a:t> </a:t>
                      </a:r>
                      <a:r>
                        <a:rPr lang="en-US" sz="1400" dirty="0">
                          <a:latin typeface="Consolas" panose="020B0609020204030204" pitchFamily="49" charset="0"/>
                          <a:cs typeface="Consolas" panose="020B0609020204030204" pitchFamily="49" charset="0"/>
                          <a:sym typeface="Wingdings" panose="05000000000000000000" pitchFamily="2" charset="2"/>
                        </a:rPr>
                        <a:t>x error</a:t>
                      </a:r>
                      <a:endParaRPr lang="en-US" sz="1400" dirty="0">
                        <a:latin typeface="Consolas" panose="020B0609020204030204" pitchFamily="49" charset="0"/>
                        <a:cs typeface="Consolas" panose="020B0609020204030204" pitchFamily="49" charset="0"/>
                      </a:endParaRPr>
                    </a:p>
                  </a:txBody>
                  <a:tcPr>
                    <a:solidFill>
                      <a:schemeClr val="bg1"/>
                    </a:solidFill>
                  </a:tcPr>
                </a:tc>
                <a:extLst>
                  <a:ext uri="{0D108BD9-81ED-4DB2-BD59-A6C34878D82A}">
                    <a16:rowId xmlns:a16="http://schemas.microsoft.com/office/drawing/2014/main" val="2436614671"/>
                  </a:ext>
                </a:extLst>
              </a:tr>
              <a:tr h="232431">
                <a:tc>
                  <a:txBody>
                    <a:bodyPr/>
                    <a:lstStyle/>
                    <a:p>
                      <a:pPr algn="r"/>
                      <a:r>
                        <a:rPr lang="en-US" sz="1400" dirty="0">
                          <a:latin typeface="Consolas" panose="020B0609020204030204" pitchFamily="49" charset="0"/>
                          <a:cs typeface="Consolas" panose="020B0609020204030204" pitchFamily="49" charset="0"/>
                        </a:rPr>
                        <a:t>9</a:t>
                      </a:r>
                    </a:p>
                  </a:txBody>
                  <a:tcPr>
                    <a:solidFill>
                      <a:schemeClr val="bg1"/>
                    </a:solidFill>
                  </a:tcPr>
                </a:tc>
                <a:tc>
                  <a:txBody>
                    <a:bodyPr/>
                    <a:lstStyle/>
                    <a:p>
                      <a:r>
                        <a:rPr lang="en-US" sz="1400" b="1" dirty="0">
                          <a:solidFill>
                            <a:srgbClr val="0070C0"/>
                          </a:solidFill>
                          <a:latin typeface="Consolas" panose="020B0609020204030204" pitchFamily="49" charset="0"/>
                          <a:cs typeface="Consolas" panose="020B0609020204030204" pitchFamily="49" charset="0"/>
                        </a:rPr>
                        <a:t>  end foreach</a:t>
                      </a:r>
                      <a:endParaRPr lang="en-US" sz="1400" dirty="0">
                        <a:latin typeface="Consolas" panose="020B0609020204030204" pitchFamily="49" charset="0"/>
                        <a:cs typeface="Consolas" panose="020B0609020204030204" pitchFamily="49" charset="0"/>
                      </a:endParaRPr>
                    </a:p>
                  </a:txBody>
                  <a:tcPr>
                    <a:solidFill>
                      <a:schemeClr val="bg1"/>
                    </a:solidFill>
                  </a:tcPr>
                </a:tc>
                <a:extLst>
                  <a:ext uri="{0D108BD9-81ED-4DB2-BD59-A6C34878D82A}">
                    <a16:rowId xmlns:a16="http://schemas.microsoft.com/office/drawing/2014/main" val="2656897880"/>
                  </a:ext>
                </a:extLst>
              </a:tr>
              <a:tr h="262911">
                <a:tc>
                  <a:txBody>
                    <a:bodyPr/>
                    <a:lstStyle/>
                    <a:p>
                      <a:pPr algn="r"/>
                      <a:r>
                        <a:rPr lang="en-US" sz="1400" dirty="0">
                          <a:latin typeface="Consolas" panose="020B0609020204030204" pitchFamily="49" charset="0"/>
                          <a:cs typeface="Consolas" panose="020B0609020204030204" pitchFamily="49" charset="0"/>
                        </a:rPr>
                        <a:t>10</a:t>
                      </a:r>
                    </a:p>
                  </a:txBody>
                  <a:tcPr>
                    <a:solidFill>
                      <a:schemeClr val="bg1"/>
                    </a:solidFill>
                  </a:tcPr>
                </a:tc>
                <a:tc>
                  <a:txBody>
                    <a:bodyPr/>
                    <a:lstStyle/>
                    <a:p>
                      <a:r>
                        <a:rPr lang="en-US" sz="1400" dirty="0">
                          <a:latin typeface="Consolas" panose="020B0609020204030204" pitchFamily="49" charset="0"/>
                          <a:cs typeface="Consolas" panose="020B0609020204030204" pitchFamily="49" charset="0"/>
                        </a:rPr>
                        <a:t>  </a:t>
                      </a:r>
                      <a:r>
                        <a:rPr lang="en-US" sz="1400" b="1" dirty="0">
                          <a:solidFill>
                            <a:srgbClr val="0070C0"/>
                          </a:solidFill>
                          <a:latin typeface="Consolas" panose="020B0609020204030204" pitchFamily="49" charset="0"/>
                          <a:cs typeface="Consolas" panose="020B0609020204030204" pitchFamily="49" charset="0"/>
                        </a:rPr>
                        <a:t>return</a:t>
                      </a:r>
                      <a:r>
                        <a:rPr lang="en-US" sz="1400" dirty="0">
                          <a:latin typeface="Consolas" panose="020B0609020204030204" pitchFamily="49" charset="0"/>
                          <a:cs typeface="Consolas" panose="020B0609020204030204" pitchFamily="49" charset="0"/>
                        </a:rPr>
                        <a:t> (</a:t>
                      </a:r>
                      <a:r>
                        <a:rPr lang="el-GR" sz="1400" dirty="0">
                          <a:latin typeface="Consolas" panose="020B0609020204030204" pitchFamily="49" charset="0"/>
                          <a:cs typeface="Consolas" panose="020B0609020204030204" pitchFamily="49" charset="0"/>
                        </a:rPr>
                        <a:t>Δ</a:t>
                      </a:r>
                      <a:r>
                        <a:rPr lang="en-US" sz="1400" dirty="0">
                          <a:latin typeface="Consolas" panose="020B0609020204030204" pitchFamily="49" charset="0"/>
                          <a:cs typeface="Consolas" panose="020B0609020204030204" pitchFamily="49" charset="0"/>
                        </a:rPr>
                        <a:t>, </a:t>
                      </a:r>
                      <a:r>
                        <a:rPr lang="el-GR" sz="1400" dirty="0">
                          <a:latin typeface="Consolas" panose="020B0609020204030204" pitchFamily="49" charset="0"/>
                          <a:cs typeface="Consolas" panose="020B0609020204030204" pitchFamily="49" charset="0"/>
                        </a:rPr>
                        <a:t>Β</a:t>
                      </a:r>
                      <a:r>
                        <a:rPr lang="en-US" sz="1400" dirty="0">
                          <a:latin typeface="Consolas" panose="020B0609020204030204" pitchFamily="49" charset="0"/>
                          <a:cs typeface="Consolas" panose="020B0609020204030204" pitchFamily="49" charset="0"/>
                        </a:rPr>
                        <a:t>)</a:t>
                      </a:r>
                    </a:p>
                  </a:txBody>
                  <a:tcPr>
                    <a:solidFill>
                      <a:schemeClr val="bg1"/>
                    </a:solidFill>
                  </a:tcPr>
                </a:tc>
                <a:extLst>
                  <a:ext uri="{0D108BD9-81ED-4DB2-BD59-A6C34878D82A}">
                    <a16:rowId xmlns:a16="http://schemas.microsoft.com/office/drawing/2014/main" val="992461720"/>
                  </a:ext>
                </a:extLst>
              </a:tr>
              <a:tr h="232431">
                <a:tc>
                  <a:txBody>
                    <a:bodyPr/>
                    <a:lstStyle/>
                    <a:p>
                      <a:pPr algn="r"/>
                      <a:r>
                        <a:rPr lang="en-US" sz="1400" dirty="0">
                          <a:latin typeface="Consolas" panose="020B0609020204030204" pitchFamily="49" charset="0"/>
                          <a:cs typeface="Consolas" panose="020B0609020204030204" pitchFamily="49" charset="0"/>
                        </a:rPr>
                        <a:t>11</a:t>
                      </a:r>
                    </a:p>
                  </a:txBody>
                  <a:tcPr>
                    <a:solidFill>
                      <a:schemeClr val="bg1"/>
                    </a:solidFill>
                  </a:tcPr>
                </a:tc>
                <a:tc>
                  <a:txBody>
                    <a:bodyPr/>
                    <a:lstStyle/>
                    <a:p>
                      <a:r>
                        <a:rPr lang="en-US" sz="1400" b="1" dirty="0">
                          <a:solidFill>
                            <a:srgbClr val="0070C0"/>
                          </a:solidFill>
                          <a:latin typeface="Consolas" panose="020B0609020204030204" pitchFamily="49" charset="0"/>
                          <a:cs typeface="Consolas" panose="020B0609020204030204" pitchFamily="49" charset="0"/>
                        </a:rPr>
                        <a:t>end function</a:t>
                      </a:r>
                      <a:endParaRPr lang="en-US" sz="1400" dirty="0">
                        <a:latin typeface="Consolas" panose="020B0609020204030204" pitchFamily="49" charset="0"/>
                        <a:cs typeface="Consolas" panose="020B0609020204030204" pitchFamily="49" charset="0"/>
                      </a:endParaRPr>
                    </a:p>
                  </a:txBody>
                  <a:tcPr>
                    <a:solidFill>
                      <a:schemeClr val="bg1"/>
                    </a:solidFill>
                  </a:tcPr>
                </a:tc>
                <a:extLst>
                  <a:ext uri="{0D108BD9-81ED-4DB2-BD59-A6C34878D82A}">
                    <a16:rowId xmlns:a16="http://schemas.microsoft.com/office/drawing/2014/main" val="2569313450"/>
                  </a:ext>
                </a:extLst>
              </a:tr>
            </a:tbl>
          </a:graphicData>
        </a:graphic>
      </p:graphicFrame>
    </p:spTree>
    <p:extLst>
      <p:ext uri="{BB962C8B-B14F-4D97-AF65-F5344CB8AC3E}">
        <p14:creationId xmlns:p14="http://schemas.microsoft.com/office/powerpoint/2010/main" val="42194572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C3A01-3734-0399-47E8-3EC96955DCC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972D391-9E04-86EA-8C9F-39966C896039}"/>
              </a:ext>
            </a:extLst>
          </p:cNvPr>
          <p:cNvSpPr>
            <a:spLocks noGrp="1"/>
          </p:cNvSpPr>
          <p:nvPr>
            <p:ph type="title"/>
          </p:nvPr>
        </p:nvSpPr>
        <p:spPr/>
        <p:txBody>
          <a:bodyPr/>
          <a:lstStyle/>
          <a:p>
            <a:r>
              <a:rPr lang="en-US" dirty="0"/>
              <a:t>Adaline perceptron</a:t>
            </a:r>
          </a:p>
        </p:txBody>
      </p:sp>
      <p:sp>
        <p:nvSpPr>
          <p:cNvPr id="6" name="Content Placeholder 5">
            <a:extLst>
              <a:ext uri="{FF2B5EF4-FFF2-40B4-BE49-F238E27FC236}">
                <a16:creationId xmlns:a16="http://schemas.microsoft.com/office/drawing/2014/main" id="{91E90572-3C83-7975-50CC-EA63004BF964}"/>
              </a:ext>
            </a:extLst>
          </p:cNvPr>
          <p:cNvSpPr>
            <a:spLocks noGrp="1"/>
          </p:cNvSpPr>
          <p:nvPr>
            <p:ph idx="1"/>
          </p:nvPr>
        </p:nvSpPr>
        <p:spPr>
          <a:xfrm>
            <a:off x="1645611" y="1600200"/>
            <a:ext cx="9859001" cy="5181600"/>
          </a:xfrm>
        </p:spPr>
        <p:txBody>
          <a:bodyPr>
            <a:noAutofit/>
          </a:bodyPr>
          <a:lstStyle/>
          <a:p>
            <a:r>
              <a:rPr lang="en-US" sz="1800" dirty="0">
                <a:latin typeface="Arial" panose="020B0604020202020204" pitchFamily="34" charset="0"/>
                <a:cs typeface="Arial" panose="020B0604020202020204" pitchFamily="34" charset="0"/>
              </a:rPr>
              <a:t>Adjusting weights even for correctly classified samples makes the Adaline Perceptron adapt past the point where every data point is correctly classified.</a:t>
            </a:r>
          </a:p>
          <a:p>
            <a:r>
              <a:rPr lang="en-US" sz="1800" dirty="0">
                <a:latin typeface="Arial" panose="020B0604020202020204" pitchFamily="34" charset="0"/>
                <a:cs typeface="Arial" panose="020B0604020202020204" pitchFamily="34" charset="0"/>
              </a:rPr>
              <a:t>The stopping condition of the algorithm can not be one that check that all samples are correctly classified. </a:t>
            </a:r>
          </a:p>
          <a:p>
            <a:pPr lvl="1"/>
            <a:r>
              <a:rPr lang="en-US" sz="1400" dirty="0">
                <a:latin typeface="Arial" panose="020B0604020202020204" pitchFamily="34" charset="0"/>
                <a:cs typeface="Arial" panose="020B0604020202020204" pitchFamily="34" charset="0"/>
              </a:rPr>
              <a:t>It can be a number of iterations , a small overall error </a:t>
            </a:r>
            <a:r>
              <a:rPr lang="en-US" sz="1400">
                <a:latin typeface="Arial" panose="020B0604020202020204" pitchFamily="34" charset="0"/>
                <a:cs typeface="Arial" panose="020B0604020202020204" pitchFamily="34" charset="0"/>
              </a:rPr>
              <a:t>or both. </a:t>
            </a:r>
            <a:endParaRPr lang="en-US" sz="1400" dirty="0">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rPr>
              <a:t>The Adaline perceptron will adapt the hyperplane to consider the distribution of the elements from each class. This is because at each iteration the hyperplane gets modified for every point in the dataset in proportion to how far each data point is from the ideal label.</a:t>
            </a:r>
          </a:p>
        </p:txBody>
      </p:sp>
      <p:grpSp>
        <p:nvGrpSpPr>
          <p:cNvPr id="27" name="Group 26">
            <a:extLst>
              <a:ext uri="{FF2B5EF4-FFF2-40B4-BE49-F238E27FC236}">
                <a16:creationId xmlns:a16="http://schemas.microsoft.com/office/drawing/2014/main" id="{D4846C9A-A4F6-AD18-4ABA-B7CE37D35448}"/>
              </a:ext>
            </a:extLst>
          </p:cNvPr>
          <p:cNvGrpSpPr/>
          <p:nvPr/>
        </p:nvGrpSpPr>
        <p:grpSpPr>
          <a:xfrm>
            <a:off x="2769712" y="4461404"/>
            <a:ext cx="7210900" cy="2019052"/>
            <a:chOff x="2665412" y="3810000"/>
            <a:chExt cx="8305800" cy="2590800"/>
          </a:xfrm>
        </p:grpSpPr>
        <p:sp>
          <p:nvSpPr>
            <p:cNvPr id="28" name="Rectangle 27">
              <a:extLst>
                <a:ext uri="{FF2B5EF4-FFF2-40B4-BE49-F238E27FC236}">
                  <a16:creationId xmlns:a16="http://schemas.microsoft.com/office/drawing/2014/main" id="{4810468A-628C-D5A0-106A-1D80F7D67964}"/>
                </a:ext>
              </a:extLst>
            </p:cNvPr>
            <p:cNvSpPr/>
            <p:nvPr/>
          </p:nvSpPr>
          <p:spPr>
            <a:xfrm>
              <a:off x="2665412" y="3810000"/>
              <a:ext cx="8305800" cy="2590800"/>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 name="Oval 28">
              <a:extLst>
                <a:ext uri="{FF2B5EF4-FFF2-40B4-BE49-F238E27FC236}">
                  <a16:creationId xmlns:a16="http://schemas.microsoft.com/office/drawing/2014/main" id="{45FFF622-6146-A0CA-2304-789A21ACEBC0}"/>
                </a:ext>
              </a:extLst>
            </p:cNvPr>
            <p:cNvSpPr/>
            <p:nvPr/>
          </p:nvSpPr>
          <p:spPr>
            <a:xfrm>
              <a:off x="3122612" y="4114800"/>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Oval 29">
              <a:extLst>
                <a:ext uri="{FF2B5EF4-FFF2-40B4-BE49-F238E27FC236}">
                  <a16:creationId xmlns:a16="http://schemas.microsoft.com/office/drawing/2014/main" id="{06038A0E-C583-F4B0-7810-28763F475A09}"/>
                </a:ext>
              </a:extLst>
            </p:cNvPr>
            <p:cNvSpPr/>
            <p:nvPr/>
          </p:nvSpPr>
          <p:spPr>
            <a:xfrm>
              <a:off x="3017211" y="4630402"/>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500CD590-F511-B3AB-EEB5-6AED2E628BEF}"/>
                </a:ext>
              </a:extLst>
            </p:cNvPr>
            <p:cNvSpPr/>
            <p:nvPr/>
          </p:nvSpPr>
          <p:spPr>
            <a:xfrm>
              <a:off x="3503612" y="4413389"/>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0E967EDC-FF04-5C50-87EE-3E6B4036CB66}"/>
                </a:ext>
              </a:extLst>
            </p:cNvPr>
            <p:cNvSpPr/>
            <p:nvPr/>
          </p:nvSpPr>
          <p:spPr>
            <a:xfrm>
              <a:off x="3017211" y="5190499"/>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Oval 32">
              <a:extLst>
                <a:ext uri="{FF2B5EF4-FFF2-40B4-BE49-F238E27FC236}">
                  <a16:creationId xmlns:a16="http://schemas.microsoft.com/office/drawing/2014/main" id="{4F2FB040-7F05-1CB4-E0F5-C10C814A99A8}"/>
                </a:ext>
              </a:extLst>
            </p:cNvPr>
            <p:cNvSpPr/>
            <p:nvPr/>
          </p:nvSpPr>
          <p:spPr>
            <a:xfrm>
              <a:off x="3609013" y="4894598"/>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58FA290C-4B70-4F06-86DE-E63B9C0F8D00}"/>
                </a:ext>
              </a:extLst>
            </p:cNvPr>
            <p:cNvSpPr/>
            <p:nvPr/>
          </p:nvSpPr>
          <p:spPr>
            <a:xfrm>
              <a:off x="3819815" y="4009399"/>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EC3EE8F1-7457-130B-D1D3-0E8F450E072E}"/>
                </a:ext>
              </a:extLst>
            </p:cNvPr>
            <p:cNvSpPr/>
            <p:nvPr/>
          </p:nvSpPr>
          <p:spPr>
            <a:xfrm>
              <a:off x="3421895" y="5531783"/>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Oval 35">
              <a:extLst>
                <a:ext uri="{FF2B5EF4-FFF2-40B4-BE49-F238E27FC236}">
                  <a16:creationId xmlns:a16="http://schemas.microsoft.com/office/drawing/2014/main" id="{E55B218A-25E1-5689-2BCC-BB950FE208ED}"/>
                </a:ext>
              </a:extLst>
            </p:cNvPr>
            <p:cNvSpPr/>
            <p:nvPr/>
          </p:nvSpPr>
          <p:spPr>
            <a:xfrm>
              <a:off x="3017211" y="5867400"/>
              <a:ext cx="210802" cy="210802"/>
            </a:xfrm>
            <a:prstGeom prst="ellipse">
              <a:avLst/>
            </a:prstGeom>
            <a:solidFill>
              <a:srgbClr val="00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Oval 36">
              <a:extLst>
                <a:ext uri="{FF2B5EF4-FFF2-40B4-BE49-F238E27FC236}">
                  <a16:creationId xmlns:a16="http://schemas.microsoft.com/office/drawing/2014/main" id="{45394EC1-B7B5-0F9D-25B3-C164D016C405}"/>
                </a:ext>
              </a:extLst>
            </p:cNvPr>
            <p:cNvSpPr/>
            <p:nvPr/>
          </p:nvSpPr>
          <p:spPr>
            <a:xfrm>
              <a:off x="9980612" y="4038600"/>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Oval 37">
              <a:extLst>
                <a:ext uri="{FF2B5EF4-FFF2-40B4-BE49-F238E27FC236}">
                  <a16:creationId xmlns:a16="http://schemas.microsoft.com/office/drawing/2014/main" id="{9C05AFE9-8E5A-A210-C565-0245760A9AD4}"/>
                </a:ext>
              </a:extLst>
            </p:cNvPr>
            <p:cNvSpPr/>
            <p:nvPr/>
          </p:nvSpPr>
          <p:spPr>
            <a:xfrm>
              <a:off x="10285412" y="4413389"/>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Oval 38">
              <a:extLst>
                <a:ext uri="{FF2B5EF4-FFF2-40B4-BE49-F238E27FC236}">
                  <a16:creationId xmlns:a16="http://schemas.microsoft.com/office/drawing/2014/main" id="{D8FFE9C6-806B-DCEB-40FA-6994C88643AF}"/>
                </a:ext>
              </a:extLst>
            </p:cNvPr>
            <p:cNvSpPr/>
            <p:nvPr/>
          </p:nvSpPr>
          <p:spPr>
            <a:xfrm>
              <a:off x="9664409" y="4277638"/>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Oval 39">
              <a:extLst>
                <a:ext uri="{FF2B5EF4-FFF2-40B4-BE49-F238E27FC236}">
                  <a16:creationId xmlns:a16="http://schemas.microsoft.com/office/drawing/2014/main" id="{46B97FF5-DFF5-A608-4FC7-FB7E3FEE3993}"/>
                </a:ext>
              </a:extLst>
            </p:cNvPr>
            <p:cNvSpPr/>
            <p:nvPr/>
          </p:nvSpPr>
          <p:spPr>
            <a:xfrm>
              <a:off x="9952802" y="4572000"/>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Oval 40">
              <a:extLst>
                <a:ext uri="{FF2B5EF4-FFF2-40B4-BE49-F238E27FC236}">
                  <a16:creationId xmlns:a16="http://schemas.microsoft.com/office/drawing/2014/main" id="{66E8D915-2A3E-26C8-6A31-94BFFE0C8510}"/>
                </a:ext>
              </a:extLst>
            </p:cNvPr>
            <p:cNvSpPr/>
            <p:nvPr/>
          </p:nvSpPr>
          <p:spPr>
            <a:xfrm>
              <a:off x="9500198" y="5152399"/>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Oval 41">
              <a:extLst>
                <a:ext uri="{FF2B5EF4-FFF2-40B4-BE49-F238E27FC236}">
                  <a16:creationId xmlns:a16="http://schemas.microsoft.com/office/drawing/2014/main" id="{8B90252C-B713-42B4-234E-8FE5944EE663}"/>
                </a:ext>
              </a:extLst>
            </p:cNvPr>
            <p:cNvSpPr/>
            <p:nvPr/>
          </p:nvSpPr>
          <p:spPr>
            <a:xfrm>
              <a:off x="10519759" y="5152399"/>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Oval 42">
              <a:extLst>
                <a:ext uri="{FF2B5EF4-FFF2-40B4-BE49-F238E27FC236}">
                  <a16:creationId xmlns:a16="http://schemas.microsoft.com/office/drawing/2014/main" id="{71343CF9-3940-EB03-E109-2C9E4B9886B4}"/>
                </a:ext>
              </a:extLst>
            </p:cNvPr>
            <p:cNvSpPr/>
            <p:nvPr/>
          </p:nvSpPr>
          <p:spPr>
            <a:xfrm>
              <a:off x="10191414" y="5227580"/>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Oval 43">
              <a:extLst>
                <a:ext uri="{FF2B5EF4-FFF2-40B4-BE49-F238E27FC236}">
                  <a16:creationId xmlns:a16="http://schemas.microsoft.com/office/drawing/2014/main" id="{E66D98DD-1FB3-7949-0F0F-B9C7358A2FED}"/>
                </a:ext>
              </a:extLst>
            </p:cNvPr>
            <p:cNvSpPr/>
            <p:nvPr/>
          </p:nvSpPr>
          <p:spPr>
            <a:xfrm>
              <a:off x="9815846" y="5742585"/>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Oval 44">
              <a:extLst>
                <a:ext uri="{FF2B5EF4-FFF2-40B4-BE49-F238E27FC236}">
                  <a16:creationId xmlns:a16="http://schemas.microsoft.com/office/drawing/2014/main" id="{8C191B55-8D73-EE3A-E56A-E825958DA07F}"/>
                </a:ext>
              </a:extLst>
            </p:cNvPr>
            <p:cNvSpPr/>
            <p:nvPr/>
          </p:nvSpPr>
          <p:spPr>
            <a:xfrm>
              <a:off x="9200814" y="3933199"/>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Oval 45">
              <a:extLst>
                <a:ext uri="{FF2B5EF4-FFF2-40B4-BE49-F238E27FC236}">
                  <a16:creationId xmlns:a16="http://schemas.microsoft.com/office/drawing/2014/main" id="{0090FB0A-FF8E-C940-AEC7-3E6E92272DC6}"/>
                </a:ext>
              </a:extLst>
            </p:cNvPr>
            <p:cNvSpPr/>
            <p:nvPr/>
          </p:nvSpPr>
          <p:spPr>
            <a:xfrm>
              <a:off x="9394797" y="4597158"/>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Oval 46">
              <a:extLst>
                <a:ext uri="{FF2B5EF4-FFF2-40B4-BE49-F238E27FC236}">
                  <a16:creationId xmlns:a16="http://schemas.microsoft.com/office/drawing/2014/main" id="{C073DEC1-6CF8-3E33-383B-8968638F310B}"/>
                </a:ext>
              </a:extLst>
            </p:cNvPr>
            <p:cNvSpPr/>
            <p:nvPr/>
          </p:nvSpPr>
          <p:spPr>
            <a:xfrm>
              <a:off x="9358646" y="5707640"/>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Oval 47">
              <a:extLst>
                <a:ext uri="{FF2B5EF4-FFF2-40B4-BE49-F238E27FC236}">
                  <a16:creationId xmlns:a16="http://schemas.microsoft.com/office/drawing/2014/main" id="{3F1E9C44-320A-C983-8CCC-FC9DC7EEB26A}"/>
                </a:ext>
              </a:extLst>
            </p:cNvPr>
            <p:cNvSpPr/>
            <p:nvPr/>
          </p:nvSpPr>
          <p:spPr>
            <a:xfrm>
              <a:off x="8901446" y="5820232"/>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Oval 48">
              <a:extLst>
                <a:ext uri="{FF2B5EF4-FFF2-40B4-BE49-F238E27FC236}">
                  <a16:creationId xmlns:a16="http://schemas.microsoft.com/office/drawing/2014/main" id="{D73F1947-1CB2-5A54-CB51-4C9F40D28710}"/>
                </a:ext>
              </a:extLst>
            </p:cNvPr>
            <p:cNvSpPr/>
            <p:nvPr/>
          </p:nvSpPr>
          <p:spPr>
            <a:xfrm>
              <a:off x="9057831" y="4947298"/>
              <a:ext cx="210802" cy="210802"/>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50" name="Straight Connector 49">
            <a:extLst>
              <a:ext uri="{FF2B5EF4-FFF2-40B4-BE49-F238E27FC236}">
                <a16:creationId xmlns:a16="http://schemas.microsoft.com/office/drawing/2014/main" id="{2A101C2C-9673-5738-3197-F918E9805C78}"/>
              </a:ext>
            </a:extLst>
          </p:cNvPr>
          <p:cNvCxnSpPr>
            <a:cxnSpLocks/>
            <a:stCxn id="28" idx="0"/>
          </p:cNvCxnSpPr>
          <p:nvPr/>
        </p:nvCxnSpPr>
        <p:spPr>
          <a:xfrm flipH="1">
            <a:off x="6134553" y="4461404"/>
            <a:ext cx="240609" cy="2062595"/>
          </a:xfrm>
          <a:prstGeom prst="line">
            <a:avLst/>
          </a:prstGeom>
          <a:ln w="76200">
            <a:prstDash val="sysDot"/>
          </a:ln>
        </p:spPr>
        <p:style>
          <a:lnRef idx="3">
            <a:schemeClr val="accent2"/>
          </a:lnRef>
          <a:fillRef idx="0">
            <a:schemeClr val="accent2"/>
          </a:fillRef>
          <a:effectRef idx="2">
            <a:schemeClr val="accent2"/>
          </a:effectRef>
          <a:fontRef idx="minor">
            <a:schemeClr val="tx1"/>
          </a:fontRef>
        </p:style>
      </p:cxnSp>
      <p:sp>
        <p:nvSpPr>
          <p:cNvPr id="52" name="TextBox 51">
            <a:extLst>
              <a:ext uri="{FF2B5EF4-FFF2-40B4-BE49-F238E27FC236}">
                <a16:creationId xmlns:a16="http://schemas.microsoft.com/office/drawing/2014/main" id="{52FB1998-EC68-2CEC-C614-337F5789D951}"/>
              </a:ext>
            </a:extLst>
          </p:cNvPr>
          <p:cNvSpPr txBox="1"/>
          <p:nvPr/>
        </p:nvSpPr>
        <p:spPr>
          <a:xfrm rot="534726">
            <a:off x="4036854" y="4954345"/>
            <a:ext cx="1524000" cy="276999"/>
          </a:xfrm>
          <a:prstGeom prst="rect">
            <a:avLst/>
          </a:prstGeom>
          <a:noFill/>
        </p:spPr>
        <p:txBody>
          <a:bodyPr wrap="square" rtlCol="0">
            <a:spAutoFit/>
          </a:bodyPr>
          <a:lstStyle/>
          <a:p>
            <a:pPr algn="ctr"/>
            <a:r>
              <a:rPr lang="en-US" sz="1200" dirty="0"/>
              <a:t>Same distance</a:t>
            </a:r>
          </a:p>
        </p:txBody>
      </p:sp>
      <p:sp>
        <p:nvSpPr>
          <p:cNvPr id="53" name="TextBox 52">
            <a:extLst>
              <a:ext uri="{FF2B5EF4-FFF2-40B4-BE49-F238E27FC236}">
                <a16:creationId xmlns:a16="http://schemas.microsoft.com/office/drawing/2014/main" id="{2859E4E6-E435-7413-24A4-E0BAFC069EB0}"/>
              </a:ext>
            </a:extLst>
          </p:cNvPr>
          <p:cNvSpPr txBox="1"/>
          <p:nvPr/>
        </p:nvSpPr>
        <p:spPr>
          <a:xfrm rot="534726">
            <a:off x="7183057" y="4788223"/>
            <a:ext cx="1524000" cy="276999"/>
          </a:xfrm>
          <a:prstGeom prst="rect">
            <a:avLst/>
          </a:prstGeom>
          <a:noFill/>
        </p:spPr>
        <p:txBody>
          <a:bodyPr wrap="square" rtlCol="0">
            <a:spAutoFit/>
          </a:bodyPr>
          <a:lstStyle/>
          <a:p>
            <a:pPr algn="ctr"/>
            <a:r>
              <a:rPr lang="en-US" sz="1200" dirty="0"/>
              <a:t>Same distance</a:t>
            </a:r>
          </a:p>
        </p:txBody>
      </p:sp>
    </p:spTree>
    <p:extLst>
      <p:ext uri="{BB962C8B-B14F-4D97-AF65-F5344CB8AC3E}">
        <p14:creationId xmlns:p14="http://schemas.microsoft.com/office/powerpoint/2010/main" val="3152078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idx="1"/>
          </p:nvPr>
        </p:nvSpPr>
        <p:spPr/>
        <p:txBody>
          <a:bodyPr/>
          <a:lstStyle/>
          <a:p>
            <a:endParaRPr lang="en-US"/>
          </a:p>
        </p:txBody>
      </p:sp>
      <p:sp>
        <p:nvSpPr>
          <p:cNvPr id="2" name="Title 1"/>
          <p:cNvSpPr>
            <a:spLocks noGrp="1"/>
          </p:cNvSpPr>
          <p:nvPr>
            <p:ph type="title"/>
          </p:nvPr>
        </p:nvSpPr>
        <p:spPr/>
        <p:txBody>
          <a:bodyPr/>
          <a:lstStyle/>
          <a:p>
            <a:r>
              <a:rPr lang="en-US"/>
              <a:t>Questions &amp; Discussion</a:t>
            </a:r>
            <a:endParaRPr lang="en-US" dirty="0"/>
          </a:p>
        </p:txBody>
      </p:sp>
    </p:spTree>
    <p:extLst>
      <p:ext uri="{BB962C8B-B14F-4D97-AF65-F5344CB8AC3E}">
        <p14:creationId xmlns:p14="http://schemas.microsoft.com/office/powerpoint/2010/main" val="3752818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endParaRPr lang="en-US" dirty="0">
              <a:hlinkClick r:id="rId2"/>
            </a:endParaRPr>
          </a:p>
          <a:p>
            <a:r>
              <a:rPr lang="en-US" dirty="0">
                <a:hlinkClick r:id="rId2"/>
              </a:rPr>
              <a:t>http://neuralnetworksanddeeplearning.com/</a:t>
            </a:r>
            <a:r>
              <a:rPr lang="en-US" dirty="0"/>
              <a:t> by Michael Nielsen</a:t>
            </a:r>
          </a:p>
          <a:p>
            <a:r>
              <a:rPr lang="en-US" dirty="0" err="1"/>
              <a:t>Perceptrons</a:t>
            </a:r>
            <a:r>
              <a:rPr lang="en-US" dirty="0"/>
              <a:t>: an introduction to computational geometry, by Marvin Minsky and Seymour </a:t>
            </a:r>
            <a:r>
              <a:rPr lang="en-US" dirty="0" err="1"/>
              <a:t>Papert</a:t>
            </a:r>
            <a:r>
              <a:rPr lang="en-US" dirty="0"/>
              <a:t>, 1969</a:t>
            </a:r>
          </a:p>
          <a:p>
            <a:r>
              <a:rPr lang="en-US" dirty="0">
                <a:hlinkClick r:id="rId3"/>
              </a:rPr>
              <a:t>http://blog.sairahul.com/2014/01/linear-separability.html</a:t>
            </a:r>
            <a:r>
              <a:rPr lang="en-US" dirty="0"/>
              <a:t>, by Sai Raul, 17 January 2014</a:t>
            </a:r>
          </a:p>
          <a:p>
            <a:r>
              <a:rPr lang="en-US" dirty="0">
                <a:hlinkClick r:id="rId4"/>
              </a:rPr>
              <a:t>http://sebastianraschka.com/Articles/2015_singlelayer_neurons.html</a:t>
            </a:r>
            <a:r>
              <a:rPr lang="en-US" dirty="0"/>
              <a:t>, by Sebastian </a:t>
            </a:r>
            <a:r>
              <a:rPr lang="en-US" dirty="0" err="1"/>
              <a:t>Raschka</a:t>
            </a:r>
            <a:r>
              <a:rPr lang="en-US" dirty="0"/>
              <a:t>, 24 March 2015</a:t>
            </a:r>
          </a:p>
          <a:p>
            <a:r>
              <a:rPr lang="en-US" dirty="0">
                <a:hlinkClick r:id="rId5"/>
              </a:rPr>
              <a:t>https://sebastianraschka.com/faq/docs/diff-perceptron-adaline-neuralnet.html</a:t>
            </a:r>
            <a:endParaRPr lang="en-US" dirty="0"/>
          </a:p>
          <a:p>
            <a:pPr marL="0" indent="0">
              <a:buNone/>
            </a:pPr>
            <a:endParaRPr lang="en-US" dirty="0"/>
          </a:p>
          <a:p>
            <a:endParaRPr lang="en-US" dirty="0"/>
          </a:p>
        </p:txBody>
      </p:sp>
      <p:sp>
        <p:nvSpPr>
          <p:cNvPr id="2" name="Title 1"/>
          <p:cNvSpPr>
            <a:spLocks noGrp="1"/>
          </p:cNvSpPr>
          <p:nvPr>
            <p:ph type="title"/>
          </p:nvPr>
        </p:nvSpPr>
        <p:spPr/>
        <p:txBody>
          <a:bodyPr/>
          <a:lstStyle/>
          <a:p>
            <a:r>
              <a:rPr lang="en-US" dirty="0"/>
              <a:t>Bibliography</a:t>
            </a:r>
          </a:p>
        </p:txBody>
      </p:sp>
    </p:spTree>
    <p:extLst>
      <p:ext uri="{BB962C8B-B14F-4D97-AF65-F5344CB8AC3E}">
        <p14:creationId xmlns:p14="http://schemas.microsoft.com/office/powerpoint/2010/main" val="2819849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tudent presentation">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7GrungeTexture">
      <a:fillStyleLst>
        <a:solidFill>
          <a:schemeClr val="phClr"/>
        </a:solidFill>
        <a:blipFill rotWithShape="1">
          <a:blip xmlns:r="http://schemas.openxmlformats.org/officeDocument/2006/relationships" r:embed="rId1">
            <a:duotone>
              <a:schemeClr val="phClr">
                <a:tint val="67000"/>
                <a:shade val="65000"/>
              </a:schemeClr>
              <a:schemeClr val="phClr">
                <a:tint val="10000"/>
                <a:satMod val="130000"/>
              </a:schemeClr>
            </a:duotone>
          </a:blip>
          <a:tile tx="0" ty="0" sx="60000" sy="59000" flip="none" algn="b"/>
        </a:blipFill>
        <a:blipFill rotWithShape="1">
          <a:blip xmlns:r="http://schemas.openxmlformats.org/officeDocument/2006/relationships" r:embed="rId1">
            <a:duotone>
              <a:schemeClr val="phClr">
                <a:shade val="30000"/>
                <a:satMod val="115000"/>
              </a:schemeClr>
              <a:schemeClr val="phClr">
                <a:tint val="34000"/>
              </a:schemeClr>
            </a:duotone>
          </a:blip>
          <a:tile tx="0" ty="0" sx="60000" sy="59000" flip="none" algn="b"/>
        </a:blipFill>
      </a:fillStyleLst>
      <a:lnStyleLst>
        <a:ln w="6350" cap="flat" cmpd="sng" algn="ctr">
          <a:solidFill>
            <a:schemeClr val="phClr">
              <a:tint val="70000"/>
            </a:scheme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gradFill rotWithShape="1">
          <a:gsLst>
            <a:gs pos="0">
              <a:schemeClr val="phClr">
                <a:tint val="80000"/>
                <a:satMod val="300000"/>
              </a:schemeClr>
            </a:gs>
            <a:gs pos="100000">
              <a:schemeClr val="phClr">
                <a:shade val="30000"/>
                <a:satMod val="200000"/>
              </a:schemeClr>
            </a:gs>
          </a:gsLst>
          <a:path path="circle">
            <a:fillToRect l="50000" t="50000" r="50000" b="50000"/>
          </a:path>
        </a:gradFill>
        <a:blipFill rotWithShape="1">
          <a:blip xmlns:r="http://schemas.openxmlformats.org/officeDocument/2006/relationships" r:embed="rId2">
            <a:duotone>
              <a:schemeClr val="phClr">
                <a:shade val="12000"/>
                <a:satMod val="240000"/>
              </a:schemeClr>
              <a:schemeClr val="phClr">
                <a:tint val="65000"/>
              </a:schemeClr>
            </a:duotone>
          </a:blip>
          <a:stretch/>
        </a:blipFill>
      </a:bgFillStyleLst>
    </a:fmtScheme>
  </a:themeElements>
  <a:objectDefaults>
    <a:spDef>
      <a:spPr>
        <a:ln>
          <a:miter lim="800000"/>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nSpc>
            <a:spcPct val="90000"/>
          </a:lnSpc>
          <a:defRPr sz="2400"/>
        </a:defPPr>
      </a:lstStyle>
    </a:txDef>
  </a:objectDefaults>
  <a:extraClrSchemeLst/>
  <a:extLst>
    <a:ext uri="{05A4C25C-085E-4340-85A3-A5531E510DB2}">
      <thm15:themeFamily xmlns:thm15="http://schemas.microsoft.com/office/thememl/2012/main" name="Student presentation" id="{61936DD2-5F1E-4CE5-AB4B-725D35FC9179}" vid="{60FEA300-D151-4B21-9955-901AC34D046A}"/>
    </a:ext>
  </a:extLst>
</a:theme>
</file>

<file path=ppt/theme/theme2.xml><?xml version="1.0" encoding="utf-8"?>
<a:theme xmlns:a="http://schemas.openxmlformats.org/drawingml/2006/main" name="Office Theme">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7GrungeTexture">
      <a:fillStyleLst>
        <a:solidFill>
          <a:schemeClr val="phClr"/>
        </a:solidFill>
        <a:blipFill rotWithShape="1">
          <a:blip xmlns:r="http://schemas.openxmlformats.org/officeDocument/2006/relationships" r:embed="rId1">
            <a:duotone>
              <a:schemeClr val="phClr">
                <a:tint val="67000"/>
                <a:shade val="65000"/>
              </a:schemeClr>
              <a:schemeClr val="phClr">
                <a:tint val="10000"/>
                <a:satMod val="130000"/>
              </a:schemeClr>
            </a:duotone>
          </a:blip>
          <a:tile tx="0" ty="0" sx="60000" sy="59000" flip="none" algn="b"/>
        </a:blipFill>
        <a:blipFill rotWithShape="1">
          <a:blip xmlns:r="http://schemas.openxmlformats.org/officeDocument/2006/relationships" r:embed="rId1">
            <a:duotone>
              <a:schemeClr val="phClr">
                <a:shade val="30000"/>
                <a:satMod val="115000"/>
              </a:schemeClr>
              <a:schemeClr val="phClr">
                <a:tint val="34000"/>
              </a:schemeClr>
            </a:duotone>
          </a:blip>
          <a:tile tx="0" ty="0" sx="60000" sy="59000" flip="none" algn="b"/>
        </a:blipFill>
      </a:fillStyleLst>
      <a:lnStyleLst>
        <a:ln w="6350" cap="flat" cmpd="sng" algn="ctr">
          <a:solidFill>
            <a:schemeClr val="phClr">
              <a:tint val="70000"/>
            </a:scheme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7GrungeTexture">
      <a:fillStyleLst>
        <a:solidFill>
          <a:schemeClr val="phClr"/>
        </a:solidFill>
        <a:blipFill rotWithShape="1">
          <a:blip xmlns:r="http://schemas.openxmlformats.org/officeDocument/2006/relationships" r:embed="rId1">
            <a:duotone>
              <a:schemeClr val="phClr">
                <a:tint val="67000"/>
                <a:shade val="65000"/>
              </a:schemeClr>
              <a:schemeClr val="phClr">
                <a:tint val="10000"/>
                <a:satMod val="130000"/>
              </a:schemeClr>
            </a:duotone>
          </a:blip>
          <a:tile tx="0" ty="0" sx="60000" sy="59000" flip="none" algn="b"/>
        </a:blipFill>
        <a:blipFill rotWithShape="1">
          <a:blip xmlns:r="http://schemas.openxmlformats.org/officeDocument/2006/relationships" r:embed="rId1">
            <a:duotone>
              <a:schemeClr val="phClr">
                <a:shade val="30000"/>
                <a:satMod val="115000"/>
              </a:schemeClr>
              <a:schemeClr val="phClr">
                <a:tint val="34000"/>
              </a:schemeClr>
            </a:duotone>
          </a:blip>
          <a:tile tx="0" ty="0" sx="60000" sy="59000" flip="none" algn="b"/>
        </a:blipFill>
      </a:fillStyleLst>
      <a:lnStyleLst>
        <a:ln w="6350" cap="flat" cmpd="sng" algn="ctr">
          <a:solidFill>
            <a:schemeClr val="phClr">
              <a:tint val="70000"/>
            </a:scheme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F98950B5-7B6B-4C28-8458-CAB8EA4CB24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Student scientific report presentation</Template>
  <TotalTime>0</TotalTime>
  <Words>10805</Words>
  <Application>Microsoft Macintosh PowerPoint</Application>
  <PresentationFormat>Custom</PresentationFormat>
  <Paragraphs>2227</Paragraphs>
  <Slides>92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92</vt:i4>
      </vt:variant>
    </vt:vector>
  </HeadingPairs>
  <TitlesOfParts>
    <vt:vector size="100" baseType="lpstr">
      <vt:lpstr>Arial</vt:lpstr>
      <vt:lpstr>Calibri</vt:lpstr>
      <vt:lpstr>Cambria Math</vt:lpstr>
      <vt:lpstr>Century Gothic</vt:lpstr>
      <vt:lpstr>Consolas</vt:lpstr>
      <vt:lpstr>Euphemia</vt:lpstr>
      <vt:lpstr>Wingdings 3</vt:lpstr>
      <vt:lpstr>Student presentation</vt:lpstr>
      <vt:lpstr>Neural Networks</vt:lpstr>
      <vt:lpstr>Overview</vt:lpstr>
      <vt:lpstr>Perceptron Properties</vt:lpstr>
      <vt:lpstr>Perceptron history</vt:lpstr>
      <vt:lpstr>Perceptron Properties</vt:lpstr>
      <vt:lpstr>Perceptron Properties</vt:lpstr>
      <vt:lpstr>Algorithm</vt:lpstr>
      <vt:lpstr>Algorithm</vt:lpstr>
      <vt:lpstr>Algorithm</vt:lpstr>
      <vt:lpstr>Algorithm</vt:lpstr>
      <vt:lpstr>Algorithm</vt:lpstr>
      <vt:lpstr>Algorithm</vt:lpstr>
      <vt:lpstr>Algorithm</vt:lpstr>
      <vt:lpstr>Algorithm</vt:lpstr>
      <vt:lpstr>Algorithm</vt:lpstr>
      <vt:lpstr>Algorithm</vt:lpstr>
      <vt:lpstr>Algorithm</vt:lpstr>
      <vt:lpstr>Algorithm</vt:lpstr>
      <vt:lpstr>Algorithm</vt:lpstr>
      <vt:lpstr>Algorithm</vt:lpstr>
      <vt:lpstr>Algorithm</vt:lpstr>
      <vt:lpstr>Algorithm</vt:lpstr>
      <vt:lpstr>Algorithm</vt:lpstr>
      <vt:lpstr>Algorithm</vt:lpstr>
      <vt:lpstr>Algorithm</vt:lpstr>
      <vt:lpstr>Algorithm</vt:lpstr>
      <vt:lpstr>Algorithm</vt:lpstr>
      <vt:lpstr>Algorithm</vt:lpstr>
      <vt:lpstr>Training</vt:lpstr>
      <vt:lpstr>Training</vt:lpstr>
      <vt:lpstr>Training</vt:lpstr>
      <vt:lpstr>Training</vt:lpstr>
      <vt:lpstr>Training</vt:lpstr>
      <vt:lpstr>Training</vt:lpstr>
      <vt:lpstr>Training</vt:lpstr>
      <vt:lpstr>Training</vt:lpstr>
      <vt:lpstr>Training</vt:lpstr>
      <vt:lpstr>Training</vt:lpstr>
      <vt:lpstr>Training</vt:lpstr>
      <vt:lpstr>Training</vt:lpstr>
      <vt:lpstr>Training</vt:lpstr>
      <vt:lpstr>Training</vt:lpstr>
      <vt:lpstr>Training</vt:lpstr>
      <vt:lpstr>Training</vt:lpstr>
      <vt:lpstr>Training</vt:lpstr>
      <vt:lpstr>Training</vt:lpstr>
      <vt:lpstr>Training</vt:lpstr>
      <vt:lpstr>Training</vt:lpstr>
      <vt:lpstr>Training</vt:lpstr>
      <vt:lpstr>Training</vt:lpstr>
      <vt:lpstr>Example</vt:lpstr>
      <vt:lpstr>Demo</vt:lpstr>
      <vt:lpstr>Demo</vt:lpstr>
      <vt:lpstr>Demo</vt:lpstr>
      <vt:lpstr>Demo</vt:lpstr>
      <vt:lpstr>Demo</vt:lpstr>
      <vt:lpstr>Demo</vt:lpstr>
      <vt:lpstr>Demo</vt:lpstr>
      <vt:lpstr>Demo</vt:lpstr>
      <vt:lpstr>Demo</vt:lpstr>
      <vt:lpstr>Demo</vt:lpstr>
      <vt:lpstr>Demo</vt:lpstr>
      <vt:lpstr>Demo</vt:lpstr>
      <vt:lpstr>Demo</vt:lpstr>
      <vt:lpstr>Batch training</vt:lpstr>
      <vt:lpstr>Batch training</vt:lpstr>
      <vt:lpstr>Batch training</vt:lpstr>
      <vt:lpstr>Batch training</vt:lpstr>
      <vt:lpstr>Batch training</vt:lpstr>
      <vt:lpstr>Batch training</vt:lpstr>
      <vt:lpstr>Batch training</vt:lpstr>
      <vt:lpstr>Batch training</vt:lpstr>
      <vt:lpstr>Batch training</vt:lpstr>
      <vt:lpstr>Batch training</vt:lpstr>
      <vt:lpstr>Batch training</vt:lpstr>
      <vt:lpstr>Batch training</vt:lpstr>
      <vt:lpstr>Batch training</vt:lpstr>
      <vt:lpstr>Batch training</vt:lpstr>
      <vt:lpstr>Batch training</vt:lpstr>
      <vt:lpstr>Overview training</vt:lpstr>
      <vt:lpstr>Overview training</vt:lpstr>
      <vt:lpstr>Adaline perceptron</vt:lpstr>
      <vt:lpstr>Adaline perceptron</vt:lpstr>
      <vt:lpstr>Adaline perceptron</vt:lpstr>
      <vt:lpstr>Adaline perceptron</vt:lpstr>
      <vt:lpstr>Adaline perceptron</vt:lpstr>
      <vt:lpstr>Adaline perceptron</vt:lpstr>
      <vt:lpstr>Adaline perceptron</vt:lpstr>
      <vt:lpstr>Adaline perceptron</vt:lpstr>
      <vt:lpstr>Adaline perceptron</vt:lpstr>
      <vt:lpstr>Questions &amp; Discussion</vt:lpstr>
      <vt:lpstr>Bibliography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2016-08-04T14:15:50Z</dcterms:created>
  <dcterms:modified xsi:type="dcterms:W3CDTF">2025-10-10T17:06:43Z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TC034605859991</vt:lpwstr>
  </property>
  <property fmtid="{D5CDD505-2E9C-101B-9397-08002B2CF9AE}" pid="3" name="MSIP_Label_9d9c527f-5235-45cb-bea5-98c00c666442_Enabled">
    <vt:lpwstr>true</vt:lpwstr>
  </property>
  <property fmtid="{D5CDD505-2E9C-101B-9397-08002B2CF9AE}" pid="4" name="MSIP_Label_9d9c527f-5235-45cb-bea5-98c00c666442_SetDate">
    <vt:lpwstr>2024-10-13T07:35:30Z</vt:lpwstr>
  </property>
  <property fmtid="{D5CDD505-2E9C-101B-9397-08002B2CF9AE}" pid="5" name="MSIP_Label_9d9c527f-5235-45cb-bea5-98c00c666442_Method">
    <vt:lpwstr>Standard</vt:lpwstr>
  </property>
  <property fmtid="{D5CDD505-2E9C-101B-9397-08002B2CF9AE}" pid="6" name="MSIP_Label_9d9c527f-5235-45cb-bea5-98c00c666442_Name">
    <vt:lpwstr>INTERNAL</vt:lpwstr>
  </property>
  <property fmtid="{D5CDD505-2E9C-101B-9397-08002B2CF9AE}" pid="7" name="MSIP_Label_9d9c527f-5235-45cb-bea5-98c00c666442_SiteId">
    <vt:lpwstr>487baf29-f1da-469a-9221-243f830c36f3</vt:lpwstr>
  </property>
  <property fmtid="{D5CDD505-2E9C-101B-9397-08002B2CF9AE}" pid="8" name="MSIP_Label_9d9c527f-5235-45cb-bea5-98c00c666442_ActionId">
    <vt:lpwstr>07c86a26-894e-4242-bed2-267ba0580098</vt:lpwstr>
  </property>
  <property fmtid="{D5CDD505-2E9C-101B-9397-08002B2CF9AE}" pid="9" name="MSIP_Label_9d9c527f-5235-45cb-bea5-98c00c666442_ContentBits">
    <vt:lpwstr>1</vt:lpwstr>
  </property>
  <property fmtid="{D5CDD505-2E9C-101B-9397-08002B2CF9AE}" pid="10" name="ClassificationContentMarkingHeaderLocations">
    <vt:lpwstr>Student presentation:8</vt:lpwstr>
  </property>
  <property fmtid="{D5CDD505-2E9C-101B-9397-08002B2CF9AE}" pid="11" name="ClassificationContentMarkingHeaderText">
    <vt:lpwstr>Internal Use Only</vt:lpwstr>
  </property>
</Properties>
</file>